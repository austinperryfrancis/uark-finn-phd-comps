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sldIdLst>
    <p:sldId id="256" r:id="rId5"/>
    <p:sldId id="315" r:id="rId6"/>
    <p:sldId id="346" r:id="rId7"/>
    <p:sldId id="530" r:id="rId8"/>
    <p:sldId id="531" r:id="rId9"/>
    <p:sldId id="532" r:id="rId10"/>
    <p:sldId id="533" r:id="rId11"/>
    <p:sldId id="534" r:id="rId12"/>
    <p:sldId id="397" r:id="rId13"/>
    <p:sldId id="468" r:id="rId14"/>
    <p:sldId id="495" r:id="rId15"/>
    <p:sldId id="496" r:id="rId16"/>
    <p:sldId id="497" r:id="rId17"/>
    <p:sldId id="498" r:id="rId18"/>
    <p:sldId id="499" r:id="rId19"/>
    <p:sldId id="526" r:id="rId20"/>
    <p:sldId id="528" r:id="rId21"/>
    <p:sldId id="529" r:id="rId22"/>
    <p:sldId id="500" r:id="rId23"/>
    <p:sldId id="501" r:id="rId24"/>
    <p:sldId id="502" r:id="rId25"/>
    <p:sldId id="503" r:id="rId26"/>
    <p:sldId id="524" r:id="rId27"/>
    <p:sldId id="504" r:id="rId28"/>
    <p:sldId id="505" r:id="rId29"/>
    <p:sldId id="506" r:id="rId30"/>
    <p:sldId id="507" r:id="rId31"/>
    <p:sldId id="508" r:id="rId32"/>
    <p:sldId id="509" r:id="rId33"/>
    <p:sldId id="510" r:id="rId34"/>
    <p:sldId id="511" r:id="rId35"/>
    <p:sldId id="512" r:id="rId36"/>
    <p:sldId id="513" r:id="rId37"/>
    <p:sldId id="514" r:id="rId38"/>
    <p:sldId id="515" r:id="rId39"/>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0"/>
            <p14:sldId id="531"/>
            <p14:sldId id="532"/>
            <p14:sldId id="533"/>
            <p14:sldId id="534"/>
            <p14:sldId id="397"/>
            <p14:sldId id="468"/>
            <p14:sldId id="495"/>
            <p14:sldId id="496"/>
            <p14:sldId id="497"/>
            <p14:sldId id="498"/>
            <p14:sldId id="499"/>
            <p14:sldId id="526"/>
            <p14:sldId id="528"/>
            <p14:sldId id="529"/>
            <p14:sldId id="500"/>
            <p14:sldId id="501"/>
            <p14:sldId id="502"/>
            <p14:sldId id="503"/>
            <p14:sldId id="524"/>
            <p14:sldId id="504"/>
            <p14:sldId id="505"/>
            <p14:sldId id="506"/>
            <p14:sldId id="507"/>
            <p14:sldId id="508"/>
            <p14:sldId id="509"/>
            <p14:sldId id="510"/>
            <p14:sldId id="511"/>
            <p14:sldId id="512"/>
            <p14:sldId id="513"/>
            <p14:sldId id="514"/>
            <p14:sldId id="515"/>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074C6A-814F-4F5F-91EB-2E5A8D875FE2}" v="13" dt="2024-09-24T13:06:15.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69935" autoAdjust="0"/>
  </p:normalViewPr>
  <p:slideViewPr>
    <p:cSldViewPr snapToGrid="0">
      <p:cViewPr varScale="1">
        <p:scale>
          <a:sx n="76" d="100"/>
          <a:sy n="76" d="100"/>
        </p:scale>
        <p:origin x="1608"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Francis" userId="d9206161-76a2-4d0d-bb71-2bac416203d9" providerId="ADAL" clId="{E1074C6A-814F-4F5F-91EB-2E5A8D875FE2}"/>
    <pc:docChg chg="undo redo custSel addSld delSld modSld sldOrd modSection">
      <pc:chgData name="Austin Francis" userId="d9206161-76a2-4d0d-bb71-2bac416203d9" providerId="ADAL" clId="{E1074C6A-814F-4F5F-91EB-2E5A8D875FE2}" dt="2024-09-24T13:17:47.153" v="2640" actId="20577"/>
      <pc:docMkLst>
        <pc:docMk/>
      </pc:docMkLst>
      <pc:sldChg chg="modSp mod">
        <pc:chgData name="Austin Francis" userId="d9206161-76a2-4d0d-bb71-2bac416203d9" providerId="ADAL" clId="{E1074C6A-814F-4F5F-91EB-2E5A8D875FE2}" dt="2024-09-23T23:51:03.856" v="204"/>
        <pc:sldMkLst>
          <pc:docMk/>
          <pc:sldMk cId="875954484" sldId="256"/>
        </pc:sldMkLst>
        <pc:spChg chg="mod">
          <ac:chgData name="Austin Francis" userId="d9206161-76a2-4d0d-bb71-2bac416203d9" providerId="ADAL" clId="{E1074C6A-814F-4F5F-91EB-2E5A8D875FE2}" dt="2024-09-23T23:41:12.672" v="10"/>
          <ac:spMkLst>
            <pc:docMk/>
            <pc:sldMk cId="875954484" sldId="256"/>
            <ac:spMk id="2" creationId="{00000000-0000-0000-0000-000000000000}"/>
          </ac:spMkLst>
        </pc:spChg>
        <pc:spChg chg="mod">
          <ac:chgData name="Austin Francis" userId="d9206161-76a2-4d0d-bb71-2bac416203d9" providerId="ADAL" clId="{E1074C6A-814F-4F5F-91EB-2E5A8D875FE2}" dt="2024-09-23T23:51:03.856" v="204"/>
          <ac:spMkLst>
            <pc:docMk/>
            <pc:sldMk cId="875954484" sldId="256"/>
            <ac:spMk id="3" creationId="{00000000-0000-0000-0000-000000000000}"/>
          </ac:spMkLst>
        </pc:spChg>
      </pc:sldChg>
      <pc:sldChg chg="modSp mod modNotesTx">
        <pc:chgData name="Austin Francis" userId="d9206161-76a2-4d0d-bb71-2bac416203d9" providerId="ADAL" clId="{E1074C6A-814F-4F5F-91EB-2E5A8D875FE2}" dt="2024-09-24T04:16:31.498" v="1024"/>
        <pc:sldMkLst>
          <pc:docMk/>
          <pc:sldMk cId="718245954" sldId="315"/>
        </pc:sldMkLst>
        <pc:spChg chg="mod">
          <ac:chgData name="Austin Francis" userId="d9206161-76a2-4d0d-bb71-2bac416203d9" providerId="ADAL" clId="{E1074C6A-814F-4F5F-91EB-2E5A8D875FE2}" dt="2024-09-24T04:16:08.078" v="1023" actId="20577"/>
          <ac:spMkLst>
            <pc:docMk/>
            <pc:sldMk cId="718245954" sldId="315"/>
            <ac:spMk id="3" creationId="{EC44ADDE-7BAE-4D27-8839-0025B3A2D42C}"/>
          </ac:spMkLst>
        </pc:spChg>
      </pc:sldChg>
      <pc:sldChg chg="addSp modSp mod ord">
        <pc:chgData name="Austin Francis" userId="d9206161-76a2-4d0d-bb71-2bac416203d9" providerId="ADAL" clId="{E1074C6A-814F-4F5F-91EB-2E5A8D875FE2}" dt="2024-09-24T04:26:35.073" v="1141"/>
        <pc:sldMkLst>
          <pc:docMk/>
          <pc:sldMk cId="869680711" sldId="346"/>
        </pc:sldMkLst>
        <pc:spChg chg="mod">
          <ac:chgData name="Austin Francis" userId="d9206161-76a2-4d0d-bb71-2bac416203d9" providerId="ADAL" clId="{E1074C6A-814F-4F5F-91EB-2E5A8D875FE2}" dt="2024-09-24T03:42:05.554" v="759" actId="20577"/>
          <ac:spMkLst>
            <pc:docMk/>
            <pc:sldMk cId="869680711" sldId="346"/>
            <ac:spMk id="3" creationId="{EC44ADDE-7BAE-4D27-8839-0025B3A2D42C}"/>
          </ac:spMkLst>
        </pc:spChg>
        <pc:spChg chg="add">
          <ac:chgData name="Austin Francis" userId="d9206161-76a2-4d0d-bb71-2bac416203d9" providerId="ADAL" clId="{E1074C6A-814F-4F5F-91EB-2E5A8D875FE2}" dt="2024-09-24T03:41:40.123" v="753"/>
          <ac:spMkLst>
            <pc:docMk/>
            <pc:sldMk cId="869680711" sldId="346"/>
            <ac:spMk id="4" creationId="{29E0A470-BC32-A274-3D0E-0383CB63AFD1}"/>
          </ac:spMkLst>
        </pc:spChg>
        <pc:spChg chg="add">
          <ac:chgData name="Austin Francis" userId="d9206161-76a2-4d0d-bb71-2bac416203d9" providerId="ADAL" clId="{E1074C6A-814F-4F5F-91EB-2E5A8D875FE2}" dt="2024-09-24T03:41:42.827" v="754"/>
          <ac:spMkLst>
            <pc:docMk/>
            <pc:sldMk cId="869680711" sldId="346"/>
            <ac:spMk id="5" creationId="{56149BC2-65C5-BF3E-89CC-FD2E42FB1C6B}"/>
          </ac:spMkLst>
        </pc:spChg>
      </pc:sldChg>
      <pc:sldChg chg="modSp del mod">
        <pc:chgData name="Austin Francis" userId="d9206161-76a2-4d0d-bb71-2bac416203d9" providerId="ADAL" clId="{E1074C6A-814F-4F5F-91EB-2E5A8D875FE2}" dt="2024-09-24T13:11:23.452" v="2421" actId="47"/>
        <pc:sldMkLst>
          <pc:docMk/>
          <pc:sldMk cId="2158989465" sldId="395"/>
        </pc:sldMkLst>
        <pc:spChg chg="mod">
          <ac:chgData name="Austin Francis" userId="d9206161-76a2-4d0d-bb71-2bac416203d9" providerId="ADAL" clId="{E1074C6A-814F-4F5F-91EB-2E5A8D875FE2}" dt="2024-09-24T01:40:45.458" v="208" actId="6549"/>
          <ac:spMkLst>
            <pc:docMk/>
            <pc:sldMk cId="2158989465" sldId="395"/>
            <ac:spMk id="3" creationId="{EC44ADDE-7BAE-4D27-8839-0025B3A2D42C}"/>
          </ac:spMkLst>
        </pc:spChg>
      </pc:sldChg>
      <pc:sldChg chg="addSp delSp modSp mod modNotesTx">
        <pc:chgData name="Austin Francis" userId="d9206161-76a2-4d0d-bb71-2bac416203d9" providerId="ADAL" clId="{E1074C6A-814F-4F5F-91EB-2E5A8D875FE2}" dt="2024-09-24T13:17:47.153" v="2640" actId="20577"/>
        <pc:sldMkLst>
          <pc:docMk/>
          <pc:sldMk cId="1660926710" sldId="397"/>
        </pc:sldMkLst>
        <pc:spChg chg="add del mod">
          <ac:chgData name="Austin Francis" userId="d9206161-76a2-4d0d-bb71-2bac416203d9" providerId="ADAL" clId="{E1074C6A-814F-4F5F-91EB-2E5A8D875FE2}" dt="2024-09-24T01:41:02.573" v="210" actId="22"/>
          <ac:spMkLst>
            <pc:docMk/>
            <pc:sldMk cId="1660926710" sldId="397"/>
            <ac:spMk id="4" creationId="{B8F31F1A-A211-A0C1-4ABC-7844FE64A698}"/>
          </ac:spMkLst>
        </pc:spChg>
        <pc:picChg chg="add mod ord">
          <ac:chgData name="Austin Francis" userId="d9206161-76a2-4d0d-bb71-2bac416203d9" providerId="ADAL" clId="{E1074C6A-814F-4F5F-91EB-2E5A8D875FE2}" dt="2024-09-24T01:41:12.318" v="213" actId="1076"/>
          <ac:picMkLst>
            <pc:docMk/>
            <pc:sldMk cId="1660926710" sldId="397"/>
            <ac:picMk id="7" creationId="{DC18066B-9B2A-F3F3-B349-574576A5BD8D}"/>
          </ac:picMkLst>
        </pc:picChg>
        <pc:picChg chg="del">
          <ac:chgData name="Austin Francis" userId="d9206161-76a2-4d0d-bb71-2bac416203d9" providerId="ADAL" clId="{E1074C6A-814F-4F5F-91EB-2E5A8D875FE2}" dt="2024-09-24T01:40:49.878" v="209" actId="478"/>
          <ac:picMkLst>
            <pc:docMk/>
            <pc:sldMk cId="1660926710" sldId="397"/>
            <ac:picMk id="8" creationId="{FF539626-9822-A9D0-1319-26FCECE6CA25}"/>
          </ac:picMkLst>
        </pc:picChg>
      </pc:sldChg>
      <pc:sldChg chg="del">
        <pc:chgData name="Austin Francis" userId="d9206161-76a2-4d0d-bb71-2bac416203d9" providerId="ADAL" clId="{E1074C6A-814F-4F5F-91EB-2E5A8D875FE2}" dt="2024-09-24T02:32:47.874" v="703" actId="47"/>
        <pc:sldMkLst>
          <pc:docMk/>
          <pc:sldMk cId="3921299865" sldId="442"/>
        </pc:sldMkLst>
      </pc:sldChg>
      <pc:sldChg chg="del">
        <pc:chgData name="Austin Francis" userId="d9206161-76a2-4d0d-bb71-2bac416203d9" providerId="ADAL" clId="{E1074C6A-814F-4F5F-91EB-2E5A8D875FE2}" dt="2024-09-24T02:32:55.014" v="706" actId="47"/>
        <pc:sldMkLst>
          <pc:docMk/>
          <pc:sldMk cId="1071918637" sldId="444"/>
        </pc:sldMkLst>
      </pc:sldChg>
      <pc:sldChg chg="del">
        <pc:chgData name="Austin Francis" userId="d9206161-76a2-4d0d-bb71-2bac416203d9" providerId="ADAL" clId="{E1074C6A-814F-4F5F-91EB-2E5A8D875FE2}" dt="2024-09-24T02:33:00.336" v="710" actId="47"/>
        <pc:sldMkLst>
          <pc:docMk/>
          <pc:sldMk cId="1873507160" sldId="445"/>
        </pc:sldMkLst>
      </pc:sldChg>
      <pc:sldChg chg="del">
        <pc:chgData name="Austin Francis" userId="d9206161-76a2-4d0d-bb71-2bac416203d9" providerId="ADAL" clId="{E1074C6A-814F-4F5F-91EB-2E5A8D875FE2}" dt="2024-09-24T02:33:02.824" v="714" actId="47"/>
        <pc:sldMkLst>
          <pc:docMk/>
          <pc:sldMk cId="255185723" sldId="446"/>
        </pc:sldMkLst>
      </pc:sldChg>
      <pc:sldChg chg="modSp del mod modShow modNotesTx">
        <pc:chgData name="Austin Francis" userId="d9206161-76a2-4d0d-bb71-2bac416203d9" providerId="ADAL" clId="{E1074C6A-814F-4F5F-91EB-2E5A8D875FE2}" dt="2024-09-24T13:08:27.860" v="2374" actId="2696"/>
        <pc:sldMkLst>
          <pc:docMk/>
          <pc:sldMk cId="4233582726" sldId="453"/>
        </pc:sldMkLst>
        <pc:spChg chg="mod">
          <ac:chgData name="Austin Francis" userId="d9206161-76a2-4d0d-bb71-2bac416203d9" providerId="ADAL" clId="{E1074C6A-814F-4F5F-91EB-2E5A8D875FE2}" dt="2024-09-24T04:33:53.497" v="1323" actId="21"/>
          <ac:spMkLst>
            <pc:docMk/>
            <pc:sldMk cId="4233582726" sldId="453"/>
            <ac:spMk id="3" creationId="{C57A2EFD-A0BC-81FA-1CC0-C60FF5F3D1CA}"/>
          </ac:spMkLst>
        </pc:spChg>
      </pc:sldChg>
      <pc:sldChg chg="del">
        <pc:chgData name="Austin Francis" userId="d9206161-76a2-4d0d-bb71-2bac416203d9" providerId="ADAL" clId="{E1074C6A-814F-4F5F-91EB-2E5A8D875FE2}" dt="2024-09-24T02:32:53.484" v="705" actId="47"/>
        <pc:sldMkLst>
          <pc:docMk/>
          <pc:sldMk cId="3278758722" sldId="454"/>
        </pc:sldMkLst>
      </pc:sldChg>
      <pc:sldChg chg="del">
        <pc:chgData name="Austin Francis" userId="d9206161-76a2-4d0d-bb71-2bac416203d9" providerId="ADAL" clId="{E1074C6A-814F-4F5F-91EB-2E5A8D875FE2}" dt="2024-09-24T02:32:57.904" v="709" actId="47"/>
        <pc:sldMkLst>
          <pc:docMk/>
          <pc:sldMk cId="3419803062" sldId="455"/>
        </pc:sldMkLst>
      </pc:sldChg>
      <pc:sldChg chg="del">
        <pc:chgData name="Austin Francis" userId="d9206161-76a2-4d0d-bb71-2bac416203d9" providerId="ADAL" clId="{E1074C6A-814F-4F5F-91EB-2E5A8D875FE2}" dt="2024-09-24T02:33:01.573" v="712" actId="47"/>
        <pc:sldMkLst>
          <pc:docMk/>
          <pc:sldMk cId="686375482" sldId="456"/>
        </pc:sldMkLst>
      </pc:sldChg>
      <pc:sldChg chg="del">
        <pc:chgData name="Austin Francis" userId="d9206161-76a2-4d0d-bb71-2bac416203d9" providerId="ADAL" clId="{E1074C6A-814F-4F5F-91EB-2E5A8D875FE2}" dt="2024-09-24T02:33:09.394" v="727" actId="47"/>
        <pc:sldMkLst>
          <pc:docMk/>
          <pc:sldMk cId="2074764308" sldId="467"/>
        </pc:sldMkLst>
      </pc:sldChg>
      <pc:sldChg chg="addSp delSp modSp mod modNotesTx">
        <pc:chgData name="Austin Francis" userId="d9206161-76a2-4d0d-bb71-2bac416203d9" providerId="ADAL" clId="{E1074C6A-814F-4F5F-91EB-2E5A8D875FE2}" dt="2024-09-24T04:33:59.464" v="1325"/>
        <pc:sldMkLst>
          <pc:docMk/>
          <pc:sldMk cId="1898961290" sldId="468"/>
        </pc:sldMkLst>
        <pc:spChg chg="add del mod">
          <ac:chgData name="Austin Francis" userId="d9206161-76a2-4d0d-bb71-2bac416203d9" providerId="ADAL" clId="{E1074C6A-814F-4F5F-91EB-2E5A8D875FE2}" dt="2024-09-24T01:41:28.930" v="215" actId="22"/>
          <ac:spMkLst>
            <pc:docMk/>
            <pc:sldMk cId="1898961290" sldId="468"/>
            <ac:spMk id="5" creationId="{5C8B2BC9-EBF6-C6F6-1C94-8078A02D79FF}"/>
          </ac:spMkLst>
        </pc:spChg>
        <pc:picChg chg="add mod ord">
          <ac:chgData name="Austin Francis" userId="d9206161-76a2-4d0d-bb71-2bac416203d9" providerId="ADAL" clId="{E1074C6A-814F-4F5F-91EB-2E5A8D875FE2}" dt="2024-09-24T01:41:33.798" v="218" actId="1076"/>
          <ac:picMkLst>
            <pc:docMk/>
            <pc:sldMk cId="1898961290" sldId="468"/>
            <ac:picMk id="7" creationId="{3B25099C-4BD1-E071-C1DC-C1C7DB9DF523}"/>
          </ac:picMkLst>
        </pc:picChg>
        <pc:picChg chg="del">
          <ac:chgData name="Austin Francis" userId="d9206161-76a2-4d0d-bb71-2bac416203d9" providerId="ADAL" clId="{E1074C6A-814F-4F5F-91EB-2E5A8D875FE2}" dt="2024-09-24T01:41:16.469" v="214" actId="478"/>
          <ac:picMkLst>
            <pc:docMk/>
            <pc:sldMk cId="1898961290" sldId="468"/>
            <ac:picMk id="8" creationId="{B5F353D8-1329-3D21-C318-945EA80F9390}"/>
          </ac:picMkLst>
        </pc:picChg>
      </pc:sldChg>
      <pc:sldChg chg="del">
        <pc:chgData name="Austin Francis" userId="d9206161-76a2-4d0d-bb71-2bac416203d9" providerId="ADAL" clId="{E1074C6A-814F-4F5F-91EB-2E5A8D875FE2}" dt="2024-09-24T02:32:51.324" v="704" actId="47"/>
        <pc:sldMkLst>
          <pc:docMk/>
          <pc:sldMk cId="978402029" sldId="469"/>
        </pc:sldMkLst>
      </pc:sldChg>
      <pc:sldChg chg="del">
        <pc:chgData name="Austin Francis" userId="d9206161-76a2-4d0d-bb71-2bac416203d9" providerId="ADAL" clId="{E1074C6A-814F-4F5F-91EB-2E5A8D875FE2}" dt="2024-09-24T02:33:03.909" v="716" actId="47"/>
        <pc:sldMkLst>
          <pc:docMk/>
          <pc:sldMk cId="2060909779" sldId="473"/>
        </pc:sldMkLst>
      </pc:sldChg>
      <pc:sldChg chg="del">
        <pc:chgData name="Austin Francis" userId="d9206161-76a2-4d0d-bb71-2bac416203d9" providerId="ADAL" clId="{E1074C6A-814F-4F5F-91EB-2E5A8D875FE2}" dt="2024-09-24T02:33:04.384" v="717" actId="47"/>
        <pc:sldMkLst>
          <pc:docMk/>
          <pc:sldMk cId="2375801828" sldId="474"/>
        </pc:sldMkLst>
      </pc:sldChg>
      <pc:sldChg chg="del">
        <pc:chgData name="Austin Francis" userId="d9206161-76a2-4d0d-bb71-2bac416203d9" providerId="ADAL" clId="{E1074C6A-814F-4F5F-91EB-2E5A8D875FE2}" dt="2024-09-24T02:33:05.364" v="719" actId="47"/>
        <pc:sldMkLst>
          <pc:docMk/>
          <pc:sldMk cId="292909213" sldId="475"/>
        </pc:sldMkLst>
      </pc:sldChg>
      <pc:sldChg chg="del">
        <pc:chgData name="Austin Francis" userId="d9206161-76a2-4d0d-bb71-2bac416203d9" providerId="ADAL" clId="{E1074C6A-814F-4F5F-91EB-2E5A8D875FE2}" dt="2024-09-24T02:33:05.798" v="720" actId="47"/>
        <pc:sldMkLst>
          <pc:docMk/>
          <pc:sldMk cId="163268738" sldId="476"/>
        </pc:sldMkLst>
      </pc:sldChg>
      <pc:sldChg chg="del">
        <pc:chgData name="Austin Francis" userId="d9206161-76a2-4d0d-bb71-2bac416203d9" providerId="ADAL" clId="{E1074C6A-814F-4F5F-91EB-2E5A8D875FE2}" dt="2024-09-24T02:33:06.304" v="721" actId="47"/>
        <pc:sldMkLst>
          <pc:docMk/>
          <pc:sldMk cId="3053758625" sldId="477"/>
        </pc:sldMkLst>
      </pc:sldChg>
      <pc:sldChg chg="del">
        <pc:chgData name="Austin Francis" userId="d9206161-76a2-4d0d-bb71-2bac416203d9" providerId="ADAL" clId="{E1074C6A-814F-4F5F-91EB-2E5A8D875FE2}" dt="2024-09-24T02:33:07.460" v="723" actId="47"/>
        <pc:sldMkLst>
          <pc:docMk/>
          <pc:sldMk cId="59643071" sldId="479"/>
        </pc:sldMkLst>
      </pc:sldChg>
      <pc:sldChg chg="del">
        <pc:chgData name="Austin Francis" userId="d9206161-76a2-4d0d-bb71-2bac416203d9" providerId="ADAL" clId="{E1074C6A-814F-4F5F-91EB-2E5A8D875FE2}" dt="2024-09-24T02:33:08.397" v="725" actId="47"/>
        <pc:sldMkLst>
          <pc:docMk/>
          <pc:sldMk cId="4104768236" sldId="481"/>
        </pc:sldMkLst>
      </pc:sldChg>
      <pc:sldChg chg="del">
        <pc:chgData name="Austin Francis" userId="d9206161-76a2-4d0d-bb71-2bac416203d9" providerId="ADAL" clId="{E1074C6A-814F-4F5F-91EB-2E5A8D875FE2}" dt="2024-09-24T02:33:08.934" v="726" actId="47"/>
        <pc:sldMkLst>
          <pc:docMk/>
          <pc:sldMk cId="929529814" sldId="482"/>
        </pc:sldMkLst>
      </pc:sldChg>
      <pc:sldChg chg="del">
        <pc:chgData name="Austin Francis" userId="d9206161-76a2-4d0d-bb71-2bac416203d9" providerId="ADAL" clId="{E1074C6A-814F-4F5F-91EB-2E5A8D875FE2}" dt="2024-09-24T02:33:03.364" v="715" actId="47"/>
        <pc:sldMkLst>
          <pc:docMk/>
          <pc:sldMk cId="2543566513" sldId="487"/>
        </pc:sldMkLst>
      </pc:sldChg>
      <pc:sldChg chg="del">
        <pc:chgData name="Austin Francis" userId="d9206161-76a2-4d0d-bb71-2bac416203d9" providerId="ADAL" clId="{E1074C6A-814F-4F5F-91EB-2E5A8D875FE2}" dt="2024-09-24T02:32:56.169" v="707" actId="47"/>
        <pc:sldMkLst>
          <pc:docMk/>
          <pc:sldMk cId="489251837" sldId="488"/>
        </pc:sldMkLst>
      </pc:sldChg>
      <pc:sldChg chg="del">
        <pc:chgData name="Austin Francis" userId="d9206161-76a2-4d0d-bb71-2bac416203d9" providerId="ADAL" clId="{E1074C6A-814F-4F5F-91EB-2E5A8D875FE2}" dt="2024-09-24T02:32:57.209" v="708" actId="47"/>
        <pc:sldMkLst>
          <pc:docMk/>
          <pc:sldMk cId="2906193862" sldId="489"/>
        </pc:sldMkLst>
      </pc:sldChg>
      <pc:sldChg chg="del">
        <pc:chgData name="Austin Francis" userId="d9206161-76a2-4d0d-bb71-2bac416203d9" providerId="ADAL" clId="{E1074C6A-814F-4F5F-91EB-2E5A8D875FE2}" dt="2024-09-24T02:33:00.971" v="711" actId="47"/>
        <pc:sldMkLst>
          <pc:docMk/>
          <pc:sldMk cId="175905657" sldId="490"/>
        </pc:sldMkLst>
      </pc:sldChg>
      <pc:sldChg chg="del">
        <pc:chgData name="Austin Francis" userId="d9206161-76a2-4d0d-bb71-2bac416203d9" providerId="ADAL" clId="{E1074C6A-814F-4F5F-91EB-2E5A8D875FE2}" dt="2024-09-24T02:33:02.214" v="713" actId="47"/>
        <pc:sldMkLst>
          <pc:docMk/>
          <pc:sldMk cId="3343229959" sldId="491"/>
        </pc:sldMkLst>
      </pc:sldChg>
      <pc:sldChg chg="del">
        <pc:chgData name="Austin Francis" userId="d9206161-76a2-4d0d-bb71-2bac416203d9" providerId="ADAL" clId="{E1074C6A-814F-4F5F-91EB-2E5A8D875FE2}" dt="2024-09-24T02:33:04.844" v="718" actId="47"/>
        <pc:sldMkLst>
          <pc:docMk/>
          <pc:sldMk cId="145398586" sldId="492"/>
        </pc:sldMkLst>
      </pc:sldChg>
      <pc:sldChg chg="del">
        <pc:chgData name="Austin Francis" userId="d9206161-76a2-4d0d-bb71-2bac416203d9" providerId="ADAL" clId="{E1074C6A-814F-4F5F-91EB-2E5A8D875FE2}" dt="2024-09-24T02:33:06.954" v="722" actId="47"/>
        <pc:sldMkLst>
          <pc:docMk/>
          <pc:sldMk cId="4051849833" sldId="493"/>
        </pc:sldMkLst>
      </pc:sldChg>
      <pc:sldChg chg="del">
        <pc:chgData name="Austin Francis" userId="d9206161-76a2-4d0d-bb71-2bac416203d9" providerId="ADAL" clId="{E1074C6A-814F-4F5F-91EB-2E5A8D875FE2}" dt="2024-09-24T02:33:07.949" v="724" actId="47"/>
        <pc:sldMkLst>
          <pc:docMk/>
          <pc:sldMk cId="2713292739" sldId="494"/>
        </pc:sldMkLst>
      </pc:sldChg>
      <pc:sldChg chg="addSp delSp modSp new mod modShow modNotesTx">
        <pc:chgData name="Austin Francis" userId="d9206161-76a2-4d0d-bb71-2bac416203d9" providerId="ADAL" clId="{E1074C6A-814F-4F5F-91EB-2E5A8D875FE2}" dt="2024-09-24T13:17:09.186" v="2614" actId="20577"/>
        <pc:sldMkLst>
          <pc:docMk/>
          <pc:sldMk cId="1428198015" sldId="495"/>
        </pc:sldMkLst>
        <pc:spChg chg="mod">
          <ac:chgData name="Austin Francis" userId="d9206161-76a2-4d0d-bb71-2bac416203d9" providerId="ADAL" clId="{E1074C6A-814F-4F5F-91EB-2E5A8D875FE2}" dt="2024-09-24T02:13:15.380" v="281" actId="27636"/>
          <ac:spMkLst>
            <pc:docMk/>
            <pc:sldMk cId="1428198015" sldId="495"/>
            <ac:spMk id="2" creationId="{63C6DC14-03AD-E880-1939-2FC3A8E563AB}"/>
          </ac:spMkLst>
        </pc:spChg>
        <pc:spChg chg="del">
          <ac:chgData name="Austin Francis" userId="d9206161-76a2-4d0d-bb71-2bac416203d9" providerId="ADAL" clId="{E1074C6A-814F-4F5F-91EB-2E5A8D875FE2}" dt="2024-09-24T02:13:27.677" v="282" actId="22"/>
          <ac:spMkLst>
            <pc:docMk/>
            <pc:sldMk cId="1428198015" sldId="495"/>
            <ac:spMk id="3" creationId="{070B4F8E-BB7A-5703-84E2-010E9B8C003D}"/>
          </ac:spMkLst>
        </pc:spChg>
        <pc:picChg chg="add mod ord">
          <ac:chgData name="Austin Francis" userId="d9206161-76a2-4d0d-bb71-2bac416203d9" providerId="ADAL" clId="{E1074C6A-814F-4F5F-91EB-2E5A8D875FE2}" dt="2024-09-24T02:13:34.718" v="285" actId="1076"/>
          <ac:picMkLst>
            <pc:docMk/>
            <pc:sldMk cId="1428198015" sldId="495"/>
            <ac:picMk id="5" creationId="{AAA68EFD-8A72-8647-90D2-C803B932A58C}"/>
          </ac:picMkLst>
        </pc:picChg>
      </pc:sldChg>
      <pc:sldChg chg="addSp delSp modSp new mod">
        <pc:chgData name="Austin Francis" userId="d9206161-76a2-4d0d-bb71-2bac416203d9" providerId="ADAL" clId="{E1074C6A-814F-4F5F-91EB-2E5A8D875FE2}" dt="2024-09-24T02:19:42.855" v="482" actId="20577"/>
        <pc:sldMkLst>
          <pc:docMk/>
          <pc:sldMk cId="860338975" sldId="496"/>
        </pc:sldMkLst>
        <pc:spChg chg="mod">
          <ac:chgData name="Austin Francis" userId="d9206161-76a2-4d0d-bb71-2bac416203d9" providerId="ADAL" clId="{E1074C6A-814F-4F5F-91EB-2E5A8D875FE2}" dt="2024-09-24T02:19:42.855" v="482" actId="20577"/>
          <ac:spMkLst>
            <pc:docMk/>
            <pc:sldMk cId="860338975" sldId="496"/>
            <ac:spMk id="2" creationId="{9CEC1ADC-BDAB-75E3-ABA1-DF111B6C58E5}"/>
          </ac:spMkLst>
        </pc:spChg>
        <pc:spChg chg="del">
          <ac:chgData name="Austin Francis" userId="d9206161-76a2-4d0d-bb71-2bac416203d9" providerId="ADAL" clId="{E1074C6A-814F-4F5F-91EB-2E5A8D875FE2}" dt="2024-09-24T02:15:03.785" v="313" actId="22"/>
          <ac:spMkLst>
            <pc:docMk/>
            <pc:sldMk cId="860338975" sldId="496"/>
            <ac:spMk id="3" creationId="{CA554AF3-5EBE-E960-1770-B5EEE2FF0F68}"/>
          </ac:spMkLst>
        </pc:spChg>
        <pc:spChg chg="add del mod">
          <ac:chgData name="Austin Francis" userId="d9206161-76a2-4d0d-bb71-2bac416203d9" providerId="ADAL" clId="{E1074C6A-814F-4F5F-91EB-2E5A8D875FE2}" dt="2024-09-24T02:18:28.385" v="402" actId="478"/>
          <ac:spMkLst>
            <pc:docMk/>
            <pc:sldMk cId="860338975" sldId="496"/>
            <ac:spMk id="11" creationId="{EF5BEA76-CBAB-DC50-240A-4C28FF3C9887}"/>
          </ac:spMkLst>
        </pc:spChg>
        <pc:picChg chg="add del mod ord">
          <ac:chgData name="Austin Francis" userId="d9206161-76a2-4d0d-bb71-2bac416203d9" providerId="ADAL" clId="{E1074C6A-814F-4F5F-91EB-2E5A8D875FE2}" dt="2024-09-24T02:16:04.603" v="333" actId="478"/>
          <ac:picMkLst>
            <pc:docMk/>
            <pc:sldMk cId="860338975" sldId="496"/>
            <ac:picMk id="5" creationId="{28131714-17FF-AF47-1355-A336536B30F7}"/>
          </ac:picMkLst>
        </pc:picChg>
        <pc:picChg chg="add del mod">
          <ac:chgData name="Austin Francis" userId="d9206161-76a2-4d0d-bb71-2bac416203d9" providerId="ADAL" clId="{E1074C6A-814F-4F5F-91EB-2E5A8D875FE2}" dt="2024-09-24T02:16:03.985" v="332" actId="478"/>
          <ac:picMkLst>
            <pc:docMk/>
            <pc:sldMk cId="860338975" sldId="496"/>
            <ac:picMk id="7" creationId="{9E3EB59E-8BCA-4FD9-FB02-857F684C6B63}"/>
          </ac:picMkLst>
        </pc:picChg>
        <pc:picChg chg="add del mod">
          <ac:chgData name="Austin Francis" userId="d9206161-76a2-4d0d-bb71-2bac416203d9" providerId="ADAL" clId="{E1074C6A-814F-4F5F-91EB-2E5A8D875FE2}" dt="2024-09-24T02:16:03.365" v="331" actId="478"/>
          <ac:picMkLst>
            <pc:docMk/>
            <pc:sldMk cId="860338975" sldId="496"/>
            <ac:picMk id="9" creationId="{84FBEB46-D451-4A79-0CF6-705B3CA79309}"/>
          </ac:picMkLst>
        </pc:picChg>
        <pc:picChg chg="add mod">
          <ac:chgData name="Austin Francis" userId="d9206161-76a2-4d0d-bb71-2bac416203d9" providerId="ADAL" clId="{E1074C6A-814F-4F5F-91EB-2E5A8D875FE2}" dt="2024-09-24T02:18:18.825" v="400" actId="14100"/>
          <ac:picMkLst>
            <pc:docMk/>
            <pc:sldMk cId="860338975" sldId="496"/>
            <ac:picMk id="13" creationId="{68E54307-5342-D917-9AAF-742650BF19AB}"/>
          </ac:picMkLst>
        </pc:picChg>
      </pc:sldChg>
      <pc:sldChg chg="addSp delSp modSp new mod">
        <pc:chgData name="Austin Francis" userId="d9206161-76a2-4d0d-bb71-2bac416203d9" providerId="ADAL" clId="{E1074C6A-814F-4F5F-91EB-2E5A8D875FE2}" dt="2024-09-24T02:19:11.185" v="417" actId="20577"/>
        <pc:sldMkLst>
          <pc:docMk/>
          <pc:sldMk cId="3276081317" sldId="497"/>
        </pc:sldMkLst>
        <pc:spChg chg="mod">
          <ac:chgData name="Austin Francis" userId="d9206161-76a2-4d0d-bb71-2bac416203d9" providerId="ADAL" clId="{E1074C6A-814F-4F5F-91EB-2E5A8D875FE2}" dt="2024-09-24T02:19:11.185" v="417" actId="20577"/>
          <ac:spMkLst>
            <pc:docMk/>
            <pc:sldMk cId="3276081317" sldId="497"/>
            <ac:spMk id="2" creationId="{65D6644F-1701-2EBC-ECE6-BBE2C5E0D9EC}"/>
          </ac:spMkLst>
        </pc:spChg>
        <pc:spChg chg="del">
          <ac:chgData name="Austin Francis" userId="d9206161-76a2-4d0d-bb71-2bac416203d9" providerId="ADAL" clId="{E1074C6A-814F-4F5F-91EB-2E5A8D875FE2}" dt="2024-09-24T02:17:29.648" v="386" actId="22"/>
          <ac:spMkLst>
            <pc:docMk/>
            <pc:sldMk cId="3276081317" sldId="497"/>
            <ac:spMk id="3" creationId="{F0A26E1C-BAE0-6BE7-E138-49F1413A1511}"/>
          </ac:spMkLst>
        </pc:spChg>
        <pc:picChg chg="add mod ord">
          <ac:chgData name="Austin Francis" userId="d9206161-76a2-4d0d-bb71-2bac416203d9" providerId="ADAL" clId="{E1074C6A-814F-4F5F-91EB-2E5A8D875FE2}" dt="2024-09-24T02:18:00.945" v="395" actId="14100"/>
          <ac:picMkLst>
            <pc:docMk/>
            <pc:sldMk cId="3276081317" sldId="497"/>
            <ac:picMk id="5" creationId="{210B448B-FACF-2129-CC2A-CE008B8D0586}"/>
          </ac:picMkLst>
        </pc:picChg>
      </pc:sldChg>
      <pc:sldChg chg="addSp delSp modSp new mod">
        <pc:chgData name="Austin Francis" userId="d9206161-76a2-4d0d-bb71-2bac416203d9" providerId="ADAL" clId="{E1074C6A-814F-4F5F-91EB-2E5A8D875FE2}" dt="2024-09-24T02:20:29.815" v="532" actId="20577"/>
        <pc:sldMkLst>
          <pc:docMk/>
          <pc:sldMk cId="3723503871" sldId="498"/>
        </pc:sldMkLst>
        <pc:spChg chg="mod">
          <ac:chgData name="Austin Francis" userId="d9206161-76a2-4d0d-bb71-2bac416203d9" providerId="ADAL" clId="{E1074C6A-814F-4F5F-91EB-2E5A8D875FE2}" dt="2024-09-24T02:20:29.815" v="532" actId="20577"/>
          <ac:spMkLst>
            <pc:docMk/>
            <pc:sldMk cId="3723503871" sldId="498"/>
            <ac:spMk id="2" creationId="{A78EDE90-97B5-06A3-4A25-B809100096B2}"/>
          </ac:spMkLst>
        </pc:spChg>
        <pc:spChg chg="del mod">
          <ac:chgData name="Austin Francis" userId="d9206161-76a2-4d0d-bb71-2bac416203d9" providerId="ADAL" clId="{E1074C6A-814F-4F5F-91EB-2E5A8D875FE2}" dt="2024-09-24T02:19:54.468" v="485" actId="478"/>
          <ac:spMkLst>
            <pc:docMk/>
            <pc:sldMk cId="3723503871" sldId="498"/>
            <ac:spMk id="3" creationId="{10B3337B-B922-30D5-B977-D69A37ADEF5D}"/>
          </ac:spMkLst>
        </pc:spChg>
        <pc:picChg chg="add mod">
          <ac:chgData name="Austin Francis" userId="d9206161-76a2-4d0d-bb71-2bac416203d9" providerId="ADAL" clId="{E1074C6A-814F-4F5F-91EB-2E5A8D875FE2}" dt="2024-09-24T02:20:14.570" v="487" actId="1076"/>
          <ac:picMkLst>
            <pc:docMk/>
            <pc:sldMk cId="3723503871" sldId="498"/>
            <ac:picMk id="5" creationId="{A79E8B15-96DC-89B8-D4EC-EDAA1C9658C7}"/>
          </ac:picMkLst>
        </pc:picChg>
      </pc:sldChg>
      <pc:sldChg chg="addSp delSp modSp new mod modNotesTx">
        <pc:chgData name="Austin Francis" userId="d9206161-76a2-4d0d-bb71-2bac416203d9" providerId="ADAL" clId="{E1074C6A-814F-4F5F-91EB-2E5A8D875FE2}" dt="2024-09-24T04:36:02.124" v="1413" actId="20577"/>
        <pc:sldMkLst>
          <pc:docMk/>
          <pc:sldMk cId="2326075120" sldId="499"/>
        </pc:sldMkLst>
        <pc:spChg chg="mod">
          <ac:chgData name="Austin Francis" userId="d9206161-76a2-4d0d-bb71-2bac416203d9" providerId="ADAL" clId="{E1074C6A-814F-4F5F-91EB-2E5A8D875FE2}" dt="2024-09-24T02:21:33.824" v="568" actId="14100"/>
          <ac:spMkLst>
            <pc:docMk/>
            <pc:sldMk cId="2326075120" sldId="499"/>
            <ac:spMk id="2" creationId="{94E93B06-1BFD-7D4D-01BE-676F8D53CA06}"/>
          </ac:spMkLst>
        </pc:spChg>
        <pc:spChg chg="del">
          <ac:chgData name="Austin Francis" userId="d9206161-76a2-4d0d-bb71-2bac416203d9" providerId="ADAL" clId="{E1074C6A-814F-4F5F-91EB-2E5A8D875FE2}" dt="2024-09-24T02:21:13.355" v="541" actId="22"/>
          <ac:spMkLst>
            <pc:docMk/>
            <pc:sldMk cId="2326075120" sldId="499"/>
            <ac:spMk id="3" creationId="{9DCFFA7D-5203-8E2F-837F-95A76B9FF02B}"/>
          </ac:spMkLst>
        </pc:spChg>
        <pc:picChg chg="add mod ord">
          <ac:chgData name="Austin Francis" userId="d9206161-76a2-4d0d-bb71-2bac416203d9" providerId="ADAL" clId="{E1074C6A-814F-4F5F-91EB-2E5A8D875FE2}" dt="2024-09-24T02:21:25.279" v="545" actId="1076"/>
          <ac:picMkLst>
            <pc:docMk/>
            <pc:sldMk cId="2326075120" sldId="499"/>
            <ac:picMk id="5" creationId="{69AAFD9F-BC5C-B1DE-298E-A6B01EBB76C0}"/>
          </ac:picMkLst>
        </pc:picChg>
      </pc:sldChg>
      <pc:sldChg chg="addSp modSp new mod modNotesTx">
        <pc:chgData name="Austin Francis" userId="d9206161-76a2-4d0d-bb71-2bac416203d9" providerId="ADAL" clId="{E1074C6A-814F-4F5F-91EB-2E5A8D875FE2}" dt="2024-09-24T12:55:31.169" v="2145"/>
        <pc:sldMkLst>
          <pc:docMk/>
          <pc:sldMk cId="1662278561" sldId="500"/>
        </pc:sldMkLst>
        <pc:picChg chg="add mod">
          <ac:chgData name="Austin Francis" userId="d9206161-76a2-4d0d-bb71-2bac416203d9" providerId="ADAL" clId="{E1074C6A-814F-4F5F-91EB-2E5A8D875FE2}" dt="2024-09-24T02:23:08.768" v="579" actId="1076"/>
          <ac:picMkLst>
            <pc:docMk/>
            <pc:sldMk cId="1662278561" sldId="500"/>
            <ac:picMk id="5" creationId="{59B45331-55E8-AB04-9DA7-2F114FE232F8}"/>
          </ac:picMkLst>
        </pc:picChg>
      </pc:sldChg>
      <pc:sldChg chg="addSp modSp new mod modNotesTx">
        <pc:chgData name="Austin Francis" userId="d9206161-76a2-4d0d-bb71-2bac416203d9" providerId="ADAL" clId="{E1074C6A-814F-4F5F-91EB-2E5A8D875FE2}" dt="2024-09-24T12:55:53.756" v="2147" actId="20577"/>
        <pc:sldMkLst>
          <pc:docMk/>
          <pc:sldMk cId="431004901" sldId="501"/>
        </pc:sldMkLst>
        <pc:picChg chg="add mod">
          <ac:chgData name="Austin Francis" userId="d9206161-76a2-4d0d-bb71-2bac416203d9" providerId="ADAL" clId="{E1074C6A-814F-4F5F-91EB-2E5A8D875FE2}" dt="2024-09-24T02:23:38.045" v="583" actId="1076"/>
          <ac:picMkLst>
            <pc:docMk/>
            <pc:sldMk cId="431004901" sldId="501"/>
            <ac:picMk id="5" creationId="{965C3469-F664-40C2-DF7B-11232858896B}"/>
          </ac:picMkLst>
        </pc:picChg>
      </pc:sldChg>
      <pc:sldChg chg="addSp modSp new mod modNotesTx">
        <pc:chgData name="Austin Francis" userId="d9206161-76a2-4d0d-bb71-2bac416203d9" providerId="ADAL" clId="{E1074C6A-814F-4F5F-91EB-2E5A8D875FE2}" dt="2024-09-24T12:56:30.324" v="2204" actId="20577"/>
        <pc:sldMkLst>
          <pc:docMk/>
          <pc:sldMk cId="1034687801" sldId="502"/>
        </pc:sldMkLst>
        <pc:picChg chg="add mod">
          <ac:chgData name="Austin Francis" userId="d9206161-76a2-4d0d-bb71-2bac416203d9" providerId="ADAL" clId="{E1074C6A-814F-4F5F-91EB-2E5A8D875FE2}" dt="2024-09-24T02:24:22.368" v="587" actId="1076"/>
          <ac:picMkLst>
            <pc:docMk/>
            <pc:sldMk cId="1034687801" sldId="502"/>
            <ac:picMk id="5" creationId="{0FA3BA12-11A3-919C-717B-3F2D19914EC3}"/>
          </ac:picMkLst>
        </pc:picChg>
      </pc:sldChg>
      <pc:sldChg chg="addSp modSp new mod">
        <pc:chgData name="Austin Francis" userId="d9206161-76a2-4d0d-bb71-2bac416203d9" providerId="ADAL" clId="{E1074C6A-814F-4F5F-91EB-2E5A8D875FE2}" dt="2024-09-24T02:24:50.095" v="591" actId="1076"/>
        <pc:sldMkLst>
          <pc:docMk/>
          <pc:sldMk cId="1245753840" sldId="503"/>
        </pc:sldMkLst>
        <pc:spChg chg="mod">
          <ac:chgData name="Austin Francis" userId="d9206161-76a2-4d0d-bb71-2bac416203d9" providerId="ADAL" clId="{E1074C6A-814F-4F5F-91EB-2E5A8D875FE2}" dt="2024-09-24T02:24:50.095" v="591" actId="1076"/>
          <ac:spMkLst>
            <pc:docMk/>
            <pc:sldMk cId="1245753840" sldId="503"/>
            <ac:spMk id="3" creationId="{138F261D-DC73-6322-A4F0-BF2E1D91B63E}"/>
          </ac:spMkLst>
        </pc:spChg>
        <pc:picChg chg="add mod">
          <ac:chgData name="Austin Francis" userId="d9206161-76a2-4d0d-bb71-2bac416203d9" providerId="ADAL" clId="{E1074C6A-814F-4F5F-91EB-2E5A8D875FE2}" dt="2024-09-24T02:24:50.095" v="591" actId="1076"/>
          <ac:picMkLst>
            <pc:docMk/>
            <pc:sldMk cId="1245753840" sldId="503"/>
            <ac:picMk id="5" creationId="{1B00CE61-0FA2-8B54-F775-481C84EA1B3D}"/>
          </ac:picMkLst>
        </pc:picChg>
      </pc:sldChg>
      <pc:sldChg chg="addSp modSp new mod modNotesTx">
        <pc:chgData name="Austin Francis" userId="d9206161-76a2-4d0d-bb71-2bac416203d9" providerId="ADAL" clId="{E1074C6A-814F-4F5F-91EB-2E5A8D875FE2}" dt="2024-09-24T04:41:56.801" v="1798" actId="20577"/>
        <pc:sldMkLst>
          <pc:docMk/>
          <pc:sldMk cId="1258643647" sldId="504"/>
        </pc:sldMkLst>
        <pc:picChg chg="add mod">
          <ac:chgData name="Austin Francis" userId="d9206161-76a2-4d0d-bb71-2bac416203d9" providerId="ADAL" clId="{E1074C6A-814F-4F5F-91EB-2E5A8D875FE2}" dt="2024-09-24T02:25:28.479" v="595" actId="1076"/>
          <ac:picMkLst>
            <pc:docMk/>
            <pc:sldMk cId="1258643647" sldId="504"/>
            <ac:picMk id="5" creationId="{BCA3FD44-49B6-E228-6F41-D3E043296CC4}"/>
          </ac:picMkLst>
        </pc:picChg>
      </pc:sldChg>
      <pc:sldChg chg="addSp new mod modNotesTx">
        <pc:chgData name="Austin Francis" userId="d9206161-76a2-4d0d-bb71-2bac416203d9" providerId="ADAL" clId="{E1074C6A-814F-4F5F-91EB-2E5A8D875FE2}" dt="2024-09-24T04:31:47.718" v="1229"/>
        <pc:sldMkLst>
          <pc:docMk/>
          <pc:sldMk cId="593339224" sldId="505"/>
        </pc:sldMkLst>
        <pc:picChg chg="add">
          <ac:chgData name="Austin Francis" userId="d9206161-76a2-4d0d-bb71-2bac416203d9" providerId="ADAL" clId="{E1074C6A-814F-4F5F-91EB-2E5A8D875FE2}" dt="2024-09-24T02:25:44.725" v="597" actId="22"/>
          <ac:picMkLst>
            <pc:docMk/>
            <pc:sldMk cId="593339224" sldId="505"/>
            <ac:picMk id="5" creationId="{98E4EBE1-BE1E-7B67-2F34-1A38B290620C}"/>
          </ac:picMkLst>
        </pc:picChg>
      </pc:sldChg>
      <pc:sldChg chg="addSp modSp new mod">
        <pc:chgData name="Austin Francis" userId="d9206161-76a2-4d0d-bb71-2bac416203d9" providerId="ADAL" clId="{E1074C6A-814F-4F5F-91EB-2E5A8D875FE2}" dt="2024-09-24T02:26:15.705" v="603" actId="1076"/>
        <pc:sldMkLst>
          <pc:docMk/>
          <pc:sldMk cId="3920905980" sldId="506"/>
        </pc:sldMkLst>
        <pc:picChg chg="add mod">
          <ac:chgData name="Austin Francis" userId="d9206161-76a2-4d0d-bb71-2bac416203d9" providerId="ADAL" clId="{E1074C6A-814F-4F5F-91EB-2E5A8D875FE2}" dt="2024-09-24T02:26:15.705" v="603" actId="1076"/>
          <ac:picMkLst>
            <pc:docMk/>
            <pc:sldMk cId="3920905980" sldId="506"/>
            <ac:picMk id="5" creationId="{A0C64A78-A7F7-B7D2-7FD1-D0D2AE5C8B52}"/>
          </ac:picMkLst>
        </pc:picChg>
      </pc:sldChg>
      <pc:sldChg chg="addSp delSp modSp new mod modNotesTx">
        <pc:chgData name="Austin Francis" userId="d9206161-76a2-4d0d-bb71-2bac416203d9" providerId="ADAL" clId="{E1074C6A-814F-4F5F-91EB-2E5A8D875FE2}" dt="2024-09-24T04:47:57.417" v="1960" actId="20577"/>
        <pc:sldMkLst>
          <pc:docMk/>
          <pc:sldMk cId="1763101133" sldId="507"/>
        </pc:sldMkLst>
        <pc:spChg chg="del">
          <ac:chgData name="Austin Francis" userId="d9206161-76a2-4d0d-bb71-2bac416203d9" providerId="ADAL" clId="{E1074C6A-814F-4F5F-91EB-2E5A8D875FE2}" dt="2024-09-24T02:26:33.628" v="605" actId="22"/>
          <ac:spMkLst>
            <pc:docMk/>
            <pc:sldMk cId="1763101133" sldId="507"/>
            <ac:spMk id="3" creationId="{9FCC0F2C-C076-65C2-088A-31246FEED323}"/>
          </ac:spMkLst>
        </pc:spChg>
        <pc:picChg chg="add mod ord">
          <ac:chgData name="Austin Francis" userId="d9206161-76a2-4d0d-bb71-2bac416203d9" providerId="ADAL" clId="{E1074C6A-814F-4F5F-91EB-2E5A8D875FE2}" dt="2024-09-24T02:26:41.725" v="607" actId="14100"/>
          <ac:picMkLst>
            <pc:docMk/>
            <pc:sldMk cId="1763101133" sldId="507"/>
            <ac:picMk id="5" creationId="{335C3F3D-BD92-C62F-9EBE-E4F2A444F801}"/>
          </ac:picMkLst>
        </pc:picChg>
      </pc:sldChg>
      <pc:sldChg chg="addSp delSp modSp new mod modNotesTx">
        <pc:chgData name="Austin Francis" userId="d9206161-76a2-4d0d-bb71-2bac416203d9" providerId="ADAL" clId="{E1074C6A-814F-4F5F-91EB-2E5A8D875FE2}" dt="2024-09-24T04:56:38.469" v="2024"/>
        <pc:sldMkLst>
          <pc:docMk/>
          <pc:sldMk cId="763580238" sldId="508"/>
        </pc:sldMkLst>
        <pc:spChg chg="del">
          <ac:chgData name="Austin Francis" userId="d9206161-76a2-4d0d-bb71-2bac416203d9" providerId="ADAL" clId="{E1074C6A-814F-4F5F-91EB-2E5A8D875FE2}" dt="2024-09-24T02:27:08.954" v="609" actId="22"/>
          <ac:spMkLst>
            <pc:docMk/>
            <pc:sldMk cId="763580238" sldId="508"/>
            <ac:spMk id="3" creationId="{911869F5-27BD-4E9F-A854-F05BB07BC68E}"/>
          </ac:spMkLst>
        </pc:spChg>
        <pc:picChg chg="add mod ord">
          <ac:chgData name="Austin Francis" userId="d9206161-76a2-4d0d-bb71-2bac416203d9" providerId="ADAL" clId="{E1074C6A-814F-4F5F-91EB-2E5A8D875FE2}" dt="2024-09-24T02:27:13.744" v="612" actId="1076"/>
          <ac:picMkLst>
            <pc:docMk/>
            <pc:sldMk cId="763580238" sldId="508"/>
            <ac:picMk id="5" creationId="{6CA0C7AB-8A7E-8BB0-C0AA-46C5D056C958}"/>
          </ac:picMkLst>
        </pc:picChg>
      </pc:sldChg>
      <pc:sldChg chg="addSp delSp modSp new mod">
        <pc:chgData name="Austin Francis" userId="d9206161-76a2-4d0d-bb71-2bac416203d9" providerId="ADAL" clId="{E1074C6A-814F-4F5F-91EB-2E5A8D875FE2}" dt="2024-09-24T02:27:36.568" v="617" actId="1076"/>
        <pc:sldMkLst>
          <pc:docMk/>
          <pc:sldMk cId="2609087344" sldId="509"/>
        </pc:sldMkLst>
        <pc:spChg chg="del">
          <ac:chgData name="Austin Francis" userId="d9206161-76a2-4d0d-bb71-2bac416203d9" providerId="ADAL" clId="{E1074C6A-814F-4F5F-91EB-2E5A8D875FE2}" dt="2024-09-24T02:27:30.704" v="614" actId="22"/>
          <ac:spMkLst>
            <pc:docMk/>
            <pc:sldMk cId="2609087344" sldId="509"/>
            <ac:spMk id="3" creationId="{028F3E95-28D0-D44F-EC05-7296296B4EDC}"/>
          </ac:spMkLst>
        </pc:spChg>
        <pc:picChg chg="add mod ord">
          <ac:chgData name="Austin Francis" userId="d9206161-76a2-4d0d-bb71-2bac416203d9" providerId="ADAL" clId="{E1074C6A-814F-4F5F-91EB-2E5A8D875FE2}" dt="2024-09-24T02:27:36.568" v="617" actId="1076"/>
          <ac:picMkLst>
            <pc:docMk/>
            <pc:sldMk cId="2609087344" sldId="509"/>
            <ac:picMk id="5" creationId="{E883D18E-CBBA-126F-CC91-7C48B999F9A4}"/>
          </ac:picMkLst>
        </pc:picChg>
      </pc:sldChg>
      <pc:sldChg chg="addSp modSp new mod modNotesTx">
        <pc:chgData name="Austin Francis" userId="d9206161-76a2-4d0d-bb71-2bac416203d9" providerId="ADAL" clId="{E1074C6A-814F-4F5F-91EB-2E5A8D875FE2}" dt="2024-09-24T05:01:32.618" v="2036"/>
        <pc:sldMkLst>
          <pc:docMk/>
          <pc:sldMk cId="1986511224" sldId="510"/>
        </pc:sldMkLst>
        <pc:picChg chg="add mod">
          <ac:chgData name="Austin Francis" userId="d9206161-76a2-4d0d-bb71-2bac416203d9" providerId="ADAL" clId="{E1074C6A-814F-4F5F-91EB-2E5A8D875FE2}" dt="2024-09-24T02:28:09.754" v="623" actId="1076"/>
          <ac:picMkLst>
            <pc:docMk/>
            <pc:sldMk cId="1986511224" sldId="510"/>
            <ac:picMk id="5" creationId="{24A30C9A-77F0-8C00-0658-51B6CF229B5F}"/>
          </ac:picMkLst>
        </pc:picChg>
      </pc:sldChg>
      <pc:sldChg chg="addSp delSp modSp new mod modNotesTx">
        <pc:chgData name="Austin Francis" userId="d9206161-76a2-4d0d-bb71-2bac416203d9" providerId="ADAL" clId="{E1074C6A-814F-4F5F-91EB-2E5A8D875FE2}" dt="2024-09-24T13:00:10.088" v="2280" actId="20577"/>
        <pc:sldMkLst>
          <pc:docMk/>
          <pc:sldMk cId="2371724138" sldId="511"/>
        </pc:sldMkLst>
        <pc:spChg chg="del mod">
          <ac:chgData name="Austin Francis" userId="d9206161-76a2-4d0d-bb71-2bac416203d9" providerId="ADAL" clId="{E1074C6A-814F-4F5F-91EB-2E5A8D875FE2}" dt="2024-09-24T02:29:58.644" v="679" actId="478"/>
          <ac:spMkLst>
            <pc:docMk/>
            <pc:sldMk cId="2371724138" sldId="511"/>
            <ac:spMk id="2" creationId="{9B8B5B06-786E-7D51-CA5D-7B5E61C920F6}"/>
          </ac:spMkLst>
        </pc:spChg>
        <pc:spChg chg="del">
          <ac:chgData name="Austin Francis" userId="d9206161-76a2-4d0d-bb71-2bac416203d9" providerId="ADAL" clId="{E1074C6A-814F-4F5F-91EB-2E5A8D875FE2}" dt="2024-09-24T02:29:10.258" v="625" actId="22"/>
          <ac:spMkLst>
            <pc:docMk/>
            <pc:sldMk cId="2371724138" sldId="511"/>
            <ac:spMk id="3" creationId="{5DA82FD0-2B0A-2AB6-8B16-FE05A9D5CBD6}"/>
          </ac:spMkLst>
        </pc:spChg>
        <pc:spChg chg="add mod">
          <ac:chgData name="Austin Francis" userId="d9206161-76a2-4d0d-bb71-2bac416203d9" providerId="ADAL" clId="{E1074C6A-814F-4F5F-91EB-2E5A8D875FE2}" dt="2024-09-24T02:29:56.451" v="677" actId="478"/>
          <ac:spMkLst>
            <pc:docMk/>
            <pc:sldMk cId="2371724138" sldId="511"/>
            <ac:spMk id="7" creationId="{D9EC6122-06D1-638F-03C0-9292B33E6721}"/>
          </ac:spMkLst>
        </pc:spChg>
        <pc:spChg chg="add mod">
          <ac:chgData name="Austin Francis" userId="d9206161-76a2-4d0d-bb71-2bac416203d9" providerId="ADAL" clId="{E1074C6A-814F-4F5F-91EB-2E5A8D875FE2}" dt="2024-09-24T02:29:58.644" v="679" actId="478"/>
          <ac:spMkLst>
            <pc:docMk/>
            <pc:sldMk cId="2371724138" sldId="511"/>
            <ac:spMk id="9" creationId="{C3763232-FEEF-0A85-3C9A-8B2585FC5FCB}"/>
          </ac:spMkLst>
        </pc:spChg>
        <pc:picChg chg="add del mod ord">
          <ac:chgData name="Austin Francis" userId="d9206161-76a2-4d0d-bb71-2bac416203d9" providerId="ADAL" clId="{E1074C6A-814F-4F5F-91EB-2E5A8D875FE2}" dt="2024-09-24T02:29:56.451" v="677" actId="478"/>
          <ac:picMkLst>
            <pc:docMk/>
            <pc:sldMk cId="2371724138" sldId="511"/>
            <ac:picMk id="5" creationId="{92F4AAC6-4EBA-1EB9-6A67-FF62D99A6CAA}"/>
          </ac:picMkLst>
        </pc:picChg>
        <pc:picChg chg="add mod">
          <ac:chgData name="Austin Francis" userId="d9206161-76a2-4d0d-bb71-2bac416203d9" providerId="ADAL" clId="{E1074C6A-814F-4F5F-91EB-2E5A8D875FE2}" dt="2024-09-24T02:30:19.240" v="683" actId="1076"/>
          <ac:picMkLst>
            <pc:docMk/>
            <pc:sldMk cId="2371724138" sldId="511"/>
            <ac:picMk id="11" creationId="{F6384CB4-B76C-3FD7-557F-92CC28996892}"/>
          </ac:picMkLst>
        </pc:picChg>
      </pc:sldChg>
      <pc:sldChg chg="addSp delSp modSp add mod">
        <pc:chgData name="Austin Francis" userId="d9206161-76a2-4d0d-bb71-2bac416203d9" providerId="ADAL" clId="{E1074C6A-814F-4F5F-91EB-2E5A8D875FE2}" dt="2024-09-24T02:31:03.594" v="691" actId="1076"/>
        <pc:sldMkLst>
          <pc:docMk/>
          <pc:sldMk cId="3803404569" sldId="512"/>
        </pc:sldMkLst>
        <pc:picChg chg="add mod">
          <ac:chgData name="Austin Francis" userId="d9206161-76a2-4d0d-bb71-2bac416203d9" providerId="ADAL" clId="{E1074C6A-814F-4F5F-91EB-2E5A8D875FE2}" dt="2024-09-24T02:30:53.246" v="689" actId="1076"/>
          <ac:picMkLst>
            <pc:docMk/>
            <pc:sldMk cId="3803404569" sldId="512"/>
            <ac:picMk id="3" creationId="{025A3E5D-67CE-951A-0CB8-08A92417B5BE}"/>
          </ac:picMkLst>
        </pc:picChg>
        <pc:picChg chg="add mod">
          <ac:chgData name="Austin Francis" userId="d9206161-76a2-4d0d-bb71-2bac416203d9" providerId="ADAL" clId="{E1074C6A-814F-4F5F-91EB-2E5A8D875FE2}" dt="2024-09-24T02:31:03.594" v="691" actId="1076"/>
          <ac:picMkLst>
            <pc:docMk/>
            <pc:sldMk cId="3803404569" sldId="512"/>
            <ac:picMk id="5" creationId="{DA6FB456-55F6-E168-86DC-E55C084C0AD8}"/>
          </ac:picMkLst>
        </pc:picChg>
        <pc:picChg chg="del">
          <ac:chgData name="Austin Francis" userId="d9206161-76a2-4d0d-bb71-2bac416203d9" providerId="ADAL" clId="{E1074C6A-814F-4F5F-91EB-2E5A8D875FE2}" dt="2024-09-24T02:30:43.946" v="685" actId="478"/>
          <ac:picMkLst>
            <pc:docMk/>
            <pc:sldMk cId="3803404569" sldId="512"/>
            <ac:picMk id="11" creationId="{F6384CB4-B76C-3FD7-557F-92CC28996892}"/>
          </ac:picMkLst>
        </pc:picChg>
      </pc:sldChg>
      <pc:sldChg chg="addSp modSp new mod modNotesTx">
        <pc:chgData name="Austin Francis" userId="d9206161-76a2-4d0d-bb71-2bac416203d9" providerId="ADAL" clId="{E1074C6A-814F-4F5F-91EB-2E5A8D875FE2}" dt="2024-09-24T13:00:51.335" v="2348" actId="20577"/>
        <pc:sldMkLst>
          <pc:docMk/>
          <pc:sldMk cId="2768050350" sldId="513"/>
        </pc:sldMkLst>
        <pc:picChg chg="add mod">
          <ac:chgData name="Austin Francis" userId="d9206161-76a2-4d0d-bb71-2bac416203d9" providerId="ADAL" clId="{E1074C6A-814F-4F5F-91EB-2E5A8D875FE2}" dt="2024-09-24T02:31:39.904" v="697" actId="1076"/>
          <ac:picMkLst>
            <pc:docMk/>
            <pc:sldMk cId="2768050350" sldId="513"/>
            <ac:picMk id="5" creationId="{8257EA8D-CE74-F7E9-4BD0-7B599421F06D}"/>
          </ac:picMkLst>
        </pc:picChg>
      </pc:sldChg>
      <pc:sldChg chg="addSp delSp modSp new mod">
        <pc:chgData name="Austin Francis" userId="d9206161-76a2-4d0d-bb71-2bac416203d9" providerId="ADAL" clId="{E1074C6A-814F-4F5F-91EB-2E5A8D875FE2}" dt="2024-09-24T02:32:41.744" v="702" actId="1076"/>
        <pc:sldMkLst>
          <pc:docMk/>
          <pc:sldMk cId="3270212769" sldId="514"/>
        </pc:sldMkLst>
        <pc:spChg chg="del">
          <ac:chgData name="Austin Francis" userId="d9206161-76a2-4d0d-bb71-2bac416203d9" providerId="ADAL" clId="{E1074C6A-814F-4F5F-91EB-2E5A8D875FE2}" dt="2024-09-24T02:32:35.540" v="699" actId="22"/>
          <ac:spMkLst>
            <pc:docMk/>
            <pc:sldMk cId="3270212769" sldId="514"/>
            <ac:spMk id="3" creationId="{FF51EE61-1980-C023-F8A7-1075308577A0}"/>
          </ac:spMkLst>
        </pc:spChg>
        <pc:picChg chg="add mod ord">
          <ac:chgData name="Austin Francis" userId="d9206161-76a2-4d0d-bb71-2bac416203d9" providerId="ADAL" clId="{E1074C6A-814F-4F5F-91EB-2E5A8D875FE2}" dt="2024-09-24T02:32:41.744" v="702" actId="1076"/>
          <ac:picMkLst>
            <pc:docMk/>
            <pc:sldMk cId="3270212769" sldId="514"/>
            <ac:picMk id="5" creationId="{13EEC34A-B244-27C7-65DE-442BE2A6F0BB}"/>
          </ac:picMkLst>
        </pc:picChg>
      </pc:sldChg>
      <pc:sldChg chg="addSp delSp modSp new mod">
        <pc:chgData name="Austin Francis" userId="d9206161-76a2-4d0d-bb71-2bac416203d9" providerId="ADAL" clId="{E1074C6A-814F-4F5F-91EB-2E5A8D875FE2}" dt="2024-09-24T13:06:51.799" v="2363" actId="113"/>
        <pc:sldMkLst>
          <pc:docMk/>
          <pc:sldMk cId="3235664569" sldId="515"/>
        </pc:sldMkLst>
        <pc:spChg chg="mod">
          <ac:chgData name="Austin Francis" userId="d9206161-76a2-4d0d-bb71-2bac416203d9" providerId="ADAL" clId="{E1074C6A-814F-4F5F-91EB-2E5A8D875FE2}" dt="2024-09-24T02:33:17.335" v="738" actId="20577"/>
          <ac:spMkLst>
            <pc:docMk/>
            <pc:sldMk cId="3235664569" sldId="515"/>
            <ac:spMk id="2" creationId="{7A0894D3-909B-BD96-164C-2B73DA619603}"/>
          </ac:spMkLst>
        </pc:spChg>
        <pc:spChg chg="add del mod">
          <ac:chgData name="Austin Francis" userId="d9206161-76a2-4d0d-bb71-2bac416203d9" providerId="ADAL" clId="{E1074C6A-814F-4F5F-91EB-2E5A8D875FE2}" dt="2024-09-24T13:06:51.799" v="2363" actId="113"/>
          <ac:spMkLst>
            <pc:docMk/>
            <pc:sldMk cId="3235664569" sldId="515"/>
            <ac:spMk id="3" creationId="{8809D06F-99B2-9518-6B5C-65EF09135218}"/>
          </ac:spMkLst>
        </pc:spChg>
        <pc:spChg chg="add mod">
          <ac:chgData name="Austin Francis" userId="d9206161-76a2-4d0d-bb71-2bac416203d9" providerId="ADAL" clId="{E1074C6A-814F-4F5F-91EB-2E5A8D875FE2}" dt="2024-09-24T13:06:15.586" v="2352"/>
          <ac:spMkLst>
            <pc:docMk/>
            <pc:sldMk cId="3235664569" sldId="515"/>
            <ac:spMk id="4" creationId="{8A6CE8D4-2E75-39B3-518E-F63336024F84}"/>
          </ac:spMkLst>
        </pc:spChg>
      </pc:sldChg>
      <pc:sldChg chg="new del mod modShow">
        <pc:chgData name="Austin Francis" userId="d9206161-76a2-4d0d-bb71-2bac416203d9" providerId="ADAL" clId="{E1074C6A-814F-4F5F-91EB-2E5A8D875FE2}" dt="2024-09-24T13:07:44.944" v="2364" actId="2696"/>
        <pc:sldMkLst>
          <pc:docMk/>
          <pc:sldMk cId="4019134019" sldId="516"/>
        </pc:sldMkLst>
      </pc:sldChg>
      <pc:sldChg chg="new del mod modShow">
        <pc:chgData name="Austin Francis" userId="d9206161-76a2-4d0d-bb71-2bac416203d9" providerId="ADAL" clId="{E1074C6A-814F-4F5F-91EB-2E5A8D875FE2}" dt="2024-09-24T13:07:48.211" v="2365" actId="2696"/>
        <pc:sldMkLst>
          <pc:docMk/>
          <pc:sldMk cId="3491164839" sldId="517"/>
        </pc:sldMkLst>
      </pc:sldChg>
      <pc:sldChg chg="new del mod modShow">
        <pc:chgData name="Austin Francis" userId="d9206161-76a2-4d0d-bb71-2bac416203d9" providerId="ADAL" clId="{E1074C6A-814F-4F5F-91EB-2E5A8D875FE2}" dt="2024-09-24T13:07:52.065" v="2366" actId="2696"/>
        <pc:sldMkLst>
          <pc:docMk/>
          <pc:sldMk cId="3067202913" sldId="518"/>
        </pc:sldMkLst>
      </pc:sldChg>
      <pc:sldChg chg="new del mod modShow">
        <pc:chgData name="Austin Francis" userId="d9206161-76a2-4d0d-bb71-2bac416203d9" providerId="ADAL" clId="{E1074C6A-814F-4F5F-91EB-2E5A8D875FE2}" dt="2024-09-24T13:07:57.651" v="2367" actId="2696"/>
        <pc:sldMkLst>
          <pc:docMk/>
          <pc:sldMk cId="859981190" sldId="519"/>
        </pc:sldMkLst>
      </pc:sldChg>
      <pc:sldChg chg="new del mod modShow">
        <pc:chgData name="Austin Francis" userId="d9206161-76a2-4d0d-bb71-2bac416203d9" providerId="ADAL" clId="{E1074C6A-814F-4F5F-91EB-2E5A8D875FE2}" dt="2024-09-24T13:08:01.031" v="2368" actId="2696"/>
        <pc:sldMkLst>
          <pc:docMk/>
          <pc:sldMk cId="2966221648" sldId="520"/>
        </pc:sldMkLst>
      </pc:sldChg>
      <pc:sldChg chg="new del mod modShow">
        <pc:chgData name="Austin Francis" userId="d9206161-76a2-4d0d-bb71-2bac416203d9" providerId="ADAL" clId="{E1074C6A-814F-4F5F-91EB-2E5A8D875FE2}" dt="2024-09-24T13:08:03.987" v="2369" actId="2696"/>
        <pc:sldMkLst>
          <pc:docMk/>
          <pc:sldMk cId="1930119806" sldId="521"/>
        </pc:sldMkLst>
      </pc:sldChg>
      <pc:sldChg chg="new del mod modShow">
        <pc:chgData name="Austin Francis" userId="d9206161-76a2-4d0d-bb71-2bac416203d9" providerId="ADAL" clId="{E1074C6A-814F-4F5F-91EB-2E5A8D875FE2}" dt="2024-09-24T13:08:07.217" v="2370" actId="2696"/>
        <pc:sldMkLst>
          <pc:docMk/>
          <pc:sldMk cId="3120457714" sldId="522"/>
        </pc:sldMkLst>
      </pc:sldChg>
      <pc:sldChg chg="new del mod modShow">
        <pc:chgData name="Austin Francis" userId="d9206161-76a2-4d0d-bb71-2bac416203d9" providerId="ADAL" clId="{E1074C6A-814F-4F5F-91EB-2E5A8D875FE2}" dt="2024-09-24T13:08:12.967" v="2371" actId="2696"/>
        <pc:sldMkLst>
          <pc:docMk/>
          <pc:sldMk cId="2373173496" sldId="523"/>
        </pc:sldMkLst>
      </pc:sldChg>
      <pc:sldChg chg="addSp modSp new mod modShow modNotesTx">
        <pc:chgData name="Austin Francis" userId="d9206161-76a2-4d0d-bb71-2bac416203d9" providerId="ADAL" clId="{E1074C6A-814F-4F5F-91EB-2E5A8D875FE2}" dt="2024-09-24T04:41:14.937" v="1746" actId="20577"/>
        <pc:sldMkLst>
          <pc:docMk/>
          <pc:sldMk cId="1560607602" sldId="524"/>
        </pc:sldMkLst>
        <pc:spChg chg="mod">
          <ac:chgData name="Austin Francis" userId="d9206161-76a2-4d0d-bb71-2bac416203d9" providerId="ADAL" clId="{E1074C6A-814F-4F5F-91EB-2E5A8D875FE2}" dt="2024-09-24T04:38:57.382" v="1511" actId="20577"/>
          <ac:spMkLst>
            <pc:docMk/>
            <pc:sldMk cId="1560607602" sldId="524"/>
            <ac:spMk id="2" creationId="{95CC81C3-B2D3-60B5-446A-82CE4E344F8D}"/>
          </ac:spMkLst>
        </pc:spChg>
        <pc:spChg chg="mod">
          <ac:chgData name="Austin Francis" userId="d9206161-76a2-4d0d-bb71-2bac416203d9" providerId="ADAL" clId="{E1074C6A-814F-4F5F-91EB-2E5A8D875FE2}" dt="2024-09-24T04:40:18.848" v="1658" actId="255"/>
          <ac:spMkLst>
            <pc:docMk/>
            <pc:sldMk cId="1560607602" sldId="524"/>
            <ac:spMk id="3" creationId="{AC30C2E7-4E41-F095-7352-D59E0E86F864}"/>
          </ac:spMkLst>
        </pc:spChg>
        <pc:picChg chg="add mod">
          <ac:chgData name="Austin Francis" userId="d9206161-76a2-4d0d-bb71-2bac416203d9" providerId="ADAL" clId="{E1074C6A-814F-4F5F-91EB-2E5A8D875FE2}" dt="2024-09-24T04:40:39.549" v="1662" actId="1076"/>
          <ac:picMkLst>
            <pc:docMk/>
            <pc:sldMk cId="1560607602" sldId="524"/>
            <ac:picMk id="5" creationId="{BC14AF75-AA07-DA4C-0FE5-803B08540400}"/>
          </ac:picMkLst>
        </pc:picChg>
      </pc:sldChg>
      <pc:sldChg chg="new del mod modShow">
        <pc:chgData name="Austin Francis" userId="d9206161-76a2-4d0d-bb71-2bac416203d9" providerId="ADAL" clId="{E1074C6A-814F-4F5F-91EB-2E5A8D875FE2}" dt="2024-09-24T13:08:17.087" v="2372" actId="2696"/>
        <pc:sldMkLst>
          <pc:docMk/>
          <pc:sldMk cId="3475050796" sldId="525"/>
        </pc:sldMkLst>
      </pc:sldChg>
      <pc:sldChg chg="addSp delSp modSp new mod modNotesTx">
        <pc:chgData name="Austin Francis" userId="d9206161-76a2-4d0d-bb71-2bac416203d9" providerId="ADAL" clId="{E1074C6A-814F-4F5F-91EB-2E5A8D875FE2}" dt="2024-09-24T12:52:45.458" v="2141" actId="113"/>
        <pc:sldMkLst>
          <pc:docMk/>
          <pc:sldMk cId="334157046" sldId="526"/>
        </pc:sldMkLst>
        <pc:spChg chg="mod">
          <ac:chgData name="Austin Francis" userId="d9206161-76a2-4d0d-bb71-2bac416203d9" providerId="ADAL" clId="{E1074C6A-814F-4F5F-91EB-2E5A8D875FE2}" dt="2024-09-24T03:59:45.719" v="791" actId="20577"/>
          <ac:spMkLst>
            <pc:docMk/>
            <pc:sldMk cId="334157046" sldId="526"/>
            <ac:spMk id="2" creationId="{A743FFE8-AB05-70D0-932A-E4F3B92E61C6}"/>
          </ac:spMkLst>
        </pc:spChg>
        <pc:spChg chg="add del mod">
          <ac:chgData name="Austin Francis" userId="d9206161-76a2-4d0d-bb71-2bac416203d9" providerId="ADAL" clId="{E1074C6A-814F-4F5F-91EB-2E5A8D875FE2}" dt="2024-09-24T04:00:43.708" v="805" actId="22"/>
          <ac:spMkLst>
            <pc:docMk/>
            <pc:sldMk cId="334157046" sldId="526"/>
            <ac:spMk id="3" creationId="{2B769FF5-6F28-B8AE-1BD8-66FF0BE8AD65}"/>
          </ac:spMkLst>
        </pc:spChg>
        <pc:picChg chg="add del mod ord">
          <ac:chgData name="Austin Francis" userId="d9206161-76a2-4d0d-bb71-2bac416203d9" providerId="ADAL" clId="{E1074C6A-814F-4F5F-91EB-2E5A8D875FE2}" dt="2024-09-24T04:00:23.229" v="799" actId="22"/>
          <ac:picMkLst>
            <pc:docMk/>
            <pc:sldMk cId="334157046" sldId="526"/>
            <ac:picMk id="5" creationId="{96D9D509-041B-E5E5-CAAD-A94C12D6E760}"/>
          </ac:picMkLst>
        </pc:picChg>
        <pc:picChg chg="add mod ord">
          <ac:chgData name="Austin Francis" userId="d9206161-76a2-4d0d-bb71-2bac416203d9" providerId="ADAL" clId="{E1074C6A-814F-4F5F-91EB-2E5A8D875FE2}" dt="2024-09-24T12:51:02.074" v="2138" actId="1076"/>
          <ac:picMkLst>
            <pc:docMk/>
            <pc:sldMk cId="334157046" sldId="526"/>
            <ac:picMk id="7" creationId="{C37F95F5-9B91-168B-4AD6-5674FFABC627}"/>
          </ac:picMkLst>
        </pc:picChg>
      </pc:sldChg>
      <pc:sldChg chg="new del mod modShow">
        <pc:chgData name="Austin Francis" userId="d9206161-76a2-4d0d-bb71-2bac416203d9" providerId="ADAL" clId="{E1074C6A-814F-4F5F-91EB-2E5A8D875FE2}" dt="2024-09-24T13:08:22.246" v="2373" actId="2696"/>
        <pc:sldMkLst>
          <pc:docMk/>
          <pc:sldMk cId="1587737586" sldId="527"/>
        </pc:sldMkLst>
      </pc:sldChg>
      <pc:sldChg chg="addSp delSp modSp new del mod">
        <pc:chgData name="Austin Francis" userId="d9206161-76a2-4d0d-bb71-2bac416203d9" providerId="ADAL" clId="{E1074C6A-814F-4F5F-91EB-2E5A8D875FE2}" dt="2024-09-24T04:01:20.510" v="814" actId="680"/>
        <pc:sldMkLst>
          <pc:docMk/>
          <pc:sldMk cId="124474584" sldId="528"/>
        </pc:sldMkLst>
        <pc:spChg chg="add del">
          <ac:chgData name="Austin Francis" userId="d9206161-76a2-4d0d-bb71-2bac416203d9" providerId="ADAL" clId="{E1074C6A-814F-4F5F-91EB-2E5A8D875FE2}" dt="2024-09-24T04:01:20.149" v="813" actId="22"/>
          <ac:spMkLst>
            <pc:docMk/>
            <pc:sldMk cId="124474584" sldId="528"/>
            <ac:spMk id="3" creationId="{496FAF36-83AD-5133-692F-ECF52D3EBD50}"/>
          </ac:spMkLst>
        </pc:spChg>
        <pc:picChg chg="add del mod ord">
          <ac:chgData name="Austin Francis" userId="d9206161-76a2-4d0d-bb71-2bac416203d9" providerId="ADAL" clId="{E1074C6A-814F-4F5F-91EB-2E5A8D875FE2}" dt="2024-09-24T04:01:20.149" v="813" actId="22"/>
          <ac:picMkLst>
            <pc:docMk/>
            <pc:sldMk cId="124474584" sldId="528"/>
            <ac:picMk id="5" creationId="{78D2378C-FBC8-F8CD-609E-6E45A67F0A8E}"/>
          </ac:picMkLst>
        </pc:picChg>
      </pc:sldChg>
      <pc:sldChg chg="addSp modSp new mod">
        <pc:chgData name="Austin Francis" userId="d9206161-76a2-4d0d-bb71-2bac416203d9" providerId="ADAL" clId="{E1074C6A-814F-4F5F-91EB-2E5A8D875FE2}" dt="2024-09-24T04:01:54.459" v="887" actId="1076"/>
        <pc:sldMkLst>
          <pc:docMk/>
          <pc:sldMk cId="3473259170" sldId="528"/>
        </pc:sldMkLst>
        <pc:spChg chg="mod">
          <ac:chgData name="Austin Francis" userId="d9206161-76a2-4d0d-bb71-2bac416203d9" providerId="ADAL" clId="{E1074C6A-814F-4F5F-91EB-2E5A8D875FE2}" dt="2024-09-24T04:01:32.013" v="835" actId="20577"/>
          <ac:spMkLst>
            <pc:docMk/>
            <pc:sldMk cId="3473259170" sldId="528"/>
            <ac:spMk id="2" creationId="{E507F25B-39FC-20D1-6335-C39AAFAB5184}"/>
          </ac:spMkLst>
        </pc:spChg>
        <pc:spChg chg="mod">
          <ac:chgData name="Austin Francis" userId="d9206161-76a2-4d0d-bb71-2bac416203d9" providerId="ADAL" clId="{E1074C6A-814F-4F5F-91EB-2E5A8D875FE2}" dt="2024-09-24T04:01:47.609" v="885" actId="20577"/>
          <ac:spMkLst>
            <pc:docMk/>
            <pc:sldMk cId="3473259170" sldId="528"/>
            <ac:spMk id="3" creationId="{4EAD1168-00B0-0443-C01F-5095AA971DF7}"/>
          </ac:spMkLst>
        </pc:spChg>
        <pc:picChg chg="add mod">
          <ac:chgData name="Austin Francis" userId="d9206161-76a2-4d0d-bb71-2bac416203d9" providerId="ADAL" clId="{E1074C6A-814F-4F5F-91EB-2E5A8D875FE2}" dt="2024-09-24T04:01:54.459" v="887" actId="1076"/>
          <ac:picMkLst>
            <pc:docMk/>
            <pc:sldMk cId="3473259170" sldId="528"/>
            <ac:picMk id="5" creationId="{DBE30979-CAD7-9454-8DC4-1118EA041F5D}"/>
          </ac:picMkLst>
        </pc:picChg>
      </pc:sldChg>
      <pc:sldChg chg="addSp delSp modSp new mod">
        <pc:chgData name="Austin Francis" userId="d9206161-76a2-4d0d-bb71-2bac416203d9" providerId="ADAL" clId="{E1074C6A-814F-4F5F-91EB-2E5A8D875FE2}" dt="2024-09-24T04:02:38.592" v="908" actId="1076"/>
        <pc:sldMkLst>
          <pc:docMk/>
          <pc:sldMk cId="2384560141" sldId="529"/>
        </pc:sldMkLst>
        <pc:spChg chg="mod">
          <ac:chgData name="Austin Francis" userId="d9206161-76a2-4d0d-bb71-2bac416203d9" providerId="ADAL" clId="{E1074C6A-814F-4F5F-91EB-2E5A8D875FE2}" dt="2024-09-24T04:02:05.862" v="904" actId="20577"/>
          <ac:spMkLst>
            <pc:docMk/>
            <pc:sldMk cId="2384560141" sldId="529"/>
            <ac:spMk id="2" creationId="{8D8645F7-D9F6-ED6C-C17C-09E8879EA2B3}"/>
          </ac:spMkLst>
        </pc:spChg>
        <pc:spChg chg="del">
          <ac:chgData name="Austin Francis" userId="d9206161-76a2-4d0d-bb71-2bac416203d9" providerId="ADAL" clId="{E1074C6A-814F-4F5F-91EB-2E5A8D875FE2}" dt="2024-09-24T04:02:32.402" v="905" actId="22"/>
          <ac:spMkLst>
            <pc:docMk/>
            <pc:sldMk cId="2384560141" sldId="529"/>
            <ac:spMk id="3" creationId="{AA2D8C4B-A4D5-D903-3E13-A9ECB06DA4B0}"/>
          </ac:spMkLst>
        </pc:spChg>
        <pc:picChg chg="add mod ord">
          <ac:chgData name="Austin Francis" userId="d9206161-76a2-4d0d-bb71-2bac416203d9" providerId="ADAL" clId="{E1074C6A-814F-4F5F-91EB-2E5A8D875FE2}" dt="2024-09-24T04:02:38.592" v="908" actId="1076"/>
          <ac:picMkLst>
            <pc:docMk/>
            <pc:sldMk cId="2384560141" sldId="529"/>
            <ac:picMk id="5" creationId="{75224A64-196A-4C80-BBDB-EC065F36175B}"/>
          </ac:picMkLst>
        </pc:picChg>
      </pc:sldChg>
      <pc:sldChg chg="modSp new mod modNotesTx">
        <pc:chgData name="Austin Francis" userId="d9206161-76a2-4d0d-bb71-2bac416203d9" providerId="ADAL" clId="{E1074C6A-814F-4F5F-91EB-2E5A8D875FE2}" dt="2024-09-24T04:26:53.190" v="1177" actId="20577"/>
        <pc:sldMkLst>
          <pc:docMk/>
          <pc:sldMk cId="3996482289" sldId="530"/>
        </pc:sldMkLst>
        <pc:spChg chg="mod">
          <ac:chgData name="Austin Francis" userId="d9206161-76a2-4d0d-bb71-2bac416203d9" providerId="ADAL" clId="{E1074C6A-814F-4F5F-91EB-2E5A8D875FE2}" dt="2024-09-24T04:26:53.190" v="1177" actId="20577"/>
          <ac:spMkLst>
            <pc:docMk/>
            <pc:sldMk cId="3996482289" sldId="530"/>
            <ac:spMk id="2" creationId="{2D3A56A5-86C3-A8D8-A981-308591F1FD23}"/>
          </ac:spMkLst>
        </pc:spChg>
        <pc:spChg chg="mod">
          <ac:chgData name="Austin Francis" userId="d9206161-76a2-4d0d-bb71-2bac416203d9" providerId="ADAL" clId="{E1074C6A-814F-4F5F-91EB-2E5A8D875FE2}" dt="2024-09-24T04:17:40.874" v="1044"/>
          <ac:spMkLst>
            <pc:docMk/>
            <pc:sldMk cId="3996482289" sldId="530"/>
            <ac:spMk id="3" creationId="{77B4ECBA-3526-6C84-D51B-7013452FF46B}"/>
          </ac:spMkLst>
        </pc:spChg>
      </pc:sldChg>
      <pc:sldChg chg="modSp new mod modNotesTx">
        <pc:chgData name="Austin Francis" userId="d9206161-76a2-4d0d-bb71-2bac416203d9" providerId="ADAL" clId="{E1074C6A-814F-4F5F-91EB-2E5A8D875FE2}" dt="2024-09-24T04:25:28.858" v="1121"/>
        <pc:sldMkLst>
          <pc:docMk/>
          <pc:sldMk cId="144076704" sldId="531"/>
        </pc:sldMkLst>
        <pc:spChg chg="mod">
          <ac:chgData name="Austin Francis" userId="d9206161-76a2-4d0d-bb71-2bac416203d9" providerId="ADAL" clId="{E1074C6A-814F-4F5F-91EB-2E5A8D875FE2}" dt="2024-09-24T04:22:10.479" v="1057" actId="20577"/>
          <ac:spMkLst>
            <pc:docMk/>
            <pc:sldMk cId="144076704" sldId="531"/>
            <ac:spMk id="2" creationId="{2A67CD4B-C4C6-9D72-EEB6-51AD7218BC16}"/>
          </ac:spMkLst>
        </pc:spChg>
        <pc:spChg chg="mod">
          <ac:chgData name="Austin Francis" userId="d9206161-76a2-4d0d-bb71-2bac416203d9" providerId="ADAL" clId="{E1074C6A-814F-4F5F-91EB-2E5A8D875FE2}" dt="2024-09-24T04:22:44.372" v="1071" actId="20577"/>
          <ac:spMkLst>
            <pc:docMk/>
            <pc:sldMk cId="144076704" sldId="531"/>
            <ac:spMk id="3" creationId="{EAB73B4E-31D4-F34C-B410-EB6A2B8EEEC3}"/>
          </ac:spMkLst>
        </pc:spChg>
      </pc:sldChg>
      <pc:sldChg chg="modSp new mod modNotesTx">
        <pc:chgData name="Austin Francis" userId="d9206161-76a2-4d0d-bb71-2bac416203d9" providerId="ADAL" clId="{E1074C6A-814F-4F5F-91EB-2E5A8D875FE2}" dt="2024-09-24T04:25:54.539" v="1139" actId="20577"/>
        <pc:sldMkLst>
          <pc:docMk/>
          <pc:sldMk cId="970083624" sldId="532"/>
        </pc:sldMkLst>
        <pc:spChg chg="mod">
          <ac:chgData name="Austin Francis" userId="d9206161-76a2-4d0d-bb71-2bac416203d9" providerId="ADAL" clId="{E1074C6A-814F-4F5F-91EB-2E5A8D875FE2}" dt="2024-09-24T04:25:54.539" v="1139" actId="20577"/>
          <ac:spMkLst>
            <pc:docMk/>
            <pc:sldMk cId="970083624" sldId="532"/>
            <ac:spMk id="2" creationId="{AA8999C3-4735-9241-0B96-77B1B11EB2E2}"/>
          </ac:spMkLst>
        </pc:spChg>
        <pc:spChg chg="mod">
          <ac:chgData name="Austin Francis" userId="d9206161-76a2-4d0d-bb71-2bac416203d9" providerId="ADAL" clId="{E1074C6A-814F-4F5F-91EB-2E5A8D875FE2}" dt="2024-09-24T04:23:38.122" v="1118" actId="20577"/>
          <ac:spMkLst>
            <pc:docMk/>
            <pc:sldMk cId="970083624" sldId="532"/>
            <ac:spMk id="3" creationId="{A66BF309-4698-B5E5-F179-1EEB068D99BA}"/>
          </ac:spMkLst>
        </pc:spChg>
      </pc:sldChg>
      <pc:sldChg chg="addSp delSp modSp new mod modNotesTx">
        <pc:chgData name="Austin Francis" userId="d9206161-76a2-4d0d-bb71-2bac416203d9" providerId="ADAL" clId="{E1074C6A-814F-4F5F-91EB-2E5A8D875FE2}" dt="2024-09-24T13:09:48.691" v="2419" actId="20577"/>
        <pc:sldMkLst>
          <pc:docMk/>
          <pc:sldMk cId="2280721630" sldId="533"/>
        </pc:sldMkLst>
        <pc:spChg chg="mod">
          <ac:chgData name="Austin Francis" userId="d9206161-76a2-4d0d-bb71-2bac416203d9" providerId="ADAL" clId="{E1074C6A-814F-4F5F-91EB-2E5A8D875FE2}" dt="2024-09-24T04:26:45.868" v="1173" actId="20577"/>
          <ac:spMkLst>
            <pc:docMk/>
            <pc:sldMk cId="2280721630" sldId="533"/>
            <ac:spMk id="2" creationId="{FF3FC2FF-A745-F5D3-D8DB-B77CF69A33F4}"/>
          </ac:spMkLst>
        </pc:spChg>
        <pc:spChg chg="add del mod">
          <ac:chgData name="Austin Francis" userId="d9206161-76a2-4d0d-bb71-2bac416203d9" providerId="ADAL" clId="{E1074C6A-814F-4F5F-91EB-2E5A8D875FE2}" dt="2024-09-24T13:09:48.691" v="2419" actId="20577"/>
          <ac:spMkLst>
            <pc:docMk/>
            <pc:sldMk cId="2280721630" sldId="533"/>
            <ac:spMk id="3" creationId="{AFB31E7E-BB03-7F85-9FA9-B35E5C0A08A1}"/>
          </ac:spMkLst>
        </pc:spChg>
        <pc:spChg chg="add mod">
          <ac:chgData name="Austin Francis" userId="d9206161-76a2-4d0d-bb71-2bac416203d9" providerId="ADAL" clId="{E1074C6A-814F-4F5F-91EB-2E5A8D875FE2}" dt="2024-09-24T04:26:59.010" v="1179"/>
          <ac:spMkLst>
            <pc:docMk/>
            <pc:sldMk cId="2280721630" sldId="533"/>
            <ac:spMk id="4" creationId="{2A39B356-11FA-871A-E4DE-EF9432A7CBB1}"/>
          </ac:spMkLst>
        </pc:spChg>
      </pc:sldChg>
      <pc:sldChg chg="modSp new mod">
        <pc:chgData name="Austin Francis" userId="d9206161-76a2-4d0d-bb71-2bac416203d9" providerId="ADAL" clId="{E1074C6A-814F-4F5F-91EB-2E5A8D875FE2}" dt="2024-09-24T13:13:46.347" v="2536" actId="20577"/>
        <pc:sldMkLst>
          <pc:docMk/>
          <pc:sldMk cId="102931800" sldId="534"/>
        </pc:sldMkLst>
        <pc:spChg chg="mod">
          <ac:chgData name="Austin Francis" userId="d9206161-76a2-4d0d-bb71-2bac416203d9" providerId="ADAL" clId="{E1074C6A-814F-4F5F-91EB-2E5A8D875FE2}" dt="2024-09-24T13:11:30.474" v="2438" actId="20577"/>
          <ac:spMkLst>
            <pc:docMk/>
            <pc:sldMk cId="102931800" sldId="534"/>
            <ac:spMk id="2" creationId="{9EE2C7CF-9F86-8098-130C-FD3F046D2086}"/>
          </ac:spMkLst>
        </pc:spChg>
        <pc:spChg chg="mod">
          <ac:chgData name="Austin Francis" userId="d9206161-76a2-4d0d-bb71-2bac416203d9" providerId="ADAL" clId="{E1074C6A-814F-4F5F-91EB-2E5A8D875FE2}" dt="2024-09-24T13:13:46.347" v="2536" actId="20577"/>
          <ac:spMkLst>
            <pc:docMk/>
            <pc:sldMk cId="102931800" sldId="534"/>
            <ac:spMk id="3" creationId="{15D56D45-BDC3-3D0B-671F-78DDB007EF2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9/23/2024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 </a:t>
            </a:r>
            <a:r>
              <a:rPr lang="en-US" b="1" dirty="0"/>
              <a:t>merger wave</a:t>
            </a:r>
            <a:r>
              <a:rPr lang="en-US" dirty="0"/>
              <a:t> happens when there is a surge in mergers and acquisitions (M&amp;A) within certain industries or countries. The paper wants to see if countries that trade a lot with each other experience </a:t>
            </a:r>
            <a:r>
              <a:rPr lang="en-US" b="1" dirty="0"/>
              <a:t>similar surges in mergers</a:t>
            </a:r>
            <a:r>
              <a:rPr lang="en-US" dirty="0"/>
              <a:t>—in other words, they are testing if a merger wave in one country can influence another country </a:t>
            </a:r>
            <a:r>
              <a:rPr lang="en-US" b="1" dirty="0"/>
              <a:t>through trade relationships</a:t>
            </a:r>
            <a:r>
              <a:rPr lang="en-US" dirty="0"/>
              <a:t>.</a:t>
            </a:r>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Relationship lenders often acquire private information about borrowers, creating an information asymmetry that makes it costly for borrowers to switch lenders. This allows relationship lenders to increase loan spreads and hold up borrowers</a:t>
            </a:r>
          </a:p>
          <a:p>
            <a:endParaRPr lang="en-US" dirty="0">
              <a:ea typeface="Calibri"/>
              <a:cs typeface="Calibri"/>
            </a:endParaRPr>
          </a:p>
          <a:p>
            <a:r>
              <a:rPr lang="en-US" dirty="0"/>
              <a:t>Potential outside lenders face a winner’s curse when competing to lend to a borrower with an incumbent lender, as the outside lenders are less informed </a:t>
            </a:r>
          </a:p>
          <a:p>
            <a:endParaRPr lang="en-US" dirty="0">
              <a:ea typeface="Calibri"/>
              <a:cs typeface="Calibri"/>
            </a:endParaRPr>
          </a:p>
          <a:p>
            <a:r>
              <a:rPr lang="en-US" dirty="0"/>
              <a:t>Borrowers respond to information asymmetry by publicly sharing information, which reduces loan spreads by increasing lender competition</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terms: if Country A does a lot of trade with Country B, and there is a wave of mergers in Country A, then Country B is likely to experience a similar merger wave due to their strong trade ties.</a:t>
            </a:r>
          </a:p>
          <a:p>
            <a:r>
              <a:rPr lang="en-US" dirty="0"/>
              <a:t>They want to prove that trade flows don’t just reflect goods moving between countries — they also spread </a:t>
            </a:r>
            <a:r>
              <a:rPr lang="en-US" b="1" dirty="0"/>
              <a:t>business practices and economic trends</a:t>
            </a:r>
            <a:r>
              <a:rPr lang="en-US" dirty="0"/>
              <a:t>, like mergers.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t>
            </a:r>
            <a:r>
              <a:rPr lang="en-US" b="1" dirty="0"/>
              <a:t>Country A</a:t>
            </a:r>
            <a:r>
              <a:rPr lang="en-US" dirty="0"/>
              <a:t> imports a lot from </a:t>
            </a:r>
            <a:r>
              <a:rPr lang="en-US" b="1" dirty="0"/>
              <a:t>Country B</a:t>
            </a:r>
            <a:r>
              <a:rPr lang="en-US" dirty="0"/>
              <a:t>, then Country B’s merger activity will have a stronger impact on Country A’s merger activity, and vice versa.</a:t>
            </a:r>
          </a:p>
          <a:p>
            <a:endParaRPr lang="en-US" dirty="0"/>
          </a:p>
          <a:p>
            <a:r>
              <a:rPr lang="en-US" dirty="0"/>
              <a:t>It’s calculated by weighting the </a:t>
            </a:r>
            <a:r>
              <a:rPr lang="en-US" b="1" dirty="0"/>
              <a:t>merger activity in one country</a:t>
            </a:r>
            <a:r>
              <a:rPr lang="en-US" dirty="0"/>
              <a:t> by how much it trades with other countries. For example, if the U.S. has a lot of mergers happening and it trades heavily with Mexico, the U.S. merger wave could influence Mexico, creating a higher chance of mergers happening there.</a:t>
            </a:r>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662784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means that a country is in a period where mergers are happening more than usual. For each country, they define a "high M&amp;A state" as the years where merger activity is in the </a:t>
            </a:r>
            <a:r>
              <a:rPr lang="en-US" b="1" dirty="0"/>
              <a:t>top 25%</a:t>
            </a:r>
            <a:r>
              <a:rPr lang="en-US" dirty="0"/>
              <a:t> of all its years.</a:t>
            </a:r>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1130743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Countries that trade a lot with others are more likely to experience similar merger activity when their trade partners go through a merger wave.</a:t>
            </a:r>
          </a:p>
          <a:p>
            <a:endParaRPr lang="en-US" dirty="0"/>
          </a:p>
          <a:p>
            <a:r>
              <a:rPr lang="en-US" dirty="0"/>
              <a:t>In other words, countries importing a lot from a partner experiencing a merger wave are more likely to have mergers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Trade Relationships</a:t>
            </a:r>
            <a:r>
              <a:rPr lang="en-US" sz="1200" dirty="0"/>
              <a:t>: On average, country pairs accounted for 1.18% of exports, with some reaching up to 19.66%. For imports, the average was 1.13%.</a:t>
            </a:r>
          </a:p>
          <a:p>
            <a:r>
              <a:rPr lang="en-US" sz="1200" b="1" dirty="0"/>
              <a:t>Cross-Border Mergers</a:t>
            </a:r>
            <a:r>
              <a:rPr lang="en-US" sz="1200" dirty="0"/>
              <a:t>: There were 49,905 cross-border mergers across the sample, with 174,899 domestic mergers.</a:t>
            </a:r>
          </a:p>
          <a:p>
            <a:r>
              <a:rPr lang="en-US" sz="1200" b="1" dirty="0"/>
              <a:t>Sparse Merger Networks</a:t>
            </a:r>
            <a:r>
              <a:rPr lang="en-US" sz="1200" dirty="0"/>
              <a:t>: 62% of country pairs did not engage in cross-border mergers, suggesting that merger activity is concentrated among certain trade partners.</a:t>
            </a:r>
            <a:endParaRPr lang="en-US" sz="1200" b="1" dirty="0">
              <a:ea typeface="Calibri"/>
              <a:cs typeface="Calibri"/>
            </a:endParaRPr>
          </a:p>
          <a:p>
            <a:br>
              <a:rPr lang="en-US" dirty="0">
                <a:ea typeface="Calibri"/>
                <a:cs typeface="Calibri"/>
              </a:rPr>
            </a:br>
            <a:r>
              <a:rPr lang="en-US" dirty="0">
                <a:ea typeface="Calibri"/>
                <a:cs typeface="Calibri"/>
              </a:rPr>
              <a:t>Data </a:t>
            </a:r>
            <a:r>
              <a:rPr lang="en-US">
                <a:ea typeface="Calibri"/>
                <a:cs typeface="Calibri"/>
              </a:rPr>
              <a:t>is from 1989 to 2016</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a:p>
        </p:txBody>
      </p:sp>
    </p:spTree>
    <p:extLst>
      <p:ext uri="{BB962C8B-B14F-4D97-AF65-F5344CB8AC3E}">
        <p14:creationId xmlns:p14="http://schemas.microsoft.com/office/powerpoint/2010/main" val="3350740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Trade Relationships</a:t>
            </a:r>
            <a:r>
              <a:rPr lang="en-US" sz="1200" dirty="0"/>
              <a:t>: On average, country pairs accounted for 1.18% of exports, with some reaching up to 19.66%. For imports, the average was 1.13%.</a:t>
            </a:r>
          </a:p>
          <a:p>
            <a:r>
              <a:rPr lang="en-US" sz="1200" b="1" dirty="0"/>
              <a:t>Cross-Border Mergers</a:t>
            </a:r>
            <a:r>
              <a:rPr lang="en-US" sz="1200" dirty="0"/>
              <a:t>: There were 49,905 cross-border mergers across the sample, with 174,899 domestic mergers.</a:t>
            </a:r>
          </a:p>
          <a:p>
            <a:r>
              <a:rPr lang="en-US" sz="1200" b="1" dirty="0"/>
              <a:t>Sparse Merger Networks</a:t>
            </a:r>
            <a:r>
              <a:rPr lang="en-US" sz="1200" dirty="0"/>
              <a:t>: 62% of country pairs did not engage in cross-border mergers, suggesting that merger activity is concentrated among certain trade partners.</a:t>
            </a:r>
            <a:endParaRPr lang="en-US" sz="1200" b="1"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a:p>
        </p:txBody>
      </p:sp>
    </p:spTree>
    <p:extLst>
      <p:ext uri="{BB962C8B-B14F-4D97-AF65-F5344CB8AC3E}">
        <p14:creationId xmlns:p14="http://schemas.microsoft.com/office/powerpoint/2010/main" val="2199744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International merger waves, follows the well documented American merger wave</a:t>
            </a:r>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108418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Centrality highly correlates with the imports network, and merger network. </a:t>
            </a: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1000830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ConnectedM&amp;A</a:t>
            </a:r>
            <a:r>
              <a:rPr lang="en-US" dirty="0"/>
              <a:t>, is the trade-weighted merger activity in connected countries. We use information from the entire network of trade data, weighting merger activity in each country (the nodes) by the amount of trade they do with the subject country (their edges connecting them to the subject country).</a:t>
            </a:r>
          </a:p>
          <a:p>
            <a:br>
              <a:rPr lang="en-US" dirty="0"/>
            </a:br>
            <a:r>
              <a:rPr lang="en-US" dirty="0"/>
              <a:t>where </a:t>
            </a:r>
            <a:r>
              <a:rPr lang="en-US" dirty="0" err="1"/>
              <a:t>i</a:t>
            </a:r>
            <a:r>
              <a:rPr lang="en-US" dirty="0"/>
              <a:t> and j are the subject and connected country, respectively, t is the year, </a:t>
            </a:r>
            <a:r>
              <a:rPr lang="en-US" b="1" dirty="0" err="1"/>
              <a:t>Wi,j,t</a:t>
            </a:r>
            <a:r>
              <a:rPr lang="en-US" b="1" dirty="0"/>
              <a:t> is a weighting term based on trade flows between </a:t>
            </a:r>
            <a:r>
              <a:rPr lang="en-US" b="1" dirty="0" err="1"/>
              <a:t>i</a:t>
            </a:r>
            <a:r>
              <a:rPr lang="en-US" b="1" dirty="0"/>
              <a:t> and j in year t, and </a:t>
            </a:r>
            <a:r>
              <a:rPr lang="en-US" b="1" dirty="0" err="1"/>
              <a:t>M&amp;Aj,t</a:t>
            </a:r>
            <a:r>
              <a:rPr lang="en-US" b="1" dirty="0"/>
              <a:t> is the measure of M&amp;A intensity in country j and year t </a:t>
            </a:r>
            <a:r>
              <a:rPr lang="en-US" dirty="0"/>
              <a:t>(either </a:t>
            </a:r>
            <a:r>
              <a:rPr lang="en-US" dirty="0" err="1"/>
              <a:t>countbased</a:t>
            </a:r>
            <a:r>
              <a:rPr lang="en-US" dirty="0"/>
              <a:t> or value-based, depending on the weighting scheme adopted to compute the dependent variable5). For each country </a:t>
            </a:r>
            <a:r>
              <a:rPr lang="en-US" dirty="0" err="1"/>
              <a:t>i</a:t>
            </a:r>
            <a:r>
              <a:rPr lang="en-US" dirty="0"/>
              <a:t> and at each time period t, four </a:t>
            </a:r>
            <a:r>
              <a:rPr lang="en-US" dirty="0" err="1"/>
              <a:t>ConnectedM&amp;Ai,t</a:t>
            </a:r>
            <a:r>
              <a:rPr lang="en-US" dirty="0"/>
              <a:t> variables can be computed, depending on the trade flows used to compute </a:t>
            </a:r>
            <a:r>
              <a:rPr lang="en-US" dirty="0" err="1"/>
              <a:t>Wi,j,t</a:t>
            </a:r>
            <a:r>
              <a:rPr lang="en-US" dirty="0"/>
              <a:t> :</a:t>
            </a:r>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2910494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Dependent Variable = High M&amp;A State. </a:t>
            </a:r>
            <a:br>
              <a:rPr lang="en-US" dirty="0"/>
            </a:br>
            <a:r>
              <a:rPr lang="en-US" dirty="0"/>
              <a:t>Panel A = Cross Border </a:t>
            </a:r>
            <a:br>
              <a:rPr lang="en-US" dirty="0"/>
            </a:br>
            <a:r>
              <a:rPr lang="en-US" dirty="0"/>
              <a:t>Panel b = Domestic</a:t>
            </a:r>
            <a:br>
              <a:rPr lang="en-US" dirty="0"/>
            </a:br>
            <a:br>
              <a:rPr lang="en-US" dirty="0"/>
            </a:br>
            <a:r>
              <a:rPr lang="en-US" dirty="0"/>
              <a:t>all measures of trade-weighted M&amp;A activity load positively (and three of the four are significant) for explaining a High M&amp;A State. The effects are strongest (both in terms of coefficient values and statistical significance) for Subject Imports from Connected and Subject Exports to Connected.</a:t>
            </a:r>
          </a:p>
          <a:p>
            <a:endParaRPr lang="en-US" dirty="0"/>
          </a:p>
          <a:p>
            <a:r>
              <a:rPr lang="en-US" b="1" dirty="0"/>
              <a:t>Cross-border mergers</a:t>
            </a:r>
            <a:r>
              <a:rPr lang="en-US" dirty="0"/>
              <a:t> are mergers between companies from </a:t>
            </a:r>
            <a:r>
              <a:rPr lang="en-US" b="1" dirty="0"/>
              <a:t>different countries</a:t>
            </a:r>
            <a:r>
              <a:rPr lang="en-US" dirty="0"/>
              <a:t>. For example, if a company in the U.S. acquires a company in Germany, that would be a cross-border </a:t>
            </a:r>
            <a:r>
              <a:rPr lang="en-US" dirty="0" err="1"/>
              <a:t>merger.</a:t>
            </a:r>
            <a:r>
              <a:rPr lang="en-US" b="1" dirty="0" err="1"/>
              <a:t>Domestic</a:t>
            </a:r>
            <a:r>
              <a:rPr lang="en-US" b="1" dirty="0"/>
              <a:t> mergers</a:t>
            </a:r>
            <a:r>
              <a:rPr lang="en-US" dirty="0"/>
              <a:t> are mergers between companies from the </a:t>
            </a:r>
            <a:r>
              <a:rPr lang="en-US" b="1" dirty="0"/>
              <a:t>same country</a:t>
            </a:r>
            <a:r>
              <a:rPr lang="en-US" dirty="0"/>
              <a:t>. For instance, if two U.S. companies merge, that is a domestic merger.</a:t>
            </a:r>
          </a:p>
        </p:txBody>
      </p:sp>
      <p:sp>
        <p:nvSpPr>
          <p:cNvPr id="4" name="Slide Number Placeholder 3"/>
          <p:cNvSpPr>
            <a:spLocks noGrp="1"/>
          </p:cNvSpPr>
          <p:nvPr>
            <p:ph type="sldNum" sz="quarter" idx="5"/>
          </p:nvPr>
        </p:nvSpPr>
        <p:spPr/>
        <p:txBody>
          <a:bodyPr/>
          <a:lstStyle/>
          <a:p>
            <a:fld id="{55CCDD01-DD87-4F55-A952-E63114553089}" type="slidenum">
              <a:rPr lang="en-US" smtClean="0"/>
              <a:t>19</a:t>
            </a:fld>
            <a:endParaRPr lang="en-US"/>
          </a:p>
        </p:txBody>
      </p:sp>
    </p:spTree>
    <p:extLst>
      <p:ext uri="{BB962C8B-B14F-4D97-AF65-F5344CB8AC3E}">
        <p14:creationId xmlns:p14="http://schemas.microsoft.com/office/powerpoint/2010/main" val="1830445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Cross-border mergers</a:t>
            </a:r>
            <a:r>
              <a:rPr lang="en-US" dirty="0"/>
              <a:t> are mergers between companies from </a:t>
            </a:r>
            <a:r>
              <a:rPr lang="en-US" b="1" dirty="0"/>
              <a:t>different countries</a:t>
            </a:r>
            <a:r>
              <a:rPr lang="en-US" dirty="0"/>
              <a:t>. For example, if a company in the U.S. acquires a company in Germany, that would be a cross-border merger.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Domestic mergers</a:t>
            </a:r>
            <a:r>
              <a:rPr lang="en-US" dirty="0"/>
              <a:t> are mergers between companies from the </a:t>
            </a:r>
            <a:r>
              <a:rPr lang="en-US" b="1" dirty="0"/>
              <a:t>same country</a:t>
            </a:r>
            <a:r>
              <a:rPr lang="en-US" dirty="0"/>
              <a:t>. For instance, if two U.S. companies merge, that is a domestic merger.</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1137387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significant, even when controlling for industry</a:t>
            </a:r>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a:p>
        </p:txBody>
      </p:sp>
    </p:spTree>
    <p:extLst>
      <p:ext uri="{BB962C8B-B14F-4D97-AF65-F5344CB8AC3E}">
        <p14:creationId xmlns:p14="http://schemas.microsoft.com/office/powerpoint/2010/main" val="2192122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Estimated W values are used to compute M&amp;A, which is used to estimate High M&amp;A State</a:t>
            </a:r>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3901657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 results, even with IV. Instrument is Tariff cuts and trade sanctions. Valid Instruments. All are statistically significant and positive </a:t>
            </a:r>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2893276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Description</a:t>
            </a:r>
            <a:r>
              <a:rPr lang="en-US" dirty="0"/>
              <a:t>: This table shows placebo tests where trade connections are randomly shuffled to verify the robustness of the trade-M&amp;A link.</a:t>
            </a:r>
            <a:br>
              <a:rPr lang="en-US" dirty="0"/>
            </a:br>
            <a:r>
              <a:rPr lang="en-US" b="1" dirty="0"/>
              <a:t>Key Takeaways</a:t>
            </a:r>
            <a:r>
              <a:rPr lang="en-US" dirty="0"/>
              <a:t>:</a:t>
            </a:r>
          </a:p>
          <a:p>
            <a:pPr>
              <a:buFont typeface="+mj-lt"/>
              <a:buAutoNum type="arabicPeriod"/>
            </a:pPr>
            <a:r>
              <a:rPr lang="en-US" b="1" dirty="0"/>
              <a:t>No Significant Correlations</a:t>
            </a:r>
            <a:r>
              <a:rPr lang="en-US" dirty="0"/>
              <a:t>: The shuffled trade connections yield statistically insignificant results for most coefficients, confirming that actual trade flows are crucial for predicting mergers.</a:t>
            </a:r>
          </a:p>
          <a:p>
            <a:pPr marL="742950" lvl="1" indent="-285750">
              <a:buFont typeface="+mj-lt"/>
              <a:buAutoNum type="arabicPeriod"/>
            </a:pPr>
            <a:r>
              <a:rPr lang="en-US" b="1" dirty="0"/>
              <a:t>Supporting Number</a:t>
            </a:r>
            <a:r>
              <a:rPr lang="en-US" dirty="0"/>
              <a:t>: P &gt; 0.1</a:t>
            </a:r>
          </a:p>
          <a:p>
            <a:pPr>
              <a:buFont typeface="+mj-lt"/>
              <a:buAutoNum type="arabicPeriod"/>
            </a:pPr>
            <a:r>
              <a:rPr lang="en-US" b="1" dirty="0"/>
              <a:t>Trade-M&amp;A Link Validated</a:t>
            </a:r>
            <a:r>
              <a:rPr lang="en-US" dirty="0"/>
              <a:t>: The placebo test indicates that the trade link with M&amp;A is not driven by random factors but genuine economic connections.</a:t>
            </a:r>
          </a:p>
          <a:p>
            <a:pPr marL="742950" lvl="1" indent="-285750">
              <a:buFont typeface="+mj-lt"/>
              <a:buAutoNum type="arabicPeriod"/>
            </a:pPr>
            <a:r>
              <a:rPr lang="en-US" b="1" dirty="0"/>
              <a:t>Supporting Number</a:t>
            </a:r>
            <a:r>
              <a:rPr lang="en-US" dirty="0"/>
              <a:t>: Coefficients close to zero</a:t>
            </a:r>
          </a:p>
          <a:p>
            <a:pPr>
              <a:buFont typeface="+mj-lt"/>
              <a:buAutoNum type="arabicPeriod"/>
            </a:pPr>
            <a:r>
              <a:rPr lang="en-US" b="1" dirty="0"/>
              <a:t>Control for Endogeneity</a:t>
            </a:r>
            <a:r>
              <a:rPr lang="en-US" dirty="0"/>
              <a:t>: These results strengthen the argument that the trade-M&amp;A relationship is not endogenous.</a:t>
            </a:r>
          </a:p>
          <a:p>
            <a:pPr marL="742950" lvl="1" indent="-285750">
              <a:buFont typeface="+mj-lt"/>
              <a:buAutoNum type="arabicPeriod"/>
            </a:pPr>
            <a:r>
              <a:rPr lang="en-US" b="1" dirty="0"/>
              <a:t>Supporting Number</a:t>
            </a:r>
            <a:r>
              <a:rPr lang="en-US" dirty="0"/>
              <a:t>: P-values all insignificant</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6744888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still positive and statistically significant despite robustness attempts. Adding 4 new variables to control for stock market, geographic distance, culture, and return correlations.</a:t>
            </a:r>
          </a:p>
        </p:txBody>
      </p:sp>
      <p:sp>
        <p:nvSpPr>
          <p:cNvPr id="4" name="Slide Number Placeholder 3"/>
          <p:cNvSpPr>
            <a:spLocks noGrp="1"/>
          </p:cNvSpPr>
          <p:nvPr>
            <p:ph type="sldNum" sz="quarter" idx="5"/>
          </p:nvPr>
        </p:nvSpPr>
        <p:spPr/>
        <p:txBody>
          <a:bodyPr/>
          <a:lstStyle/>
          <a:p>
            <a:fld id="{55CCDD01-DD87-4F55-A952-E63114553089}" type="slidenum">
              <a:rPr lang="en-US" smtClean="0"/>
              <a:t>27</a:t>
            </a:fld>
            <a:endParaRPr lang="en-US"/>
          </a:p>
        </p:txBody>
      </p:sp>
    </p:spTree>
    <p:extLst>
      <p:ext uri="{BB962C8B-B14F-4D97-AF65-F5344CB8AC3E}">
        <p14:creationId xmlns:p14="http://schemas.microsoft.com/office/powerpoint/2010/main" val="1142640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Separates it into inbound and outbound mergers. </a:t>
            </a:r>
            <a:br>
              <a:rPr lang="en-US" dirty="0"/>
            </a:br>
            <a:r>
              <a:rPr lang="en-US" dirty="0"/>
              <a:t>It breaks this down into </a:t>
            </a:r>
            <a:r>
              <a:rPr lang="en-US" b="1" dirty="0"/>
              <a:t>inbound mergers</a:t>
            </a:r>
            <a:r>
              <a:rPr lang="en-US" dirty="0"/>
              <a:t> (when a company from a connected country buys a company in the subject country) and </a:t>
            </a:r>
            <a:r>
              <a:rPr lang="en-US" b="1" dirty="0"/>
              <a:t>outbound mergers</a:t>
            </a:r>
            <a:r>
              <a:rPr lang="en-US" dirty="0"/>
              <a:t> (when a company from the subject country buys a company in a connected country).</a:t>
            </a:r>
          </a:p>
          <a:p>
            <a:br>
              <a:rPr lang="en-US" dirty="0"/>
            </a:br>
            <a:r>
              <a:rPr lang="en-US" b="1" dirty="0"/>
              <a:t>Strong Trade Flows Predict Mergers</a:t>
            </a:r>
            <a:r>
              <a:rPr lang="en-US" dirty="0"/>
              <a:t>: Countries that trade more with each other are more likely to experience cross-border mergers. For example, an increase in imports from a trade partner predicts higher merger activity between the two countries.</a:t>
            </a:r>
          </a:p>
          <a:p>
            <a:pPr>
              <a:buFont typeface="Arial" panose="020B0604020202020204" pitchFamily="34" charset="0"/>
              <a:buChar char="•"/>
            </a:pPr>
            <a:r>
              <a:rPr lang="en-US" b="1" dirty="0"/>
              <a:t>Supporting Number</a:t>
            </a:r>
            <a:r>
              <a:rPr lang="en-US" dirty="0"/>
              <a:t>: For inbound mergers, the coefficient for "Subject Imports from Connected" is </a:t>
            </a:r>
            <a:r>
              <a:rPr lang="en-US" b="1" dirty="0"/>
              <a:t>0.141</a:t>
            </a:r>
            <a:r>
              <a:rPr lang="en-US" dirty="0"/>
              <a:t>.</a:t>
            </a:r>
            <a:br>
              <a:rPr lang="en-US" dirty="0"/>
            </a:br>
            <a:endParaRPr lang="en-US" dirty="0"/>
          </a:p>
          <a:p>
            <a:pPr>
              <a:buFont typeface="Arial" panose="020B0604020202020204" pitchFamily="34" charset="0"/>
              <a:buNone/>
            </a:pPr>
            <a:r>
              <a:rPr lang="en-US" b="1" dirty="0"/>
              <a:t>Interaction Between Trade and Centrality</a:t>
            </a:r>
            <a:r>
              <a:rPr lang="en-US" dirty="0"/>
              <a:t>: The relationship between trade and mergers becomes even stronger for countries that are more central in trade networks. Central countries with strong trade connections are more sensitive to changes in trade, meaning trade flows have a bigger impact on their merger activity.</a:t>
            </a:r>
            <a:br>
              <a:rPr lang="en-US" dirty="0"/>
            </a:br>
            <a:endParaRPr lang="en-US" dirty="0"/>
          </a:p>
          <a:p>
            <a:pPr>
              <a:buFont typeface="Arial" panose="020B0604020202020204" pitchFamily="34" charset="0"/>
              <a:buNone/>
            </a:pPr>
            <a:br>
              <a:rPr lang="en-US" dirty="0"/>
            </a:br>
            <a:r>
              <a:rPr lang="en-US" dirty="0"/>
              <a:t>Centrality positive and statistically significant</a:t>
            </a:r>
          </a:p>
        </p:txBody>
      </p:sp>
      <p:sp>
        <p:nvSpPr>
          <p:cNvPr id="4" name="Slide Number Placeholder 3"/>
          <p:cNvSpPr>
            <a:spLocks noGrp="1"/>
          </p:cNvSpPr>
          <p:nvPr>
            <p:ph type="sldNum" sz="quarter" idx="5"/>
          </p:nvPr>
        </p:nvSpPr>
        <p:spPr/>
        <p:txBody>
          <a:bodyPr/>
          <a:lstStyle/>
          <a:p>
            <a:fld id="{55CCDD01-DD87-4F55-A952-E63114553089}" type="slidenum">
              <a:rPr lang="en-US" smtClean="0"/>
              <a:t>28</a:t>
            </a:fld>
            <a:endParaRPr lang="en-US"/>
          </a:p>
        </p:txBody>
      </p:sp>
    </p:spTree>
    <p:extLst>
      <p:ext uri="{BB962C8B-B14F-4D97-AF65-F5344CB8AC3E}">
        <p14:creationId xmlns:p14="http://schemas.microsoft.com/office/powerpoint/2010/main" val="39367305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Granger causality test</a:t>
            </a:r>
            <a:r>
              <a:rPr lang="en-US" dirty="0"/>
              <a:t> to investigate whether </a:t>
            </a:r>
            <a:r>
              <a:rPr lang="en-US" b="1" dirty="0"/>
              <a:t>trade flows cause cross-border mergers</a:t>
            </a:r>
            <a:r>
              <a:rPr lang="en-US" dirty="0"/>
              <a:t>, or if </a:t>
            </a:r>
            <a:r>
              <a:rPr lang="en-US" b="1" dirty="0"/>
              <a:t>mergers cause trade flows</a:t>
            </a:r>
            <a:r>
              <a:rPr lang="en-US" dirty="0"/>
              <a:t>.</a:t>
            </a:r>
          </a:p>
          <a:p>
            <a:endParaRPr lang="en-US" dirty="0"/>
          </a:p>
          <a:p>
            <a:r>
              <a:rPr lang="en-US" dirty="0"/>
              <a:t>Specifically, it looks at whether </a:t>
            </a:r>
            <a:r>
              <a:rPr lang="en-US" b="1" dirty="0"/>
              <a:t>past trade flows</a:t>
            </a:r>
            <a:r>
              <a:rPr lang="en-US" dirty="0"/>
              <a:t> predict future mergers (and vice versa), using data for country pairs over time.</a:t>
            </a:r>
          </a:p>
          <a:p>
            <a:endParaRPr lang="en-US" dirty="0"/>
          </a:p>
          <a:p>
            <a:r>
              <a:rPr lang="en-US" dirty="0"/>
              <a:t>The Granger causality test shows that </a:t>
            </a:r>
            <a:r>
              <a:rPr lang="en-US" b="1" dirty="0"/>
              <a:t>lagged trade flows</a:t>
            </a:r>
            <a:r>
              <a:rPr lang="en-US" dirty="0"/>
              <a:t> significantly predict future merger activity. This means that if a country’s trade flows increase, it is likely to experience more mergers in the future.</a:t>
            </a:r>
          </a:p>
          <a:p>
            <a:pPr>
              <a:buFont typeface="Arial" panose="020B0604020202020204" pitchFamily="34" charset="0"/>
              <a:buChar char="•"/>
            </a:pPr>
            <a:r>
              <a:rPr lang="en-US" b="1" dirty="0"/>
              <a:t>Supporting Number</a:t>
            </a:r>
            <a:r>
              <a:rPr lang="en-US" dirty="0"/>
              <a:t>: Coefficient for "Imports at lag 1" predicting mergers is </a:t>
            </a:r>
            <a:r>
              <a:rPr lang="en-US" b="1" dirty="0"/>
              <a:t>1.512</a:t>
            </a:r>
            <a:r>
              <a:rPr lang="en-US" dirty="0"/>
              <a:t>.</a:t>
            </a:r>
          </a:p>
          <a:p>
            <a:br>
              <a:rPr lang="en-US" dirty="0"/>
            </a:br>
            <a:br>
              <a:rPr lang="en-US" dirty="0"/>
            </a:br>
            <a:r>
              <a:rPr lang="en-US" b="1" dirty="0"/>
              <a:t>Mergers Do Not Predict Trade Flows</a:t>
            </a:r>
            <a:r>
              <a:rPr lang="en-US" dirty="0"/>
              <a:t>: The test finds </a:t>
            </a:r>
            <a:r>
              <a:rPr lang="en-US" b="1" dirty="0"/>
              <a:t>no evidence</a:t>
            </a:r>
            <a:r>
              <a:rPr lang="en-US" dirty="0"/>
              <a:t> that past merger activity predicts future trade flows. In other words, mergers do not seem to drive changes in trade between countries.</a:t>
            </a:r>
          </a:p>
          <a:p>
            <a:pPr>
              <a:buFont typeface="Arial" panose="020B0604020202020204" pitchFamily="34" charset="0"/>
              <a:buChar char="•"/>
            </a:pPr>
            <a:r>
              <a:rPr lang="en-US" b="1" dirty="0"/>
              <a:t>Supporting Number</a:t>
            </a:r>
            <a:r>
              <a:rPr lang="en-US" dirty="0"/>
              <a:t>: Coefficient for "Mergers at lag 1" predicting imports is </a:t>
            </a:r>
            <a:r>
              <a:rPr lang="en-US" b="1" dirty="0"/>
              <a:t>0.000</a:t>
            </a:r>
            <a:r>
              <a:rPr lang="en-US" dirty="0"/>
              <a:t> (not significant).</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30</a:t>
            </a:fld>
            <a:endParaRPr lang="en-US"/>
          </a:p>
        </p:txBody>
      </p:sp>
    </p:spTree>
    <p:extLst>
      <p:ext uri="{BB962C8B-B14F-4D97-AF65-F5344CB8AC3E}">
        <p14:creationId xmlns:p14="http://schemas.microsoft.com/office/powerpoint/2010/main" val="228827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Cultural distance has a negative impact on M&amp;A activity. Both inbound and outbound. </a:t>
            </a:r>
          </a:p>
          <a:p>
            <a:endParaRPr lang="en-US" dirty="0"/>
          </a:p>
          <a:p>
            <a:r>
              <a:rPr lang="en-US" dirty="0"/>
              <a:t>, cultural distance weakens the effect of a given amount of trade on future cross-border activities</a:t>
            </a:r>
            <a:br>
              <a:rPr lang="en-US" dirty="0"/>
            </a:br>
            <a:br>
              <a:rPr lang="en-US" dirty="0"/>
            </a:br>
            <a:r>
              <a:rPr lang="en-US" dirty="0"/>
              <a:t>Suggesting that business practices are shared less by different cultures</a:t>
            </a:r>
          </a:p>
        </p:txBody>
      </p:sp>
      <p:sp>
        <p:nvSpPr>
          <p:cNvPr id="4" name="Slide Number Placeholder 3"/>
          <p:cNvSpPr>
            <a:spLocks noGrp="1"/>
          </p:cNvSpPr>
          <p:nvPr>
            <p:ph type="sldNum" sz="quarter" idx="5"/>
          </p:nvPr>
        </p:nvSpPr>
        <p:spPr/>
        <p:txBody>
          <a:bodyPr/>
          <a:lstStyle/>
          <a:p>
            <a:fld id="{55CCDD01-DD87-4F55-A952-E63114553089}" type="slidenum">
              <a:rPr lang="en-US" smtClean="0"/>
              <a:t>31</a:t>
            </a:fld>
            <a:endParaRPr lang="en-US"/>
          </a:p>
        </p:txBody>
      </p:sp>
    </p:spTree>
    <p:extLst>
      <p:ext uri="{BB962C8B-B14F-4D97-AF65-F5344CB8AC3E}">
        <p14:creationId xmlns:p14="http://schemas.microsoft.com/office/powerpoint/2010/main" val="3182059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Higher number means better, so in this case lower corruption</a:t>
            </a:r>
          </a:p>
        </p:txBody>
      </p:sp>
      <p:sp>
        <p:nvSpPr>
          <p:cNvPr id="4" name="Slide Number Placeholder 3"/>
          <p:cNvSpPr>
            <a:spLocks noGrp="1"/>
          </p:cNvSpPr>
          <p:nvPr>
            <p:ph type="sldNum" sz="quarter" idx="5"/>
          </p:nvPr>
        </p:nvSpPr>
        <p:spPr/>
        <p:txBody>
          <a:bodyPr/>
          <a:lstStyle/>
          <a:p>
            <a:fld id="{55CCDD01-DD87-4F55-A952-E63114553089}" type="slidenum">
              <a:rPr lang="en-US" smtClean="0"/>
              <a:t>33</a:t>
            </a:fld>
            <a:endParaRPr lang="en-US"/>
          </a:p>
        </p:txBody>
      </p:sp>
    </p:spTree>
    <p:extLst>
      <p:ext uri="{BB962C8B-B14F-4D97-AF65-F5344CB8AC3E}">
        <p14:creationId xmlns:p14="http://schemas.microsoft.com/office/powerpoint/2010/main" val="3643347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9/23/2024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9/23/2024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9/23/2024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9/23/2024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International Trade and the Propagation of Merger Waves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550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Muhammad Farooq Ahmad </a:t>
            </a:r>
            <a:br>
              <a:rPr lang="en-US" sz="2900" dirty="0">
                <a:solidFill>
                  <a:schemeClr val="tx1"/>
                </a:solidFill>
                <a:ea typeface="Calibri"/>
                <a:cs typeface="Calibri"/>
              </a:rPr>
            </a:br>
            <a:r>
              <a:rPr lang="en-US" sz="2900" dirty="0">
                <a:solidFill>
                  <a:schemeClr val="tx1"/>
                </a:solidFill>
                <a:ea typeface="Calibri"/>
                <a:cs typeface="Calibri"/>
              </a:rPr>
              <a:t>SKEMA Business School - Université Côte d’Azur</a:t>
            </a:r>
          </a:p>
          <a:p>
            <a:br>
              <a:rPr lang="en-US" sz="2900" b="1" dirty="0">
                <a:ea typeface="Calibri"/>
                <a:cs typeface="Calibri"/>
              </a:rPr>
            </a:br>
            <a:r>
              <a:rPr lang="en-US" sz="2900" b="1" dirty="0">
                <a:solidFill>
                  <a:schemeClr val="tx1"/>
                </a:solidFill>
                <a:ea typeface="Calibri"/>
                <a:cs typeface="Calibri"/>
              </a:rPr>
              <a:t>Eric de </a:t>
            </a:r>
            <a:r>
              <a:rPr lang="en-US" sz="2900" b="1" dirty="0" err="1">
                <a:solidFill>
                  <a:schemeClr val="tx1"/>
                </a:solidFill>
                <a:ea typeface="Calibri"/>
                <a:cs typeface="Calibri"/>
              </a:rPr>
              <a:t>Bodt</a:t>
            </a:r>
            <a:br>
              <a:rPr lang="en-US" sz="2900" dirty="0">
                <a:solidFill>
                  <a:schemeClr val="tx1"/>
                </a:solidFill>
                <a:ea typeface="Calibri"/>
                <a:cs typeface="Calibri"/>
              </a:rPr>
            </a:br>
            <a:r>
              <a:rPr lang="en-US" sz="2900" dirty="0">
                <a:solidFill>
                  <a:schemeClr val="tx1"/>
                </a:solidFill>
                <a:ea typeface="Calibri"/>
                <a:cs typeface="Calibri"/>
              </a:rPr>
              <a:t>NHH (Norwegian School of Economics) and Caltech</a:t>
            </a:r>
          </a:p>
          <a:p>
            <a:br>
              <a:rPr lang="en-US" sz="2900" dirty="0">
                <a:solidFill>
                  <a:schemeClr val="tx1"/>
                </a:solidFill>
                <a:ea typeface="Calibri"/>
                <a:cs typeface="Calibri"/>
              </a:rPr>
            </a:br>
            <a:r>
              <a:rPr lang="en-US" sz="2900" b="1" dirty="0">
                <a:solidFill>
                  <a:schemeClr val="tx1"/>
                </a:solidFill>
                <a:ea typeface="Calibri"/>
                <a:cs typeface="Calibri"/>
              </a:rPr>
              <a:t>Jarrad Harford</a:t>
            </a:r>
            <a:br>
              <a:rPr lang="en-US" sz="2900" b="1" dirty="0">
                <a:ea typeface="Calibri"/>
                <a:cs typeface="Calibri"/>
              </a:rPr>
            </a:br>
            <a:r>
              <a:rPr lang="en-US" sz="2900" dirty="0">
                <a:solidFill>
                  <a:schemeClr val="tx1"/>
                </a:solidFill>
                <a:ea typeface="Calibri"/>
                <a:cs typeface="Calibri"/>
              </a:rPr>
              <a:t>Foster School of Business at the University of Washington China</a:t>
            </a:r>
          </a:p>
          <a:p>
            <a:r>
              <a:rPr lang="en-US" sz="2900" dirty="0">
                <a:solidFill>
                  <a:schemeClr val="tx1"/>
                </a:solidFill>
                <a:ea typeface="Calibri"/>
                <a:cs typeface="Calibri"/>
              </a:rPr>
              <a:t>Institute of Economics and Finance, Fudan University, and ECGI</a:t>
            </a:r>
            <a:endParaRPr lang="en-US" sz="2900" dirty="0">
              <a:solidFill>
                <a:srgbClr val="000000"/>
              </a:solidFill>
              <a:ea typeface="Calibri"/>
              <a:cs typeface="Times New Roman"/>
            </a:endParaRP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1600" dirty="0"/>
              <a:t>Does international trade (the flow of goods and services between countries) help spread merger waves across borders?</a:t>
            </a:r>
            <a:endParaRPr lang="en-US" sz="2800" dirty="0">
              <a:ea typeface="Calibri"/>
              <a:cs typeface="Times New Roman"/>
            </a:endParaRP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895927"/>
            <a:ext cx="8229600" cy="3715416"/>
          </a:xfrm>
        </p:spPr>
        <p:txBody>
          <a:bodyPr vert="horz" lIns="91440" tIns="45720" rIns="91440" bIns="45720" rtlCol="0" anchor="t">
            <a:noAutofit/>
          </a:bodyPr>
          <a:lstStyle/>
          <a:p>
            <a:pPr marL="342900" lvl="1" indent="-342900">
              <a:buFont typeface="Arial"/>
              <a:buChar char="•"/>
            </a:pPr>
            <a:r>
              <a:rPr lang="en-US" sz="2000" dirty="0">
                <a:ea typeface="+mn-lt"/>
                <a:cs typeface="+mn-lt"/>
              </a:rPr>
              <a:t>Cross-border mergers: Rossi and </a:t>
            </a:r>
            <a:r>
              <a:rPr lang="en-US" sz="2000" dirty="0" err="1">
                <a:ea typeface="+mn-lt"/>
                <a:cs typeface="+mn-lt"/>
              </a:rPr>
              <a:t>Volpin</a:t>
            </a:r>
            <a:r>
              <a:rPr lang="en-US" sz="2000" dirty="0">
                <a:ea typeface="+mn-lt"/>
                <a:cs typeface="+mn-lt"/>
              </a:rPr>
              <a:t> (2004) show that cross-border acquisitions are influenced by firm productivity, local financial conditions, and geographical proximity.</a:t>
            </a:r>
          </a:p>
          <a:p>
            <a:pPr marL="342900" lvl="1" indent="-342900">
              <a:buFont typeface="Arial"/>
              <a:buChar char="•"/>
            </a:pPr>
            <a:r>
              <a:rPr lang="en-US" sz="2000" dirty="0">
                <a:ea typeface="+mn-lt"/>
                <a:cs typeface="+mn-lt"/>
              </a:rPr>
              <a:t>Role of Trade and Culture: Ahern et al. (2015) emphasize that cultural factors and specific industry-level trade relationships significantly influence domestic and international mergers.</a:t>
            </a:r>
          </a:p>
          <a:p>
            <a:pPr marL="342900" lvl="1" indent="-342900">
              <a:buFont typeface="Arial"/>
              <a:buChar char="•"/>
            </a:pPr>
            <a:r>
              <a:rPr lang="en-US" sz="2000" dirty="0">
                <a:ea typeface="+mn-lt"/>
                <a:cs typeface="+mn-lt"/>
              </a:rPr>
              <a:t>M&amp;A Network Effects: Previous research by Ahern and Harford (2014) reveals that industry-level trade networks play a crucial role in domestic U.S. merger activities.</a:t>
            </a:r>
            <a:endParaRPr lang="en-US" sz="2000" dirty="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lstStyle/>
          <a:p>
            <a:r>
              <a:rPr lang="en-US" dirty="0"/>
              <a:t>The paper suggests that </a:t>
            </a:r>
            <a:r>
              <a:rPr lang="en-US" b="1" dirty="0"/>
              <a:t>international trade relationships act as a transmission channel</a:t>
            </a:r>
            <a:r>
              <a:rPr lang="en-US" dirty="0"/>
              <a:t> for mergers.</a:t>
            </a:r>
          </a:p>
        </p:txBody>
      </p:sp>
    </p:spTree>
    <p:extLst>
      <p:ext uri="{BB962C8B-B14F-4D97-AF65-F5344CB8AC3E}">
        <p14:creationId xmlns:p14="http://schemas.microsoft.com/office/powerpoint/2010/main" val="399648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CD4B-C4C6-9D72-EEB6-51AD7218BC16}"/>
              </a:ext>
            </a:extLst>
          </p:cNvPr>
          <p:cNvSpPr>
            <a:spLocks noGrp="1"/>
          </p:cNvSpPr>
          <p:nvPr>
            <p:ph type="title"/>
          </p:nvPr>
        </p:nvSpPr>
        <p:spPr/>
        <p:txBody>
          <a:bodyPr/>
          <a:lstStyle/>
          <a:p>
            <a:r>
              <a:rPr lang="en-US" dirty="0"/>
              <a:t>Key Metrics</a:t>
            </a:r>
          </a:p>
        </p:txBody>
      </p:sp>
      <p:sp>
        <p:nvSpPr>
          <p:cNvPr id="3" name="Content Placeholder 2">
            <a:extLst>
              <a:ext uri="{FF2B5EF4-FFF2-40B4-BE49-F238E27FC236}">
                <a16:creationId xmlns:a16="http://schemas.microsoft.com/office/drawing/2014/main" id="{EAB73B4E-31D4-F34C-B410-EB6A2B8EEEC3}"/>
              </a:ext>
            </a:extLst>
          </p:cNvPr>
          <p:cNvSpPr>
            <a:spLocks noGrp="1"/>
          </p:cNvSpPr>
          <p:nvPr>
            <p:ph idx="1"/>
          </p:nvPr>
        </p:nvSpPr>
        <p:spPr/>
        <p:txBody>
          <a:bodyPr>
            <a:normAutofit/>
          </a:bodyPr>
          <a:lstStyle/>
          <a:p>
            <a:r>
              <a:rPr lang="en-US" sz="2400" b="1" dirty="0"/>
              <a:t>Trade-Weighted Merger Activity (Connected M&amp;A)</a:t>
            </a:r>
            <a:r>
              <a:rPr lang="en-US" sz="2400" dirty="0"/>
              <a:t>:</a:t>
            </a:r>
            <a:br>
              <a:rPr lang="en-US" sz="2400" dirty="0"/>
            </a:br>
            <a:r>
              <a:rPr lang="en-US" sz="2400" dirty="0"/>
              <a:t>This is a </a:t>
            </a:r>
            <a:r>
              <a:rPr lang="en-US" sz="2400" b="1" dirty="0"/>
              <a:t>new measure</a:t>
            </a:r>
            <a:r>
              <a:rPr lang="en-US" sz="2400" dirty="0"/>
              <a:t> the authors use to see how much a country’s merger activity is influenced by </a:t>
            </a:r>
            <a:r>
              <a:rPr lang="en-US" sz="2400" b="1" dirty="0"/>
              <a:t>the merger activity of its trade partners</a:t>
            </a:r>
            <a:r>
              <a:rPr lang="en-US" sz="2400" dirty="0"/>
              <a:t>. They do this by "weighting" (or adjusting) the merger activity in other countries based on how much those countries </a:t>
            </a:r>
            <a:r>
              <a:rPr lang="en-US" sz="2400" b="1" dirty="0"/>
              <a:t>trade with the country being studied</a:t>
            </a:r>
            <a:r>
              <a:rPr lang="en-US" sz="2400" dirty="0"/>
              <a:t>.</a:t>
            </a:r>
          </a:p>
          <a:p>
            <a:endParaRPr lang="en-US" sz="2400" dirty="0"/>
          </a:p>
        </p:txBody>
      </p:sp>
    </p:spTree>
    <p:extLst>
      <p:ext uri="{BB962C8B-B14F-4D97-AF65-F5344CB8AC3E}">
        <p14:creationId xmlns:p14="http://schemas.microsoft.com/office/powerpoint/2010/main" val="144076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999C3-4735-9241-0B96-77B1B11EB2E2}"/>
              </a:ext>
            </a:extLst>
          </p:cNvPr>
          <p:cNvSpPr>
            <a:spLocks noGrp="1"/>
          </p:cNvSpPr>
          <p:nvPr>
            <p:ph type="title"/>
          </p:nvPr>
        </p:nvSpPr>
        <p:spPr/>
        <p:txBody>
          <a:bodyPr/>
          <a:lstStyle/>
          <a:p>
            <a:r>
              <a:rPr lang="en-US" dirty="0"/>
              <a:t>Key Metrics</a:t>
            </a:r>
          </a:p>
        </p:txBody>
      </p:sp>
      <p:sp>
        <p:nvSpPr>
          <p:cNvPr id="3" name="Content Placeholder 2">
            <a:extLst>
              <a:ext uri="{FF2B5EF4-FFF2-40B4-BE49-F238E27FC236}">
                <a16:creationId xmlns:a16="http://schemas.microsoft.com/office/drawing/2014/main" id="{A66BF309-4698-B5E5-F179-1EEB068D99BA}"/>
              </a:ext>
            </a:extLst>
          </p:cNvPr>
          <p:cNvSpPr>
            <a:spLocks noGrp="1"/>
          </p:cNvSpPr>
          <p:nvPr>
            <p:ph idx="1"/>
          </p:nvPr>
        </p:nvSpPr>
        <p:spPr/>
        <p:txBody>
          <a:bodyPr>
            <a:normAutofit/>
          </a:bodyPr>
          <a:lstStyle/>
          <a:p>
            <a:r>
              <a:rPr lang="en-US" sz="2400" b="1" dirty="0"/>
              <a:t>High M&amp;A State</a:t>
            </a:r>
            <a:r>
              <a:rPr lang="en-US" sz="2400" dirty="0"/>
              <a:t>:</a:t>
            </a:r>
            <a:br>
              <a:rPr lang="en-US" sz="2400" dirty="0"/>
            </a:br>
            <a:r>
              <a:rPr lang="en-US" sz="2400" dirty="0"/>
              <a:t>This is a term to indicate when the country is experiencing a </a:t>
            </a:r>
            <a:r>
              <a:rPr lang="en-US" sz="2400" b="1" dirty="0"/>
              <a:t>lot of mergers</a:t>
            </a:r>
            <a:r>
              <a:rPr lang="en-US" sz="2400" dirty="0"/>
              <a:t> at a given time. The paper divides merger activity into periods of high and low states. They are interested in predicting when a country will be in this </a:t>
            </a:r>
            <a:r>
              <a:rPr lang="en-US" sz="2400" b="1" dirty="0"/>
              <a:t>high state</a:t>
            </a:r>
            <a:r>
              <a:rPr lang="en-US" sz="2400" dirty="0"/>
              <a:t> based on what is happening in countries it trades with.</a:t>
            </a:r>
          </a:p>
        </p:txBody>
      </p:sp>
    </p:spTree>
    <p:extLst>
      <p:ext uri="{BB962C8B-B14F-4D97-AF65-F5344CB8AC3E}">
        <p14:creationId xmlns:p14="http://schemas.microsoft.com/office/powerpoint/2010/main" val="970083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p:txBody>
          <a:bodyPr>
            <a:normAutofit/>
          </a:bodyPr>
          <a:lstStyle/>
          <a:p>
            <a:r>
              <a:rPr lang="en-US" dirty="0"/>
              <a:t>Trade spreads merger waves. </a:t>
            </a:r>
          </a:p>
          <a:p>
            <a:r>
              <a:rPr lang="en-US" dirty="0"/>
              <a:t>Imports seem to drive this effect more than exports.</a:t>
            </a:r>
          </a:p>
          <a:p>
            <a:endParaRPr lang="en-US" dirty="0"/>
          </a:p>
        </p:txBody>
      </p:sp>
    </p:spTree>
    <p:extLst>
      <p:ext uri="{BB962C8B-B14F-4D97-AF65-F5344CB8AC3E}">
        <p14:creationId xmlns:p14="http://schemas.microsoft.com/office/powerpoint/2010/main" val="2280721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p:txBody>
          <a:bodyPr/>
          <a:lstStyle/>
          <a:p>
            <a:r>
              <a:rPr lang="en-US" dirty="0"/>
              <a:t>The trade data comes from the UN </a:t>
            </a:r>
            <a:r>
              <a:rPr lang="en-US" dirty="0" err="1"/>
              <a:t>ComTrade</a:t>
            </a:r>
            <a:r>
              <a:rPr lang="en-US" dirty="0"/>
              <a:t> database</a:t>
            </a:r>
          </a:p>
          <a:p>
            <a:r>
              <a:rPr lang="en-US" dirty="0"/>
              <a:t>Merger data comes from Thomson </a:t>
            </a:r>
            <a:r>
              <a:rPr lang="en-US" dirty="0" err="1"/>
              <a:t>Financial’s</a:t>
            </a:r>
            <a:r>
              <a:rPr lang="en-US" dirty="0"/>
              <a:t> SDC data set</a:t>
            </a:r>
          </a:p>
          <a:p>
            <a:r>
              <a:rPr lang="en-US" dirty="0"/>
              <a:t>Control variables from </a:t>
            </a:r>
            <a:r>
              <a:rPr lang="en-US" dirty="0" err="1"/>
              <a:t>Datastream</a:t>
            </a:r>
            <a:r>
              <a:rPr lang="en-US" dirty="0"/>
              <a:t> database</a:t>
            </a:r>
          </a:p>
        </p:txBody>
      </p:sp>
    </p:spTree>
    <p:extLst>
      <p:ext uri="{BB962C8B-B14F-4D97-AF65-F5344CB8AC3E}">
        <p14:creationId xmlns:p14="http://schemas.microsoft.com/office/powerpoint/2010/main" val="102931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70624"/>
            <a:ext cx="9177086" cy="857250"/>
          </a:xfrm>
          <a:ln>
            <a:solidFill>
              <a:srgbClr val="4472C4"/>
            </a:solidFill>
          </a:ln>
        </p:spPr>
        <p:txBody>
          <a:bodyPr>
            <a:noAutofit/>
          </a:bodyPr>
          <a:lstStyle/>
          <a:p>
            <a:r>
              <a:rPr lang="en-US" sz="2800"/>
              <a:t>Table 1 – Summary Statistics</a:t>
            </a:r>
            <a:endParaRPr lang="en-US" sz="2800">
              <a:ea typeface="Calibri"/>
              <a:cs typeface="Calibri"/>
            </a:endParaRPr>
          </a:p>
        </p:txBody>
      </p:sp>
      <p:sp>
        <p:nvSpPr>
          <p:cNvPr id="5" name="Rectangle 4">
            <a:extLst>
              <a:ext uri="{FF2B5EF4-FFF2-40B4-BE49-F238E27FC236}">
                <a16:creationId xmlns:a16="http://schemas.microsoft.com/office/drawing/2014/main" id="{BB3E50EF-061C-13A1-7541-C8A2B27147B1}"/>
              </a:ext>
            </a:extLst>
          </p:cNvPr>
          <p:cNvSpPr/>
          <p:nvPr/>
        </p:nvSpPr>
        <p:spPr>
          <a:xfrm>
            <a:off x="2848086" y="2277030"/>
            <a:ext cx="669868" cy="1639526"/>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DC18066B-9B2A-F3F3-B349-574576A5BD8D}"/>
              </a:ext>
            </a:extLst>
          </p:cNvPr>
          <p:cNvPicPr>
            <a:picLocks noGrp="1" noChangeAspect="1"/>
          </p:cNvPicPr>
          <p:nvPr>
            <p:ph idx="1"/>
          </p:nvPr>
        </p:nvPicPr>
        <p:blipFill>
          <a:blip r:embed="rId3"/>
          <a:stretch>
            <a:fillRect/>
          </a:stretch>
        </p:blipFill>
        <p:spPr>
          <a:xfrm>
            <a:off x="1245489" y="999428"/>
            <a:ext cx="6653022" cy="3394075"/>
          </a:xfrm>
        </p:spPr>
      </p:pic>
    </p:spTree>
    <p:extLst>
      <p:ext uri="{BB962C8B-B14F-4D97-AF65-F5344CB8AC3E}">
        <p14:creationId xmlns:p14="http://schemas.microsoft.com/office/powerpoint/2010/main" val="1660926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3459"/>
            <a:ext cx="9177086" cy="857250"/>
          </a:xfrm>
        </p:spPr>
        <p:txBody>
          <a:bodyPr>
            <a:noAutofit/>
          </a:bodyPr>
          <a:lstStyle/>
          <a:p>
            <a:r>
              <a:rPr lang="en-US" sz="2800"/>
              <a:t>Table 1 – Summary Statistics</a:t>
            </a:r>
            <a:endParaRPr lang="en-US" sz="2800">
              <a:ea typeface="Calibri"/>
              <a:cs typeface="Calibri"/>
            </a:endParaRPr>
          </a:p>
        </p:txBody>
      </p:sp>
      <p:sp>
        <p:nvSpPr>
          <p:cNvPr id="3" name="Rectangle 2">
            <a:extLst>
              <a:ext uri="{FF2B5EF4-FFF2-40B4-BE49-F238E27FC236}">
                <a16:creationId xmlns:a16="http://schemas.microsoft.com/office/drawing/2014/main" id="{F03E9BE1-FAA9-3C5B-1284-A981FA8C645D}"/>
              </a:ext>
            </a:extLst>
          </p:cNvPr>
          <p:cNvSpPr/>
          <p:nvPr/>
        </p:nvSpPr>
        <p:spPr>
          <a:xfrm>
            <a:off x="2919330" y="1542504"/>
            <a:ext cx="1449676" cy="543547"/>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3B25099C-4BD1-E071-C1DC-C1C7DB9DF523}"/>
              </a:ext>
            </a:extLst>
          </p:cNvPr>
          <p:cNvPicPr>
            <a:picLocks noGrp="1" noChangeAspect="1"/>
          </p:cNvPicPr>
          <p:nvPr>
            <p:ph idx="1"/>
          </p:nvPr>
        </p:nvPicPr>
        <p:blipFill>
          <a:blip r:embed="rId3"/>
          <a:stretch>
            <a:fillRect/>
          </a:stretch>
        </p:blipFill>
        <p:spPr>
          <a:xfrm>
            <a:off x="1243471" y="702061"/>
            <a:ext cx="6657058" cy="4275031"/>
          </a:xfrm>
        </p:spPr>
      </p:pic>
    </p:spTree>
    <p:extLst>
      <p:ext uri="{BB962C8B-B14F-4D97-AF65-F5344CB8AC3E}">
        <p14:creationId xmlns:p14="http://schemas.microsoft.com/office/powerpoint/2010/main" val="1898961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DC14-03AD-E880-1939-2FC3A8E563AB}"/>
              </a:ext>
            </a:extLst>
          </p:cNvPr>
          <p:cNvSpPr>
            <a:spLocks noGrp="1"/>
          </p:cNvSpPr>
          <p:nvPr>
            <p:ph type="title"/>
          </p:nvPr>
        </p:nvSpPr>
        <p:spPr/>
        <p:txBody>
          <a:bodyPr>
            <a:normAutofit/>
          </a:bodyPr>
          <a:lstStyle/>
          <a:p>
            <a:r>
              <a:rPr lang="en-US" dirty="0"/>
              <a:t>Cross-Border Mergers</a:t>
            </a:r>
          </a:p>
        </p:txBody>
      </p:sp>
      <p:pic>
        <p:nvPicPr>
          <p:cNvPr id="5" name="Content Placeholder 4">
            <a:extLst>
              <a:ext uri="{FF2B5EF4-FFF2-40B4-BE49-F238E27FC236}">
                <a16:creationId xmlns:a16="http://schemas.microsoft.com/office/drawing/2014/main" id="{AAA68EFD-8A72-8647-90D2-C803B932A58C}"/>
              </a:ext>
            </a:extLst>
          </p:cNvPr>
          <p:cNvPicPr>
            <a:picLocks noGrp="1" noChangeAspect="1"/>
          </p:cNvPicPr>
          <p:nvPr>
            <p:ph idx="1"/>
          </p:nvPr>
        </p:nvPicPr>
        <p:blipFill>
          <a:blip r:embed="rId3"/>
          <a:stretch>
            <a:fillRect/>
          </a:stretch>
        </p:blipFill>
        <p:spPr>
          <a:xfrm>
            <a:off x="1872361" y="985919"/>
            <a:ext cx="5399277" cy="4011075"/>
          </a:xfrm>
        </p:spPr>
      </p:pic>
    </p:spTree>
    <p:extLst>
      <p:ext uri="{BB962C8B-B14F-4D97-AF65-F5344CB8AC3E}">
        <p14:creationId xmlns:p14="http://schemas.microsoft.com/office/powerpoint/2010/main" val="1428198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C1ADC-BDAB-75E3-ABA1-DF111B6C58E5}"/>
              </a:ext>
            </a:extLst>
          </p:cNvPr>
          <p:cNvSpPr>
            <a:spLocks noGrp="1"/>
          </p:cNvSpPr>
          <p:nvPr>
            <p:ph type="title"/>
          </p:nvPr>
        </p:nvSpPr>
        <p:spPr>
          <a:xfrm>
            <a:off x="457200" y="205979"/>
            <a:ext cx="3349083" cy="4090958"/>
          </a:xfrm>
        </p:spPr>
        <p:txBody>
          <a:bodyPr/>
          <a:lstStyle/>
          <a:p>
            <a:r>
              <a:rPr lang="en-US" dirty="0"/>
              <a:t>Export Network – All countries</a:t>
            </a:r>
          </a:p>
        </p:txBody>
      </p:sp>
      <p:pic>
        <p:nvPicPr>
          <p:cNvPr id="13" name="Picture 12">
            <a:extLst>
              <a:ext uri="{FF2B5EF4-FFF2-40B4-BE49-F238E27FC236}">
                <a16:creationId xmlns:a16="http://schemas.microsoft.com/office/drawing/2014/main" id="{68E54307-5342-D917-9AAF-742650BF19AB}"/>
              </a:ext>
            </a:extLst>
          </p:cNvPr>
          <p:cNvPicPr>
            <a:picLocks noChangeAspect="1"/>
          </p:cNvPicPr>
          <p:nvPr/>
        </p:nvPicPr>
        <p:blipFill>
          <a:blip r:embed="rId2"/>
          <a:stretch>
            <a:fillRect/>
          </a:stretch>
        </p:blipFill>
        <p:spPr>
          <a:xfrm>
            <a:off x="4029307" y="-1094"/>
            <a:ext cx="5114693" cy="5205001"/>
          </a:xfrm>
          <a:prstGeom prst="rect">
            <a:avLst/>
          </a:prstGeom>
        </p:spPr>
      </p:pic>
    </p:spTree>
    <p:extLst>
      <p:ext uri="{BB962C8B-B14F-4D97-AF65-F5344CB8AC3E}">
        <p14:creationId xmlns:p14="http://schemas.microsoft.com/office/powerpoint/2010/main" val="860338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6644F-1701-2EBC-ECE6-BBE2C5E0D9EC}"/>
              </a:ext>
            </a:extLst>
          </p:cNvPr>
          <p:cNvSpPr>
            <a:spLocks noGrp="1"/>
          </p:cNvSpPr>
          <p:nvPr>
            <p:ph type="title"/>
          </p:nvPr>
        </p:nvSpPr>
        <p:spPr>
          <a:xfrm>
            <a:off x="-57615" y="1276496"/>
            <a:ext cx="4518102" cy="857250"/>
          </a:xfrm>
        </p:spPr>
        <p:txBody>
          <a:bodyPr>
            <a:normAutofit fontScale="90000"/>
          </a:bodyPr>
          <a:lstStyle/>
          <a:p>
            <a:r>
              <a:rPr lang="en-US" dirty="0"/>
              <a:t>Network of Top 15 Most Central Countries – Exports</a:t>
            </a:r>
          </a:p>
        </p:txBody>
      </p:sp>
      <p:pic>
        <p:nvPicPr>
          <p:cNvPr id="5" name="Content Placeholder 4">
            <a:extLst>
              <a:ext uri="{FF2B5EF4-FFF2-40B4-BE49-F238E27FC236}">
                <a16:creationId xmlns:a16="http://schemas.microsoft.com/office/drawing/2014/main" id="{210B448B-FACF-2129-CC2A-CE008B8D0586}"/>
              </a:ext>
            </a:extLst>
          </p:cNvPr>
          <p:cNvPicPr>
            <a:picLocks noGrp="1" noChangeAspect="1"/>
          </p:cNvPicPr>
          <p:nvPr>
            <p:ph idx="1"/>
          </p:nvPr>
        </p:nvPicPr>
        <p:blipFill>
          <a:blip r:embed="rId2"/>
          <a:stretch>
            <a:fillRect/>
          </a:stretch>
        </p:blipFill>
        <p:spPr>
          <a:xfrm>
            <a:off x="4173365" y="87321"/>
            <a:ext cx="4680703" cy="5010655"/>
          </a:xfrm>
        </p:spPr>
      </p:pic>
    </p:spTree>
    <p:extLst>
      <p:ext uri="{BB962C8B-B14F-4D97-AF65-F5344CB8AC3E}">
        <p14:creationId xmlns:p14="http://schemas.microsoft.com/office/powerpoint/2010/main" val="3276081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EDE90-97B5-06A3-4A25-B809100096B2}"/>
              </a:ext>
            </a:extLst>
          </p:cNvPr>
          <p:cNvSpPr>
            <a:spLocks noGrp="1"/>
          </p:cNvSpPr>
          <p:nvPr>
            <p:ph type="title"/>
          </p:nvPr>
        </p:nvSpPr>
        <p:spPr>
          <a:xfrm>
            <a:off x="457200" y="205978"/>
            <a:ext cx="3468029" cy="4239641"/>
          </a:xfrm>
        </p:spPr>
        <p:txBody>
          <a:bodyPr/>
          <a:lstStyle/>
          <a:p>
            <a:r>
              <a:rPr lang="en-US" dirty="0"/>
              <a:t>Merger Network</a:t>
            </a:r>
          </a:p>
        </p:txBody>
      </p:sp>
      <p:pic>
        <p:nvPicPr>
          <p:cNvPr id="5" name="Picture 4">
            <a:extLst>
              <a:ext uri="{FF2B5EF4-FFF2-40B4-BE49-F238E27FC236}">
                <a16:creationId xmlns:a16="http://schemas.microsoft.com/office/drawing/2014/main" id="{A79E8B15-96DC-89B8-D4EC-EDAA1C9658C7}"/>
              </a:ext>
            </a:extLst>
          </p:cNvPr>
          <p:cNvPicPr>
            <a:picLocks noChangeAspect="1"/>
          </p:cNvPicPr>
          <p:nvPr/>
        </p:nvPicPr>
        <p:blipFill>
          <a:blip r:embed="rId2"/>
          <a:stretch>
            <a:fillRect/>
          </a:stretch>
        </p:blipFill>
        <p:spPr>
          <a:xfrm>
            <a:off x="4235771" y="0"/>
            <a:ext cx="4908229" cy="5143500"/>
          </a:xfrm>
          <a:prstGeom prst="rect">
            <a:avLst/>
          </a:prstGeom>
        </p:spPr>
      </p:pic>
    </p:spTree>
    <p:extLst>
      <p:ext uri="{BB962C8B-B14F-4D97-AF65-F5344CB8AC3E}">
        <p14:creationId xmlns:p14="http://schemas.microsoft.com/office/powerpoint/2010/main" val="3723503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93B06-1BFD-7D4D-01BE-676F8D53CA06}"/>
              </a:ext>
            </a:extLst>
          </p:cNvPr>
          <p:cNvSpPr>
            <a:spLocks noGrp="1"/>
          </p:cNvSpPr>
          <p:nvPr>
            <p:ph type="title"/>
          </p:nvPr>
        </p:nvSpPr>
        <p:spPr>
          <a:xfrm>
            <a:off x="457200" y="205979"/>
            <a:ext cx="2397512" cy="3919972"/>
          </a:xfrm>
        </p:spPr>
        <p:txBody>
          <a:bodyPr/>
          <a:lstStyle/>
          <a:p>
            <a:r>
              <a:rPr lang="en-US" dirty="0"/>
              <a:t>Table 2 – Network Centrality</a:t>
            </a:r>
          </a:p>
        </p:txBody>
      </p:sp>
      <p:pic>
        <p:nvPicPr>
          <p:cNvPr id="5" name="Content Placeholder 4">
            <a:extLst>
              <a:ext uri="{FF2B5EF4-FFF2-40B4-BE49-F238E27FC236}">
                <a16:creationId xmlns:a16="http://schemas.microsoft.com/office/drawing/2014/main" id="{69AAFD9F-BC5C-B1DE-298E-A6B01EBB76C0}"/>
              </a:ext>
            </a:extLst>
          </p:cNvPr>
          <p:cNvPicPr>
            <a:picLocks noGrp="1" noChangeAspect="1"/>
          </p:cNvPicPr>
          <p:nvPr>
            <p:ph idx="1"/>
          </p:nvPr>
        </p:nvPicPr>
        <p:blipFill>
          <a:blip r:embed="rId3"/>
          <a:stretch>
            <a:fillRect/>
          </a:stretch>
        </p:blipFill>
        <p:spPr>
          <a:xfrm>
            <a:off x="3685217" y="99897"/>
            <a:ext cx="5147627" cy="4739733"/>
          </a:xfrm>
        </p:spPr>
      </p:pic>
    </p:spTree>
    <p:extLst>
      <p:ext uri="{BB962C8B-B14F-4D97-AF65-F5344CB8AC3E}">
        <p14:creationId xmlns:p14="http://schemas.microsoft.com/office/powerpoint/2010/main" val="2326075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3FFE8-AB05-70D0-932A-E4F3B92E61C6}"/>
              </a:ext>
            </a:extLst>
          </p:cNvPr>
          <p:cNvSpPr>
            <a:spLocks noGrp="1"/>
          </p:cNvSpPr>
          <p:nvPr>
            <p:ph type="title"/>
          </p:nvPr>
        </p:nvSpPr>
        <p:spPr/>
        <p:txBody>
          <a:bodyPr/>
          <a:lstStyle/>
          <a:p>
            <a:r>
              <a:rPr lang="en-US" dirty="0"/>
              <a:t>Empirical Design</a:t>
            </a:r>
          </a:p>
        </p:txBody>
      </p:sp>
      <p:pic>
        <p:nvPicPr>
          <p:cNvPr id="7" name="Content Placeholder 6">
            <a:extLst>
              <a:ext uri="{FF2B5EF4-FFF2-40B4-BE49-F238E27FC236}">
                <a16:creationId xmlns:a16="http://schemas.microsoft.com/office/drawing/2014/main" id="{C37F95F5-9B91-168B-4AD6-5674FFABC627}"/>
              </a:ext>
            </a:extLst>
          </p:cNvPr>
          <p:cNvPicPr>
            <a:picLocks noGrp="1" noChangeAspect="1"/>
          </p:cNvPicPr>
          <p:nvPr>
            <p:ph idx="1"/>
          </p:nvPr>
        </p:nvPicPr>
        <p:blipFill>
          <a:blip r:embed="rId3"/>
          <a:stretch>
            <a:fillRect/>
          </a:stretch>
        </p:blipFill>
        <p:spPr>
          <a:xfrm>
            <a:off x="1177222" y="1804546"/>
            <a:ext cx="6332771" cy="1202210"/>
          </a:xfrm>
        </p:spPr>
      </p:pic>
    </p:spTree>
    <p:extLst>
      <p:ext uri="{BB962C8B-B14F-4D97-AF65-F5344CB8AC3E}">
        <p14:creationId xmlns:p14="http://schemas.microsoft.com/office/powerpoint/2010/main" val="334157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7F25B-39FC-20D1-6335-C39AAFAB5184}"/>
              </a:ext>
            </a:extLst>
          </p:cNvPr>
          <p:cNvSpPr>
            <a:spLocks noGrp="1"/>
          </p:cNvSpPr>
          <p:nvPr>
            <p:ph type="title"/>
          </p:nvPr>
        </p:nvSpPr>
        <p:spPr/>
        <p:txBody>
          <a:bodyPr/>
          <a:lstStyle/>
          <a:p>
            <a:r>
              <a:rPr lang="en-US" dirty="0"/>
              <a:t>Empirical Design</a:t>
            </a:r>
          </a:p>
        </p:txBody>
      </p:sp>
      <p:sp>
        <p:nvSpPr>
          <p:cNvPr id="3" name="Content Placeholder 2">
            <a:extLst>
              <a:ext uri="{FF2B5EF4-FFF2-40B4-BE49-F238E27FC236}">
                <a16:creationId xmlns:a16="http://schemas.microsoft.com/office/drawing/2014/main" id="{4EAD1168-00B0-0443-C01F-5095AA971DF7}"/>
              </a:ext>
            </a:extLst>
          </p:cNvPr>
          <p:cNvSpPr>
            <a:spLocks noGrp="1"/>
          </p:cNvSpPr>
          <p:nvPr>
            <p:ph idx="1"/>
          </p:nvPr>
        </p:nvSpPr>
        <p:spPr/>
        <p:txBody>
          <a:bodyPr/>
          <a:lstStyle/>
          <a:p>
            <a:r>
              <a:rPr lang="en-US" dirty="0"/>
              <a:t>4 Different measures of Connected M&amp;A </a:t>
            </a:r>
          </a:p>
        </p:txBody>
      </p:sp>
      <p:pic>
        <p:nvPicPr>
          <p:cNvPr id="5" name="Picture 4">
            <a:extLst>
              <a:ext uri="{FF2B5EF4-FFF2-40B4-BE49-F238E27FC236}">
                <a16:creationId xmlns:a16="http://schemas.microsoft.com/office/drawing/2014/main" id="{DBE30979-CAD7-9454-8DC4-1118EA041F5D}"/>
              </a:ext>
            </a:extLst>
          </p:cNvPr>
          <p:cNvPicPr>
            <a:picLocks noChangeAspect="1"/>
          </p:cNvPicPr>
          <p:nvPr/>
        </p:nvPicPr>
        <p:blipFill>
          <a:blip r:embed="rId2"/>
          <a:stretch>
            <a:fillRect/>
          </a:stretch>
        </p:blipFill>
        <p:spPr>
          <a:xfrm>
            <a:off x="1618838" y="1936560"/>
            <a:ext cx="5906324" cy="2162477"/>
          </a:xfrm>
          <a:prstGeom prst="rect">
            <a:avLst/>
          </a:prstGeom>
        </p:spPr>
      </p:pic>
    </p:spTree>
    <p:extLst>
      <p:ext uri="{BB962C8B-B14F-4D97-AF65-F5344CB8AC3E}">
        <p14:creationId xmlns:p14="http://schemas.microsoft.com/office/powerpoint/2010/main" val="3473259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645F7-D9F6-ED6C-C17C-09E8879EA2B3}"/>
              </a:ext>
            </a:extLst>
          </p:cNvPr>
          <p:cNvSpPr>
            <a:spLocks noGrp="1"/>
          </p:cNvSpPr>
          <p:nvPr>
            <p:ph type="title"/>
          </p:nvPr>
        </p:nvSpPr>
        <p:spPr/>
        <p:txBody>
          <a:bodyPr/>
          <a:lstStyle/>
          <a:p>
            <a:r>
              <a:rPr lang="en-US" dirty="0"/>
              <a:t>Empirical Design</a:t>
            </a:r>
          </a:p>
        </p:txBody>
      </p:sp>
      <p:pic>
        <p:nvPicPr>
          <p:cNvPr id="5" name="Content Placeholder 4">
            <a:extLst>
              <a:ext uri="{FF2B5EF4-FFF2-40B4-BE49-F238E27FC236}">
                <a16:creationId xmlns:a16="http://schemas.microsoft.com/office/drawing/2014/main" id="{75224A64-196A-4C80-BBDB-EC065F36175B}"/>
              </a:ext>
            </a:extLst>
          </p:cNvPr>
          <p:cNvPicPr>
            <a:picLocks noGrp="1" noChangeAspect="1"/>
          </p:cNvPicPr>
          <p:nvPr>
            <p:ph idx="1"/>
          </p:nvPr>
        </p:nvPicPr>
        <p:blipFill>
          <a:blip r:embed="rId2"/>
          <a:stretch>
            <a:fillRect/>
          </a:stretch>
        </p:blipFill>
        <p:spPr>
          <a:xfrm>
            <a:off x="1017005" y="1504512"/>
            <a:ext cx="7109989" cy="1008230"/>
          </a:xfrm>
        </p:spPr>
      </p:pic>
    </p:spTree>
    <p:extLst>
      <p:ext uri="{BB962C8B-B14F-4D97-AF65-F5344CB8AC3E}">
        <p14:creationId xmlns:p14="http://schemas.microsoft.com/office/powerpoint/2010/main" val="2384560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51C4-5A95-282D-9958-DCBC1157F0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807E1E-246E-E567-EC78-8AC747B2667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9B45331-55E8-AB04-9DA7-2F114FE232F8}"/>
              </a:ext>
            </a:extLst>
          </p:cNvPr>
          <p:cNvPicPr>
            <a:picLocks noChangeAspect="1"/>
          </p:cNvPicPr>
          <p:nvPr/>
        </p:nvPicPr>
        <p:blipFill>
          <a:blip r:embed="rId3"/>
          <a:stretch>
            <a:fillRect/>
          </a:stretch>
        </p:blipFill>
        <p:spPr>
          <a:xfrm>
            <a:off x="1017355" y="146506"/>
            <a:ext cx="7292443" cy="4693359"/>
          </a:xfrm>
          <a:prstGeom prst="rect">
            <a:avLst/>
          </a:prstGeom>
        </p:spPr>
      </p:pic>
    </p:spTree>
    <p:extLst>
      <p:ext uri="{BB962C8B-B14F-4D97-AF65-F5344CB8AC3E}">
        <p14:creationId xmlns:p14="http://schemas.microsoft.com/office/powerpoint/2010/main" val="1662278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F9589-F8A8-4E34-DCBE-6D99C409E8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05F965-8394-294C-F95C-F4AEA040DEC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65C3469-F664-40C2-DF7B-11232858896B}"/>
              </a:ext>
            </a:extLst>
          </p:cNvPr>
          <p:cNvPicPr>
            <a:picLocks noChangeAspect="1"/>
          </p:cNvPicPr>
          <p:nvPr/>
        </p:nvPicPr>
        <p:blipFill>
          <a:blip r:embed="rId3"/>
          <a:stretch>
            <a:fillRect/>
          </a:stretch>
        </p:blipFill>
        <p:spPr>
          <a:xfrm>
            <a:off x="490040" y="239633"/>
            <a:ext cx="8163920" cy="4697888"/>
          </a:xfrm>
          <a:prstGeom prst="rect">
            <a:avLst/>
          </a:prstGeom>
        </p:spPr>
      </p:pic>
    </p:spTree>
    <p:extLst>
      <p:ext uri="{BB962C8B-B14F-4D97-AF65-F5344CB8AC3E}">
        <p14:creationId xmlns:p14="http://schemas.microsoft.com/office/powerpoint/2010/main" val="431004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A97B-08C9-C09B-50D3-F4FA7A465A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C8881A-9E4C-A91A-41B1-F627791F876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FA3BA12-11A3-919C-717B-3F2D19914EC3}"/>
              </a:ext>
            </a:extLst>
          </p:cNvPr>
          <p:cNvPicPr>
            <a:picLocks noChangeAspect="1"/>
          </p:cNvPicPr>
          <p:nvPr/>
        </p:nvPicPr>
        <p:blipFill>
          <a:blip r:embed="rId3"/>
          <a:stretch>
            <a:fillRect/>
          </a:stretch>
        </p:blipFill>
        <p:spPr>
          <a:xfrm>
            <a:off x="228600" y="499223"/>
            <a:ext cx="8686800" cy="4145053"/>
          </a:xfrm>
          <a:prstGeom prst="rect">
            <a:avLst/>
          </a:prstGeom>
        </p:spPr>
      </p:pic>
    </p:spTree>
    <p:extLst>
      <p:ext uri="{BB962C8B-B14F-4D97-AF65-F5344CB8AC3E}">
        <p14:creationId xmlns:p14="http://schemas.microsoft.com/office/powerpoint/2010/main" val="1034687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3F5E1-32E2-FDBD-D59C-14D61A5F08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8F261D-DC73-6322-A4F0-BF2E1D91B63E}"/>
              </a:ext>
            </a:extLst>
          </p:cNvPr>
          <p:cNvSpPr>
            <a:spLocks noGrp="1"/>
          </p:cNvSpPr>
          <p:nvPr>
            <p:ph idx="1"/>
          </p:nvPr>
        </p:nvSpPr>
        <p:spPr>
          <a:xfrm>
            <a:off x="741898" y="1430823"/>
            <a:ext cx="7609708" cy="2957821"/>
          </a:xfrm>
        </p:spPr>
        <p:txBody>
          <a:bodyPr/>
          <a:lstStyle/>
          <a:p>
            <a:endParaRPr lang="en-US"/>
          </a:p>
        </p:txBody>
      </p:sp>
      <p:pic>
        <p:nvPicPr>
          <p:cNvPr id="5" name="Picture 4">
            <a:extLst>
              <a:ext uri="{FF2B5EF4-FFF2-40B4-BE49-F238E27FC236}">
                <a16:creationId xmlns:a16="http://schemas.microsoft.com/office/drawing/2014/main" id="{1B00CE61-0FA2-8B54-F775-481C84EA1B3D}"/>
              </a:ext>
            </a:extLst>
          </p:cNvPr>
          <p:cNvPicPr>
            <a:picLocks noChangeAspect="1"/>
          </p:cNvPicPr>
          <p:nvPr/>
        </p:nvPicPr>
        <p:blipFill>
          <a:blip r:embed="rId2"/>
          <a:stretch>
            <a:fillRect/>
          </a:stretch>
        </p:blipFill>
        <p:spPr>
          <a:xfrm>
            <a:off x="457200" y="181454"/>
            <a:ext cx="8229600" cy="4756067"/>
          </a:xfrm>
          <a:prstGeom prst="rect">
            <a:avLst/>
          </a:prstGeom>
        </p:spPr>
      </p:pic>
    </p:spTree>
    <p:extLst>
      <p:ext uri="{BB962C8B-B14F-4D97-AF65-F5344CB8AC3E}">
        <p14:creationId xmlns:p14="http://schemas.microsoft.com/office/powerpoint/2010/main" val="1245753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C81C3-B2D3-60B5-446A-82CE4E344F8D}"/>
              </a:ext>
            </a:extLst>
          </p:cNvPr>
          <p:cNvSpPr>
            <a:spLocks noGrp="1"/>
          </p:cNvSpPr>
          <p:nvPr>
            <p:ph type="title"/>
          </p:nvPr>
        </p:nvSpPr>
        <p:spPr/>
        <p:txBody>
          <a:bodyPr/>
          <a:lstStyle/>
          <a:p>
            <a:r>
              <a:rPr lang="en-US" dirty="0"/>
              <a:t>Table 5 – Instrument Variables</a:t>
            </a:r>
          </a:p>
        </p:txBody>
      </p:sp>
      <p:sp>
        <p:nvSpPr>
          <p:cNvPr id="3" name="Content Placeholder 2">
            <a:extLst>
              <a:ext uri="{FF2B5EF4-FFF2-40B4-BE49-F238E27FC236}">
                <a16:creationId xmlns:a16="http://schemas.microsoft.com/office/drawing/2014/main" id="{AC30C2E7-4E41-F095-7352-D59E0E86F864}"/>
              </a:ext>
            </a:extLst>
          </p:cNvPr>
          <p:cNvSpPr>
            <a:spLocks noGrp="1"/>
          </p:cNvSpPr>
          <p:nvPr>
            <p:ph idx="1"/>
          </p:nvPr>
        </p:nvSpPr>
        <p:spPr/>
        <p:txBody>
          <a:bodyPr>
            <a:normAutofit/>
          </a:bodyPr>
          <a:lstStyle/>
          <a:p>
            <a:r>
              <a:rPr lang="en-US" sz="2400" dirty="0"/>
              <a:t>A 2SLS approach is taken. </a:t>
            </a:r>
          </a:p>
          <a:p>
            <a:r>
              <a:rPr lang="en-US" sz="2400" dirty="0"/>
              <a:t>The instruments are tariff cuts and trade sanctions</a:t>
            </a:r>
          </a:p>
        </p:txBody>
      </p:sp>
      <p:pic>
        <p:nvPicPr>
          <p:cNvPr id="5" name="Picture 4">
            <a:extLst>
              <a:ext uri="{FF2B5EF4-FFF2-40B4-BE49-F238E27FC236}">
                <a16:creationId xmlns:a16="http://schemas.microsoft.com/office/drawing/2014/main" id="{BC14AF75-AA07-DA4C-0FE5-803B08540400}"/>
              </a:ext>
            </a:extLst>
          </p:cNvPr>
          <p:cNvPicPr>
            <a:picLocks noChangeAspect="1"/>
          </p:cNvPicPr>
          <p:nvPr/>
        </p:nvPicPr>
        <p:blipFill>
          <a:blip r:embed="rId3"/>
          <a:stretch>
            <a:fillRect/>
          </a:stretch>
        </p:blipFill>
        <p:spPr>
          <a:xfrm>
            <a:off x="1665249" y="2203331"/>
            <a:ext cx="5688481" cy="2528214"/>
          </a:xfrm>
          <a:prstGeom prst="rect">
            <a:avLst/>
          </a:prstGeom>
        </p:spPr>
      </p:pic>
    </p:spTree>
    <p:extLst>
      <p:ext uri="{BB962C8B-B14F-4D97-AF65-F5344CB8AC3E}">
        <p14:creationId xmlns:p14="http://schemas.microsoft.com/office/powerpoint/2010/main" val="1560607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2FE3E-3FE8-1F9D-9175-C633E4F240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BDFF65-F55F-2C54-0EEA-F56FB0E437A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CA3FD44-49B6-E228-6F41-D3E043296CC4}"/>
              </a:ext>
            </a:extLst>
          </p:cNvPr>
          <p:cNvPicPr>
            <a:picLocks noChangeAspect="1"/>
          </p:cNvPicPr>
          <p:nvPr/>
        </p:nvPicPr>
        <p:blipFill>
          <a:blip r:embed="rId3"/>
          <a:stretch>
            <a:fillRect/>
          </a:stretch>
        </p:blipFill>
        <p:spPr>
          <a:xfrm>
            <a:off x="215147" y="338716"/>
            <a:ext cx="8713706" cy="4255907"/>
          </a:xfrm>
          <a:prstGeom prst="rect">
            <a:avLst/>
          </a:prstGeom>
        </p:spPr>
      </p:pic>
    </p:spTree>
    <p:extLst>
      <p:ext uri="{BB962C8B-B14F-4D97-AF65-F5344CB8AC3E}">
        <p14:creationId xmlns:p14="http://schemas.microsoft.com/office/powerpoint/2010/main" val="1258643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95B3-0C22-D3E8-8936-1DEC2FC8C97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A7B8DEE-7DCE-46D4-BF81-D6BD4C379E9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8E4EBE1-BE1E-7B67-2F34-1A38B290620C}"/>
              </a:ext>
            </a:extLst>
          </p:cNvPr>
          <p:cNvPicPr>
            <a:picLocks noChangeAspect="1"/>
          </p:cNvPicPr>
          <p:nvPr/>
        </p:nvPicPr>
        <p:blipFill>
          <a:blip r:embed="rId3"/>
          <a:stretch>
            <a:fillRect/>
          </a:stretch>
        </p:blipFill>
        <p:spPr>
          <a:xfrm>
            <a:off x="0" y="377360"/>
            <a:ext cx="9144000" cy="4388780"/>
          </a:xfrm>
          <a:prstGeom prst="rect">
            <a:avLst/>
          </a:prstGeom>
        </p:spPr>
      </p:pic>
    </p:spTree>
    <p:extLst>
      <p:ext uri="{BB962C8B-B14F-4D97-AF65-F5344CB8AC3E}">
        <p14:creationId xmlns:p14="http://schemas.microsoft.com/office/powerpoint/2010/main" val="593339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5FE34-DE11-E801-5FEE-4A10ACA3354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545D36F-A799-204C-B3CA-2BF518F707C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0C64A78-A7F7-B7D2-7FD1-D0D2AE5C8B52}"/>
              </a:ext>
            </a:extLst>
          </p:cNvPr>
          <p:cNvPicPr>
            <a:picLocks noChangeAspect="1"/>
          </p:cNvPicPr>
          <p:nvPr/>
        </p:nvPicPr>
        <p:blipFill>
          <a:blip r:embed="rId2"/>
          <a:stretch>
            <a:fillRect/>
          </a:stretch>
        </p:blipFill>
        <p:spPr>
          <a:xfrm>
            <a:off x="262252" y="310056"/>
            <a:ext cx="8619496" cy="3882801"/>
          </a:xfrm>
          <a:prstGeom prst="rect">
            <a:avLst/>
          </a:prstGeom>
        </p:spPr>
      </p:pic>
    </p:spTree>
    <p:extLst>
      <p:ext uri="{BB962C8B-B14F-4D97-AF65-F5344CB8AC3E}">
        <p14:creationId xmlns:p14="http://schemas.microsoft.com/office/powerpoint/2010/main" val="3920905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2633-F28F-084C-3ECB-CF4AFA23C40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35C3F3D-BD92-C62F-9EBE-E4F2A444F801}"/>
              </a:ext>
            </a:extLst>
          </p:cNvPr>
          <p:cNvPicPr>
            <a:picLocks noGrp="1" noChangeAspect="1"/>
          </p:cNvPicPr>
          <p:nvPr>
            <p:ph idx="1"/>
          </p:nvPr>
        </p:nvPicPr>
        <p:blipFill>
          <a:blip r:embed="rId3"/>
          <a:stretch>
            <a:fillRect/>
          </a:stretch>
        </p:blipFill>
        <p:spPr>
          <a:xfrm>
            <a:off x="176242" y="99897"/>
            <a:ext cx="8841377" cy="4859884"/>
          </a:xfrm>
        </p:spPr>
      </p:pic>
    </p:spTree>
    <p:extLst>
      <p:ext uri="{BB962C8B-B14F-4D97-AF65-F5344CB8AC3E}">
        <p14:creationId xmlns:p14="http://schemas.microsoft.com/office/powerpoint/2010/main" val="1763101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D4736-FC58-3954-E72C-99A4B4E965C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CA0C7AB-8A7E-8BB0-C0AA-46C5D056C958}"/>
              </a:ext>
            </a:extLst>
          </p:cNvPr>
          <p:cNvPicPr>
            <a:picLocks noGrp="1" noChangeAspect="1"/>
          </p:cNvPicPr>
          <p:nvPr>
            <p:ph idx="1"/>
          </p:nvPr>
        </p:nvPicPr>
        <p:blipFill>
          <a:blip r:embed="rId3"/>
          <a:stretch>
            <a:fillRect/>
          </a:stretch>
        </p:blipFill>
        <p:spPr>
          <a:xfrm>
            <a:off x="267286" y="205979"/>
            <a:ext cx="8609428" cy="4549145"/>
          </a:xfrm>
        </p:spPr>
      </p:pic>
    </p:spTree>
    <p:extLst>
      <p:ext uri="{BB962C8B-B14F-4D97-AF65-F5344CB8AC3E}">
        <p14:creationId xmlns:p14="http://schemas.microsoft.com/office/powerpoint/2010/main" val="7635802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9163-C7A5-A625-9311-07F3CF06A51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883D18E-CBBA-126F-CC91-7C48B999F9A4}"/>
              </a:ext>
            </a:extLst>
          </p:cNvPr>
          <p:cNvPicPr>
            <a:picLocks noGrp="1" noChangeAspect="1"/>
          </p:cNvPicPr>
          <p:nvPr>
            <p:ph idx="1"/>
          </p:nvPr>
        </p:nvPicPr>
        <p:blipFill>
          <a:blip r:embed="rId2"/>
          <a:stretch>
            <a:fillRect/>
          </a:stretch>
        </p:blipFill>
        <p:spPr>
          <a:xfrm>
            <a:off x="227223" y="548628"/>
            <a:ext cx="8689553" cy="3807782"/>
          </a:xfrm>
        </p:spPr>
      </p:pic>
    </p:spTree>
    <p:extLst>
      <p:ext uri="{BB962C8B-B14F-4D97-AF65-F5344CB8AC3E}">
        <p14:creationId xmlns:p14="http://schemas.microsoft.com/office/powerpoint/2010/main" val="2609087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890A-7048-84EC-C10B-BF766FD9C1C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86D8BBB-923F-93D9-50FE-CD41C822376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4A30C9A-77F0-8C00-0658-51B6CF229B5F}"/>
              </a:ext>
            </a:extLst>
          </p:cNvPr>
          <p:cNvPicPr>
            <a:picLocks noChangeAspect="1"/>
          </p:cNvPicPr>
          <p:nvPr/>
        </p:nvPicPr>
        <p:blipFill>
          <a:blip r:embed="rId3"/>
          <a:stretch>
            <a:fillRect/>
          </a:stretch>
        </p:blipFill>
        <p:spPr>
          <a:xfrm>
            <a:off x="150641" y="73092"/>
            <a:ext cx="8643953" cy="4465360"/>
          </a:xfrm>
          <a:prstGeom prst="rect">
            <a:avLst/>
          </a:prstGeom>
        </p:spPr>
      </p:pic>
    </p:spTree>
    <p:extLst>
      <p:ext uri="{BB962C8B-B14F-4D97-AF65-F5344CB8AC3E}">
        <p14:creationId xmlns:p14="http://schemas.microsoft.com/office/powerpoint/2010/main" val="1986511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9EC6122-06D1-638F-03C0-9292B33E6721}"/>
              </a:ext>
            </a:extLst>
          </p:cNvPr>
          <p:cNvSpPr>
            <a:spLocks noGrp="1"/>
          </p:cNvSpPr>
          <p:nvPr>
            <p:ph idx="1"/>
          </p:nvPr>
        </p:nvSpPr>
        <p:spPr/>
        <p:txBody>
          <a:bodyPr/>
          <a:lstStyle/>
          <a:p>
            <a:endParaRPr lang="en-US"/>
          </a:p>
        </p:txBody>
      </p:sp>
      <p:sp>
        <p:nvSpPr>
          <p:cNvPr id="9" name="Title 8">
            <a:extLst>
              <a:ext uri="{FF2B5EF4-FFF2-40B4-BE49-F238E27FC236}">
                <a16:creationId xmlns:a16="http://schemas.microsoft.com/office/drawing/2014/main" id="{C3763232-FEEF-0A85-3C9A-8B2585FC5FCB}"/>
              </a:ext>
            </a:extLst>
          </p:cNvPr>
          <p:cNvSpPr>
            <a:spLocks noGrp="1"/>
          </p:cNvSpPr>
          <p:nvPr>
            <p:ph type="title"/>
          </p:nvPr>
        </p:nvSpPr>
        <p:spPr/>
        <p:txBody>
          <a:bodyPr/>
          <a:lstStyle/>
          <a:p>
            <a:endParaRPr lang="en-US"/>
          </a:p>
        </p:txBody>
      </p:sp>
      <p:pic>
        <p:nvPicPr>
          <p:cNvPr id="11" name="Picture 10">
            <a:extLst>
              <a:ext uri="{FF2B5EF4-FFF2-40B4-BE49-F238E27FC236}">
                <a16:creationId xmlns:a16="http://schemas.microsoft.com/office/drawing/2014/main" id="{F6384CB4-B76C-3FD7-557F-92CC28996892}"/>
              </a:ext>
            </a:extLst>
          </p:cNvPr>
          <p:cNvPicPr>
            <a:picLocks noChangeAspect="1"/>
          </p:cNvPicPr>
          <p:nvPr/>
        </p:nvPicPr>
        <p:blipFill>
          <a:blip r:embed="rId3"/>
          <a:stretch>
            <a:fillRect/>
          </a:stretch>
        </p:blipFill>
        <p:spPr>
          <a:xfrm>
            <a:off x="1115844" y="300878"/>
            <a:ext cx="6912312" cy="4541743"/>
          </a:xfrm>
          <a:prstGeom prst="rect">
            <a:avLst/>
          </a:prstGeom>
        </p:spPr>
      </p:pic>
    </p:spTree>
    <p:extLst>
      <p:ext uri="{BB962C8B-B14F-4D97-AF65-F5344CB8AC3E}">
        <p14:creationId xmlns:p14="http://schemas.microsoft.com/office/powerpoint/2010/main" val="2371724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9EC6122-06D1-638F-03C0-9292B33E6721}"/>
              </a:ext>
            </a:extLst>
          </p:cNvPr>
          <p:cNvSpPr>
            <a:spLocks noGrp="1"/>
          </p:cNvSpPr>
          <p:nvPr>
            <p:ph idx="1"/>
          </p:nvPr>
        </p:nvSpPr>
        <p:spPr/>
        <p:txBody>
          <a:bodyPr/>
          <a:lstStyle/>
          <a:p>
            <a:endParaRPr lang="en-US"/>
          </a:p>
        </p:txBody>
      </p:sp>
      <p:sp>
        <p:nvSpPr>
          <p:cNvPr id="9" name="Title 8">
            <a:extLst>
              <a:ext uri="{FF2B5EF4-FFF2-40B4-BE49-F238E27FC236}">
                <a16:creationId xmlns:a16="http://schemas.microsoft.com/office/drawing/2014/main" id="{C3763232-FEEF-0A85-3C9A-8B2585FC5FCB}"/>
              </a:ext>
            </a:extLst>
          </p:cNvPr>
          <p:cNvSpPr>
            <a:spLocks noGrp="1"/>
          </p:cNvSpPr>
          <p:nvPr>
            <p:ph type="title"/>
          </p:nvPr>
        </p:nvSpPr>
        <p:spPr/>
        <p:txBody>
          <a:bodyPr/>
          <a:lstStyle/>
          <a:p>
            <a:endParaRPr lang="en-US" dirty="0"/>
          </a:p>
        </p:txBody>
      </p:sp>
      <p:pic>
        <p:nvPicPr>
          <p:cNvPr id="3" name="Picture 2">
            <a:extLst>
              <a:ext uri="{FF2B5EF4-FFF2-40B4-BE49-F238E27FC236}">
                <a16:creationId xmlns:a16="http://schemas.microsoft.com/office/drawing/2014/main" id="{025A3E5D-67CE-951A-0CB8-08A92417B5BE}"/>
              </a:ext>
            </a:extLst>
          </p:cNvPr>
          <p:cNvPicPr>
            <a:picLocks noChangeAspect="1"/>
          </p:cNvPicPr>
          <p:nvPr/>
        </p:nvPicPr>
        <p:blipFill>
          <a:blip r:embed="rId2"/>
          <a:stretch>
            <a:fillRect/>
          </a:stretch>
        </p:blipFill>
        <p:spPr>
          <a:xfrm>
            <a:off x="708800" y="952440"/>
            <a:ext cx="7978000" cy="3889894"/>
          </a:xfrm>
          <a:prstGeom prst="rect">
            <a:avLst/>
          </a:prstGeom>
        </p:spPr>
      </p:pic>
      <p:pic>
        <p:nvPicPr>
          <p:cNvPr id="5" name="Picture 4">
            <a:extLst>
              <a:ext uri="{FF2B5EF4-FFF2-40B4-BE49-F238E27FC236}">
                <a16:creationId xmlns:a16="http://schemas.microsoft.com/office/drawing/2014/main" id="{DA6FB456-55F6-E168-86DC-E55C084C0AD8}"/>
              </a:ext>
            </a:extLst>
          </p:cNvPr>
          <p:cNvPicPr>
            <a:picLocks noChangeAspect="1"/>
          </p:cNvPicPr>
          <p:nvPr/>
        </p:nvPicPr>
        <p:blipFill>
          <a:blip r:embed="rId3"/>
          <a:stretch>
            <a:fillRect/>
          </a:stretch>
        </p:blipFill>
        <p:spPr>
          <a:xfrm>
            <a:off x="786654" y="474347"/>
            <a:ext cx="4582164" cy="409632"/>
          </a:xfrm>
          <a:prstGeom prst="rect">
            <a:avLst/>
          </a:prstGeom>
        </p:spPr>
      </p:pic>
    </p:spTree>
    <p:extLst>
      <p:ext uri="{BB962C8B-B14F-4D97-AF65-F5344CB8AC3E}">
        <p14:creationId xmlns:p14="http://schemas.microsoft.com/office/powerpoint/2010/main" val="3803404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952CB-5F23-8D93-5868-D7B6616C6FA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847F839-52EE-547B-0FF1-27D596ECA13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257EA8D-CE74-F7E9-4BD0-7B599421F06D}"/>
              </a:ext>
            </a:extLst>
          </p:cNvPr>
          <p:cNvPicPr>
            <a:picLocks noChangeAspect="1"/>
          </p:cNvPicPr>
          <p:nvPr/>
        </p:nvPicPr>
        <p:blipFill>
          <a:blip r:embed="rId3"/>
          <a:stretch>
            <a:fillRect/>
          </a:stretch>
        </p:blipFill>
        <p:spPr>
          <a:xfrm>
            <a:off x="1013188" y="377428"/>
            <a:ext cx="7117623" cy="4388644"/>
          </a:xfrm>
          <a:prstGeom prst="rect">
            <a:avLst/>
          </a:prstGeom>
        </p:spPr>
      </p:pic>
    </p:spTree>
    <p:extLst>
      <p:ext uri="{BB962C8B-B14F-4D97-AF65-F5344CB8AC3E}">
        <p14:creationId xmlns:p14="http://schemas.microsoft.com/office/powerpoint/2010/main" val="27680503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9204-182F-907E-01A9-D014504B67B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3EEC34A-B244-27C7-65DE-442BE2A6F0BB}"/>
              </a:ext>
            </a:extLst>
          </p:cNvPr>
          <p:cNvPicPr>
            <a:picLocks noGrp="1" noChangeAspect="1"/>
          </p:cNvPicPr>
          <p:nvPr>
            <p:ph idx="1"/>
          </p:nvPr>
        </p:nvPicPr>
        <p:blipFill>
          <a:blip r:embed="rId2"/>
          <a:stretch>
            <a:fillRect/>
          </a:stretch>
        </p:blipFill>
        <p:spPr>
          <a:xfrm>
            <a:off x="1901805" y="239554"/>
            <a:ext cx="5340390" cy="4664392"/>
          </a:xfrm>
        </p:spPr>
      </p:pic>
    </p:spTree>
    <p:extLst>
      <p:ext uri="{BB962C8B-B14F-4D97-AF65-F5344CB8AC3E}">
        <p14:creationId xmlns:p14="http://schemas.microsoft.com/office/powerpoint/2010/main" val="3270212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94D3-909B-BD96-164C-2B73DA61960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09D06F-99B2-9518-6B5C-65EF09135218}"/>
              </a:ext>
            </a:extLst>
          </p:cNvPr>
          <p:cNvSpPr>
            <a:spLocks noGrp="1"/>
          </p:cNvSpPr>
          <p:nvPr>
            <p:ph idx="1"/>
          </p:nvPr>
        </p:nvSpPr>
        <p:spPr/>
        <p:txBody>
          <a:bodyPr>
            <a:normAutofit fontScale="62500" lnSpcReduction="20000"/>
          </a:bodyPr>
          <a:lstStyle/>
          <a:p>
            <a:r>
              <a:rPr lang="en-US" b="1" dirty="0"/>
              <a:t>Trade Drives Cross-Border Mergers: </a:t>
            </a:r>
            <a:r>
              <a:rPr lang="en-US" dirty="0"/>
              <a:t>Countries with stronger trade relationships are more likely to experience cross-border mergers, as trade flows facilitate economic connections and business opportunities across borders.</a:t>
            </a:r>
          </a:p>
          <a:p>
            <a:r>
              <a:rPr lang="en-US" b="1" dirty="0"/>
              <a:t>Central Countries Absorb More Mergers: </a:t>
            </a:r>
            <a:r>
              <a:rPr lang="en-US" dirty="0"/>
              <a:t>Countries that are central in the global trade network tend to attract more inbound mergers, while originating fewer outbound ones, reflecting their strategic importance in the global economy.</a:t>
            </a:r>
          </a:p>
          <a:p>
            <a:r>
              <a:rPr lang="en-US" b="1" dirty="0"/>
              <a:t>Trade’s Role in M&amp;A Propagation: </a:t>
            </a:r>
            <a:r>
              <a:rPr lang="en-US" dirty="0"/>
              <a:t>The intensity of trade flows between countries significantly predicts the spread of merger waves, highlighting the global interconnectedness of merger activity and its link to international trade dynamics.</a:t>
            </a:r>
          </a:p>
        </p:txBody>
      </p:sp>
    </p:spTree>
    <p:extLst>
      <p:ext uri="{BB962C8B-B14F-4D97-AF65-F5344CB8AC3E}">
        <p14:creationId xmlns:p14="http://schemas.microsoft.com/office/powerpoint/2010/main" val="3235664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Props1.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3.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832</TotalTime>
  <Words>2101</Words>
  <Application>Microsoft Office PowerPoint</Application>
  <PresentationFormat>On-screen Show (16:9)</PresentationFormat>
  <Paragraphs>126</Paragraphs>
  <Slides>35</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Times New Roman</vt:lpstr>
      <vt:lpstr>Office Theme</vt:lpstr>
      <vt:lpstr>International Trade and the Propagation of Merger Waves</vt:lpstr>
      <vt:lpstr>Research Question</vt:lpstr>
      <vt:lpstr>Prior Literature</vt:lpstr>
      <vt:lpstr>Hypothesis</vt:lpstr>
      <vt:lpstr>Key Metrics</vt:lpstr>
      <vt:lpstr>Key Metrics</vt:lpstr>
      <vt:lpstr>Results</vt:lpstr>
      <vt:lpstr>Data Collection</vt:lpstr>
      <vt:lpstr>Table 1 – Summary Statistics</vt:lpstr>
      <vt:lpstr>Table 1 – Summary Statistics</vt:lpstr>
      <vt:lpstr>Cross-Border Mergers</vt:lpstr>
      <vt:lpstr>Export Network – All countries</vt:lpstr>
      <vt:lpstr>Network of Top 15 Most Central Countries – Exports</vt:lpstr>
      <vt:lpstr>Merger Network</vt:lpstr>
      <vt:lpstr>Table 2 – Network Centrality</vt:lpstr>
      <vt:lpstr>Empirical Design</vt:lpstr>
      <vt:lpstr>Empirical Design</vt:lpstr>
      <vt:lpstr>Empirical Design</vt:lpstr>
      <vt:lpstr>PowerPoint Presentation</vt:lpstr>
      <vt:lpstr>PowerPoint Presentation</vt:lpstr>
      <vt:lpstr>PowerPoint Presentation</vt:lpstr>
      <vt:lpstr>PowerPoint Presentation</vt:lpstr>
      <vt:lpstr>Table 5 – Instrument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349</cp:revision>
  <dcterms:created xsi:type="dcterms:W3CDTF">2020-09-10T18:37:45Z</dcterms:created>
  <dcterms:modified xsi:type="dcterms:W3CDTF">2024-09-24T13:17:50Z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