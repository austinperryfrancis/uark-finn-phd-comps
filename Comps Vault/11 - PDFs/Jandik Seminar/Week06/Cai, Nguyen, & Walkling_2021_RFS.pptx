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26"/>
  </p:notesMasterIdLst>
  <p:sldIdLst>
    <p:sldId id="291" r:id="rId2"/>
    <p:sldId id="292" r:id="rId3"/>
    <p:sldId id="388" r:id="rId4"/>
    <p:sldId id="389" r:id="rId5"/>
    <p:sldId id="390" r:id="rId6"/>
    <p:sldId id="391" r:id="rId7"/>
    <p:sldId id="336" r:id="rId8"/>
    <p:sldId id="383" r:id="rId9"/>
    <p:sldId id="384" r:id="rId10"/>
    <p:sldId id="365" r:id="rId11"/>
    <p:sldId id="385" r:id="rId12"/>
    <p:sldId id="386" r:id="rId13"/>
    <p:sldId id="387" r:id="rId14"/>
    <p:sldId id="363" r:id="rId15"/>
    <p:sldId id="392" r:id="rId16"/>
    <p:sldId id="393" r:id="rId17"/>
    <p:sldId id="394" r:id="rId18"/>
    <p:sldId id="395" r:id="rId19"/>
    <p:sldId id="396" r:id="rId20"/>
    <p:sldId id="398" r:id="rId21"/>
    <p:sldId id="399" r:id="rId22"/>
    <p:sldId id="400" r:id="rId23"/>
    <p:sldId id="293" r:id="rId24"/>
    <p:sldId id="29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AF930D-17BD-4B9E-ABC2-E2ED3C09DCDF}" v="11" dt="2024-09-24T12:15:56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 Li" userId="9c24dcb21a99a041" providerId="LiveId" clId="{66E74474-2EE9-4435-BA9F-B494A12966C2}"/>
    <pc:docChg chg="undo custSel modSld">
      <pc:chgData name="Yan Li" userId="9c24dcb21a99a041" providerId="LiveId" clId="{66E74474-2EE9-4435-BA9F-B494A12966C2}" dt="2024-09-01T13:48:30.086" v="268" actId="207"/>
      <pc:docMkLst>
        <pc:docMk/>
      </pc:docMkLst>
      <pc:sldChg chg="modSp mod">
        <pc:chgData name="Yan Li" userId="9c24dcb21a99a041" providerId="LiveId" clId="{66E74474-2EE9-4435-BA9F-B494A12966C2}" dt="2024-09-01T13:48:30.086" v="268" actId="207"/>
        <pc:sldMkLst>
          <pc:docMk/>
          <pc:sldMk cId="811220229" sldId="291"/>
        </pc:sldMkLst>
        <pc:spChg chg="mod">
          <ac:chgData name="Yan Li" userId="9c24dcb21a99a041" providerId="LiveId" clId="{66E74474-2EE9-4435-BA9F-B494A12966C2}" dt="2024-09-01T13:45:11.020" v="72" actId="20577"/>
          <ac:spMkLst>
            <pc:docMk/>
            <pc:sldMk cId="811220229" sldId="291"/>
            <ac:spMk id="2" creationId="{A0B2FD85-87AA-4580-1FB4-0EBB0A967AA9}"/>
          </ac:spMkLst>
        </pc:spChg>
        <pc:spChg chg="mod">
          <ac:chgData name="Yan Li" userId="9c24dcb21a99a041" providerId="LiveId" clId="{66E74474-2EE9-4435-BA9F-B494A12966C2}" dt="2024-09-01T13:48:30.086" v="268" actId="207"/>
          <ac:spMkLst>
            <pc:docMk/>
            <pc:sldMk cId="811220229" sldId="291"/>
            <ac:spMk id="3" creationId="{829828C6-6D41-BE5B-CC0A-8492B54C3375}"/>
          </ac:spMkLst>
        </pc:spChg>
      </pc:sldChg>
    </pc:docChg>
  </pc:docChgLst>
  <pc:docChgLst>
    <pc:chgData name="Yan Li" userId="8c31b902-5b3a-4bc1-a03f-ce296c1668b4" providerId="ADAL" clId="{6F9A3FD9-75E6-48B4-8622-40F229F05D29}"/>
    <pc:docChg chg="undo custSel addSld delSld modSld sldOrd">
      <pc:chgData name="Yan Li" userId="8c31b902-5b3a-4bc1-a03f-ce296c1668b4" providerId="ADAL" clId="{6F9A3FD9-75E6-48B4-8622-40F229F05D29}" dt="2024-09-12T19:03:07.450" v="908" actId="14100"/>
      <pc:docMkLst>
        <pc:docMk/>
      </pc:docMkLst>
      <pc:sldChg chg="modSp mod">
        <pc:chgData name="Yan Li" userId="8c31b902-5b3a-4bc1-a03f-ce296c1668b4" providerId="ADAL" clId="{6F9A3FD9-75E6-48B4-8622-40F229F05D29}" dt="2024-09-11T14:31:51.268" v="118" actId="20577"/>
        <pc:sldMkLst>
          <pc:docMk/>
          <pc:sldMk cId="811220229" sldId="291"/>
        </pc:sldMkLst>
        <pc:spChg chg="mod">
          <ac:chgData name="Yan Li" userId="8c31b902-5b3a-4bc1-a03f-ce296c1668b4" providerId="ADAL" clId="{6F9A3FD9-75E6-48B4-8622-40F229F05D29}" dt="2024-09-11T14:25:29.871" v="18" actId="27636"/>
          <ac:spMkLst>
            <pc:docMk/>
            <pc:sldMk cId="811220229" sldId="291"/>
            <ac:spMk id="2" creationId="{A0B2FD85-87AA-4580-1FB4-0EBB0A967AA9}"/>
          </ac:spMkLst>
        </pc:spChg>
        <pc:spChg chg="mod">
          <ac:chgData name="Yan Li" userId="8c31b902-5b3a-4bc1-a03f-ce296c1668b4" providerId="ADAL" clId="{6F9A3FD9-75E6-48B4-8622-40F229F05D29}" dt="2024-09-11T14:31:51.268" v="118" actId="20577"/>
          <ac:spMkLst>
            <pc:docMk/>
            <pc:sldMk cId="811220229" sldId="291"/>
            <ac:spMk id="3" creationId="{829828C6-6D41-BE5B-CC0A-8492B54C3375}"/>
          </ac:spMkLst>
        </pc:spChg>
      </pc:sldChg>
      <pc:sldChg chg="modSp mod">
        <pc:chgData name="Yan Li" userId="8c31b902-5b3a-4bc1-a03f-ce296c1668b4" providerId="ADAL" clId="{6F9A3FD9-75E6-48B4-8622-40F229F05D29}" dt="2024-09-11T14:37:29.706" v="184" actId="20577"/>
        <pc:sldMkLst>
          <pc:docMk/>
          <pc:sldMk cId="2783577023" sldId="292"/>
        </pc:sldMkLst>
        <pc:spChg chg="mod">
          <ac:chgData name="Yan Li" userId="8c31b902-5b3a-4bc1-a03f-ce296c1668b4" providerId="ADAL" clId="{6F9A3FD9-75E6-48B4-8622-40F229F05D29}" dt="2024-09-11T14:37:16.594" v="176" actId="20577"/>
          <ac:spMkLst>
            <pc:docMk/>
            <pc:sldMk cId="2783577023" sldId="292"/>
            <ac:spMk id="3" creationId="{829828C6-6D41-BE5B-CC0A-8492B54C3375}"/>
          </ac:spMkLst>
        </pc:spChg>
        <pc:spChg chg="mod">
          <ac:chgData name="Yan Li" userId="8c31b902-5b3a-4bc1-a03f-ce296c1668b4" providerId="ADAL" clId="{6F9A3FD9-75E6-48B4-8622-40F229F05D29}" dt="2024-09-11T14:37:29.706" v="184" actId="20577"/>
          <ac:spMkLst>
            <pc:docMk/>
            <pc:sldMk cId="2783577023" sldId="292"/>
            <ac:spMk id="5" creationId="{87397B05-2868-01CF-5915-644A9A5CFD2E}"/>
          </ac:spMkLst>
        </pc:spChg>
      </pc:sldChg>
      <pc:sldChg chg="modSp mod">
        <pc:chgData name="Yan Li" userId="8c31b902-5b3a-4bc1-a03f-ce296c1668b4" providerId="ADAL" clId="{6F9A3FD9-75E6-48B4-8622-40F229F05D29}" dt="2024-09-11T14:35:49.649" v="137" actId="20577"/>
        <pc:sldMkLst>
          <pc:docMk/>
          <pc:sldMk cId="1794454954" sldId="293"/>
        </pc:sldMkLst>
        <pc:spChg chg="mod">
          <ac:chgData name="Yan Li" userId="8c31b902-5b3a-4bc1-a03f-ce296c1668b4" providerId="ADAL" clId="{6F9A3FD9-75E6-48B4-8622-40F229F05D29}" dt="2024-09-11T14:35:49.649" v="137" actId="20577"/>
          <ac:spMkLst>
            <pc:docMk/>
            <pc:sldMk cId="1794454954" sldId="293"/>
            <ac:spMk id="3" creationId="{829828C6-6D41-BE5B-CC0A-8492B54C3375}"/>
          </ac:spMkLst>
        </pc:spChg>
      </pc:sldChg>
      <pc:sldChg chg="addSp delSp modSp mod">
        <pc:chgData name="Yan Li" userId="8c31b902-5b3a-4bc1-a03f-ce296c1668b4" providerId="ADAL" clId="{6F9A3FD9-75E6-48B4-8622-40F229F05D29}" dt="2024-09-11T14:25:07.823" v="12" actId="478"/>
        <pc:sldMkLst>
          <pc:docMk/>
          <pc:sldMk cId="735065743" sldId="294"/>
        </pc:sldMkLst>
        <pc:spChg chg="del mod">
          <ac:chgData name="Yan Li" userId="8c31b902-5b3a-4bc1-a03f-ce296c1668b4" providerId="ADAL" clId="{6F9A3FD9-75E6-48B4-8622-40F229F05D29}" dt="2024-09-11T14:25:07.823" v="12" actId="478"/>
          <ac:spMkLst>
            <pc:docMk/>
            <pc:sldMk cId="735065743" sldId="294"/>
            <ac:spMk id="3" creationId="{829828C6-6D41-BE5B-CC0A-8492B54C3375}"/>
          </ac:spMkLst>
        </pc:spChg>
        <pc:spChg chg="add mod">
          <ac:chgData name="Yan Li" userId="8c31b902-5b3a-4bc1-a03f-ce296c1668b4" providerId="ADAL" clId="{6F9A3FD9-75E6-48B4-8622-40F229F05D29}" dt="2024-09-11T14:24:56.120" v="11" actId="20577"/>
          <ac:spMkLst>
            <pc:docMk/>
            <pc:sldMk cId="735065743" sldId="294"/>
            <ac:spMk id="4" creationId="{5A21D306-94C6-13E1-545F-46C526B992F5}"/>
          </ac:spMkLst>
        </pc:spChg>
        <pc:spChg chg="del">
          <ac:chgData name="Yan Li" userId="8c31b902-5b3a-4bc1-a03f-ce296c1668b4" providerId="ADAL" clId="{6F9A3FD9-75E6-48B4-8622-40F229F05D29}" dt="2024-09-11T14:24:51.695" v="1" actId="478"/>
          <ac:spMkLst>
            <pc:docMk/>
            <pc:sldMk cId="735065743" sldId="294"/>
            <ac:spMk id="5" creationId="{87397B05-2868-01CF-5915-644A9A5CFD2E}"/>
          </ac:spMkLst>
        </pc:spChg>
      </pc:sldChg>
      <pc:sldChg chg="modSp mod">
        <pc:chgData name="Yan Li" userId="8c31b902-5b3a-4bc1-a03f-ce296c1668b4" providerId="ADAL" clId="{6F9A3FD9-75E6-48B4-8622-40F229F05D29}" dt="2024-09-11T15:18:14.562" v="420"/>
        <pc:sldMkLst>
          <pc:docMk/>
          <pc:sldMk cId="39364166" sldId="336"/>
        </pc:sldMkLst>
        <pc:spChg chg="mod">
          <ac:chgData name="Yan Li" userId="8c31b902-5b3a-4bc1-a03f-ce296c1668b4" providerId="ADAL" clId="{6F9A3FD9-75E6-48B4-8622-40F229F05D29}" dt="2024-09-11T15:18:14.562" v="420"/>
          <ac:spMkLst>
            <pc:docMk/>
            <pc:sldMk cId="39364166" sldId="336"/>
            <ac:spMk id="4" creationId="{9AB0BF49-E80D-DBCB-4C42-05CFFE57A525}"/>
          </ac:spMkLst>
        </pc:spChg>
        <pc:spChg chg="mod">
          <ac:chgData name="Yan Li" userId="8c31b902-5b3a-4bc1-a03f-ce296c1668b4" providerId="ADAL" clId="{6F9A3FD9-75E6-48B4-8622-40F229F05D29}" dt="2024-09-11T14:44:35.143" v="190" actId="20577"/>
          <ac:spMkLst>
            <pc:docMk/>
            <pc:sldMk cId="39364166" sldId="336"/>
            <ac:spMk id="5" creationId="{87397B05-2868-01CF-5915-644A9A5CFD2E}"/>
          </ac:spMkLst>
        </pc:spChg>
      </pc:sldChg>
      <pc:sldChg chg="addSp delSp modSp mod">
        <pc:chgData name="Yan Li" userId="8c31b902-5b3a-4bc1-a03f-ce296c1668b4" providerId="ADAL" clId="{6F9A3FD9-75E6-48B4-8622-40F229F05D29}" dt="2024-09-11T21:29:47.318" v="850" actId="20577"/>
        <pc:sldMkLst>
          <pc:docMk/>
          <pc:sldMk cId="1672721486" sldId="353"/>
        </pc:sldMkLst>
        <pc:spChg chg="mod">
          <ac:chgData name="Yan Li" userId="8c31b902-5b3a-4bc1-a03f-ce296c1668b4" providerId="ADAL" clId="{6F9A3FD9-75E6-48B4-8622-40F229F05D29}" dt="2024-09-11T21:29:47.318" v="850" actId="20577"/>
          <ac:spMkLst>
            <pc:docMk/>
            <pc:sldMk cId="1672721486" sldId="353"/>
            <ac:spMk id="5" creationId="{87397B05-2868-01CF-5915-644A9A5CFD2E}"/>
          </ac:spMkLst>
        </pc:spChg>
        <pc:spChg chg="del">
          <ac:chgData name="Yan Li" userId="8c31b902-5b3a-4bc1-a03f-ce296c1668b4" providerId="ADAL" clId="{6F9A3FD9-75E6-48B4-8622-40F229F05D29}" dt="2024-09-11T20:10:06.964" v="526" actId="478"/>
          <ac:spMkLst>
            <pc:docMk/>
            <pc:sldMk cId="1672721486" sldId="353"/>
            <ac:spMk id="8" creationId="{0160CDDE-8B8A-47B1-6D47-8E6BF547EEA2}"/>
          </ac:spMkLst>
        </pc:spChg>
        <pc:picChg chg="del">
          <ac:chgData name="Yan Li" userId="8c31b902-5b3a-4bc1-a03f-ce296c1668b4" providerId="ADAL" clId="{6F9A3FD9-75E6-48B4-8622-40F229F05D29}" dt="2024-09-11T20:09:58.610" v="524" actId="478"/>
          <ac:picMkLst>
            <pc:docMk/>
            <pc:sldMk cId="1672721486" sldId="353"/>
            <ac:picMk id="3" creationId="{FE977112-40CB-FBCD-38A6-0799E4D9B6CF}"/>
          </ac:picMkLst>
        </pc:picChg>
        <pc:picChg chg="add mod">
          <ac:chgData name="Yan Li" userId="8c31b902-5b3a-4bc1-a03f-ce296c1668b4" providerId="ADAL" clId="{6F9A3FD9-75E6-48B4-8622-40F229F05D29}" dt="2024-09-11T20:10:39.077" v="535" actId="14100"/>
          <ac:picMkLst>
            <pc:docMk/>
            <pc:sldMk cId="1672721486" sldId="353"/>
            <ac:picMk id="4" creationId="{66D71068-19D8-FCE8-C3D8-B7F8F0B2602E}"/>
          </ac:picMkLst>
        </pc:picChg>
        <pc:picChg chg="add mod">
          <ac:chgData name="Yan Li" userId="8c31b902-5b3a-4bc1-a03f-ce296c1668b4" providerId="ADAL" clId="{6F9A3FD9-75E6-48B4-8622-40F229F05D29}" dt="2024-09-11T20:11:05.697" v="539" actId="14100"/>
          <ac:picMkLst>
            <pc:docMk/>
            <pc:sldMk cId="1672721486" sldId="353"/>
            <ac:picMk id="7" creationId="{9FF394D2-AEC5-45B5-182F-F6EAF175061A}"/>
          </ac:picMkLst>
        </pc:picChg>
        <pc:picChg chg="add mod">
          <ac:chgData name="Yan Li" userId="8c31b902-5b3a-4bc1-a03f-ce296c1668b4" providerId="ADAL" clId="{6F9A3FD9-75E6-48B4-8622-40F229F05D29}" dt="2024-09-11T20:11:11.803" v="540" actId="14100"/>
          <ac:picMkLst>
            <pc:docMk/>
            <pc:sldMk cId="1672721486" sldId="353"/>
            <ac:picMk id="10" creationId="{4ABF265F-2465-2972-71AB-3B53C06BD6CC}"/>
          </ac:picMkLst>
        </pc:picChg>
      </pc:sldChg>
      <pc:sldChg chg="del">
        <pc:chgData name="Yan Li" userId="8c31b902-5b3a-4bc1-a03f-ce296c1668b4" providerId="ADAL" clId="{6F9A3FD9-75E6-48B4-8622-40F229F05D29}" dt="2024-09-11T20:14:41.715" v="583" actId="2696"/>
        <pc:sldMkLst>
          <pc:docMk/>
          <pc:sldMk cId="1992345357" sldId="354"/>
        </pc:sldMkLst>
      </pc:sldChg>
      <pc:sldChg chg="addSp delSp modSp mod">
        <pc:chgData name="Yan Li" userId="8c31b902-5b3a-4bc1-a03f-ce296c1668b4" providerId="ADAL" clId="{6F9A3FD9-75E6-48B4-8622-40F229F05D29}" dt="2024-09-11T20:08:27.934" v="523" actId="14100"/>
        <pc:sldMkLst>
          <pc:docMk/>
          <pc:sldMk cId="2389474902" sldId="362"/>
        </pc:sldMkLst>
        <pc:spChg chg="mod">
          <ac:chgData name="Yan Li" userId="8c31b902-5b3a-4bc1-a03f-ce296c1668b4" providerId="ADAL" clId="{6F9A3FD9-75E6-48B4-8622-40F229F05D29}" dt="2024-09-11T20:04:03.526" v="515" actId="20577"/>
          <ac:spMkLst>
            <pc:docMk/>
            <pc:sldMk cId="2389474902" sldId="362"/>
            <ac:spMk id="5" creationId="{87397B05-2868-01CF-5915-644A9A5CFD2E}"/>
          </ac:spMkLst>
        </pc:spChg>
        <pc:spChg chg="del">
          <ac:chgData name="Yan Li" userId="8c31b902-5b3a-4bc1-a03f-ce296c1668b4" providerId="ADAL" clId="{6F9A3FD9-75E6-48B4-8622-40F229F05D29}" dt="2024-09-11T20:03:57.175" v="512" actId="478"/>
          <ac:spMkLst>
            <pc:docMk/>
            <pc:sldMk cId="2389474902" sldId="362"/>
            <ac:spMk id="11" creationId="{E65F6242-B1DD-FB3E-7288-A430926B0532}"/>
          </ac:spMkLst>
        </pc:spChg>
        <pc:spChg chg="del">
          <ac:chgData name="Yan Li" userId="8c31b902-5b3a-4bc1-a03f-ce296c1668b4" providerId="ADAL" clId="{6F9A3FD9-75E6-48B4-8622-40F229F05D29}" dt="2024-09-11T20:03:59.499" v="513" actId="478"/>
          <ac:spMkLst>
            <pc:docMk/>
            <pc:sldMk cId="2389474902" sldId="362"/>
            <ac:spMk id="14" creationId="{51C5A95B-C155-9A4C-ABA6-39802806D910}"/>
          </ac:spMkLst>
        </pc:spChg>
        <pc:picChg chg="add mod">
          <ac:chgData name="Yan Li" userId="8c31b902-5b3a-4bc1-a03f-ce296c1668b4" providerId="ADAL" clId="{6F9A3FD9-75E6-48B4-8622-40F229F05D29}" dt="2024-09-11T20:08:27.934" v="523" actId="14100"/>
          <ac:picMkLst>
            <pc:docMk/>
            <pc:sldMk cId="2389474902" sldId="362"/>
            <ac:picMk id="3" creationId="{84FAFC4A-9DFB-B88B-FB17-CEE8E95E6FF2}"/>
          </ac:picMkLst>
        </pc:picChg>
        <pc:picChg chg="del">
          <ac:chgData name="Yan Li" userId="8c31b902-5b3a-4bc1-a03f-ce296c1668b4" providerId="ADAL" clId="{6F9A3FD9-75E6-48B4-8622-40F229F05D29}" dt="2024-09-11T20:03:54.224" v="511" actId="478"/>
          <ac:picMkLst>
            <pc:docMk/>
            <pc:sldMk cId="2389474902" sldId="362"/>
            <ac:picMk id="4" creationId="{23889084-B2E1-067C-B5FF-27B6C955487D}"/>
          </ac:picMkLst>
        </pc:picChg>
        <pc:picChg chg="del">
          <ac:chgData name="Yan Li" userId="8c31b902-5b3a-4bc1-a03f-ce296c1668b4" providerId="ADAL" clId="{6F9A3FD9-75E6-48B4-8622-40F229F05D29}" dt="2024-09-11T20:03:52.667" v="510" actId="478"/>
          <ac:picMkLst>
            <pc:docMk/>
            <pc:sldMk cId="2389474902" sldId="362"/>
            <ac:picMk id="8" creationId="{CA59E1EA-A92F-2881-A947-568663F6FCCD}"/>
          </ac:picMkLst>
        </pc:picChg>
      </pc:sldChg>
      <pc:sldChg chg="addSp delSp modSp mod">
        <pc:chgData name="Yan Li" userId="8c31b902-5b3a-4bc1-a03f-ce296c1668b4" providerId="ADAL" clId="{6F9A3FD9-75E6-48B4-8622-40F229F05D29}" dt="2024-09-11T15:29:30.996" v="473" actId="14100"/>
        <pc:sldMkLst>
          <pc:docMk/>
          <pc:sldMk cId="4040327365" sldId="363"/>
        </pc:sldMkLst>
        <pc:spChg chg="del mod">
          <ac:chgData name="Yan Li" userId="8c31b902-5b3a-4bc1-a03f-ce296c1668b4" providerId="ADAL" clId="{6F9A3FD9-75E6-48B4-8622-40F229F05D29}" dt="2024-09-11T14:56:40.621" v="406" actId="478"/>
          <ac:spMkLst>
            <pc:docMk/>
            <pc:sldMk cId="4040327365" sldId="363"/>
            <ac:spMk id="4" creationId="{9AB0BF49-E80D-DBCB-4C42-05CFFE57A525}"/>
          </ac:spMkLst>
        </pc:spChg>
        <pc:spChg chg="mod">
          <ac:chgData name="Yan Li" userId="8c31b902-5b3a-4bc1-a03f-ce296c1668b4" providerId="ADAL" clId="{6F9A3FD9-75E6-48B4-8622-40F229F05D29}" dt="2024-09-11T14:57:27.264" v="413"/>
          <ac:spMkLst>
            <pc:docMk/>
            <pc:sldMk cId="4040327365" sldId="363"/>
            <ac:spMk id="5" creationId="{87397B05-2868-01CF-5915-644A9A5CFD2E}"/>
          </ac:spMkLst>
        </pc:spChg>
        <pc:spChg chg="del">
          <ac:chgData name="Yan Li" userId="8c31b902-5b3a-4bc1-a03f-ce296c1668b4" providerId="ADAL" clId="{6F9A3FD9-75E6-48B4-8622-40F229F05D29}" dt="2024-09-11T14:56:42.145" v="407" actId="478"/>
          <ac:spMkLst>
            <pc:docMk/>
            <pc:sldMk cId="4040327365" sldId="363"/>
            <ac:spMk id="6" creationId="{EBDE8F8F-1E69-637B-C7AE-A04DDE82AF07}"/>
          </ac:spMkLst>
        </pc:spChg>
        <pc:spChg chg="del">
          <ac:chgData name="Yan Li" userId="8c31b902-5b3a-4bc1-a03f-ce296c1668b4" providerId="ADAL" clId="{6F9A3FD9-75E6-48B4-8622-40F229F05D29}" dt="2024-09-11T14:56:44.657" v="408" actId="478"/>
          <ac:spMkLst>
            <pc:docMk/>
            <pc:sldMk cId="4040327365" sldId="363"/>
            <ac:spMk id="8" creationId="{EA0D4854-5387-B9AA-72E7-8E07F595390E}"/>
          </ac:spMkLst>
        </pc:spChg>
        <pc:spChg chg="add del mod">
          <ac:chgData name="Yan Li" userId="8c31b902-5b3a-4bc1-a03f-ce296c1668b4" providerId="ADAL" clId="{6F9A3FD9-75E6-48B4-8622-40F229F05D29}" dt="2024-09-11T15:28:46.887" v="463" actId="478"/>
          <ac:spMkLst>
            <pc:docMk/>
            <pc:sldMk cId="4040327365" sldId="363"/>
            <ac:spMk id="10" creationId="{4F036EC2-E650-EC80-F2A9-D2525366FFAB}"/>
          </ac:spMkLst>
        </pc:spChg>
        <pc:spChg chg="add mod">
          <ac:chgData name="Yan Li" userId="8c31b902-5b3a-4bc1-a03f-ce296c1668b4" providerId="ADAL" clId="{6F9A3FD9-75E6-48B4-8622-40F229F05D29}" dt="2024-09-11T15:29:25.417" v="472" actId="14100"/>
          <ac:spMkLst>
            <pc:docMk/>
            <pc:sldMk cId="4040327365" sldId="363"/>
            <ac:spMk id="11" creationId="{73471EBA-6BC0-0DD0-04E4-4A2D385A71F7}"/>
          </ac:spMkLst>
        </pc:spChg>
        <pc:spChg chg="add mod">
          <ac:chgData name="Yan Li" userId="8c31b902-5b3a-4bc1-a03f-ce296c1668b4" providerId="ADAL" clId="{6F9A3FD9-75E6-48B4-8622-40F229F05D29}" dt="2024-09-11T15:29:30.996" v="473" actId="14100"/>
          <ac:spMkLst>
            <pc:docMk/>
            <pc:sldMk cId="4040327365" sldId="363"/>
            <ac:spMk id="12" creationId="{5D58AEDB-C825-A4AD-DECD-1719F885D9F9}"/>
          </ac:spMkLst>
        </pc:spChg>
        <pc:picChg chg="del">
          <ac:chgData name="Yan Li" userId="8c31b902-5b3a-4bc1-a03f-ce296c1668b4" providerId="ADAL" clId="{6F9A3FD9-75E6-48B4-8622-40F229F05D29}" dt="2024-09-11T14:56:37.823" v="404" actId="478"/>
          <ac:picMkLst>
            <pc:docMk/>
            <pc:sldMk cId="4040327365" sldId="363"/>
            <ac:picMk id="3" creationId="{E66D0882-ECA8-545C-9C86-E2A8E77C0240}"/>
          </ac:picMkLst>
        </pc:picChg>
        <pc:picChg chg="add mod">
          <ac:chgData name="Yan Li" userId="8c31b902-5b3a-4bc1-a03f-ce296c1668b4" providerId="ADAL" clId="{6F9A3FD9-75E6-48B4-8622-40F229F05D29}" dt="2024-09-11T15:29:11.258" v="469" actId="1076"/>
          <ac:picMkLst>
            <pc:docMk/>
            <pc:sldMk cId="4040327365" sldId="363"/>
            <ac:picMk id="7" creationId="{5AB8F1CD-14B4-5B0F-CAD2-48C4388CA5A4}"/>
          </ac:picMkLst>
        </pc:picChg>
      </pc:sldChg>
      <pc:sldChg chg="addSp delSp modSp mod">
        <pc:chgData name="Yan Li" userId="8c31b902-5b3a-4bc1-a03f-ce296c1668b4" providerId="ADAL" clId="{6F9A3FD9-75E6-48B4-8622-40F229F05D29}" dt="2024-09-11T19:18:40.651" v="509" actId="1076"/>
        <pc:sldMkLst>
          <pc:docMk/>
          <pc:sldMk cId="900937590" sldId="364"/>
        </pc:sldMkLst>
        <pc:spChg chg="del">
          <ac:chgData name="Yan Li" userId="8c31b902-5b3a-4bc1-a03f-ce296c1668b4" providerId="ADAL" clId="{6F9A3FD9-75E6-48B4-8622-40F229F05D29}" dt="2024-09-11T19:18:34.445" v="506" actId="478"/>
          <ac:spMkLst>
            <pc:docMk/>
            <pc:sldMk cId="900937590" sldId="364"/>
            <ac:spMk id="10" creationId="{AD30A36A-AE0F-8D04-FB26-22FB8C6292D1}"/>
          </ac:spMkLst>
        </pc:spChg>
        <pc:spChg chg="del">
          <ac:chgData name="Yan Li" userId="8c31b902-5b3a-4bc1-a03f-ce296c1668b4" providerId="ADAL" clId="{6F9A3FD9-75E6-48B4-8622-40F229F05D29}" dt="2024-09-11T19:18:27.673" v="503" actId="478"/>
          <ac:spMkLst>
            <pc:docMk/>
            <pc:sldMk cId="900937590" sldId="364"/>
            <ac:spMk id="11" creationId="{954508ED-3D8B-B544-A34C-04F5693BC94F}"/>
          </ac:spMkLst>
        </pc:spChg>
        <pc:spChg chg="del">
          <ac:chgData name="Yan Li" userId="8c31b902-5b3a-4bc1-a03f-ce296c1668b4" providerId="ADAL" clId="{6F9A3FD9-75E6-48B4-8622-40F229F05D29}" dt="2024-09-11T19:18:25.746" v="502" actId="478"/>
          <ac:spMkLst>
            <pc:docMk/>
            <pc:sldMk cId="900937590" sldId="364"/>
            <ac:spMk id="12" creationId="{0BE13F01-6E8F-8FDB-EA31-5064696E53B8}"/>
          </ac:spMkLst>
        </pc:spChg>
        <pc:spChg chg="del">
          <ac:chgData name="Yan Li" userId="8c31b902-5b3a-4bc1-a03f-ce296c1668b4" providerId="ADAL" clId="{6F9A3FD9-75E6-48B4-8622-40F229F05D29}" dt="2024-09-11T19:18:29.592" v="504" actId="478"/>
          <ac:spMkLst>
            <pc:docMk/>
            <pc:sldMk cId="900937590" sldId="364"/>
            <ac:spMk id="13" creationId="{DD9963AE-A340-84B8-4432-36B1BB59C6E7}"/>
          </ac:spMkLst>
        </pc:spChg>
        <pc:spChg chg="del">
          <ac:chgData name="Yan Li" userId="8c31b902-5b3a-4bc1-a03f-ce296c1668b4" providerId="ADAL" clId="{6F9A3FD9-75E6-48B4-8622-40F229F05D29}" dt="2024-09-11T19:18:31.554" v="505" actId="478"/>
          <ac:spMkLst>
            <pc:docMk/>
            <pc:sldMk cId="900937590" sldId="364"/>
            <ac:spMk id="14" creationId="{8C41A0C1-EA6A-3E5B-608D-6ABCFD0AA2C5}"/>
          </ac:spMkLst>
        </pc:spChg>
        <pc:picChg chg="add mod">
          <ac:chgData name="Yan Li" userId="8c31b902-5b3a-4bc1-a03f-ce296c1668b4" providerId="ADAL" clId="{6F9A3FD9-75E6-48B4-8622-40F229F05D29}" dt="2024-09-11T19:18:40.651" v="509" actId="1076"/>
          <ac:picMkLst>
            <pc:docMk/>
            <pc:sldMk cId="900937590" sldId="364"/>
            <ac:picMk id="3" creationId="{42845F6E-488A-4D89-CC72-399212D87002}"/>
          </ac:picMkLst>
        </pc:picChg>
        <pc:picChg chg="del">
          <ac:chgData name="Yan Li" userId="8c31b902-5b3a-4bc1-a03f-ce296c1668b4" providerId="ADAL" clId="{6F9A3FD9-75E6-48B4-8622-40F229F05D29}" dt="2024-09-11T19:18:23.661" v="501" actId="478"/>
          <ac:picMkLst>
            <pc:docMk/>
            <pc:sldMk cId="900937590" sldId="364"/>
            <ac:picMk id="6" creationId="{1FB89782-536A-B55F-9529-EB7FF81F8731}"/>
          </ac:picMkLst>
        </pc:picChg>
        <pc:picChg chg="del">
          <ac:chgData name="Yan Li" userId="8c31b902-5b3a-4bc1-a03f-ce296c1668b4" providerId="ADAL" clId="{6F9A3FD9-75E6-48B4-8622-40F229F05D29}" dt="2024-09-11T19:18:36.940" v="507" actId="478"/>
          <ac:picMkLst>
            <pc:docMk/>
            <pc:sldMk cId="900937590" sldId="364"/>
            <ac:picMk id="8" creationId="{41EBD8C9-DFFA-ADED-FAE7-C7060392A233}"/>
          </ac:picMkLst>
        </pc:picChg>
      </pc:sldChg>
      <pc:sldChg chg="addSp delSp modSp mod">
        <pc:chgData name="Yan Li" userId="8c31b902-5b3a-4bc1-a03f-ce296c1668b4" providerId="ADAL" clId="{6F9A3FD9-75E6-48B4-8622-40F229F05D29}" dt="2024-09-11T14:57:18.764" v="412" actId="1076"/>
        <pc:sldMkLst>
          <pc:docMk/>
          <pc:sldMk cId="3307445110" sldId="365"/>
        </pc:sldMkLst>
        <pc:spChg chg="del mod">
          <ac:chgData name="Yan Li" userId="8c31b902-5b3a-4bc1-a03f-ce296c1668b4" providerId="ADAL" clId="{6F9A3FD9-75E6-48B4-8622-40F229F05D29}" dt="2024-09-11T14:53:18.544" v="325" actId="478"/>
          <ac:spMkLst>
            <pc:docMk/>
            <pc:sldMk cId="3307445110" sldId="365"/>
            <ac:spMk id="4" creationId="{9AB0BF49-E80D-DBCB-4C42-05CFFE57A525}"/>
          </ac:spMkLst>
        </pc:spChg>
        <pc:spChg chg="mod">
          <ac:chgData name="Yan Li" userId="8c31b902-5b3a-4bc1-a03f-ce296c1668b4" providerId="ADAL" clId="{6F9A3FD9-75E6-48B4-8622-40F229F05D29}" dt="2024-09-11T14:57:18.764" v="412" actId="1076"/>
          <ac:spMkLst>
            <pc:docMk/>
            <pc:sldMk cId="3307445110" sldId="365"/>
            <ac:spMk id="5" creationId="{87397B05-2868-01CF-5915-644A9A5CFD2E}"/>
          </ac:spMkLst>
        </pc:spChg>
        <pc:spChg chg="add mod">
          <ac:chgData name="Yan Li" userId="8c31b902-5b3a-4bc1-a03f-ce296c1668b4" providerId="ADAL" clId="{6F9A3FD9-75E6-48B4-8622-40F229F05D29}" dt="2024-09-11T14:56:32.115" v="403" actId="6549"/>
          <ac:spMkLst>
            <pc:docMk/>
            <pc:sldMk cId="3307445110" sldId="365"/>
            <ac:spMk id="6" creationId="{1054AD48-5DC1-AFF8-5D83-A751E6D9B3DF}"/>
          </ac:spMkLst>
        </pc:spChg>
        <pc:picChg chg="add mod">
          <ac:chgData name="Yan Li" userId="8c31b902-5b3a-4bc1-a03f-ce296c1668b4" providerId="ADAL" clId="{6F9A3FD9-75E6-48B4-8622-40F229F05D29}" dt="2024-09-11T14:54:24.891" v="327" actId="1076"/>
          <ac:picMkLst>
            <pc:docMk/>
            <pc:sldMk cId="3307445110" sldId="365"/>
            <ac:picMk id="3" creationId="{03BBAAE9-ABF8-F153-45D9-9AED61E92F16}"/>
          </ac:picMkLst>
        </pc:picChg>
      </pc:sldChg>
      <pc:sldChg chg="addSp delSp modSp mod ord">
        <pc:chgData name="Yan Li" userId="8c31b902-5b3a-4bc1-a03f-ce296c1668b4" providerId="ADAL" clId="{6F9A3FD9-75E6-48B4-8622-40F229F05D29}" dt="2024-09-11T21:34:55.724" v="893" actId="20577"/>
        <pc:sldMkLst>
          <pc:docMk/>
          <pc:sldMk cId="1795160791" sldId="366"/>
        </pc:sldMkLst>
        <pc:spChg chg="add del mod">
          <ac:chgData name="Yan Li" userId="8c31b902-5b3a-4bc1-a03f-ce296c1668b4" providerId="ADAL" clId="{6F9A3FD9-75E6-48B4-8622-40F229F05D29}" dt="2024-09-11T20:12:32.274" v="555" actId="478"/>
          <ac:spMkLst>
            <pc:docMk/>
            <pc:sldMk cId="1795160791" sldId="366"/>
            <ac:spMk id="3" creationId="{1725F5B2-AD6B-CA52-3260-DD0D9C0F1576}"/>
          </ac:spMkLst>
        </pc:spChg>
        <pc:spChg chg="del">
          <ac:chgData name="Yan Li" userId="8c31b902-5b3a-4bc1-a03f-ce296c1668b4" providerId="ADAL" clId="{6F9A3FD9-75E6-48B4-8622-40F229F05D29}" dt="2024-09-11T20:11:59.088" v="551" actId="478"/>
          <ac:spMkLst>
            <pc:docMk/>
            <pc:sldMk cId="1795160791" sldId="366"/>
            <ac:spMk id="5" creationId="{87397B05-2868-01CF-5915-644A9A5CFD2E}"/>
          </ac:spMkLst>
        </pc:spChg>
        <pc:spChg chg="add mod">
          <ac:chgData name="Yan Li" userId="8c31b902-5b3a-4bc1-a03f-ce296c1668b4" providerId="ADAL" clId="{6F9A3FD9-75E6-48B4-8622-40F229F05D29}" dt="2024-09-11T21:34:55.724" v="893" actId="20577"/>
          <ac:spMkLst>
            <pc:docMk/>
            <pc:sldMk cId="1795160791" sldId="366"/>
            <ac:spMk id="8" creationId="{4E818595-8F84-CDC7-458C-1886E7FAE27A}"/>
          </ac:spMkLst>
        </pc:spChg>
        <pc:spChg chg="add mod">
          <ac:chgData name="Yan Li" userId="8c31b902-5b3a-4bc1-a03f-ce296c1668b4" providerId="ADAL" clId="{6F9A3FD9-75E6-48B4-8622-40F229F05D29}" dt="2024-09-11T21:29:08.220" v="817" actId="14100"/>
          <ac:spMkLst>
            <pc:docMk/>
            <pc:sldMk cId="1795160791" sldId="366"/>
            <ac:spMk id="9" creationId="{F7B1927F-7384-F7DE-0721-DF59F4DEBF0E}"/>
          </ac:spMkLst>
        </pc:spChg>
        <pc:spChg chg="del">
          <ac:chgData name="Yan Li" userId="8c31b902-5b3a-4bc1-a03f-ce296c1668b4" providerId="ADAL" clId="{6F9A3FD9-75E6-48B4-8622-40F229F05D29}" dt="2024-09-11T20:12:05.905" v="553" actId="478"/>
          <ac:spMkLst>
            <pc:docMk/>
            <pc:sldMk cId="1795160791" sldId="366"/>
            <ac:spMk id="10" creationId="{F4232FD8-CFAD-9746-E3E4-DE49F831408F}"/>
          </ac:spMkLst>
        </pc:spChg>
        <pc:spChg chg="del">
          <ac:chgData name="Yan Li" userId="8c31b902-5b3a-4bc1-a03f-ce296c1668b4" providerId="ADAL" clId="{6F9A3FD9-75E6-48B4-8622-40F229F05D29}" dt="2024-09-11T20:12:02.738" v="552" actId="478"/>
          <ac:spMkLst>
            <pc:docMk/>
            <pc:sldMk cId="1795160791" sldId="366"/>
            <ac:spMk id="12" creationId="{C08A3E29-1372-340D-0912-C1B178A9EB91}"/>
          </ac:spMkLst>
        </pc:spChg>
        <pc:picChg chg="add mod">
          <ac:chgData name="Yan Li" userId="8c31b902-5b3a-4bc1-a03f-ce296c1668b4" providerId="ADAL" clId="{6F9A3FD9-75E6-48B4-8622-40F229F05D29}" dt="2024-09-11T20:12:41.809" v="558" actId="14100"/>
          <ac:picMkLst>
            <pc:docMk/>
            <pc:sldMk cId="1795160791" sldId="366"/>
            <ac:picMk id="6" creationId="{C0AC18D4-6BE8-1E94-2582-534892753F0F}"/>
          </ac:picMkLst>
        </pc:picChg>
        <pc:picChg chg="del">
          <ac:chgData name="Yan Li" userId="8c31b902-5b3a-4bc1-a03f-ce296c1668b4" providerId="ADAL" clId="{6F9A3FD9-75E6-48B4-8622-40F229F05D29}" dt="2024-09-11T20:11:54.134" v="550" actId="478"/>
          <ac:picMkLst>
            <pc:docMk/>
            <pc:sldMk cId="1795160791" sldId="366"/>
            <ac:picMk id="7" creationId="{E099CDF4-B651-0365-77A0-695CE11A6964}"/>
          </ac:picMkLst>
        </pc:picChg>
      </pc:sldChg>
      <pc:sldChg chg="del">
        <pc:chgData name="Yan Li" userId="8c31b902-5b3a-4bc1-a03f-ce296c1668b4" providerId="ADAL" clId="{6F9A3FD9-75E6-48B4-8622-40F229F05D29}" dt="2024-09-11T20:14:39.554" v="582" actId="2696"/>
        <pc:sldMkLst>
          <pc:docMk/>
          <pc:sldMk cId="1701158441" sldId="367"/>
        </pc:sldMkLst>
      </pc:sldChg>
      <pc:sldChg chg="del">
        <pc:chgData name="Yan Li" userId="8c31b902-5b3a-4bc1-a03f-ce296c1668b4" providerId="ADAL" clId="{6F9A3FD9-75E6-48B4-8622-40F229F05D29}" dt="2024-09-11T20:14:37.008" v="581" actId="2696"/>
        <pc:sldMkLst>
          <pc:docMk/>
          <pc:sldMk cId="3496130074" sldId="368"/>
        </pc:sldMkLst>
      </pc:sldChg>
      <pc:sldChg chg="del">
        <pc:chgData name="Yan Li" userId="8c31b902-5b3a-4bc1-a03f-ce296c1668b4" providerId="ADAL" clId="{6F9A3FD9-75E6-48B4-8622-40F229F05D29}" dt="2024-09-11T20:14:27.454" v="579" actId="2696"/>
        <pc:sldMkLst>
          <pc:docMk/>
          <pc:sldMk cId="809149955" sldId="369"/>
        </pc:sldMkLst>
      </pc:sldChg>
      <pc:sldChg chg="del">
        <pc:chgData name="Yan Li" userId="8c31b902-5b3a-4bc1-a03f-ce296c1668b4" providerId="ADAL" clId="{6F9A3FD9-75E6-48B4-8622-40F229F05D29}" dt="2024-09-11T20:14:32.466" v="580" actId="2696"/>
        <pc:sldMkLst>
          <pc:docMk/>
          <pc:sldMk cId="1469367766" sldId="370"/>
        </pc:sldMkLst>
      </pc:sldChg>
      <pc:sldChg chg="del">
        <pc:chgData name="Yan Li" userId="8c31b902-5b3a-4bc1-a03f-ce296c1668b4" providerId="ADAL" clId="{6F9A3FD9-75E6-48B4-8622-40F229F05D29}" dt="2024-09-11T20:14:44.021" v="584" actId="2696"/>
        <pc:sldMkLst>
          <pc:docMk/>
          <pc:sldMk cId="3816998467" sldId="371"/>
        </pc:sldMkLst>
      </pc:sldChg>
      <pc:sldChg chg="del">
        <pc:chgData name="Yan Li" userId="8c31b902-5b3a-4bc1-a03f-ce296c1668b4" providerId="ADAL" clId="{6F9A3FD9-75E6-48B4-8622-40F229F05D29}" dt="2024-09-11T20:14:46.603" v="585" actId="2696"/>
        <pc:sldMkLst>
          <pc:docMk/>
          <pc:sldMk cId="1823488101" sldId="372"/>
        </pc:sldMkLst>
      </pc:sldChg>
      <pc:sldChg chg="del">
        <pc:chgData name="Yan Li" userId="8c31b902-5b3a-4bc1-a03f-ce296c1668b4" providerId="ADAL" clId="{6F9A3FD9-75E6-48B4-8622-40F229F05D29}" dt="2024-09-11T20:14:49.819" v="586" actId="2696"/>
        <pc:sldMkLst>
          <pc:docMk/>
          <pc:sldMk cId="3343509872" sldId="373"/>
        </pc:sldMkLst>
      </pc:sldChg>
      <pc:sldChg chg="del">
        <pc:chgData name="Yan Li" userId="8c31b902-5b3a-4bc1-a03f-ce296c1668b4" providerId="ADAL" clId="{6F9A3FD9-75E6-48B4-8622-40F229F05D29}" dt="2024-09-11T20:14:51.649" v="587" actId="2696"/>
        <pc:sldMkLst>
          <pc:docMk/>
          <pc:sldMk cId="3218294921" sldId="375"/>
        </pc:sldMkLst>
      </pc:sldChg>
      <pc:sldChg chg="addSp delSp modSp add mod">
        <pc:chgData name="Yan Li" userId="8c31b902-5b3a-4bc1-a03f-ce296c1668b4" providerId="ADAL" clId="{6F9A3FD9-75E6-48B4-8622-40F229F05D29}" dt="2024-09-11T15:20:24.533" v="444" actId="14100"/>
        <pc:sldMkLst>
          <pc:docMk/>
          <pc:sldMk cId="1171648086" sldId="376"/>
        </pc:sldMkLst>
        <pc:spChg chg="del mod">
          <ac:chgData name="Yan Li" userId="8c31b902-5b3a-4bc1-a03f-ce296c1668b4" providerId="ADAL" clId="{6F9A3FD9-75E6-48B4-8622-40F229F05D29}" dt="2024-09-11T15:20:18.604" v="442" actId="478"/>
          <ac:spMkLst>
            <pc:docMk/>
            <pc:sldMk cId="1171648086" sldId="376"/>
            <ac:spMk id="10" creationId="{4F036EC2-E650-EC80-F2A9-D2525366FFAB}"/>
          </ac:spMkLst>
        </pc:spChg>
        <pc:picChg chg="add mod">
          <ac:chgData name="Yan Li" userId="8c31b902-5b3a-4bc1-a03f-ce296c1668b4" providerId="ADAL" clId="{6F9A3FD9-75E6-48B4-8622-40F229F05D29}" dt="2024-09-11T15:20:24.533" v="444" actId="14100"/>
          <ac:picMkLst>
            <pc:docMk/>
            <pc:sldMk cId="1171648086" sldId="376"/>
            <ac:picMk id="3" creationId="{18F7B82B-3D27-5B00-8A80-60ED13C8DA84}"/>
          </ac:picMkLst>
        </pc:picChg>
        <pc:picChg chg="del">
          <ac:chgData name="Yan Li" userId="8c31b902-5b3a-4bc1-a03f-ce296c1668b4" providerId="ADAL" clId="{6F9A3FD9-75E6-48B4-8622-40F229F05D29}" dt="2024-09-11T15:20:08.802" v="438" actId="478"/>
          <ac:picMkLst>
            <pc:docMk/>
            <pc:sldMk cId="1171648086" sldId="376"/>
            <ac:picMk id="7" creationId="{5AB8F1CD-14B4-5B0F-CAD2-48C4388CA5A4}"/>
          </ac:picMkLst>
        </pc:picChg>
      </pc:sldChg>
      <pc:sldChg chg="addSp delSp modSp add mod">
        <pc:chgData name="Yan Li" userId="8c31b902-5b3a-4bc1-a03f-ce296c1668b4" providerId="ADAL" clId="{6F9A3FD9-75E6-48B4-8622-40F229F05D29}" dt="2024-09-11T15:30:23.469" v="500" actId="14100"/>
        <pc:sldMkLst>
          <pc:docMk/>
          <pc:sldMk cId="237069390" sldId="377"/>
        </pc:sldMkLst>
        <pc:spChg chg="add mod">
          <ac:chgData name="Yan Li" userId="8c31b902-5b3a-4bc1-a03f-ce296c1668b4" providerId="ADAL" clId="{6F9A3FD9-75E6-48B4-8622-40F229F05D29}" dt="2024-09-11T15:30:23.469" v="500" actId="14100"/>
          <ac:spMkLst>
            <pc:docMk/>
            <pc:sldMk cId="237069390" sldId="377"/>
            <ac:spMk id="3" creationId="{5FB5493A-AFB9-A974-23B5-83D35B62AE3F}"/>
          </ac:spMkLst>
        </pc:spChg>
        <pc:spChg chg="mod">
          <ac:chgData name="Yan Li" userId="8c31b902-5b3a-4bc1-a03f-ce296c1668b4" providerId="ADAL" clId="{6F9A3FD9-75E6-48B4-8622-40F229F05D29}" dt="2024-09-11T15:29:54.030" v="495" actId="20577"/>
          <ac:spMkLst>
            <pc:docMk/>
            <pc:sldMk cId="237069390" sldId="377"/>
            <ac:spMk id="5" creationId="{87397B05-2868-01CF-5915-644A9A5CFD2E}"/>
          </ac:spMkLst>
        </pc:spChg>
        <pc:spChg chg="del mod">
          <ac:chgData name="Yan Li" userId="8c31b902-5b3a-4bc1-a03f-ce296c1668b4" providerId="ADAL" clId="{6F9A3FD9-75E6-48B4-8622-40F229F05D29}" dt="2024-09-11T15:28:35.503" v="457"/>
          <ac:spMkLst>
            <pc:docMk/>
            <pc:sldMk cId="237069390" sldId="377"/>
            <ac:spMk id="10" creationId="{4F036EC2-E650-EC80-F2A9-D2525366FFAB}"/>
          </ac:spMkLst>
        </pc:spChg>
        <pc:spChg chg="del">
          <ac:chgData name="Yan Li" userId="8c31b902-5b3a-4bc1-a03f-ce296c1668b4" providerId="ADAL" clId="{6F9A3FD9-75E6-48B4-8622-40F229F05D29}" dt="2024-09-11T15:28:39.289" v="460" actId="478"/>
          <ac:spMkLst>
            <pc:docMk/>
            <pc:sldMk cId="237069390" sldId="377"/>
            <ac:spMk id="11" creationId="{73471EBA-6BC0-0DD0-04E4-4A2D385A71F7}"/>
          </ac:spMkLst>
        </pc:spChg>
        <pc:spChg chg="del">
          <ac:chgData name="Yan Li" userId="8c31b902-5b3a-4bc1-a03f-ce296c1668b4" providerId="ADAL" clId="{6F9A3FD9-75E6-48B4-8622-40F229F05D29}" dt="2024-09-11T15:28:40.808" v="461" actId="478"/>
          <ac:spMkLst>
            <pc:docMk/>
            <pc:sldMk cId="237069390" sldId="377"/>
            <ac:spMk id="12" creationId="{5D58AEDB-C825-A4AD-DECD-1719F885D9F9}"/>
          </ac:spMkLst>
        </pc:spChg>
        <pc:picChg chg="del">
          <ac:chgData name="Yan Li" userId="8c31b902-5b3a-4bc1-a03f-ce296c1668b4" providerId="ADAL" clId="{6F9A3FD9-75E6-48B4-8622-40F229F05D29}" dt="2024-09-11T15:28:36.764" v="458" actId="478"/>
          <ac:picMkLst>
            <pc:docMk/>
            <pc:sldMk cId="237069390" sldId="377"/>
            <ac:picMk id="7" creationId="{5AB8F1CD-14B4-5B0F-CAD2-48C4388CA5A4}"/>
          </ac:picMkLst>
        </pc:picChg>
      </pc:sldChg>
      <pc:sldChg chg="addSp delSp modSp add mod">
        <pc:chgData name="Yan Li" userId="8c31b902-5b3a-4bc1-a03f-ce296c1668b4" providerId="ADAL" clId="{6F9A3FD9-75E6-48B4-8622-40F229F05D29}" dt="2024-09-11T20:04:36.557" v="522" actId="14100"/>
        <pc:sldMkLst>
          <pc:docMk/>
          <pc:sldMk cId="3062616720" sldId="378"/>
        </pc:sldMkLst>
        <pc:picChg chg="del">
          <ac:chgData name="Yan Li" userId="8c31b902-5b3a-4bc1-a03f-ce296c1668b4" providerId="ADAL" clId="{6F9A3FD9-75E6-48B4-8622-40F229F05D29}" dt="2024-09-11T20:04:29.828" v="518" actId="478"/>
          <ac:picMkLst>
            <pc:docMk/>
            <pc:sldMk cId="3062616720" sldId="378"/>
            <ac:picMk id="3" creationId="{84FAFC4A-9DFB-B88B-FB17-CEE8E95E6FF2}"/>
          </ac:picMkLst>
        </pc:picChg>
        <pc:picChg chg="add mod">
          <ac:chgData name="Yan Li" userId="8c31b902-5b3a-4bc1-a03f-ce296c1668b4" providerId="ADAL" clId="{6F9A3FD9-75E6-48B4-8622-40F229F05D29}" dt="2024-09-11T20:04:36.557" v="522" actId="14100"/>
          <ac:picMkLst>
            <pc:docMk/>
            <pc:sldMk cId="3062616720" sldId="378"/>
            <ac:picMk id="4" creationId="{E23597E9-F3B0-5EFB-FD3A-8F0CF203B943}"/>
          </ac:picMkLst>
        </pc:picChg>
      </pc:sldChg>
      <pc:sldChg chg="addSp delSp modSp add mod">
        <pc:chgData name="Yan Li" userId="8c31b902-5b3a-4bc1-a03f-ce296c1668b4" providerId="ADAL" clId="{6F9A3FD9-75E6-48B4-8622-40F229F05D29}" dt="2024-09-11T21:29:59.670" v="881" actId="20577"/>
        <pc:sldMkLst>
          <pc:docMk/>
          <pc:sldMk cId="1802307800" sldId="379"/>
        </pc:sldMkLst>
        <pc:spChg chg="mod">
          <ac:chgData name="Yan Li" userId="8c31b902-5b3a-4bc1-a03f-ce296c1668b4" providerId="ADAL" clId="{6F9A3FD9-75E6-48B4-8622-40F229F05D29}" dt="2024-09-11T21:29:59.670" v="881" actId="20577"/>
          <ac:spMkLst>
            <pc:docMk/>
            <pc:sldMk cId="1802307800" sldId="379"/>
            <ac:spMk id="5" creationId="{87397B05-2868-01CF-5915-644A9A5CFD2E}"/>
          </ac:spMkLst>
        </pc:spChg>
        <pc:picChg chg="add mod">
          <ac:chgData name="Yan Li" userId="8c31b902-5b3a-4bc1-a03f-ce296c1668b4" providerId="ADAL" clId="{6F9A3FD9-75E6-48B4-8622-40F229F05D29}" dt="2024-09-11T20:11:44.886" v="549" actId="14100"/>
          <ac:picMkLst>
            <pc:docMk/>
            <pc:sldMk cId="1802307800" sldId="379"/>
            <ac:picMk id="3" creationId="{BE3E5651-956D-A988-0F09-D05F7896F863}"/>
          </ac:picMkLst>
        </pc:picChg>
        <pc:picChg chg="del">
          <ac:chgData name="Yan Li" userId="8c31b902-5b3a-4bc1-a03f-ce296c1668b4" providerId="ADAL" clId="{6F9A3FD9-75E6-48B4-8622-40F229F05D29}" dt="2024-09-11T20:11:20.258" v="543" actId="478"/>
          <ac:picMkLst>
            <pc:docMk/>
            <pc:sldMk cId="1802307800" sldId="379"/>
            <ac:picMk id="4" creationId="{66D71068-19D8-FCE8-C3D8-B7F8F0B2602E}"/>
          </ac:picMkLst>
        </pc:picChg>
        <pc:picChg chg="del">
          <ac:chgData name="Yan Li" userId="8c31b902-5b3a-4bc1-a03f-ce296c1668b4" providerId="ADAL" clId="{6F9A3FD9-75E6-48B4-8622-40F229F05D29}" dt="2024-09-11T20:11:21.763" v="544" actId="478"/>
          <ac:picMkLst>
            <pc:docMk/>
            <pc:sldMk cId="1802307800" sldId="379"/>
            <ac:picMk id="7" creationId="{9FF394D2-AEC5-45B5-182F-F6EAF175061A}"/>
          </ac:picMkLst>
        </pc:picChg>
        <pc:picChg chg="del">
          <ac:chgData name="Yan Li" userId="8c31b902-5b3a-4bc1-a03f-ce296c1668b4" providerId="ADAL" clId="{6F9A3FD9-75E6-48B4-8622-40F229F05D29}" dt="2024-09-11T20:11:18.799" v="542" actId="478"/>
          <ac:picMkLst>
            <pc:docMk/>
            <pc:sldMk cId="1802307800" sldId="379"/>
            <ac:picMk id="10" creationId="{4ABF265F-2465-2972-71AB-3B53C06BD6CC}"/>
          </ac:picMkLst>
        </pc:picChg>
      </pc:sldChg>
      <pc:sldChg chg="addSp delSp modSp add mod">
        <pc:chgData name="Yan Li" userId="8c31b902-5b3a-4bc1-a03f-ce296c1668b4" providerId="ADAL" clId="{6F9A3FD9-75E6-48B4-8622-40F229F05D29}" dt="2024-09-11T21:22:39.617" v="770" actId="207"/>
        <pc:sldMkLst>
          <pc:docMk/>
          <pc:sldMk cId="2457219249" sldId="380"/>
        </pc:sldMkLst>
        <pc:spChg chg="add del">
          <ac:chgData name="Yan Li" userId="8c31b902-5b3a-4bc1-a03f-ce296c1668b4" providerId="ADAL" clId="{6F9A3FD9-75E6-48B4-8622-40F229F05D29}" dt="2024-09-11T21:21:50.313" v="709" actId="11529"/>
          <ac:spMkLst>
            <pc:docMk/>
            <pc:sldMk cId="2457219249" sldId="380"/>
            <ac:spMk id="4" creationId="{A56FD78F-8D42-4249-010E-B7F4543D15F3}"/>
          </ac:spMkLst>
        </pc:spChg>
        <pc:spChg chg="add del mod">
          <ac:chgData name="Yan Li" userId="8c31b902-5b3a-4bc1-a03f-ce296c1668b4" providerId="ADAL" clId="{6F9A3FD9-75E6-48B4-8622-40F229F05D29}" dt="2024-09-11T21:22:23.749" v="762"/>
          <ac:spMkLst>
            <pc:docMk/>
            <pc:sldMk cId="2457219249" sldId="380"/>
            <ac:spMk id="5" creationId="{AB2745BB-4FB7-AE7A-4BE4-086D361E520D}"/>
          </ac:spMkLst>
        </pc:spChg>
        <pc:spChg chg="add mod">
          <ac:chgData name="Yan Li" userId="8c31b902-5b3a-4bc1-a03f-ce296c1668b4" providerId="ADAL" clId="{6F9A3FD9-75E6-48B4-8622-40F229F05D29}" dt="2024-09-11T21:22:39.617" v="770" actId="207"/>
          <ac:spMkLst>
            <pc:docMk/>
            <pc:sldMk cId="2457219249" sldId="380"/>
            <ac:spMk id="7" creationId="{FCB68779-F731-AF46-27E9-7DDB234EE987}"/>
          </ac:spMkLst>
        </pc:spChg>
        <pc:picChg chg="add mod">
          <ac:chgData name="Yan Li" userId="8c31b902-5b3a-4bc1-a03f-ce296c1668b4" providerId="ADAL" clId="{6F9A3FD9-75E6-48B4-8622-40F229F05D29}" dt="2024-09-11T21:21:36.415" v="707" actId="14100"/>
          <ac:picMkLst>
            <pc:docMk/>
            <pc:sldMk cId="2457219249" sldId="380"/>
            <ac:picMk id="3" creationId="{380F0D2A-1E8C-B585-75F7-CDEF67FF29D9}"/>
          </ac:picMkLst>
        </pc:picChg>
        <pc:picChg chg="del">
          <ac:chgData name="Yan Li" userId="8c31b902-5b3a-4bc1-a03f-ce296c1668b4" providerId="ADAL" clId="{6F9A3FD9-75E6-48B4-8622-40F229F05D29}" dt="2024-09-11T20:13:05.507" v="560" actId="478"/>
          <ac:picMkLst>
            <pc:docMk/>
            <pc:sldMk cId="2457219249" sldId="380"/>
            <ac:picMk id="6" creationId="{C0AC18D4-6BE8-1E94-2582-534892753F0F}"/>
          </ac:picMkLst>
        </pc:picChg>
      </pc:sldChg>
      <pc:sldChg chg="addSp delSp modSp add mod">
        <pc:chgData name="Yan Li" userId="8c31b902-5b3a-4bc1-a03f-ce296c1668b4" providerId="ADAL" clId="{6F9A3FD9-75E6-48B4-8622-40F229F05D29}" dt="2024-09-12T19:03:07.450" v="908" actId="14100"/>
        <pc:sldMkLst>
          <pc:docMk/>
          <pc:sldMk cId="4201203152" sldId="381"/>
        </pc:sldMkLst>
        <pc:picChg chg="del">
          <ac:chgData name="Yan Li" userId="8c31b902-5b3a-4bc1-a03f-ce296c1668b4" providerId="ADAL" clId="{6F9A3FD9-75E6-48B4-8622-40F229F05D29}" dt="2024-09-11T20:13:42.803" v="568" actId="478"/>
          <ac:picMkLst>
            <pc:docMk/>
            <pc:sldMk cId="4201203152" sldId="381"/>
            <ac:picMk id="3" creationId="{380F0D2A-1E8C-B585-75F7-CDEF67FF29D9}"/>
          </ac:picMkLst>
        </pc:picChg>
        <pc:picChg chg="add mod">
          <ac:chgData name="Yan Li" userId="8c31b902-5b3a-4bc1-a03f-ce296c1668b4" providerId="ADAL" clId="{6F9A3FD9-75E6-48B4-8622-40F229F05D29}" dt="2024-09-12T19:03:07.450" v="908" actId="14100"/>
          <ac:picMkLst>
            <pc:docMk/>
            <pc:sldMk cId="4201203152" sldId="381"/>
            <ac:picMk id="4" creationId="{9AE54620-C18D-4671-CA7E-AEFC02432EC8}"/>
          </ac:picMkLst>
        </pc:picChg>
      </pc:sldChg>
      <pc:sldChg chg="addSp delSp modSp add mod">
        <pc:chgData name="Yan Li" userId="8c31b902-5b3a-4bc1-a03f-ce296c1668b4" providerId="ADAL" clId="{6F9A3FD9-75E6-48B4-8622-40F229F05D29}" dt="2024-09-12T19:02:05.062" v="907" actId="255"/>
        <pc:sldMkLst>
          <pc:docMk/>
          <pc:sldMk cId="3207380264" sldId="382"/>
        </pc:sldMkLst>
        <pc:spChg chg="add mod">
          <ac:chgData name="Yan Li" userId="8c31b902-5b3a-4bc1-a03f-ce296c1668b4" providerId="ADAL" clId="{6F9A3FD9-75E6-48B4-8622-40F229F05D29}" dt="2024-09-12T19:02:05.062" v="907" actId="255"/>
          <ac:spMkLst>
            <pc:docMk/>
            <pc:sldMk cId="3207380264" sldId="382"/>
            <ac:spMk id="4" creationId="{D231FD1C-BDD1-CC9C-3CCB-A088E8D33FF3}"/>
          </ac:spMkLst>
        </pc:spChg>
        <pc:spChg chg="add mod">
          <ac:chgData name="Yan Li" userId="8c31b902-5b3a-4bc1-a03f-ce296c1668b4" providerId="ADAL" clId="{6F9A3FD9-75E6-48B4-8622-40F229F05D29}" dt="2024-09-12T19:01:39.301" v="901" actId="208"/>
          <ac:spMkLst>
            <pc:docMk/>
            <pc:sldMk cId="3207380264" sldId="382"/>
            <ac:spMk id="5" creationId="{A89EAC3A-6CCE-31F9-0E76-C4A500394563}"/>
          </ac:spMkLst>
        </pc:spChg>
        <pc:picChg chg="add mod">
          <ac:chgData name="Yan Li" userId="8c31b902-5b3a-4bc1-a03f-ce296c1668b4" providerId="ADAL" clId="{6F9A3FD9-75E6-48B4-8622-40F229F05D29}" dt="2024-09-11T20:14:19.763" v="578" actId="14100"/>
          <ac:picMkLst>
            <pc:docMk/>
            <pc:sldMk cId="3207380264" sldId="382"/>
            <ac:picMk id="3" creationId="{0731F19B-13F5-9A52-D0EC-0F4B5C081E37}"/>
          </ac:picMkLst>
        </pc:picChg>
        <pc:picChg chg="del">
          <ac:chgData name="Yan Li" userId="8c31b902-5b3a-4bc1-a03f-ce296c1668b4" providerId="ADAL" clId="{6F9A3FD9-75E6-48B4-8622-40F229F05D29}" dt="2024-09-11T20:14:08.793" v="574" actId="478"/>
          <ac:picMkLst>
            <pc:docMk/>
            <pc:sldMk cId="3207380264" sldId="382"/>
            <ac:picMk id="4" creationId="{9AE54620-C18D-4671-CA7E-AEFC02432EC8}"/>
          </ac:picMkLst>
        </pc:picChg>
      </pc:sldChg>
    </pc:docChg>
  </pc:docChgLst>
  <pc:docChgLst>
    <pc:chgData name="Yan Li" userId="8c31b902-5b3a-4bc1-a03f-ce296c1668b4" providerId="ADAL" clId="{33AF930D-17BD-4B9E-ABC2-E2ED3C09DCDF}"/>
    <pc:docChg chg="modSld">
      <pc:chgData name="Yan Li" userId="8c31b902-5b3a-4bc1-a03f-ce296c1668b4" providerId="ADAL" clId="{33AF930D-17BD-4B9E-ABC2-E2ED3C09DCDF}" dt="2024-09-24T12:16:29.997" v="98" actId="9405"/>
      <pc:docMkLst>
        <pc:docMk/>
      </pc:docMkLst>
      <pc:sldChg chg="modSp mod">
        <pc:chgData name="Yan Li" userId="8c31b902-5b3a-4bc1-a03f-ce296c1668b4" providerId="ADAL" clId="{33AF930D-17BD-4B9E-ABC2-E2ED3C09DCDF}" dt="2024-09-24T11:29:37.995" v="69" actId="20577"/>
        <pc:sldMkLst>
          <pc:docMk/>
          <pc:sldMk cId="2783577023" sldId="292"/>
        </pc:sldMkLst>
        <pc:spChg chg="mod">
          <ac:chgData name="Yan Li" userId="8c31b902-5b3a-4bc1-a03f-ce296c1668b4" providerId="ADAL" clId="{33AF930D-17BD-4B9E-ABC2-E2ED3C09DCDF}" dt="2024-09-24T11:29:37.995" v="69" actId="20577"/>
          <ac:spMkLst>
            <pc:docMk/>
            <pc:sldMk cId="2783577023" sldId="292"/>
            <ac:spMk id="3" creationId="{829828C6-6D41-BE5B-CC0A-8492B54C3375}"/>
          </ac:spMkLst>
        </pc:spChg>
      </pc:sldChg>
      <pc:sldChg chg="modSp mod">
        <pc:chgData name="Yan Li" userId="8c31b902-5b3a-4bc1-a03f-ce296c1668b4" providerId="ADAL" clId="{33AF930D-17BD-4B9E-ABC2-E2ED3C09DCDF}" dt="2024-09-24T11:28:32.161" v="15" actId="20577"/>
        <pc:sldMkLst>
          <pc:docMk/>
          <pc:sldMk cId="3053668210" sldId="388"/>
        </pc:sldMkLst>
        <pc:spChg chg="mod">
          <ac:chgData name="Yan Li" userId="8c31b902-5b3a-4bc1-a03f-ce296c1668b4" providerId="ADAL" clId="{33AF930D-17BD-4B9E-ABC2-E2ED3C09DCDF}" dt="2024-09-24T11:28:32.161" v="15" actId="20577"/>
          <ac:spMkLst>
            <pc:docMk/>
            <pc:sldMk cId="3053668210" sldId="388"/>
            <ac:spMk id="3" creationId="{829828C6-6D41-BE5B-CC0A-8492B54C3375}"/>
          </ac:spMkLst>
        </pc:spChg>
      </pc:sldChg>
      <pc:sldChg chg="modSp mod">
        <pc:chgData name="Yan Li" userId="8c31b902-5b3a-4bc1-a03f-ce296c1668b4" providerId="ADAL" clId="{33AF930D-17BD-4B9E-ABC2-E2ED3C09DCDF}" dt="2024-09-24T11:31:42.788" v="74" actId="20577"/>
        <pc:sldMkLst>
          <pc:docMk/>
          <pc:sldMk cId="930682437" sldId="392"/>
        </pc:sldMkLst>
        <pc:spChg chg="mod">
          <ac:chgData name="Yan Li" userId="8c31b902-5b3a-4bc1-a03f-ce296c1668b4" providerId="ADAL" clId="{33AF930D-17BD-4B9E-ABC2-E2ED3C09DCDF}" dt="2024-09-24T11:31:42.788" v="74" actId="20577"/>
          <ac:spMkLst>
            <pc:docMk/>
            <pc:sldMk cId="930682437" sldId="392"/>
            <ac:spMk id="7" creationId="{19E9025E-D53A-A0C6-DE59-5473A182F046}"/>
          </ac:spMkLst>
        </pc:spChg>
      </pc:sldChg>
      <pc:sldChg chg="modSp mod">
        <pc:chgData name="Yan Li" userId="8c31b902-5b3a-4bc1-a03f-ce296c1668b4" providerId="ADAL" clId="{33AF930D-17BD-4B9E-ABC2-E2ED3C09DCDF}" dt="2024-09-24T11:42:40.490" v="75" actId="1076"/>
        <pc:sldMkLst>
          <pc:docMk/>
          <pc:sldMk cId="3500747355" sldId="396"/>
        </pc:sldMkLst>
        <pc:picChg chg="mod">
          <ac:chgData name="Yan Li" userId="8c31b902-5b3a-4bc1-a03f-ce296c1668b4" providerId="ADAL" clId="{33AF930D-17BD-4B9E-ABC2-E2ED3C09DCDF}" dt="2024-09-24T11:42:40.490" v="75" actId="1076"/>
          <ac:picMkLst>
            <pc:docMk/>
            <pc:sldMk cId="3500747355" sldId="396"/>
            <ac:picMk id="4" creationId="{07BC0AFE-822E-33FA-7097-A7C8CF9BAAC8}"/>
          </ac:picMkLst>
        </pc:picChg>
      </pc:sldChg>
      <pc:sldChg chg="addSp delSp modSp mod">
        <pc:chgData name="Yan Li" userId="8c31b902-5b3a-4bc1-a03f-ce296c1668b4" providerId="ADAL" clId="{33AF930D-17BD-4B9E-ABC2-E2ED3C09DCDF}" dt="2024-09-24T12:16:29.997" v="98" actId="9405"/>
        <pc:sldMkLst>
          <pc:docMk/>
          <pc:sldMk cId="2065244852" sldId="400"/>
        </pc:sldMkLst>
        <pc:spChg chg="mod">
          <ac:chgData name="Yan Li" userId="8c31b902-5b3a-4bc1-a03f-ce296c1668b4" providerId="ADAL" clId="{33AF930D-17BD-4B9E-ABC2-E2ED3C09DCDF}" dt="2024-09-24T12:15:38.502" v="84" actId="108"/>
          <ac:spMkLst>
            <pc:docMk/>
            <pc:sldMk cId="2065244852" sldId="400"/>
            <ac:spMk id="7" creationId="{FF7C7418-F5D8-34DA-3CDA-E1B5CE1A5F47}"/>
          </ac:spMkLst>
        </pc:spChg>
        <pc:inkChg chg="add">
          <ac:chgData name="Yan Li" userId="8c31b902-5b3a-4bc1-a03f-ce296c1668b4" providerId="ADAL" clId="{33AF930D-17BD-4B9E-ABC2-E2ED3C09DCDF}" dt="2024-09-24T12:16:06.180" v="96" actId="9405"/>
          <ac:inkMkLst>
            <pc:docMk/>
            <pc:sldMk cId="2065244852" sldId="400"/>
            <ac:inkMk id="2" creationId="{D2847EA4-3A1A-965C-34C1-B09C29B71965}"/>
          </ac:inkMkLst>
        </pc:inkChg>
        <pc:inkChg chg="add">
          <ac:chgData name="Yan Li" userId="8c31b902-5b3a-4bc1-a03f-ce296c1668b4" providerId="ADAL" clId="{33AF930D-17BD-4B9E-ABC2-E2ED3C09DCDF}" dt="2024-09-24T12:16:20.939" v="97" actId="9405"/>
          <ac:inkMkLst>
            <pc:docMk/>
            <pc:sldMk cId="2065244852" sldId="400"/>
            <ac:inkMk id="3" creationId="{4096EE85-194E-6A72-BA4F-4B73EB5729DE}"/>
          </ac:inkMkLst>
        </pc:inkChg>
        <pc:inkChg chg="add">
          <ac:chgData name="Yan Li" userId="8c31b902-5b3a-4bc1-a03f-ce296c1668b4" providerId="ADAL" clId="{33AF930D-17BD-4B9E-ABC2-E2ED3C09DCDF}" dt="2024-09-24T12:16:29.997" v="98" actId="9405"/>
          <ac:inkMkLst>
            <pc:docMk/>
            <pc:sldMk cId="2065244852" sldId="400"/>
            <ac:inkMk id="6" creationId="{9F7DA639-3E3D-299B-834F-C85F92A90D4B}"/>
          </ac:inkMkLst>
        </pc:inkChg>
        <pc:inkChg chg="del">
          <ac:chgData name="Yan Li" userId="8c31b902-5b3a-4bc1-a03f-ce296c1668b4" providerId="ADAL" clId="{33AF930D-17BD-4B9E-ABC2-E2ED3C09DCDF}" dt="2024-09-24T12:15:47.668" v="85"/>
          <ac:inkMkLst>
            <pc:docMk/>
            <pc:sldMk cId="2065244852" sldId="400"/>
            <ac:inkMk id="12" creationId="{2D5CB629-F7D4-9623-226C-1D2466702D67}"/>
          </ac:inkMkLst>
        </pc:inkChg>
        <pc:inkChg chg="del">
          <ac:chgData name="Yan Li" userId="8c31b902-5b3a-4bc1-a03f-ce296c1668b4" providerId="ADAL" clId="{33AF930D-17BD-4B9E-ABC2-E2ED3C09DCDF}" dt="2024-09-24T12:15:54.288" v="89"/>
          <ac:inkMkLst>
            <pc:docMk/>
            <pc:sldMk cId="2065244852" sldId="400"/>
            <ac:inkMk id="13" creationId="{5C110276-DC65-5994-BC88-15A4A53A6712}"/>
          </ac:inkMkLst>
        </pc:inkChg>
        <pc:inkChg chg="del">
          <ac:chgData name="Yan Li" userId="8c31b902-5b3a-4bc1-a03f-ce296c1668b4" providerId="ADAL" clId="{33AF930D-17BD-4B9E-ABC2-E2ED3C09DCDF}" dt="2024-09-24T12:15:54.288" v="90"/>
          <ac:inkMkLst>
            <pc:docMk/>
            <pc:sldMk cId="2065244852" sldId="400"/>
            <ac:inkMk id="14" creationId="{EE110730-3735-3391-92D4-3BE82C93A9DF}"/>
          </ac:inkMkLst>
        </pc:inkChg>
        <pc:inkChg chg="del">
          <ac:chgData name="Yan Li" userId="8c31b902-5b3a-4bc1-a03f-ce296c1668b4" providerId="ADAL" clId="{33AF930D-17BD-4B9E-ABC2-E2ED3C09DCDF}" dt="2024-09-24T12:15:55.891" v="93"/>
          <ac:inkMkLst>
            <pc:docMk/>
            <pc:sldMk cId="2065244852" sldId="400"/>
            <ac:inkMk id="15" creationId="{DA597027-1489-6DB4-20F6-9E30D8E00B25}"/>
          </ac:inkMkLst>
        </pc:inkChg>
        <pc:inkChg chg="del">
          <ac:chgData name="Yan Li" userId="8c31b902-5b3a-4bc1-a03f-ce296c1668b4" providerId="ADAL" clId="{33AF930D-17BD-4B9E-ABC2-E2ED3C09DCDF}" dt="2024-09-24T12:15:56.596" v="95"/>
          <ac:inkMkLst>
            <pc:docMk/>
            <pc:sldMk cId="2065244852" sldId="400"/>
            <ac:inkMk id="16" creationId="{4ABCB267-F1E8-2D39-F7C8-8A53E10CF701}"/>
          </ac:inkMkLst>
        </pc:inkChg>
        <pc:inkChg chg="del">
          <ac:chgData name="Yan Li" userId="8c31b902-5b3a-4bc1-a03f-ce296c1668b4" providerId="ADAL" clId="{33AF930D-17BD-4B9E-ABC2-E2ED3C09DCDF}" dt="2024-09-24T12:15:55.045" v="91"/>
          <ac:inkMkLst>
            <pc:docMk/>
            <pc:sldMk cId="2065244852" sldId="400"/>
            <ac:inkMk id="17" creationId="{F3701FFC-0DDC-251F-0D97-858F4D51A0B4}"/>
          </ac:inkMkLst>
        </pc:inkChg>
        <pc:inkChg chg="del">
          <ac:chgData name="Yan Li" userId="8c31b902-5b3a-4bc1-a03f-ce296c1668b4" providerId="ADAL" clId="{33AF930D-17BD-4B9E-ABC2-E2ED3C09DCDF}" dt="2024-09-24T12:15:54.288" v="88"/>
          <ac:inkMkLst>
            <pc:docMk/>
            <pc:sldMk cId="2065244852" sldId="400"/>
            <ac:inkMk id="18" creationId="{41C03FF6-029A-907A-F4CE-0C4DFB987B3E}"/>
          </ac:inkMkLst>
        </pc:inkChg>
        <pc:inkChg chg="del">
          <ac:chgData name="Yan Li" userId="8c31b902-5b3a-4bc1-a03f-ce296c1668b4" providerId="ADAL" clId="{33AF930D-17BD-4B9E-ABC2-E2ED3C09DCDF}" dt="2024-09-24T12:15:55.045" v="92"/>
          <ac:inkMkLst>
            <pc:docMk/>
            <pc:sldMk cId="2065244852" sldId="400"/>
            <ac:inkMk id="19" creationId="{041790D4-2BB4-EBC7-DAA5-8E1959360552}"/>
          </ac:inkMkLst>
        </pc:inkChg>
        <pc:inkChg chg="del">
          <ac:chgData name="Yan Li" userId="8c31b902-5b3a-4bc1-a03f-ce296c1668b4" providerId="ADAL" clId="{33AF930D-17BD-4B9E-ABC2-E2ED3C09DCDF}" dt="2024-09-24T12:15:56.596" v="94"/>
          <ac:inkMkLst>
            <pc:docMk/>
            <pc:sldMk cId="2065244852" sldId="400"/>
            <ac:inkMk id="21" creationId="{698EDCB3-913D-7E03-E569-5BA35EFC96B5}"/>
          </ac:inkMkLst>
        </pc:inkChg>
        <pc:inkChg chg="del">
          <ac:chgData name="Yan Li" userId="8c31b902-5b3a-4bc1-a03f-ce296c1668b4" providerId="ADAL" clId="{33AF930D-17BD-4B9E-ABC2-E2ED3C09DCDF}" dt="2024-09-24T12:15:49.142" v="86"/>
          <ac:inkMkLst>
            <pc:docMk/>
            <pc:sldMk cId="2065244852" sldId="400"/>
            <ac:inkMk id="23" creationId="{B8EF06AA-83CA-C02C-D24D-A8DC50CC02D4}"/>
          </ac:inkMkLst>
        </pc:inkChg>
        <pc:inkChg chg="del">
          <ac:chgData name="Yan Li" userId="8c31b902-5b3a-4bc1-a03f-ce296c1668b4" providerId="ADAL" clId="{33AF930D-17BD-4B9E-ABC2-E2ED3C09DCDF}" dt="2024-09-24T12:15:50.087" v="87"/>
          <ac:inkMkLst>
            <pc:docMk/>
            <pc:sldMk cId="2065244852" sldId="400"/>
            <ac:inkMk id="24" creationId="{658B3252-C919-FEF3-126C-DD60D0804A7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6:18:19.50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29,'94'-2,"-48"0,0 1,89 11,-65 10,-54-14,-1-2,0 1,1-2,30 3,312-19,-192 3,-119 8,-21 2,0-1,0-1,0-2,0 0,26-9,-25 5,-1 2,1 1,0 1,42-2,111 10,-144-2,109 9,74 2,17-15,850 4,-755 33,-223-19,185 4,530-22,-451 3,-351-1,0-1,0-1,0 0,39-12,-33 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6:18:22.62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28,'1'-1,"-1"0,0 0,0 0,1 0,-1 0,1 1,-1-1,1 0,-1 0,1 1,-1-1,1 0,0 1,-1-1,1 0,0 1,-1-1,1 1,0-1,0 1,0 0,0-1,-1 1,1 0,0-1,0 1,2 0,29-5,-27 5,383-5,-208 8,383 15,109-10,-389-10,25-17,-279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5:00.51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0,'108'8,"-50"-1,1106 134,-249-24,-502-107,-138-10,-41 24,-125-10,-102-14,0 0,0 0,0-1,0 0,0 0,0 0,0-1,0 0,-1-1,9-3,66-40,-32 16,7 5,0 3,2 2,117-23,-168 41,48-11,1 3,0 1,1 4,-1 1,102 8,226 9,-124-10,-207 2,60 14,15 2,-61-14,190 12,225-1,42-10,-299-11,-22-9,-17 0,146 13,91-3,-13-20,518 22,-852-4,100-16,-99 8,103-1,146 2,18 0,387 12,-722-2,-5 1,0-1,0 1,-1 0,1 0,0 0,-1 0,1 1,0-1,-1 1,1 0,-1 0,1 1,-1-1,6 3,-9-3,0 0,0 0,0 0,0 1,0-1,0 0,-1 0,1 0,0-1,-1 1,1 0,0 0,-1 0,1 0,-1 0,0 0,1 0,-1-1,0 1,1 0,-1-1,-1 2,-23 21,21-19,-48 47,31-28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5:54.3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0,'377'19,"-275"-11,134-8,-94-3,3663 3,-3437 12,23 0,-164-3,397 66,-507-58,236 3,290-42,-215 17,-86 4,-244-6,155-33,-153 21,130-8,-70 16,73-2,1211 13,-1412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6:16.32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6:17.20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7:10.19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23,'421'-2,"426"5,-791 2,-2 2,1 3,70 22,83 15,-116-38,120-3,-44-4,3 9,76 1,696-12,-892-3,82-14,-5 0,650 4,-483 16,1349-4,-1555-2,0-5,150-33,-129 22,199-7,121 26,-183 3,2364-3,-2442-12,-112 6,85 1,-136 5,0 1,1-1,-1 1,0 0,0 1,1 0,-1 0,0 0,-1 0,1 1,0 0,-1 0,0 1,1 0,-1 0,-1 0,1 0,-1 1,1-1,-1 1,-1 0,1 1,3 5,1 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7:19.98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8:43:03.99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2,'319'-2,"347"5,-442 8,70 2,1813-14,-2014 6,157 28,-108-11,669 107,-757-119,0-3,94 2,-121-10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8:44:10.39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1 120,'40'0,"1801"24,-1820-25,0 0,0-1,25-6,44-4,-40 8,75-15,25-2,405 15,-306 9,23-1,310-5,-266-31,-206 17,128-2,675 18,-413 3,-459-2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8:44:12.94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1 128,'56'0,"926"-14,395 2,-832 15,522-3,-1046 0,0-2,0 0,0-1,-1-1,1-1,-1 0,0-2,30-14,-28 14,0 0,1 2,0 0,0 1,37 0,5-2,20-6,-63 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8:52:39.10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27,'25'-7,"0"1,1 1,0 1,30 0,109 5,-75 1,-21 1,-1 2,115 26,-164-27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8:55:16.95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1,'835'0,"-808"0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8:55:23.46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2,'52'6,"-13"1,865 117,-614-81,-166-23,-67-14,1-3,-1-2,1-3,78-12,337-15,332 29,-322 24,-362-13,53 1,49-14,258 4,-213 31,-141-14,338 52,367 39,-651-105,-1-8,204-30,-203 24,-123 8,1-2,92-17,130-20,-188 31,102-24,312-56,-447 80,115-6,-5 2,8-13,331-29,-418 54,-18 1,0-3,89-15,-19-9,1 7,233-4,-325 24,49 0,117 15,13 9,103 17,-271-24,-43-11,-1-1,1-1,27 3,-25-6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00.46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46,'8'0,"15"0,15 0,17 0,24 0,13 0,8 0,-1 0,-5-4,-16-1,-16 0,-15-3,-11-1,-8 3,-5 1,-6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26.32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128 190,'17'0,"0"-2,0 0,30-9,12-1,6 1,841-110,-888 119,8 0,0 0,30 3,-55-2,0 1,-1 0,1 0,-1 0,1 0,-1 0,1 0,-1 0,1 0,0 1,-1-1,1 0,-1 0,1 0,-1 1,1-1,-1 0,1 0,-1 1,0-1,1 0,-1 1,1-1,-1 1,0-1,1 0,-1 1,0-1,1 1,-1-1,0 2,-10 13,-33 15,38-27,-14 9,0-1,0 0,-2-2,1 0,-1-1,0-1,0-1,-1-1,0-1,0-1,0-1,-33-1,-597-4,633 5,1 1,0 0,-26 9,3-1,40-10,0-1,0 1,0-1,0 0,-1 1,1-1,0 0,0 0,0 0,0 0,-1 0,1 0,0 0,0-1,0 1,0 0,-1-1,1 1,0 0,0-1,0 0,0 1,0-1,0 1,0-1,-1-2,-6-27,8 26,-1 0,1 0,-1 0,0 0,0 1,0-1,-3-6,0 5,-1-1,1 1,-1 0,0 0,0 0,0 1,-1 0,0 0,0 0,0 1,-7-4,-17-10,76 3,16 1,0 3,84-2,131 11,-140 2,37 11,-16 0,-147-12,0 0,0 1,-1 1,21 5,-29-6,-1-1,0 0,0 1,1 0,-1-1,0 1,0 0,0-1,0 1,0 0,0 0,0 0,0 0,0 0,0 0,0 0,0 0,-1 0,1 1,0 0,-1 0,0 0,0 0,0-1,-1 1,1 0,0-1,-1 1,0 0,1-1,-1 1,0-1,0 1,0-1,0 1,0-1,0 1,0-1,0 0,0 0,-3 2,-33 29,28-26,0 1,1 1,-1 0,2 0,-1 1,1-1,-7 13,10-13,0 0,-1-1,0 1,0-1,-1 0,1 0,-2-1,1 0,-1 0,0 0,0-1,0 0,-1 0,0-1,0 0,0 0,0-1,-11 3,-34 8,0-2,-1-3,-1-2,1-2,-59-3,-231-23,251 19,72 3,0-1,0-1,0-1,-23-5,41 6,0 0,1 0,-1-1,1 1,-1-1,1 0,-1 0,1 1,0-2,0 1,0 0,0 0,1-1,-1 1,0-1,1 1,0-1,-1 0,1 0,0 1,1-1,-1 0,0 0,1 0,-1-6,0-10,0 0,4-38,-1 32,0-16,0 31,-1 30,-1-4,-1 4,2 0,0 0,2 0,4 20,-5-33,0-1,1 1,-1 0,2-1,-1 0,1 0,0 0,0 0,1 0,-1-1,1 0,0 0,1 0,-1-1,8 5,-3-3,0-1,1 0,0 0,0-1,0 0,0-1,1 0,0-1,17 1,13-1,57-5,-20 0,133-9,11 0,-144 15,-43-1,0-2,56-5,-87 3,1 1,-1-1,1 1,-1-2,0 1,0 0,9-7,6-6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28.6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1,'4'0,"6"0,8 0,2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38.5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1,'12'0,"24"0,34 0,25 0,20 0,11 0,-4 0,-11 0,-17 0,-19 0,-19 0,-16 4,-13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40.24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1,'64'0,"382"14,-158 14,-226-24,-36-3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41.52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18,'0'-4,"8"-1,7 0,4 1,8 5,7 3,1 0,3-1,-1 0,-2-1,-4-1,-3 0,-6-1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44.25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1,'18'264,"-19"-216,0-39,1 0,-1 0,2 0,-1 0,3 11,-3-18,1 0,0 1,0-1,0 0,0 1,0-1,0 0,1 0,-1 0,1 0,-1 0,1-1,0 1,0 0,0-1,0 1,0-1,0 0,0 0,0 1,0-1,1-1,3 2,11 3,1-1,0-2,1 1,-1-2,33-1,96-18,-96 10,67-2,-24 11,-31 1,1-3,98-15,-156 16,0-2,0 1,-1-1,1 0,0 0,-1 0,1-1,-1 0,0 0,0 0,0-1,-1 0,1 0,-1 0,0 0,0-1,0 1,-1-1,1 0,-1 0,0 0,3-10,1-10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47.2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1190 0,'3'86,"24"139,-27-222,1 0,-1 0,0 1,0-1,0 0,0 1,0-1,-1 0,0 0,1 1,-3 3,3-7,0 0,0 1,-1-1,1 0,0 1,0-1,0 0,-1 0,1 0,0 1,0-1,-1 0,1 0,0 0,0 1,-1-1,1 0,0 0,-1 0,1 0,0 0,0 0,-1 0,1 0,0 0,-1 0,1 0,0 0,-1 0,1 0,0 0,-1 0,1 0,0 0,-1 0,1 0,-16-20,12 13,0-1,-1 1,1 0,-1 1,0-1,-1 1,-8-7,10 10,0 0,-1 1,0-1,1 1,-1 0,0 1,0-1,-1 1,1 0,0 0,0 0,-11 1,-58-1,37 2,0-2,0-1,-65-14,9-6,0 4,0 4,-187-4,57 19,595-1,-340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55.04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7:03.51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1,'-4'0,"-1"0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9:47.05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96,'47'0,"0"-1,0-3,0-1,0-3,47-14,-48 8,1 2,0 2,0 2,1 2,72 1,-100 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9:49.44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0,'871'0,"-850"0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9:52.52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50,'2'-4,"1"1,-1 0,1 0,0 1,0-1,0 0,0 1,1 0,-1 0,1 0,-1 0,1 0,0 1,-1-1,1 1,0 0,7 0,72-8,-75 9,289-1,-137 3,-137-1,0 1,23 6,-3-1,-20-4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9:55.09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3,'212'-2,"229"5,-401 0,0 1,58 15,-78-13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15.30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1,'835'0,"-809"0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16.64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0,'918'0,"-898"0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21.89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 1,'802'0,"-798"-1,0 1,0 0,0 0,0 1,0-1,0 1,0 0,0 0,-1 1,1-1,0 1,-1-1,1 1,0 0,-1 1,0-1,5 5,-5-3,0 0,0 0,-1 1,0-1,0 1,0 0,0-1,-1 1,0 0,0 0,0 0,0 0,-1 10,-1 8,-1 0,-1 0,-1 0,-12 42,16-63,-1 0,0 1,1-1,-1 0,0 0,0 1,-1-1,1 0,0 0,-1 0,1 0,-1-1,0 1,-2 2,3-4,0 1,0-1,0 1,0-1,0 0,-1 1,1-1,0 0,0 0,0 0,0 0,-1 0,1 0,0 0,0 0,0 0,0-1,-1 1,1-1,0 1,-1-1,-7-5,1 1,0-2,0 1,1-1,-12-14,-22-17,29 34,-1-1,1 2,-1 0,0 0,0 1,0 1,-22 0,-31-5,34 2,-55 1,68 4,-1-1,0-1,1-1,-1-1,1 0,-1-1,-30-12,27 7,0 0,-1 2,1 1,-2 1,1 1,-43-2,-2-7,49 10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36.5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0,'11'0,"21"0,33 0,29 0,14 0,14 0,1 0,-8 0,-19 0,-27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41.10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181 2,'660'0,"-658"0,1-1,0 1,0 0,-1 0,1 0,0 1,-1-1,1 0,0 1,-1 0,1 0,0 0,-1 0,1 0,-1 0,0 1,1-1,-1 1,0 0,0 0,0-1,0 1,0 1,0-1,-1 0,1 0,-1 1,0-1,1 0,-1 1,0 0,0-1,-1 1,1-1,0 1,-1 0,0 0,0-1,1 1,-2 0,1 4,0 16,0 0,-2 0,-5 33,5-47,0 0,0-1,-1 1,0 0,0-1,-1 0,0 1,-1-2,1 1,-2 0,-9 10,11-14,-1-1,1 0,-1 0,0 0,-1-1,1 0,0 0,-1 0,1-1,-1 1,1-1,-1-1,-8 1,-83-4,50 0,-544 2,590 1,-1 1,1-1,-1 0,1 0,-1 0,0 0,1 0,-1 0,1 0,-1-1,0 1,1 0,-1-1,1 1,-1-1,1 0,0 1,-1-1,1 0,0 0,-1 0,-1-2,4 2,-1 0,0 0,1-1,-1 1,1 0,0 0,-1 0,1-1,0 1,0 0,-1 0,1 0,0 0,0 0,0 1,0-1,0 0,1 0,1 0,14-10,1 1,23-10,-21 12,-1 0,1 1,1 1,-1 0,1 2,0 0,0 2,22 0,285 3,-308-1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8:27.98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7:36.5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44,'123'2,"180"-5,-266-2,0-2,61-19,-82 22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7:39.6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0 168,'900'0,"-978"-11,35 3,0 0,-61-20,72 17,0 2,0 2,-1 1,-34-2,17 7,-71-5,109 5,1-1,-1 0,1-1,0 0,0-1,0 0,-18-10,29 14,0 0,-1 0,1 0,0 0,-1-1,1 1,-1 0,1 0,0 0,0 0,-1-1,1 1,0 0,-1 0,1-1,0 1,0 0,-1-1,1 1,0 0,0-1,0 1,0 0,-1-1,1 1,0 0,0-1,0 1,0-1,0 1,0 0,0-1,0 1,0 0,0-1,0 1,0-1,0 1,1 0,-1-1,0 1,0 0,0-1,0 1,1 0,-1-1,0 1,0 0,0 0,1-1,-1 1,0 0,1 0,-1-1,0 1,1 0,-1 0,0 0,1 0,-1-1,0 1,1 0,-1 0,0 0,1 0,-1 0,1 0,27-7,40 1,133 5,-89 3,-93-2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8:33.50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8:33.9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40:08.76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691 65,'43'-2,"-29"1,0 0,0 1,0 0,-1 1,1 1,17 4,-29-6,0 1,-1 0,1 0,0 0,-1 0,1 0,-1 0,0 0,1 0,-1 1,0-1,0 0,1 1,-1-1,0 1,0-1,-1 1,1 0,0-1,-1 1,1 0,-1 0,1 0,-1-1,0 1,1 0,-1 0,0 0,0 0,-1 3,-1 6,0 0,0 0,-2 0,-3 11,-1 2,-1 4,-2 0,0-1,-2-1,-1 0,-1-1,-1 0,-1-1,-36 38,52-60,-1 0,1 0,-1-1,0 1,0 0,0 0,0-1,0 0,0 1,-5 1,7-3,0 0,-1 0,1 0,0-1,-1 1,1 0,0 0,-1 0,1-1,0 1,0 0,-1 0,1-1,0 1,0 0,0 0,-1-1,1 1,0 0,0-1,0 1,0 0,0-1,-1 1,1 0,0-1,0 1,0 0,0-1,0 1,0 0,0-1,0 1,0 0,0-1,1 1,-1 0,0-1,0 1,0 0,0-1,3-9,-1 1,1 0,0 0,6-11,40-72,-30 59,-1 0,-1-1,-2-1,16-58,-30 89,0 0,1 0,-1 0,-1 0,1 0,-1-1,1 1,-1 0,0 0,-1-1,1 1,-1 0,-2-8,3 11,-1 1,1 0,0 0,-1-1,1 1,-1 0,1 0,-1-1,1 1,0 0,-1 0,1 0,-1 0,1 0,-1 0,1 0,-1 0,1 0,-1 0,1 0,-1 0,1 0,-1 0,1 0,0 0,-1 1,1-1,-1 0,1 0,-1 1,1-1,0 0,-1 0,1 1,0-1,-1 0,1 1,0-1,-1 1,1-1,0 0,0 1,0-1,-1 1,1 0,-19 24,15-18,-10 10,0 0,-1-1,0-1,-2 0,-29 21,34-28,0-1,0 0,-1-1,0 0,-1-1,1 0,-1-1,0-1,-25 3,4-2,0-2,0-1,-1-2,1-2,-56-10,79 8,0 0,0-1,0 0,1 0,-14-11,17 11,0 0,0 1,-1 0,1 0,-1 1,0 0,0 1,-1 0,1 0,-11-1,18 4,0 0,1 0,-1 0,0 0,0 0,0 0,1 0,-1 1,0-1,0 1,1 0,-1-1,0 1,1 0,-1 0,1 0,-1 0,1 0,-1 0,1 1,0-1,-1 0,0 3,-1 0,1 0,0 0,1 0,-1 1,1-1,-1 0,1 1,1-1,-2 7,2 4,-1 0,2 1,0-1,6 28,-3-27,0 0,0 0,2-1,0 0,11 21,-14-32,0 0,0 0,0 0,1 0,-1 0,1-1,0 0,0 0,0 0,0 0,1 0,-1-1,1 0,-1 0,1 0,0-1,0 1,0-1,0 0,0-1,7 1,294-2,-114-2,-71 5,129-5,-248 3,-1 0,0-1,0 1,0 0,1-1,-1 1,0-1,0 0,0 1,0-1,0 0,0 0,0 0,0 1,-1-1,1 0,0 0,0 0,-1 0,1 0,0-1,-1 1,1 0,-1 0,0 0,1 0,-1-1,0 1,0 0,0 0,0-1,0 1,0 0,0 0,0-2,-9-56,4 34,1-52,3 48,0 0,-2 1,-9-39,11 61,-1 0,0-1,0 1,0 0,-1 1,0-1,0 0,-1 1,0 0,1-1,-2 1,1 1,-1-1,1 1,-1 0,0 0,-1 0,1 1,-12-6,-5 1,16 7,0-1,1 0,0 0,-1-1,1 1,-5-5,8 2,14 5,15 6,-22-2,1 0,-1 0,0 0,-1 1,1-1,-1 1,0 1,0-1,-1 0,1 1,-1 0,0 0,-1 0,1 0,1 6,0 5,0 0,-1 0,0 0,0 26,-3-22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12:16:06.18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1,'52'2,"0"3,71 16,-72-10,1-3,73 2,1798-11,-1695 16,-145-7,-50-5,113 12,-115-10,-1 1,51 17,-50-9,-23-10,-1 0,1-1,0 0,13 3,-4-4,-1-1,0 0,0-1,32-4,65-18,4-1,96-3,-180 22,0 2,0 1,65 7,95 30,-182-33,0-1,1 0,-1 0,1-2,-1 1,1-1,0-1,-1 0,1 0,-1-1,16-5,13-7,76-15,-65 19,-21 3,1 2,32-2,-1 7,-1 3,72 12,-95-10,-7-1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12:16:20.93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0 114,'110'0,"125"17,-119-7,181-7,-150-5,1013 2,-1143-1,-1 0,1-2,22-6,-20 4,40-4,272 7,-176 4,239-2,-377-1,-1-1,1 0,19-7,-16 5,-1 0,21-1,94 5,10-2,-50-11,-65 7,49-3,211 8,-133 3,-119-4,1-2,-1-2,43-11,-42 8,0 1,68-4,212 12,-132 2,-103 2,102 18,-166-19,41 9,-43-7,2-1,25 2,291-4,-168-4,8 2,-151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12:16:29.99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0 176,'7'0,"1019"0,-1010-1,0-1,0 0,18-6,-15 4,33-4,369 6,-170 15,103 1,472 4,-186 44,-625-60,1 0,-1-2,1 1,0-2,-1 0,1-1,17-4,66-13,-79 18,-1-2,-1-1,1 0,0-1,-1-1,0-1,22-11,-26 11,1 1,0 0,0 1,0 0,1 2,-1-1,1 2,0 0,0 1,0 1,0 0,27 5,-30-3,0 2,0 0,-1 0,0 1,0 0,18 12,6 1,-6-5,0-2,35 9,-52-17,1 0,-1-1,20 1,-28-2,1-2,-1 1,1 0,-1-1,1 0,-1 0,0-1,1 0,-1 1,0-2,6-2,2-3,0 2,1 0,0 0,0 2,25-7,75-6,-93 14,75-4,104 4,-155 4,-28-2,0-1,0 0,21-7,-17 5,38-5,332 6,-198 6,-145-1,70 13,-68-7,24 5,-39-6,73 5,257-14,-344 1,0-2,0-1,-1 0,1-2,-1 0,35-16,20-6,-33 14,115-32,-43 13,-53 14,-30 13,0 1,1 1,-1 2,0 1,44 5,7-2,-21 2,-1 2,81 18,-1 1,312 0,-274-21,-67 9,-4-1,446-10,-283-3,277 23,-162 31,-319-45,0-3,94-6,54 4,-187-1,170 20,-155-13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DCE8C-2003-47A2-800E-2F90B246AB06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22B8F-EECA-4068-B343-503A0100A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7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4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7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3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60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6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6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4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21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7028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58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18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5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5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7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D942967-BC0A-4551-A92E-9B26D7D102E7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60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1.png"/><Relationship Id="rId4" Type="http://schemas.openxmlformats.org/officeDocument/2006/relationships/customXml" Target="../ink/ink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8.xml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11" Type="http://schemas.openxmlformats.org/officeDocument/2006/relationships/customXml" Target="../ink/ink7.xml"/><Relationship Id="rId5" Type="http://schemas.openxmlformats.org/officeDocument/2006/relationships/image" Target="../media/image24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.xml"/><Relationship Id="rId5" Type="http://schemas.openxmlformats.org/officeDocument/2006/relationships/image" Target="../media/image34.png"/><Relationship Id="rId4" Type="http://schemas.openxmlformats.org/officeDocument/2006/relationships/customXml" Target="../ink/ink13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22.xml"/><Relationship Id="rId26" Type="http://schemas.openxmlformats.org/officeDocument/2006/relationships/customXml" Target="../ink/ink26.xml"/><Relationship Id="rId39" Type="http://schemas.openxmlformats.org/officeDocument/2006/relationships/image" Target="../media/image53.png"/><Relationship Id="rId21" Type="http://schemas.openxmlformats.org/officeDocument/2006/relationships/image" Target="../media/image26.png"/><Relationship Id="rId34" Type="http://schemas.openxmlformats.org/officeDocument/2006/relationships/customXml" Target="../ink/ink30.xml"/><Relationship Id="rId42" Type="http://schemas.openxmlformats.org/officeDocument/2006/relationships/customXml" Target="../ink/ink34.xml"/><Relationship Id="rId7" Type="http://schemas.openxmlformats.org/officeDocument/2006/relationships/image" Target="../media/image38.png"/><Relationship Id="rId2" Type="http://schemas.openxmlformats.org/officeDocument/2006/relationships/image" Target="../media/image6.png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29" Type="http://schemas.openxmlformats.org/officeDocument/2006/relationships/image" Target="../media/image48.png"/><Relationship Id="rId41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.xml"/><Relationship Id="rId11" Type="http://schemas.openxmlformats.org/officeDocument/2006/relationships/image" Target="../media/image40.png"/><Relationship Id="rId24" Type="http://schemas.openxmlformats.org/officeDocument/2006/relationships/customXml" Target="../ink/ink25.xml"/><Relationship Id="rId32" Type="http://schemas.openxmlformats.org/officeDocument/2006/relationships/customXml" Target="../ink/ink29.xml"/><Relationship Id="rId37" Type="http://schemas.openxmlformats.org/officeDocument/2006/relationships/image" Target="../media/image52.png"/><Relationship Id="rId40" Type="http://schemas.openxmlformats.org/officeDocument/2006/relationships/customXml" Target="../ink/ink33.xml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45.png"/><Relationship Id="rId28" Type="http://schemas.openxmlformats.org/officeDocument/2006/relationships/customXml" Target="../ink/ink27.xml"/><Relationship Id="rId36" Type="http://schemas.openxmlformats.org/officeDocument/2006/relationships/customXml" Target="../ink/ink31.xml"/><Relationship Id="rId10" Type="http://schemas.openxmlformats.org/officeDocument/2006/relationships/customXml" Target="../ink/ink18.xml"/><Relationship Id="rId19" Type="http://schemas.openxmlformats.org/officeDocument/2006/relationships/image" Target="../media/image44.png"/><Relationship Id="rId31" Type="http://schemas.openxmlformats.org/officeDocument/2006/relationships/image" Target="../media/image49.png"/><Relationship Id="rId4" Type="http://schemas.openxmlformats.org/officeDocument/2006/relationships/customXml" Target="../ink/ink15.xml"/><Relationship Id="rId9" Type="http://schemas.openxmlformats.org/officeDocument/2006/relationships/image" Target="../media/image39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Relationship Id="rId27" Type="http://schemas.openxmlformats.org/officeDocument/2006/relationships/image" Target="../media/image47.png"/><Relationship Id="rId30" Type="http://schemas.openxmlformats.org/officeDocument/2006/relationships/customXml" Target="../ink/ink28.xml"/><Relationship Id="rId35" Type="http://schemas.openxmlformats.org/officeDocument/2006/relationships/image" Target="../media/image51.png"/><Relationship Id="rId8" Type="http://schemas.openxmlformats.org/officeDocument/2006/relationships/customXml" Target="../ink/ink17.xml"/><Relationship Id="rId3" Type="http://schemas.openxmlformats.org/officeDocument/2006/relationships/image" Target="../media/image36.png"/><Relationship Id="rId12" Type="http://schemas.openxmlformats.org/officeDocument/2006/relationships/customXml" Target="../ink/ink19.xml"/><Relationship Id="rId17" Type="http://schemas.openxmlformats.org/officeDocument/2006/relationships/image" Target="../media/image43.png"/><Relationship Id="rId25" Type="http://schemas.openxmlformats.org/officeDocument/2006/relationships/image" Target="../media/image46.png"/><Relationship Id="rId33" Type="http://schemas.openxmlformats.org/officeDocument/2006/relationships/image" Target="../media/image50.png"/><Relationship Id="rId38" Type="http://schemas.openxmlformats.org/officeDocument/2006/relationships/customXml" Target="../ink/ink3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3" Type="http://schemas.openxmlformats.org/officeDocument/2006/relationships/image" Target="../media/image55.png"/><Relationship Id="rId34" Type="http://schemas.openxmlformats.org/officeDocument/2006/relationships/image" Target="../media/image59.png"/><Relationship Id="rId7" Type="http://schemas.openxmlformats.org/officeDocument/2006/relationships/image" Target="../media/image57.png"/><Relationship Id="rId33" Type="http://schemas.openxmlformats.org/officeDocument/2006/relationships/customXml" Target="../ink/ink4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6.xml"/><Relationship Id="rId11" Type="http://schemas.openxmlformats.org/officeDocument/2006/relationships/customXml" Target="../ink/ink39.xml"/><Relationship Id="rId32" Type="http://schemas.openxmlformats.org/officeDocument/2006/relationships/image" Target="../media/image58.png"/><Relationship Id="rId5" Type="http://schemas.openxmlformats.org/officeDocument/2006/relationships/image" Target="../media/image56.png"/><Relationship Id="rId36" Type="http://schemas.openxmlformats.org/officeDocument/2006/relationships/image" Target="../media/image60.png"/><Relationship Id="rId10" Type="http://schemas.openxmlformats.org/officeDocument/2006/relationships/customXml" Target="../ink/ink38.xml"/><Relationship Id="rId31" Type="http://schemas.openxmlformats.org/officeDocument/2006/relationships/customXml" Target="../ink/ink40.xml"/><Relationship Id="rId4" Type="http://schemas.openxmlformats.org/officeDocument/2006/relationships/customXml" Target="../ink/ink35.xml"/><Relationship Id="rId9" Type="http://schemas.openxmlformats.org/officeDocument/2006/relationships/image" Target="../media/image26.png"/><Relationship Id="rId30" Type="http://schemas.openxmlformats.org/officeDocument/2006/relationships/image" Target="../media/image67.png"/><Relationship Id="rId35" Type="http://schemas.openxmlformats.org/officeDocument/2006/relationships/customXml" Target="../ink/ink4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2FD85-87AA-4580-1FB4-0EBB0A967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1" y="431112"/>
            <a:ext cx="9997440" cy="1582578"/>
          </a:xfrm>
        </p:spPr>
        <p:txBody>
          <a:bodyPr anchor="b">
            <a:normAutofit/>
          </a:bodyPr>
          <a:lstStyle/>
          <a:p>
            <a:pPr algn="l"/>
            <a:r>
              <a:rPr lang="en-US" sz="4000" b="1" dirty="0">
                <a:solidFill>
                  <a:srgbClr val="C00000"/>
                </a:solidFill>
                <a:latin typeface="Open Sans" panose="020B0606030504020204" pitchFamily="34" charset="0"/>
              </a:rPr>
              <a:t>Director Appointments: It Is Who You Know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733" y="2269437"/>
            <a:ext cx="7840134" cy="320886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/>
              <a:t>Jay Cai</a:t>
            </a:r>
            <a:endParaRPr lang="en-US" b="1" dirty="0">
              <a:solidFill>
                <a:srgbClr val="00B050"/>
              </a:solidFill>
            </a:endParaRPr>
          </a:p>
          <a:p>
            <a:pPr algn="l"/>
            <a:r>
              <a:rPr lang="en-US" dirty="0" err="1"/>
              <a:t>LeBow</a:t>
            </a:r>
            <a:r>
              <a:rPr lang="en-US" dirty="0"/>
              <a:t> College of Business, Drexel University</a:t>
            </a:r>
          </a:p>
          <a:p>
            <a:pPr algn="l"/>
            <a:r>
              <a:rPr lang="en-US" b="1" dirty="0"/>
              <a:t>Tu Nguyen </a:t>
            </a:r>
          </a:p>
          <a:p>
            <a:pPr algn="l"/>
            <a:r>
              <a:rPr lang="en-US" dirty="0"/>
              <a:t>School of Accounting and Finance, University of Waterloo</a:t>
            </a:r>
          </a:p>
          <a:p>
            <a:pPr algn="l"/>
            <a:r>
              <a:rPr lang="en-US" b="1" dirty="0"/>
              <a:t>Ralph </a:t>
            </a:r>
            <a:r>
              <a:rPr lang="en-US" b="1" dirty="0" err="1"/>
              <a:t>Walkling</a:t>
            </a:r>
            <a:r>
              <a:rPr lang="en-US" b="1" dirty="0"/>
              <a:t> </a:t>
            </a:r>
          </a:p>
          <a:p>
            <a:pPr algn="l"/>
            <a:r>
              <a:rPr lang="en-US" dirty="0"/>
              <a:t>Ohio State University and Drexel University</a:t>
            </a:r>
          </a:p>
          <a:p>
            <a:pPr algn="l"/>
            <a:r>
              <a:rPr lang="en-US" dirty="0"/>
              <a:t>The Review of Financial Studies</a:t>
            </a:r>
          </a:p>
          <a:p>
            <a:pPr algn="l"/>
            <a:r>
              <a:rPr lang="en-US" dirty="0"/>
              <a:t>March 2021 </a:t>
            </a:r>
          </a:p>
          <a:p>
            <a:pPr algn="l"/>
            <a:r>
              <a:rPr lang="en-US" u="sng" dirty="0"/>
              <a:t>Presented by: Yan Li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2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249"/>
            <a:ext cx="9144000" cy="112010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  <a:r>
              <a:rPr 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857" y="2164702"/>
            <a:ext cx="9815804" cy="2814003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Is it prevalent that </a:t>
            </a:r>
            <a:r>
              <a:rPr lang="en-US" sz="2000"/>
              <a:t>directors are selected </a:t>
            </a:r>
            <a:r>
              <a:rPr lang="en-US" sz="2000" dirty="0"/>
              <a:t>from the professional network of the incumbent directors?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7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250"/>
            <a:ext cx="9144000" cy="55741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Literature</a:t>
            </a:r>
            <a:endParaRPr lang="en-US" sz="3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68"/>
            <a:ext cx="12191999" cy="4887383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sz="2000" dirty="0"/>
              <a:t> CEO involves in the director nomination process and the consequent agency implications: begin with the seminar work of </a:t>
            </a:r>
            <a:r>
              <a:rPr lang="en-US" sz="2000" dirty="0" err="1"/>
              <a:t>Hermalin</a:t>
            </a:r>
            <a:r>
              <a:rPr lang="en-US" sz="2000" dirty="0"/>
              <a:t> and </a:t>
            </a:r>
            <a:r>
              <a:rPr lang="en-US" sz="2000" dirty="0" err="1"/>
              <a:t>Weisbach</a:t>
            </a:r>
            <a:r>
              <a:rPr lang="en-US" sz="2000" dirty="0"/>
              <a:t> (1998), etc.</a:t>
            </a:r>
          </a:p>
          <a:p>
            <a:pPr marL="342900" indent="-342900" algn="l">
              <a:buFontTx/>
              <a:buChar char="-"/>
            </a:pPr>
            <a:endParaRPr lang="en-US" sz="2000" dirty="0"/>
          </a:p>
          <a:p>
            <a:pPr marL="342900" indent="-342900" algn="l">
              <a:buFontTx/>
              <a:buChar char="-"/>
            </a:pPr>
            <a:r>
              <a:rPr lang="en-US" sz="2000" dirty="0"/>
              <a:t>An individual director, like the board itself, represents a portfolio of skills and attributes</a:t>
            </a:r>
            <a:r>
              <a:rPr lang="en-US" dirty="0"/>
              <a:t>: </a:t>
            </a:r>
            <a:r>
              <a:rPr lang="en-US" sz="2000" dirty="0" err="1"/>
              <a:t>Fama</a:t>
            </a:r>
            <a:r>
              <a:rPr lang="en-US" sz="2000" dirty="0"/>
              <a:t> and Jensen (1983) </a:t>
            </a:r>
            <a:r>
              <a:rPr lang="en-US" dirty="0"/>
              <a:t>; </a:t>
            </a:r>
            <a:r>
              <a:rPr lang="en-US" sz="2000" dirty="0"/>
              <a:t>Agrawal and </a:t>
            </a:r>
            <a:r>
              <a:rPr lang="en-US" sz="2000" dirty="0" err="1"/>
              <a:t>Walkling</a:t>
            </a:r>
            <a:r>
              <a:rPr lang="en-US" sz="2000" dirty="0"/>
              <a:t> (1994); etc.</a:t>
            </a:r>
          </a:p>
          <a:p>
            <a:pPr marL="342900" indent="-342900" algn="l">
              <a:buFontTx/>
              <a:buChar char="-"/>
            </a:pPr>
            <a:endParaRPr lang="en-US" sz="2000" dirty="0"/>
          </a:p>
          <a:p>
            <a:pPr marL="342900" indent="-342900" algn="l">
              <a:buFontTx/>
              <a:buChar char="-"/>
            </a:pPr>
            <a:r>
              <a:rPr lang="en-US" sz="2000" dirty="0"/>
              <a:t>Companies may seek a particular expertise to fulfill firm needs when appointing a new director: Becher, </a:t>
            </a:r>
            <a:r>
              <a:rPr lang="en-US" sz="2000" dirty="0" err="1"/>
              <a:t>Walkling</a:t>
            </a:r>
            <a:r>
              <a:rPr lang="en-US" sz="2000" dirty="0"/>
              <a:t>, and Wilson (2019) ; </a:t>
            </a:r>
            <a:r>
              <a:rPr lang="en-US" sz="2000" dirty="0" err="1"/>
              <a:t>Güner</a:t>
            </a:r>
            <a:r>
              <a:rPr lang="en-US" sz="2000" dirty="0"/>
              <a:t>, </a:t>
            </a:r>
            <a:r>
              <a:rPr lang="en-US" sz="2000" dirty="0" err="1"/>
              <a:t>Malmendier</a:t>
            </a:r>
            <a:r>
              <a:rPr lang="en-US" sz="2000" dirty="0"/>
              <a:t>, and Tate(2008); Harford and </a:t>
            </a:r>
            <a:r>
              <a:rPr lang="en-US" sz="2000" dirty="0" err="1"/>
              <a:t>Schonlau</a:t>
            </a:r>
            <a:r>
              <a:rPr lang="en-US" sz="2000" dirty="0"/>
              <a:t> (2013); etc.</a:t>
            </a:r>
          </a:p>
          <a:p>
            <a:pPr marL="342900" indent="-342900" algn="l">
              <a:buFontTx/>
              <a:buChar char="-"/>
            </a:pPr>
            <a:endParaRPr lang="en-US" dirty="0"/>
          </a:p>
          <a:p>
            <a:pPr marL="342900" indent="-342900" algn="l">
              <a:buFontTx/>
              <a:buChar char="-"/>
            </a:pPr>
            <a:r>
              <a:rPr lang="en-US" dirty="0"/>
              <a:t>A growing literature examines the diversity of board composition and its impact on firm policies and performance: Adams and Ragunathan (2017), </a:t>
            </a:r>
            <a:r>
              <a:rPr lang="en-US" dirty="0" err="1"/>
              <a:t>Faccio</a:t>
            </a:r>
            <a:r>
              <a:rPr lang="en-US" dirty="0"/>
              <a:t> et al. (2016), </a:t>
            </a:r>
            <a:r>
              <a:rPr lang="en-US" dirty="0" err="1"/>
              <a:t>Bernile</a:t>
            </a:r>
            <a:r>
              <a:rPr lang="en-US" dirty="0"/>
              <a:t>, Bhagwat, and </a:t>
            </a:r>
            <a:r>
              <a:rPr lang="en-US" dirty="0" err="1"/>
              <a:t>Yonker</a:t>
            </a:r>
            <a:r>
              <a:rPr lang="en-US" dirty="0"/>
              <a:t> (2018), </a:t>
            </a:r>
            <a:r>
              <a:rPr lang="en-US" dirty="0" err="1"/>
              <a:t>Giannetti</a:t>
            </a:r>
            <a:r>
              <a:rPr lang="en-US" dirty="0"/>
              <a:t> and Wang(2019),and </a:t>
            </a:r>
            <a:r>
              <a:rPr lang="en-US" dirty="0" err="1"/>
              <a:t>Eckboetal</a:t>
            </a:r>
            <a:r>
              <a:rPr lang="en-US" dirty="0"/>
              <a:t>.(2019).</a:t>
            </a:r>
            <a:endParaRPr lang="en-US" sz="2000" dirty="0"/>
          </a:p>
          <a:p>
            <a:pPr marL="342900" indent="-342900" algn="l">
              <a:buFontTx/>
              <a:buChar char="-"/>
            </a:pP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6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250"/>
            <a:ext cx="9144000" cy="55741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68"/>
            <a:ext cx="12191999" cy="4887383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u="sng" dirty="0">
                <a:solidFill>
                  <a:srgbClr val="FF0000"/>
                </a:solidFill>
              </a:rPr>
              <a:t>The coordination hypothesis</a:t>
            </a:r>
          </a:p>
          <a:p>
            <a:pPr algn="l"/>
            <a:r>
              <a:rPr lang="en-US" sz="2000" b="1" i="1" dirty="0"/>
              <a:t>H1a: </a:t>
            </a:r>
            <a:r>
              <a:rPr lang="en-US" sz="2000" dirty="0"/>
              <a:t>Boards are more likely to appoint a candidate with direct and strong connections to the incumbent directors, especially in complex, fast-changing situations where agile decision making can be crucial. </a:t>
            </a:r>
          </a:p>
          <a:p>
            <a:pPr algn="l"/>
            <a:r>
              <a:rPr lang="en-US" sz="2000" b="1" i="1" dirty="0"/>
              <a:t>H1b: </a:t>
            </a:r>
            <a:r>
              <a:rPr lang="en-US" sz="2000" dirty="0"/>
              <a:t>Firms appointing a connected director will experience higher announcement returns and receive higher shareholder votes, particularly when the coordination need is greater.</a:t>
            </a:r>
          </a:p>
          <a:p>
            <a:pPr algn="l"/>
            <a:r>
              <a:rPr lang="en-US" b="1" u="sng" dirty="0">
                <a:solidFill>
                  <a:srgbClr val="FF0000"/>
                </a:solidFill>
              </a:rPr>
              <a:t>The search cost hypothesis</a:t>
            </a:r>
            <a:endParaRPr lang="en-US" sz="2000" b="1" u="sng" dirty="0">
              <a:solidFill>
                <a:srgbClr val="FF0000"/>
              </a:solidFill>
            </a:endParaRPr>
          </a:p>
          <a:p>
            <a:pPr algn="l"/>
            <a:r>
              <a:rPr lang="en-US" b="1" i="1" dirty="0"/>
              <a:t>H2a: </a:t>
            </a:r>
            <a:r>
              <a:rPr lang="en-US" sz="2000" dirty="0"/>
              <a:t>The probability of appointing a connected candidate increases with candidate quality(e.g., CEO or S&amp;P500 board experience)and external search cost, which is higher for candidates with a background or experience different from the incumbent board. It is also higher for complex firms and firms in a more competitive environment. </a:t>
            </a:r>
          </a:p>
          <a:p>
            <a:pPr algn="l"/>
            <a:r>
              <a:rPr lang="en-US" b="1" i="1" dirty="0"/>
              <a:t>H2b: </a:t>
            </a:r>
            <a:r>
              <a:rPr lang="en-US" sz="2000" dirty="0"/>
              <a:t>Among potential candidates with second-degree connections, those connected to the incumbent board through a more reputable direct contact are more likely to be appointed. </a:t>
            </a:r>
          </a:p>
          <a:p>
            <a:pPr algn="l"/>
            <a:r>
              <a:rPr lang="en-US" b="1" i="1" dirty="0"/>
              <a:t>H2c: </a:t>
            </a:r>
            <a:r>
              <a:rPr lang="en-US" sz="2000" dirty="0"/>
              <a:t>Relative to unconnected candidates, potential candidates connected to the departing director are more likely to be appointed. This likelihood diminishes if the departing director leaves on bad terms.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250"/>
            <a:ext cx="9144000" cy="55741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68"/>
            <a:ext cx="12191999" cy="4887383"/>
          </a:xfrm>
        </p:spPr>
        <p:txBody>
          <a:bodyPr>
            <a:normAutofit/>
          </a:bodyPr>
          <a:lstStyle/>
          <a:p>
            <a:pPr algn="l"/>
            <a:r>
              <a:rPr lang="en-US" b="1" i="1" u="sng" dirty="0">
                <a:solidFill>
                  <a:srgbClr val="FF0000"/>
                </a:solidFill>
              </a:rPr>
              <a:t>The homophily hypothesis </a:t>
            </a:r>
          </a:p>
          <a:p>
            <a:pPr algn="l"/>
            <a:r>
              <a:rPr lang="en-US" b="1" i="1" dirty="0"/>
              <a:t>H3a: </a:t>
            </a:r>
            <a:r>
              <a:rPr lang="en-US" dirty="0"/>
              <a:t>Relative to unconnected candidates, the pool of connected candidates is on average more similar to the incumbent board along other dimensions, for example, in their experiences and industry backgrounds. H3b: Boards are more likely to appoint connected directors with similar experience and industry backgrounds to themselves. </a:t>
            </a:r>
          </a:p>
          <a:p>
            <a:pPr algn="l"/>
            <a:r>
              <a:rPr lang="en-US" b="1" i="1" dirty="0"/>
              <a:t>H3c: </a:t>
            </a:r>
            <a:r>
              <a:rPr lang="en-US" dirty="0"/>
              <a:t>The appointment of a connected director reduces firm value and receives lower shareholder votes. The impact is greater for an already homogeneous board and for complex firms and those in a more competitive environment.</a:t>
            </a:r>
          </a:p>
          <a:p>
            <a:pPr algn="l"/>
            <a:r>
              <a:rPr lang="en-US" b="1" i="1" u="sng" dirty="0">
                <a:solidFill>
                  <a:srgbClr val="FF0000"/>
                </a:solidFill>
              </a:rPr>
              <a:t>The Agency hypothesis</a:t>
            </a:r>
          </a:p>
          <a:p>
            <a:pPr algn="l"/>
            <a:r>
              <a:rPr lang="en-US" sz="2000" b="1" i="1" dirty="0"/>
              <a:t>H4a: </a:t>
            </a:r>
            <a:r>
              <a:rPr lang="en-US" sz="2000" dirty="0"/>
              <a:t>Boards, in particular those serving under an entrenched CEO, are more likely to appoint candidates connected to the incumbent CEO. </a:t>
            </a:r>
          </a:p>
          <a:p>
            <a:pPr algn="l"/>
            <a:r>
              <a:rPr lang="en-US" sz="2000" b="1" i="1" dirty="0"/>
              <a:t>H4b: </a:t>
            </a:r>
            <a:r>
              <a:rPr lang="en-US" sz="2000" dirty="0"/>
              <a:t>The appointments of directors connected to incumbent CEOs reduce firm value and receive lower shareholder votes.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46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268"/>
            <a:ext cx="9144000" cy="508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5108" y="567268"/>
            <a:ext cx="6066891" cy="5166783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Both</a:t>
            </a:r>
            <a:r>
              <a:rPr lang="en-US" dirty="0"/>
              <a:t> coordination and search</a:t>
            </a:r>
            <a:r>
              <a:rPr lang="en-US" sz="2000" dirty="0"/>
              <a:t> hypotheses predict a higher probability of board appointments of connected candidates. </a:t>
            </a:r>
          </a:p>
          <a:p>
            <a:pPr algn="l"/>
            <a:r>
              <a:rPr lang="en-US" sz="2000" dirty="0"/>
              <a:t>under both hypotheses, more complex firms and firms in more competitive environments are more likely to appoint connected directors.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Homophily hypothesis argues that A</a:t>
            </a:r>
            <a:r>
              <a:rPr lang="en-US" sz="2000" dirty="0"/>
              <a:t>dding a connected director to the incumbent board reinforces the homogeneity of the board.</a:t>
            </a:r>
          </a:p>
          <a:p>
            <a:pPr algn="l"/>
            <a:endParaRPr lang="en-US" dirty="0"/>
          </a:p>
          <a:p>
            <a:pPr algn="l"/>
            <a:r>
              <a:rPr lang="en-US" sz="2000" dirty="0"/>
              <a:t>a CEO may be able to influence director nomination and have her friends appointed to the board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CC8AC7-5A92-A59F-7271-8B9B43F2F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2366"/>
            <a:ext cx="6066891" cy="58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13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Data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69C8DB-8F2E-9FC7-7FC6-2F62409CDADD}"/>
              </a:ext>
            </a:extLst>
          </p:cNvPr>
          <p:cNvSpPr txBox="1"/>
          <p:nvPr/>
        </p:nvSpPr>
        <p:spPr>
          <a:xfrm>
            <a:off x="465667" y="1092200"/>
            <a:ext cx="1099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BoardEx</a:t>
            </a:r>
            <a:r>
              <a:rPr lang="en-US" b="1" dirty="0"/>
              <a:t> database: </a:t>
            </a:r>
            <a:r>
              <a:rPr lang="en-US" dirty="0"/>
              <a:t>a sample of 9,801 uncontested appointments of outside directors during the time period of 2003–2014 </a:t>
            </a:r>
          </a:p>
          <a:p>
            <a:endParaRPr lang="en-US" dirty="0"/>
          </a:p>
          <a:p>
            <a:r>
              <a:rPr lang="en-US" b="1" dirty="0"/>
              <a:t>The </a:t>
            </a:r>
            <a:r>
              <a:rPr lang="en-US" b="1" dirty="0" err="1"/>
              <a:t>RiskMetrics</a:t>
            </a:r>
            <a:r>
              <a:rPr lang="en-US" b="1" dirty="0"/>
              <a:t> database: </a:t>
            </a:r>
            <a:r>
              <a:rPr lang="en-US" dirty="0"/>
              <a:t>A subset of our sample firms (6,559 appointments) with information about shareholder votes on director elections</a:t>
            </a:r>
          </a:p>
          <a:p>
            <a:endParaRPr lang="en-US" dirty="0"/>
          </a:p>
          <a:p>
            <a:r>
              <a:rPr lang="en-US" b="1" dirty="0" err="1"/>
              <a:t>Compustat</a:t>
            </a:r>
            <a:r>
              <a:rPr lang="en-US" b="1" dirty="0"/>
              <a:t> and the Center for Research in Security Prices (CRSP): firm data</a:t>
            </a:r>
          </a:p>
        </p:txBody>
      </p:sp>
    </p:spTree>
    <p:extLst>
      <p:ext uri="{BB962C8B-B14F-4D97-AF65-F5344CB8AC3E}">
        <p14:creationId xmlns:p14="http://schemas.microsoft.com/office/powerpoint/2010/main" val="3936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Firm and director characteristics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806470-D119-9327-05DE-627B8F407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1" y="579513"/>
            <a:ext cx="6096851" cy="5896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799E-EF1F-7299-5F6C-A8ABFD522CA2}"/>
              </a:ext>
            </a:extLst>
          </p:cNvPr>
          <p:cNvSpPr txBox="1"/>
          <p:nvPr/>
        </p:nvSpPr>
        <p:spPr>
          <a:xfrm>
            <a:off x="6239934" y="87606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Panel A provides statistics of the types of connections (professional, educational, and social) between appointed directors and the incumbent board.</a:t>
            </a:r>
          </a:p>
          <a:p>
            <a:endParaRPr lang="en-US" dirty="0"/>
          </a:p>
          <a:p>
            <a:r>
              <a:rPr lang="en-US" dirty="0"/>
              <a:t>Focus on professional connections in subsequent analyses.</a:t>
            </a:r>
          </a:p>
          <a:p>
            <a:endParaRPr lang="en-US" dirty="0"/>
          </a:p>
          <a:p>
            <a:r>
              <a:rPr lang="en-US" dirty="0"/>
              <a:t>Panel B reveals that the typical appointee is a male, non-CEO, 56 years old, and holding 1.8 other board seats.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974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Firm and director characteristics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799E-EF1F-7299-5F6C-A8ABFD522CA2}"/>
              </a:ext>
            </a:extLst>
          </p:cNvPr>
          <p:cNvSpPr txBox="1"/>
          <p:nvPr/>
        </p:nvSpPr>
        <p:spPr>
          <a:xfrm>
            <a:off x="6239934" y="876067"/>
            <a:ext cx="5841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Panel C reports the average (median) size of the firms in our sample is $12 billion($1.1billion)with a book to market ratio of 0.60(0.48).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1840A-9948-8C30-2D9F-66C0F4825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0831"/>
            <a:ext cx="6173061" cy="45250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F801DA-A74D-744E-6BF5-4D1551173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9672"/>
            <a:ext cx="6096000" cy="15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7733" y="162934"/>
            <a:ext cx="11811000" cy="39739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Instrumental variables _ Death of retired directors/executives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25007-C235-2586-88A5-EC296F618789}"/>
              </a:ext>
            </a:extLst>
          </p:cNvPr>
          <p:cNvSpPr txBox="1"/>
          <p:nvPr/>
        </p:nvSpPr>
        <p:spPr>
          <a:xfrm>
            <a:off x="584199" y="822867"/>
            <a:ext cx="11286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first exogenous shock: </a:t>
            </a:r>
            <a:r>
              <a:rPr lang="en-US" dirty="0"/>
              <a:t>use only the death of retired individuals and that of directors or executives whose current employers are no longer connected to the appointing firm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F02341-2735-3BBB-393A-B8A56A7C4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00" y="1786284"/>
            <a:ext cx="6801799" cy="30388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3F7CAF-7AF0-A113-3FA9-3EB82F0A3124}"/>
              </a:ext>
            </a:extLst>
          </p:cNvPr>
          <p:cNvSpPr txBox="1"/>
          <p:nvPr/>
        </p:nvSpPr>
        <p:spPr>
          <a:xfrm>
            <a:off x="7120466" y="1405468"/>
            <a:ext cx="5071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The deceased director(D) does not hold any executive or director position at the time of death. In this case, there is no natural replacement director for her. Director D had a past connection with the appointing firm’s director X and with potential candidate Z, among others. If the deceased director is the appointing firm’s first-degree connection (panel A), her death leads to the loss of appointing firm’s (second-degree) connection to potential candidates through her, as well as the (first-degree) connection to her. If the deceased director is the appointing firm’s second-degree connection (panel B), her death leads to the loss of only that one connection.</a:t>
            </a:r>
          </a:p>
        </p:txBody>
      </p:sp>
    </p:spTree>
    <p:extLst>
      <p:ext uri="{BB962C8B-B14F-4D97-AF65-F5344CB8AC3E}">
        <p14:creationId xmlns:p14="http://schemas.microsoft.com/office/powerpoint/2010/main" val="3307445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7733" y="162934"/>
            <a:ext cx="11811000" cy="39739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Instrumental variables _ Death of retired directors/executives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25007-C235-2586-88A5-EC296F618789}"/>
              </a:ext>
            </a:extLst>
          </p:cNvPr>
          <p:cNvSpPr txBox="1"/>
          <p:nvPr/>
        </p:nvSpPr>
        <p:spPr>
          <a:xfrm>
            <a:off x="584199" y="822867"/>
            <a:ext cx="11286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first exogenous shock: </a:t>
            </a:r>
            <a:r>
              <a:rPr lang="en-US" dirty="0"/>
              <a:t>use only the death of retired individuals and that of directors or executives whose current employers are no longer connected to the appointing firm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3F7CAF-7AF0-A113-3FA9-3EB82F0A3124}"/>
              </a:ext>
            </a:extLst>
          </p:cNvPr>
          <p:cNvSpPr txBox="1"/>
          <p:nvPr/>
        </p:nvSpPr>
        <p:spPr>
          <a:xfrm>
            <a:off x="7120466" y="1405468"/>
            <a:ext cx="50715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The deceased director (director D) is an executive or director of a firm (B) which is still connected to the appointing firm (A) through other individuals. Firm B will find a replacement for her and, by definition, the replacement (director Z) would be connected to firm A. As illustrated in panels C and D, while firm A loses the connection to the deceased director D and her other connections outside of firm B, it also gains the connection to the replacement director Z and her other connections. In this case, the death on average should have little effect, except the deceased director might have a greater or lesser network than the replacement director. These cases are excluded from the construction of the instrument.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555CFD-CBF1-99F8-25D2-61ABB1C71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1" y="1933912"/>
            <a:ext cx="7097115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3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7733" y="162934"/>
            <a:ext cx="11811000" cy="39739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Instrumental variables _ Death of retired directors/executives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25007-C235-2586-88A5-EC296F618789}"/>
              </a:ext>
            </a:extLst>
          </p:cNvPr>
          <p:cNvSpPr txBox="1"/>
          <p:nvPr/>
        </p:nvSpPr>
        <p:spPr>
          <a:xfrm>
            <a:off x="584199" y="822867"/>
            <a:ext cx="11286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first exogenous shock: </a:t>
            </a:r>
            <a:r>
              <a:rPr lang="en-US" dirty="0"/>
              <a:t>use only the death of retired individuals and that of directors or executives whose current employers are no longer connected to the appointing firm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3F7CAF-7AF0-A113-3FA9-3EB82F0A3124}"/>
              </a:ext>
            </a:extLst>
          </p:cNvPr>
          <p:cNvSpPr txBox="1"/>
          <p:nvPr/>
        </p:nvSpPr>
        <p:spPr>
          <a:xfrm>
            <a:off x="7120466" y="1405468"/>
            <a:ext cx="50715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The deceased director D is an executive or director of a firm (B) that is the only connection to the appointing firm (A) via a past connection to director X. After the death of director D, firm A is no longer connected to firm B. As illustrated in panels E and F, while firm B will find a replacement for the deceased director D, the replacement director Z is unlikely to come from firm A or firm A’s network and, therefore, has little impact on firm A’s network. Thus, the associated first- and second-degree connections are lost.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F12C1-6931-46DB-C598-AA486EE19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" y="1633339"/>
            <a:ext cx="6883400" cy="24051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C7AC77-BA42-22A7-227A-109CA7332059}"/>
              </a:ext>
            </a:extLst>
          </p:cNvPr>
          <p:cNvSpPr txBox="1"/>
          <p:nvPr/>
        </p:nvSpPr>
        <p:spPr>
          <a:xfrm>
            <a:off x="381000" y="4950743"/>
            <a:ext cx="766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consider only scenarios 1 and 3 in the construction of our instrument and exclude the death cases in scenario 2</a:t>
            </a:r>
          </a:p>
        </p:txBody>
      </p:sp>
    </p:spTree>
    <p:extLst>
      <p:ext uri="{BB962C8B-B14F-4D97-AF65-F5344CB8AC3E}">
        <p14:creationId xmlns:p14="http://schemas.microsoft.com/office/powerpoint/2010/main" val="131509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7733" y="162934"/>
            <a:ext cx="11811000" cy="39739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Instrumental variables _ mergers and acquisitions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25007-C235-2586-88A5-EC296F618789}"/>
              </a:ext>
            </a:extLst>
          </p:cNvPr>
          <p:cNvSpPr txBox="1"/>
          <p:nvPr/>
        </p:nvSpPr>
        <p:spPr>
          <a:xfrm>
            <a:off x="618067" y="560330"/>
            <a:ext cx="11252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Second exogenous shock: </a:t>
            </a:r>
            <a:r>
              <a:rPr lang="en-US" dirty="0"/>
              <a:t>mergers and acquisitions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6CFA1-573E-CE47-DDA2-060CDB412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9662"/>
            <a:ext cx="6573373" cy="4747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BA1A8D-EEDE-EAF0-523D-872FA7065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41" y="986206"/>
            <a:ext cx="4469756" cy="1092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395B4B-3A8E-BA78-FAD7-CF09283D3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941" y="2370644"/>
            <a:ext cx="3305636" cy="3048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A17E46-69CE-16C6-4FF7-11B91AE72197}"/>
              </a:ext>
            </a:extLst>
          </p:cNvPr>
          <p:cNvSpPr txBox="1"/>
          <p:nvPr/>
        </p:nvSpPr>
        <p:spPr>
          <a:xfrm>
            <a:off x="6986940" y="2967637"/>
            <a:ext cx="4180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</a:t>
            </a:r>
            <a:r>
              <a:rPr lang="en-US" baseline="-25000" dirty="0"/>
              <a:t>1i</a:t>
            </a:r>
            <a:r>
              <a:rPr lang="en-US" dirty="0"/>
              <a:t> and Z</a:t>
            </a:r>
            <a:r>
              <a:rPr lang="en-US" baseline="-25000" dirty="0"/>
              <a:t>2i</a:t>
            </a:r>
            <a:r>
              <a:rPr lang="en-US" dirty="0"/>
              <a:t> are the two instruments; C</a:t>
            </a:r>
            <a:r>
              <a:rPr lang="en-US" baseline="-25000" dirty="0"/>
              <a:t>i </a:t>
            </a:r>
            <a:r>
              <a:rPr lang="en-US" dirty="0"/>
              <a:t>the coordination need variable</a:t>
            </a:r>
          </a:p>
        </p:txBody>
      </p:sp>
    </p:spTree>
    <p:extLst>
      <p:ext uri="{BB962C8B-B14F-4D97-AF65-F5344CB8AC3E}">
        <p14:creationId xmlns:p14="http://schemas.microsoft.com/office/powerpoint/2010/main" val="2176639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60" y="173650"/>
            <a:ext cx="10512940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1050" dirty="0"/>
              <a:t> </a:t>
            </a:r>
            <a:r>
              <a:rPr lang="en-US" sz="3200" b="1" dirty="0">
                <a:solidFill>
                  <a:srgbClr val="C00000"/>
                </a:solidFill>
              </a:rPr>
              <a:t>How do connections affect director appointments?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4C85C7-9B90-1A76-D1B9-A19F92F48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134" y="571046"/>
            <a:ext cx="12192000" cy="656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2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60" y="173650"/>
            <a:ext cx="9144000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How do connections affect director appointments?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1143D4-DDAC-E1B2-48D9-E1E41F5DB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046"/>
            <a:ext cx="477955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E9025E-D53A-A0C6-DE59-5473A182F046}"/>
              </a:ext>
            </a:extLst>
          </p:cNvPr>
          <p:cNvSpPr txBox="1"/>
          <p:nvPr/>
        </p:nvSpPr>
        <p:spPr>
          <a:xfrm>
            <a:off x="5020733" y="905933"/>
            <a:ext cx="70188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Among the connected candidates, about 8.2% are appointed, while only 4.9% of unconnected candidates are appointed. </a:t>
            </a:r>
          </a:p>
          <a:p>
            <a:endParaRPr lang="en-US" dirty="0"/>
          </a:p>
          <a:p>
            <a:r>
              <a:rPr lang="en-US" dirty="0"/>
              <a:t>Connected directors are significantly more likely to be appointed to the board.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6014D-3B40-9B21-536B-95FA0434F879}"/>
              </a:ext>
            </a:extLst>
          </p:cNvPr>
          <p:cNvSpPr txBox="1"/>
          <p:nvPr/>
        </p:nvSpPr>
        <p:spPr>
          <a:xfrm>
            <a:off x="5122333" y="2599097"/>
            <a:ext cx="69172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Coefficient is positive and statistically significant for the gender diversity variable in all six specifications,  suggesting boards on average seek gender diversity</a:t>
            </a:r>
          </a:p>
          <a:p>
            <a:endParaRPr lang="en-US" dirty="0"/>
          </a:p>
          <a:p>
            <a:r>
              <a:rPr lang="en-US" dirty="0"/>
              <a:t>A director with a new experience has 13% lower odds of being recruited than a director who has similar experiences as the incumbent directors, implying that boards on average appoint directors whose background is similar to their own</a:t>
            </a:r>
          </a:p>
        </p:txBody>
      </p:sp>
    </p:spTree>
    <p:extLst>
      <p:ext uri="{BB962C8B-B14F-4D97-AF65-F5344CB8AC3E}">
        <p14:creationId xmlns:p14="http://schemas.microsoft.com/office/powerpoint/2010/main" val="93068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60" y="173650"/>
            <a:ext cx="9144000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Which directors are appointed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8999C0-5D6C-6722-5F78-70DD19052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046"/>
            <a:ext cx="5153744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4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60" y="173650"/>
            <a:ext cx="11655940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 How does board connection affect board diversity and expertise?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E58F74-A915-AA38-7767-DE8D8BDE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8053"/>
            <a:ext cx="5281920" cy="58218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3E19038-D2E8-5EE7-E581-2607CDB1973E}"/>
                  </a:ext>
                </a:extLst>
              </p14:cNvPr>
              <p14:cNvContentPartPr/>
              <p14:nvPr/>
            </p14:nvContentPartPr>
            <p14:xfrm>
              <a:off x="16773" y="1860533"/>
              <a:ext cx="1954440" cy="36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3E19038-D2E8-5EE7-E581-2607CDB197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227" y="1824533"/>
                <a:ext cx="19900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EA3E244-ED57-2D66-F04B-525E969CCC65}"/>
                  </a:ext>
                </a:extLst>
              </p14:cNvPr>
              <p14:cNvContentPartPr/>
              <p14:nvPr/>
            </p14:nvContentPartPr>
            <p14:xfrm>
              <a:off x="33693" y="2022173"/>
              <a:ext cx="892800" cy="10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EA3E244-ED57-2D66-F04B-525E969CCC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93" y="1986533"/>
                <a:ext cx="928440" cy="8244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2600DE6-161C-0FD9-AB1A-D107F786D6DA}"/>
              </a:ext>
            </a:extLst>
          </p:cNvPr>
          <p:cNvSpPr txBox="1"/>
          <p:nvPr/>
        </p:nvSpPr>
        <p:spPr>
          <a:xfrm>
            <a:off x="5444067" y="571046"/>
            <a:ext cx="6223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odds of a female being appointed to an all-male board are 33% higher for a connected candidate than a nun-connected one, suggests that an all-male board tends to appoint a female candidate who had previously worked with at least one of the incumbent directors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A94E97-6470-864A-C114-A6BD6A63EF28}"/>
              </a:ext>
            </a:extLst>
          </p:cNvPr>
          <p:cNvSpPr txBox="1"/>
          <p:nvPr/>
        </p:nvSpPr>
        <p:spPr>
          <a:xfrm>
            <a:off x="5384801" y="2089611"/>
            <a:ext cx="6434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Boards on average are more likely to appoint a director with similar experience to their own but connections help to alleviate this tendency.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11E086-5738-F1A0-2705-24E01762C3D3}"/>
              </a:ext>
            </a:extLst>
          </p:cNvPr>
          <p:cNvSpPr txBox="1"/>
          <p:nvPr/>
        </p:nvSpPr>
        <p:spPr>
          <a:xfrm>
            <a:off x="5384801" y="3274456"/>
            <a:ext cx="62822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Models 1 and 2 suggests that networks reduce boards’ tendency to appoint directors similar to themselves and facilitate recruiting directors who add gender diversity, new skills and experience. </a:t>
            </a:r>
          </a:p>
          <a:p>
            <a:endParaRPr lang="en-US" dirty="0"/>
          </a:p>
          <a:p>
            <a:r>
              <a:rPr lang="en-US" dirty="0"/>
              <a:t>Models 3 and 4 indicates that boards are more likely to appoint a connected candidate if the candidate is of high value to the firm</a:t>
            </a:r>
          </a:p>
        </p:txBody>
      </p:sp>
    </p:spTree>
    <p:extLst>
      <p:ext uri="{BB962C8B-B14F-4D97-AF65-F5344CB8AC3E}">
        <p14:creationId xmlns:p14="http://schemas.microsoft.com/office/powerpoint/2010/main" val="1207177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60" y="173650"/>
            <a:ext cx="9144000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Which firms appoint a connected director?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0565D5-E80B-51D0-89F3-EA40A0E34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046"/>
            <a:ext cx="471864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51362B-FD1E-B93E-E67B-01B03499D7D1}"/>
              </a:ext>
            </a:extLst>
          </p:cNvPr>
          <p:cNvSpPr txBox="1"/>
          <p:nvPr/>
        </p:nvSpPr>
        <p:spPr>
          <a:xfrm>
            <a:off x="4944532" y="7859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effectLst/>
                <a:latin typeface="Google Sans"/>
              </a:rPr>
              <a:t>Product market fluidity: </a:t>
            </a:r>
            <a:r>
              <a:rPr lang="en-US" b="0" i="0" dirty="0">
                <a:effectLst/>
                <a:latin typeface="Google Sans"/>
              </a:rPr>
              <a:t>a measure of how intensively the product market around a firm is changing in each year</a:t>
            </a:r>
          </a:p>
          <a:p>
            <a:endParaRPr lang="en-US" dirty="0">
              <a:latin typeface="Google Sans"/>
            </a:endParaRPr>
          </a:p>
          <a:p>
            <a:r>
              <a:rPr lang="en-US" b="1" i="1" dirty="0">
                <a:latin typeface="Google Sans"/>
              </a:rPr>
              <a:t>B/M: </a:t>
            </a:r>
            <a:r>
              <a:rPr lang="en-US" dirty="0"/>
              <a:t>a characteristic of faster growth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42E03B-E34E-F773-430B-53E4A3244764}"/>
              </a:ext>
            </a:extLst>
          </p:cNvPr>
          <p:cNvSpPr txBox="1"/>
          <p:nvPr/>
        </p:nvSpPr>
        <p:spPr>
          <a:xfrm>
            <a:off x="5063067" y="2328333"/>
            <a:ext cx="64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 1 to 4: firms with greater coordination need or higher search costs are more likely to appoint directors connected to the incumbent board.</a:t>
            </a:r>
          </a:p>
          <a:p>
            <a:endParaRPr lang="en-US" dirty="0"/>
          </a:p>
          <a:p>
            <a:r>
              <a:rPr lang="en-US" dirty="0"/>
              <a:t>Column 5: </a:t>
            </a:r>
          </a:p>
          <a:p>
            <a:r>
              <a:rPr lang="en-US" dirty="0"/>
              <a:t>Firms with more independent directors are not more likely to appoint a new director connected to the CEO; </a:t>
            </a:r>
          </a:p>
          <a:p>
            <a:r>
              <a:rPr lang="en-US" dirty="0"/>
              <a:t>A more co-opted board is more likely to appoint a new director connected to the CEO, but not connected to other board members. </a:t>
            </a:r>
          </a:p>
          <a:p>
            <a:r>
              <a:rPr lang="en-US" dirty="0"/>
              <a:t>Firms with more institutional holdings are less likely to appoint a director connected the CEO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DFF8536-DC35-8FAB-A185-85CE07B8D228}"/>
                  </a:ext>
                </a:extLst>
              </p14:cNvPr>
              <p14:cNvContentPartPr/>
              <p14:nvPr/>
            </p14:nvContentPartPr>
            <p14:xfrm>
              <a:off x="135213" y="4300827"/>
              <a:ext cx="4044600" cy="115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DFF8536-DC35-8FAB-A185-85CE07B8D2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573" y="4264827"/>
                <a:ext cx="40802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219E227-A4FF-9B77-620E-CEC3926D0E10}"/>
                  </a:ext>
                </a:extLst>
              </p14:cNvPr>
              <p14:cNvContentPartPr/>
              <p14:nvPr/>
            </p14:nvContentPartPr>
            <p14:xfrm>
              <a:off x="253653" y="3877467"/>
              <a:ext cx="3854160" cy="60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219E227-A4FF-9B77-620E-CEC3926D0E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013" y="3841467"/>
                <a:ext cx="38898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2EC4EE-B66B-A371-A0B7-38A9E3313AED}"/>
                  </a:ext>
                </a:extLst>
              </p14:cNvPr>
              <p14:cNvContentPartPr/>
              <p14:nvPr/>
            </p14:nvContentPartPr>
            <p14:xfrm>
              <a:off x="7831293" y="4986627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2EC4EE-B66B-A371-A0B7-38A9E3313A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13653" y="495062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F781500-6E30-0EED-636B-F0D9F8406CD7}"/>
                  </a:ext>
                </a:extLst>
              </p14:cNvPr>
              <p14:cNvContentPartPr/>
              <p14:nvPr/>
            </p14:nvContentPartPr>
            <p14:xfrm>
              <a:off x="6332973" y="3606747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F781500-6E30-0EED-636B-F0D9F8406C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14973" y="357074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26DA02-ACCB-1B4A-B33A-D8F048E0F842}"/>
                  </a:ext>
                </a:extLst>
              </p14:cNvPr>
              <p14:cNvContentPartPr/>
              <p14:nvPr/>
            </p14:nvContentPartPr>
            <p14:xfrm>
              <a:off x="42333" y="4546707"/>
              <a:ext cx="4053240" cy="59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26DA02-ACCB-1B4A-B33A-D8F048E0F84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333" y="4510707"/>
                <a:ext cx="40888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3548307-29E0-C8A3-519E-50E9C1908CC2}"/>
                  </a:ext>
                </a:extLst>
              </p14:cNvPr>
              <p14:cNvContentPartPr/>
              <p14:nvPr/>
            </p14:nvContentPartPr>
            <p14:xfrm>
              <a:off x="6807093" y="5172747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3548307-29E0-C8A3-519E-50E9C1908C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9093" y="5137107"/>
                <a:ext cx="36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4870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59" y="173650"/>
            <a:ext cx="11520473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Abnormal returns at direct or appointment announcements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C0AFE-822E-33FA-7097-A7C8CF9BA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139"/>
            <a:ext cx="491022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01AA43C-908C-8F4E-4DAE-0ACFB3F88810}"/>
                  </a:ext>
                </a:extLst>
              </p14:cNvPr>
              <p14:cNvContentPartPr/>
              <p14:nvPr/>
            </p14:nvContentPartPr>
            <p14:xfrm>
              <a:off x="76173" y="2251347"/>
              <a:ext cx="1868400" cy="86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01AA43C-908C-8F4E-4DAE-0ACFB3F888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33" y="2215347"/>
                <a:ext cx="19040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2F2735E-EF45-857F-2965-CF540374AC35}"/>
                  </a:ext>
                </a:extLst>
              </p14:cNvPr>
              <p14:cNvContentPartPr/>
              <p14:nvPr/>
            </p14:nvContentPartPr>
            <p14:xfrm>
              <a:off x="279213" y="3631227"/>
              <a:ext cx="2225520" cy="51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2F2735E-EF45-857F-2965-CF540374AC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573" y="3595587"/>
                <a:ext cx="22611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A2C7AE9-89A8-820C-688B-1FE11D7E40F2}"/>
                  </a:ext>
                </a:extLst>
              </p14:cNvPr>
              <p14:cNvContentPartPr/>
              <p14:nvPr/>
            </p14:nvContentPartPr>
            <p14:xfrm>
              <a:off x="2505813" y="3611427"/>
              <a:ext cx="1651680" cy="46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A2C7AE9-89A8-820C-688B-1FE11D7E40F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8173" y="3575787"/>
                <a:ext cx="1687320" cy="1177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3FC7097-3651-CCA3-7810-FF654A8EAB8F}"/>
              </a:ext>
            </a:extLst>
          </p:cNvPr>
          <p:cNvSpPr txBox="1"/>
          <p:nvPr/>
        </p:nvSpPr>
        <p:spPr>
          <a:xfrm>
            <a:off x="5084233" y="571046"/>
            <a:ext cx="68285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fraction of death (merger-) induced network loss instrument is negatively (positively) correlated with the likelihood of appointing a connected director</a:t>
            </a:r>
          </a:p>
          <a:p>
            <a:endParaRPr lang="en-US" dirty="0"/>
          </a:p>
          <a:p>
            <a:r>
              <a:rPr lang="en-US" dirty="0"/>
              <a:t>An insignificant coefficient for the instrumented connected appointee variable, suggesting that the market on average does not view these appointments negatively</a:t>
            </a:r>
          </a:p>
          <a:p>
            <a:endParaRPr lang="en-US" dirty="0"/>
          </a:p>
          <a:p>
            <a:r>
              <a:rPr lang="en-US" dirty="0"/>
              <a:t>Positive abnormal returns for all interaction term between connected and coordination need( board size, complexity factor, sales growth, product market fluidity)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6BD7103-E4B7-266E-E577-A0298035652D}"/>
                  </a:ext>
                </a:extLst>
              </p14:cNvPr>
              <p14:cNvContentPartPr/>
              <p14:nvPr/>
            </p14:nvContentPartPr>
            <p14:xfrm>
              <a:off x="4444773" y="2555547"/>
              <a:ext cx="271080" cy="16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6BD7103-E4B7-266E-E577-A0298035652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27133" y="2519907"/>
                <a:ext cx="306720" cy="8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0747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60" y="173650"/>
            <a:ext cx="9144000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Shareholder votes for director appointments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C4C210-539E-A1D8-2462-E830734D3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046"/>
            <a:ext cx="5229955" cy="60015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A255C17-EA52-5238-E480-7D451966F7CE}"/>
                  </a:ext>
                </a:extLst>
              </p14:cNvPr>
              <p14:cNvContentPartPr/>
              <p14:nvPr/>
            </p14:nvContentPartPr>
            <p14:xfrm>
              <a:off x="4749693" y="2920733"/>
              <a:ext cx="31068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A255C17-EA52-5238-E480-7D451966F7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2053" y="2885093"/>
                <a:ext cx="3463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95E710-9E87-DA92-3D81-3EFDCE2D2464}"/>
                  </a:ext>
                </a:extLst>
              </p14:cNvPr>
              <p14:cNvContentPartPr/>
              <p14:nvPr/>
            </p14:nvContentPartPr>
            <p14:xfrm>
              <a:off x="126573" y="3885533"/>
              <a:ext cx="4240800" cy="162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95E710-9E87-DA92-3D81-3EFDCE2D24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933" y="3849893"/>
                <a:ext cx="4276440" cy="2343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E7CDFFD-F7F0-9BED-9D46-648D1C4516E6}"/>
              </a:ext>
            </a:extLst>
          </p:cNvPr>
          <p:cNvSpPr txBox="1"/>
          <p:nvPr/>
        </p:nvSpPr>
        <p:spPr>
          <a:xfrm>
            <a:off x="5662977" y="132638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Shareholders of the more complex firms (with a larger board or a greater complexity factor) are more likely to give significantly higher votes for the appointment of connected directors</a:t>
            </a:r>
          </a:p>
          <a:p>
            <a:endParaRPr lang="en-US" dirty="0"/>
          </a:p>
          <a:p>
            <a:r>
              <a:rPr lang="en-US" dirty="0"/>
              <a:t>If the firm is in a high growth industry or in a highly fluid market, shareholder votes is higher for directors connected to the incumbent board</a:t>
            </a:r>
          </a:p>
        </p:txBody>
      </p:sp>
    </p:spTree>
    <p:extLst>
      <p:ext uri="{BB962C8B-B14F-4D97-AF65-F5344CB8AC3E}">
        <p14:creationId xmlns:p14="http://schemas.microsoft.com/office/powerpoint/2010/main" val="2294614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59" y="173650"/>
            <a:ext cx="11080207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How do director departures affect director appointments?.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3AEDA9-FB04-1E0D-D28B-694845E3C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046"/>
            <a:ext cx="476931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5F2851-ABBC-EF4F-6AE7-A8C75918DEC6}"/>
              </a:ext>
            </a:extLst>
          </p:cNvPr>
          <p:cNvSpPr txBox="1"/>
          <p:nvPr/>
        </p:nvSpPr>
        <p:spPr>
          <a:xfrm>
            <a:off x="5239569" y="739625"/>
            <a:ext cx="62001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Panel A: </a:t>
            </a:r>
          </a:p>
          <a:p>
            <a:r>
              <a:rPr lang="en-US" dirty="0"/>
              <a:t>A director departing a firm on bad terms is less likely to successfully recommend a colleague to the firm or to recommend the firm to a colleague.</a:t>
            </a:r>
          </a:p>
          <a:p>
            <a:endParaRPr lang="en-US" dirty="0"/>
          </a:p>
          <a:p>
            <a:r>
              <a:rPr lang="en-US" dirty="0"/>
              <a:t>Boards on average tend to find a similar replacement, but the tendency is lowered if the director leaves the firm on bad terms.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Panel B: </a:t>
            </a:r>
          </a:p>
          <a:p>
            <a:r>
              <a:rPr lang="en-US" dirty="0"/>
              <a:t>Market participants react negatively when a firm does not make necessary changes.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D0BD6DC-0EB6-A312-2593-82D9AB492182}"/>
                  </a:ext>
                </a:extLst>
              </p14:cNvPr>
              <p14:cNvContentPartPr/>
              <p14:nvPr/>
            </p14:nvContentPartPr>
            <p14:xfrm>
              <a:off x="2540013" y="2023827"/>
              <a:ext cx="316800" cy="16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D0BD6DC-0EB6-A312-2593-82D9AB4921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2013" y="1987827"/>
                <a:ext cx="3524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697F1BC-5F94-E2F4-62DF-50224D0B9F16}"/>
                  </a:ext>
                </a:extLst>
              </p14:cNvPr>
              <p14:cNvContentPartPr/>
              <p14:nvPr/>
            </p14:nvContentPartPr>
            <p14:xfrm>
              <a:off x="3984333" y="2412267"/>
              <a:ext cx="503280" cy="138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697F1BC-5F94-E2F4-62DF-50224D0B9F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6333" y="2376627"/>
                <a:ext cx="5389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6EBF5DF-5D56-3410-FB17-DB06D7DCCBAE}"/>
                  </a:ext>
                </a:extLst>
              </p14:cNvPr>
              <p14:cNvContentPartPr/>
              <p14:nvPr/>
            </p14:nvContentPartPr>
            <p14:xfrm>
              <a:off x="3987573" y="2395707"/>
              <a:ext cx="1908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6EBF5DF-5D56-3410-FB17-DB06D7DCCB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69573" y="2360067"/>
                <a:ext cx="54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CFB8A7A-8699-A7EF-DA42-055FB35BAD93}"/>
                  </a:ext>
                </a:extLst>
              </p14:cNvPr>
              <p14:cNvContentPartPr/>
              <p14:nvPr/>
            </p14:nvContentPartPr>
            <p14:xfrm>
              <a:off x="2590773" y="1980987"/>
              <a:ext cx="352440" cy="3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CFB8A7A-8699-A7EF-DA42-055FB35BAD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72773" y="1945347"/>
                <a:ext cx="3880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187EE32-19F5-76F4-C9FA-3309CEB6C865}"/>
                  </a:ext>
                </a:extLst>
              </p14:cNvPr>
              <p14:cNvContentPartPr/>
              <p14:nvPr/>
            </p14:nvContentPartPr>
            <p14:xfrm>
              <a:off x="2632893" y="2074227"/>
              <a:ext cx="319320" cy="17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187EE32-19F5-76F4-C9FA-3309CEB6C86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15253" y="2038587"/>
                <a:ext cx="3549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3F4F76D-45A6-D651-831F-A7CEF5FE8456}"/>
                  </a:ext>
                </a:extLst>
              </p14:cNvPr>
              <p14:cNvContentPartPr/>
              <p14:nvPr/>
            </p14:nvContentPartPr>
            <p14:xfrm>
              <a:off x="2870133" y="2008347"/>
              <a:ext cx="118800" cy="7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3F4F76D-45A6-D651-831F-A7CEF5FE845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52133" y="1972347"/>
                <a:ext cx="1544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250D794-0814-7FBF-74AF-18CED6DA9326}"/>
                  </a:ext>
                </a:extLst>
              </p14:cNvPr>
              <p14:cNvContentPartPr/>
              <p14:nvPr/>
            </p14:nvContentPartPr>
            <p14:xfrm>
              <a:off x="2590773" y="1938507"/>
              <a:ext cx="366840" cy="156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250D794-0814-7FBF-74AF-18CED6DA93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72773" y="1902867"/>
                <a:ext cx="4024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4781F7D-8962-5CF2-56BE-79E27A4189CB}"/>
                  </a:ext>
                </a:extLst>
              </p14:cNvPr>
              <p14:cNvContentPartPr/>
              <p14:nvPr/>
            </p14:nvContentPartPr>
            <p14:xfrm>
              <a:off x="2534973" y="2023467"/>
              <a:ext cx="439920" cy="129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4781F7D-8962-5CF2-56BE-79E27A4189C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16973" y="1987467"/>
                <a:ext cx="475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19CAEDC-BE3A-1EA9-3CF7-CA2DA611C6C4}"/>
                  </a:ext>
                </a:extLst>
              </p14:cNvPr>
              <p14:cNvContentPartPr/>
              <p14:nvPr/>
            </p14:nvContentPartPr>
            <p14:xfrm>
              <a:off x="6561573" y="3521787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19CAEDC-BE3A-1EA9-3CF7-CA2DA611C6C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43933" y="348614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A31A044-F0AD-8CBA-871D-421538C47DAF}"/>
                  </a:ext>
                </a:extLst>
              </p14:cNvPr>
              <p14:cNvContentPartPr/>
              <p14:nvPr/>
            </p14:nvContentPartPr>
            <p14:xfrm>
              <a:off x="6862893" y="3919947"/>
              <a:ext cx="360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A31A044-F0AD-8CBA-871D-421538C47DA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45253" y="3884307"/>
                <a:ext cx="39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40F95A6-A781-1D47-F92B-877DB2C25E26}"/>
                  </a:ext>
                </a:extLst>
              </p14:cNvPr>
              <p14:cNvContentPartPr/>
              <p14:nvPr/>
            </p14:nvContentPartPr>
            <p14:xfrm>
              <a:off x="1845573" y="4605387"/>
              <a:ext cx="253800" cy="34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40F95A6-A781-1D47-F92B-877DB2C25E2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27573" y="4569747"/>
                <a:ext cx="2894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79DA023-AFBE-1480-DBE6-B6A9154964EC}"/>
                  </a:ext>
                </a:extLst>
              </p14:cNvPr>
              <p14:cNvContentPartPr/>
              <p14:nvPr/>
            </p14:nvContentPartPr>
            <p14:xfrm>
              <a:off x="1803093" y="4715907"/>
              <a:ext cx="32148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79DA023-AFBE-1480-DBE6-B6A9154964E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85453" y="4679907"/>
                <a:ext cx="357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70363CF-2D70-7E43-94EE-FE60D28C6D3A}"/>
                  </a:ext>
                </a:extLst>
              </p14:cNvPr>
              <p14:cNvContentPartPr/>
              <p14:nvPr/>
            </p14:nvContentPartPr>
            <p14:xfrm>
              <a:off x="1811373" y="4605027"/>
              <a:ext cx="278280" cy="18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70363CF-2D70-7E43-94EE-FE60D28C6D3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93733" y="4569387"/>
                <a:ext cx="3139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AB063DB-2DEC-D888-74C9-3B103D0850AD}"/>
                  </a:ext>
                </a:extLst>
              </p14:cNvPr>
              <p14:cNvContentPartPr/>
              <p14:nvPr/>
            </p14:nvContentPartPr>
            <p14:xfrm>
              <a:off x="1794813" y="4680987"/>
              <a:ext cx="306720" cy="13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AB063DB-2DEC-D888-74C9-3B103D0850A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77173" y="4645347"/>
                <a:ext cx="3423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2F21E49-9525-EC39-F31F-B228F81CB019}"/>
                  </a:ext>
                </a:extLst>
              </p14:cNvPr>
              <p14:cNvContentPartPr/>
              <p14:nvPr/>
            </p14:nvContentPartPr>
            <p14:xfrm>
              <a:off x="3360813" y="4647867"/>
              <a:ext cx="31032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2F21E49-9525-EC39-F31F-B228F81CB01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43173" y="4612227"/>
                <a:ext cx="345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D191216-8BC8-60AC-E9E2-99CF26CD7BBD}"/>
                  </a:ext>
                </a:extLst>
              </p14:cNvPr>
              <p14:cNvContentPartPr/>
              <p14:nvPr/>
            </p14:nvContentPartPr>
            <p14:xfrm>
              <a:off x="3403653" y="4715907"/>
              <a:ext cx="33804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D191216-8BC8-60AC-E9E2-99CF26CD7BB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85653" y="4679907"/>
                <a:ext cx="373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873B8FD-ED58-D289-240B-63B1E50A2C6C}"/>
                  </a:ext>
                </a:extLst>
              </p14:cNvPr>
              <p14:cNvContentPartPr/>
              <p14:nvPr/>
            </p14:nvContentPartPr>
            <p14:xfrm>
              <a:off x="3404373" y="4605747"/>
              <a:ext cx="348120" cy="106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873B8FD-ED58-D289-240B-63B1E50A2C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86373" y="4569747"/>
                <a:ext cx="3837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E38292F-CDB1-C6F7-A89D-7AB0FBED2B63}"/>
                  </a:ext>
                </a:extLst>
              </p14:cNvPr>
              <p14:cNvContentPartPr/>
              <p14:nvPr/>
            </p14:nvContentPartPr>
            <p14:xfrm>
              <a:off x="2599053" y="5113707"/>
              <a:ext cx="30132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E38292F-CDB1-C6F7-A89D-7AB0FBED2B6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81413" y="5077707"/>
                <a:ext cx="336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2A5FF29-3413-0985-29A8-DB143993460F}"/>
                  </a:ext>
                </a:extLst>
              </p14:cNvPr>
              <p14:cNvContentPartPr/>
              <p14:nvPr/>
            </p14:nvContentPartPr>
            <p14:xfrm>
              <a:off x="2585013" y="5070867"/>
              <a:ext cx="329400" cy="121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2A5FF29-3413-0985-29A8-DB143993460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67013" y="5035227"/>
                <a:ext cx="3650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DF85504-FBB7-4A1D-D28B-78D63A661D02}"/>
                  </a:ext>
                </a:extLst>
              </p14:cNvPr>
              <p14:cNvContentPartPr/>
              <p14:nvPr/>
            </p14:nvContentPartPr>
            <p14:xfrm>
              <a:off x="7916253" y="4385787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DF85504-FBB7-4A1D-D28B-78D63A661D0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98253" y="4349787"/>
                <a:ext cx="36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7710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7799" y="173650"/>
            <a:ext cx="12022666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Recommenders’ reputation in appointments of second-degree connections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60FD4C-B1F7-9FAF-9066-CF2A03FA0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046"/>
            <a:ext cx="8421244" cy="6254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7C7418-F5D8-34DA-3CDA-E1B5CE1A5F47}"/>
              </a:ext>
            </a:extLst>
          </p:cNvPr>
          <p:cNvSpPr txBox="1"/>
          <p:nvPr/>
        </p:nvSpPr>
        <p:spPr>
          <a:xfrm>
            <a:off x="8492067" y="571046"/>
            <a:ext cx="36280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Panel A:</a:t>
            </a:r>
          </a:p>
          <a:p>
            <a:r>
              <a:rPr lang="en-US" dirty="0"/>
              <a:t>For a candidate with second-degree connections of the appointing firm, the chance of her being appointed increases with the reputation of her recommender</a:t>
            </a:r>
          </a:p>
          <a:p>
            <a:endParaRPr lang="en-US" dirty="0"/>
          </a:p>
          <a:p>
            <a:r>
              <a:rPr lang="en-US" b="1" dirty="0"/>
              <a:t>Panel B:</a:t>
            </a:r>
          </a:p>
          <a:p>
            <a:r>
              <a:rPr lang="en-US" dirty="0"/>
              <a:t>Greater shareholder voting support for the appointment of a second-degree connection of the board recommended by a more reputable or experienced first degree contact</a:t>
            </a:r>
          </a:p>
          <a:p>
            <a:endParaRPr lang="en-US" dirty="0"/>
          </a:p>
          <a:p>
            <a:r>
              <a:rPr lang="en-US" dirty="0"/>
              <a:t>For complex firms, market participants value the appointment of a second-degree connected director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FC228DE-190A-325D-997B-FCB49740AD6B}"/>
                  </a:ext>
                </a:extLst>
              </p14:cNvPr>
              <p14:cNvContentPartPr/>
              <p14:nvPr/>
            </p14:nvContentPartPr>
            <p14:xfrm>
              <a:off x="4715853" y="4564853"/>
              <a:ext cx="221760" cy="1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FC228DE-190A-325D-997B-FCB49740AD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8213" y="4529213"/>
                <a:ext cx="257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905FED-8F47-8CC6-AF76-8F587A3A6844}"/>
                  </a:ext>
                </a:extLst>
              </p14:cNvPr>
              <p14:cNvContentPartPr/>
              <p14:nvPr/>
            </p14:nvContentPartPr>
            <p14:xfrm>
              <a:off x="4690293" y="4638653"/>
              <a:ext cx="32400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905FED-8F47-8CC6-AF76-8F587A3A68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2293" y="4603013"/>
                <a:ext cx="3596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7FC799-E6B0-E417-6B1A-1C00952F5B3D}"/>
                  </a:ext>
                </a:extLst>
              </p14:cNvPr>
              <p14:cNvContentPartPr/>
              <p14:nvPr/>
            </p14:nvContentPartPr>
            <p14:xfrm>
              <a:off x="9685653" y="456341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7FC799-E6B0-E417-6B1A-1C00952F5B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68013" y="4527773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EA11726-43B2-830F-5A27-D2D11E536817}"/>
                  </a:ext>
                </a:extLst>
              </p14:cNvPr>
              <p14:cNvContentPartPr/>
              <p14:nvPr/>
            </p14:nvContentPartPr>
            <p14:xfrm>
              <a:off x="12293493" y="398777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EA11726-43B2-830F-5A27-D2D11E5368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75493" y="3951773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F853363-87F7-8B16-2877-ED132BE1611F}"/>
                  </a:ext>
                </a:extLst>
              </p14:cNvPr>
              <p14:cNvContentPartPr/>
              <p14:nvPr/>
            </p14:nvContentPartPr>
            <p14:xfrm>
              <a:off x="4687413" y="4548653"/>
              <a:ext cx="375480" cy="179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F853363-87F7-8B16-2877-ED132BE1611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669413" y="4513013"/>
                <a:ext cx="4111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847EA4-3A1A-965C-34C1-B09C29B71965}"/>
                  </a:ext>
                </a:extLst>
              </p14:cNvPr>
              <p14:cNvContentPartPr/>
              <p14:nvPr/>
            </p14:nvContentPartPr>
            <p14:xfrm>
              <a:off x="141960" y="4886600"/>
              <a:ext cx="1746000" cy="6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847EA4-3A1A-965C-34C1-B09C29B7196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8320" y="4778960"/>
                <a:ext cx="18536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96EE85-194E-6A72-BA4F-4B73EB5729DE}"/>
                  </a:ext>
                </a:extLst>
              </p14:cNvPr>
              <p14:cNvContentPartPr/>
              <p14:nvPr/>
            </p14:nvContentPartPr>
            <p14:xfrm>
              <a:off x="1666200" y="4866080"/>
              <a:ext cx="2234520" cy="52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96EE85-194E-6A72-BA4F-4B73EB5729D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612200" y="4758080"/>
                <a:ext cx="23421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7DA639-3E3D-299B-834F-C85F92A90D4B}"/>
                  </a:ext>
                </a:extLst>
              </p14:cNvPr>
              <p14:cNvContentPartPr/>
              <p14:nvPr/>
            </p14:nvContentPartPr>
            <p14:xfrm>
              <a:off x="3931680" y="4823600"/>
              <a:ext cx="4168440" cy="95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7DA639-3E3D-299B-834F-C85F92A90D4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877680" y="4715600"/>
                <a:ext cx="4276080" cy="31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5244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762"/>
            <a:ext cx="9144000" cy="508336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685800"/>
            <a:ext cx="11652381" cy="4753947"/>
          </a:xfrm>
        </p:spPr>
        <p:txBody>
          <a:bodyPr>
            <a:normAutofit lnSpcReduction="10000"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Nearly 69% of director nominees are selected from the board’s networks, which on average comprise only 13% of the potential talent pool, especially for large firms.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In the absence of a connection, incumbent directors tend to recruit candidates with characteristics similar to their own, limiting the diversity and skill set of the board.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Connections appear to play a critical role in recruiting candidates who have different gender, skills, and industry background from the incumbent board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Complex firms and firms operating in a more competitive environment tend to appoint directors connected to the incumbent board. Such appointments also receive a more positive market reaction and higher shareholder votes.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Further, firms are more likely to appoint a connected candidate if the candidate clears a certain threshold for suitability or ability.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Boards controlled by the CEO are more likely to appoint a director who has personal connection to the CEO. In addition, the market and shareholders react negatively to the appointments of these directors.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54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A21D306-94C6-13E1-545F-46C526B99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35065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5322</TotalTime>
  <Words>2190</Words>
  <Application>Microsoft Office PowerPoint</Application>
  <PresentationFormat>Widescreen</PresentationFormat>
  <Paragraphs>130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Calisto MT</vt:lpstr>
      <vt:lpstr>Google Sans</vt:lpstr>
      <vt:lpstr>Open Sans</vt:lpstr>
      <vt:lpstr>Wingdings 2</vt:lpstr>
      <vt:lpstr>Slate</vt:lpstr>
      <vt:lpstr>Director Appointments: It Is Who You Know</vt:lpstr>
      <vt:lpstr>Research Question:</vt:lpstr>
      <vt:lpstr>Previous Literature</vt:lpstr>
      <vt:lpstr>Hypothesis development</vt:lpstr>
      <vt:lpstr>Hypothesis development</vt:lpstr>
      <vt:lpstr>Hypothesis development</vt:lpstr>
      <vt:lpstr>Data</vt:lpstr>
      <vt:lpstr>Firm and director characteristics</vt:lpstr>
      <vt:lpstr>Firm and director characteristics</vt:lpstr>
      <vt:lpstr>Instrumental variables _ Death of retired directors/executives</vt:lpstr>
      <vt:lpstr>Instrumental variables _ Death of retired directors/executives</vt:lpstr>
      <vt:lpstr>Instrumental variables _ Death of retired directors/executives</vt:lpstr>
      <vt:lpstr>Instrumental variables _ mergers and acquisitions</vt:lpstr>
      <vt:lpstr> How do connections affect director appointments? </vt:lpstr>
      <vt:lpstr>How do connections affect director appointments?</vt:lpstr>
      <vt:lpstr>Which directors are appointed</vt:lpstr>
      <vt:lpstr> How does board connection affect board diversity and expertise?</vt:lpstr>
      <vt:lpstr>Which firms appoint a connected director?</vt:lpstr>
      <vt:lpstr>Abnormal returns at direct or appointment announcements</vt:lpstr>
      <vt:lpstr>Shareholder votes for director appointments</vt:lpstr>
      <vt:lpstr>How do director departures affect director appointments?.</vt:lpstr>
      <vt:lpstr>Recommenders’ reputation in appointments of second-degree connections</vt:lpstr>
      <vt:lpstr>Conclusions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Primary Hypotheses</dc:title>
  <dc:creator>Yan Li</dc:creator>
  <cp:lastModifiedBy>Yan Li</cp:lastModifiedBy>
  <cp:revision>247</cp:revision>
  <dcterms:created xsi:type="dcterms:W3CDTF">2024-01-18T13:26:59Z</dcterms:created>
  <dcterms:modified xsi:type="dcterms:W3CDTF">2024-09-24T12:16:32Z</dcterms:modified>
</cp:coreProperties>
</file>