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2.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9.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6"/>
  </p:notesMasterIdLst>
  <p:sldIdLst>
    <p:sldId id="291" r:id="rId2"/>
    <p:sldId id="292" r:id="rId3"/>
    <p:sldId id="295" r:id="rId4"/>
    <p:sldId id="300" r:id="rId5"/>
    <p:sldId id="319" r:id="rId6"/>
    <p:sldId id="321" r:id="rId7"/>
    <p:sldId id="322" r:id="rId8"/>
    <p:sldId id="328" r:id="rId9"/>
    <p:sldId id="329" r:id="rId10"/>
    <p:sldId id="323" r:id="rId11"/>
    <p:sldId id="324" r:id="rId12"/>
    <p:sldId id="330" r:id="rId13"/>
    <p:sldId id="331" r:id="rId14"/>
    <p:sldId id="332" r:id="rId15"/>
    <p:sldId id="333" r:id="rId16"/>
    <p:sldId id="325" r:id="rId17"/>
    <p:sldId id="326" r:id="rId18"/>
    <p:sldId id="334" r:id="rId19"/>
    <p:sldId id="335" r:id="rId20"/>
    <p:sldId id="337" r:id="rId21"/>
    <p:sldId id="338" r:id="rId22"/>
    <p:sldId id="339" r:id="rId23"/>
    <p:sldId id="293" r:id="rId24"/>
    <p:sldId id="29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A87FB5-F0EB-4FBA-8A5E-FAAD43B7474B}">
          <p14:sldIdLst>
            <p14:sldId id="291"/>
            <p14:sldId id="292"/>
            <p14:sldId id="295"/>
            <p14:sldId id="300"/>
            <p14:sldId id="319"/>
            <p14:sldId id="321"/>
            <p14:sldId id="322"/>
            <p14:sldId id="328"/>
            <p14:sldId id="329"/>
            <p14:sldId id="323"/>
            <p14:sldId id="324"/>
            <p14:sldId id="330"/>
            <p14:sldId id="331"/>
            <p14:sldId id="332"/>
            <p14:sldId id="333"/>
            <p14:sldId id="325"/>
            <p14:sldId id="326"/>
            <p14:sldId id="334"/>
            <p14:sldId id="335"/>
            <p14:sldId id="337"/>
            <p14:sldId id="338"/>
            <p14:sldId id="339"/>
          </p14:sldIdLst>
        </p14:section>
        <p14:section name="Untitled Section" id="{43869892-F9B2-4101-B346-C564C3AD44BA}">
          <p14:sldIdLst>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5" autoAdjust="0"/>
    <p:restoredTop sz="82290" autoAdjust="0"/>
  </p:normalViewPr>
  <p:slideViewPr>
    <p:cSldViewPr snapToGrid="0">
      <p:cViewPr varScale="1">
        <p:scale>
          <a:sx n="111" d="100"/>
          <a:sy n="111" d="100"/>
        </p:scale>
        <p:origin x="5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8c31b902-5b3a-4bc1-a03f-ce296c1668b4" providerId="ADAL" clId="{8DBCA75A-D556-49E8-B6F6-1D78308D8DED}"/>
    <pc:docChg chg="undo custSel addSld delSld modSld modSection">
      <pc:chgData name="Yan Li" userId="8c31b902-5b3a-4bc1-a03f-ce296c1668b4" providerId="ADAL" clId="{8DBCA75A-D556-49E8-B6F6-1D78308D8DED}" dt="2024-11-01T10:58:02.553" v="1178" actId="2696"/>
      <pc:docMkLst>
        <pc:docMk/>
      </pc:docMkLst>
      <pc:sldChg chg="modSp mod">
        <pc:chgData name="Yan Li" userId="8c31b902-5b3a-4bc1-a03f-ce296c1668b4" providerId="ADAL" clId="{8DBCA75A-D556-49E8-B6F6-1D78308D8DED}" dt="2024-10-30T13:16:38.761" v="101" actId="27636"/>
        <pc:sldMkLst>
          <pc:docMk/>
          <pc:sldMk cId="811220229" sldId="291"/>
        </pc:sldMkLst>
        <pc:spChg chg="mod">
          <ac:chgData name="Yan Li" userId="8c31b902-5b3a-4bc1-a03f-ce296c1668b4" providerId="ADAL" clId="{8DBCA75A-D556-49E8-B6F6-1D78308D8DED}" dt="2024-10-30T13:15:03.825" v="83" actId="20577"/>
          <ac:spMkLst>
            <pc:docMk/>
            <pc:sldMk cId="811220229" sldId="291"/>
            <ac:spMk id="2" creationId="{A0B2FD85-87AA-4580-1FB4-0EBB0A967AA9}"/>
          </ac:spMkLst>
        </pc:spChg>
        <pc:spChg chg="mod">
          <ac:chgData name="Yan Li" userId="8c31b902-5b3a-4bc1-a03f-ce296c1668b4" providerId="ADAL" clId="{8DBCA75A-D556-49E8-B6F6-1D78308D8DED}" dt="2024-10-30T13:16:38.761" v="101" actId="27636"/>
          <ac:spMkLst>
            <pc:docMk/>
            <pc:sldMk cId="811220229" sldId="291"/>
            <ac:spMk id="3" creationId="{829828C6-6D41-BE5B-CC0A-8492B54C3375}"/>
          </ac:spMkLst>
        </pc:spChg>
      </pc:sldChg>
      <pc:sldChg chg="modSp mod">
        <pc:chgData name="Yan Li" userId="8c31b902-5b3a-4bc1-a03f-ce296c1668b4" providerId="ADAL" clId="{8DBCA75A-D556-49E8-B6F6-1D78308D8DED}" dt="2024-10-30T13:19:15.923" v="116" actId="20577"/>
        <pc:sldMkLst>
          <pc:docMk/>
          <pc:sldMk cId="2783577023" sldId="292"/>
        </pc:sldMkLst>
        <pc:spChg chg="mod">
          <ac:chgData name="Yan Li" userId="8c31b902-5b3a-4bc1-a03f-ce296c1668b4" providerId="ADAL" clId="{8DBCA75A-D556-49E8-B6F6-1D78308D8DED}" dt="2024-10-30T13:19:15.923" v="116" actId="20577"/>
          <ac:spMkLst>
            <pc:docMk/>
            <pc:sldMk cId="2783577023" sldId="292"/>
            <ac:spMk id="3" creationId="{829828C6-6D41-BE5B-CC0A-8492B54C3375}"/>
          </ac:spMkLst>
        </pc:spChg>
      </pc:sldChg>
      <pc:sldChg chg="modSp mod">
        <pc:chgData name="Yan Li" userId="8c31b902-5b3a-4bc1-a03f-ce296c1668b4" providerId="ADAL" clId="{8DBCA75A-D556-49E8-B6F6-1D78308D8DED}" dt="2024-10-30T13:20:58.175" v="123" actId="20577"/>
        <pc:sldMkLst>
          <pc:docMk/>
          <pc:sldMk cId="1794454954" sldId="293"/>
        </pc:sldMkLst>
        <pc:spChg chg="mod">
          <ac:chgData name="Yan Li" userId="8c31b902-5b3a-4bc1-a03f-ce296c1668b4" providerId="ADAL" clId="{8DBCA75A-D556-49E8-B6F6-1D78308D8DED}" dt="2024-10-30T13:20:58.175" v="123" actId="20577"/>
          <ac:spMkLst>
            <pc:docMk/>
            <pc:sldMk cId="1794454954" sldId="293"/>
            <ac:spMk id="3" creationId="{829828C6-6D41-BE5B-CC0A-8492B54C3375}"/>
          </ac:spMkLst>
        </pc:spChg>
      </pc:sldChg>
      <pc:sldChg chg="modSp mod">
        <pc:chgData name="Yan Li" userId="8c31b902-5b3a-4bc1-a03f-ce296c1668b4" providerId="ADAL" clId="{8DBCA75A-D556-49E8-B6F6-1D78308D8DED}" dt="2024-11-01T10:45:19.940" v="1131" actId="20577"/>
        <pc:sldMkLst>
          <pc:docMk/>
          <pc:sldMk cId="3269129918" sldId="295"/>
        </pc:sldMkLst>
        <pc:spChg chg="mod">
          <ac:chgData name="Yan Li" userId="8c31b902-5b3a-4bc1-a03f-ce296c1668b4" providerId="ADAL" clId="{8DBCA75A-D556-49E8-B6F6-1D78308D8DED}" dt="2024-11-01T10:45:19.940" v="1131" actId="20577"/>
          <ac:spMkLst>
            <pc:docMk/>
            <pc:sldMk cId="3269129918" sldId="295"/>
            <ac:spMk id="3" creationId="{829828C6-6D41-BE5B-CC0A-8492B54C3375}"/>
          </ac:spMkLst>
        </pc:spChg>
        <pc:spChg chg="mod">
          <ac:chgData name="Yan Li" userId="8c31b902-5b3a-4bc1-a03f-ce296c1668b4" providerId="ADAL" clId="{8DBCA75A-D556-49E8-B6F6-1D78308D8DED}" dt="2024-11-01T10:41:21.967" v="1084" actId="27636"/>
          <ac:spMkLst>
            <pc:docMk/>
            <pc:sldMk cId="3269129918" sldId="295"/>
            <ac:spMk id="5" creationId="{87397B05-2868-01CF-5915-644A9A5CFD2E}"/>
          </ac:spMkLst>
        </pc:spChg>
      </pc:sldChg>
      <pc:sldChg chg="del">
        <pc:chgData name="Yan Li" userId="8c31b902-5b3a-4bc1-a03f-ce296c1668b4" providerId="ADAL" clId="{8DBCA75A-D556-49E8-B6F6-1D78308D8DED}" dt="2024-10-30T14:08:59.670" v="631" actId="2696"/>
        <pc:sldMkLst>
          <pc:docMk/>
          <pc:sldMk cId="1996953553" sldId="296"/>
        </pc:sldMkLst>
      </pc:sldChg>
      <pc:sldChg chg="del">
        <pc:chgData name="Yan Li" userId="8c31b902-5b3a-4bc1-a03f-ce296c1668b4" providerId="ADAL" clId="{8DBCA75A-D556-49E8-B6F6-1D78308D8DED}" dt="2024-10-30T14:08:59.670" v="631" actId="2696"/>
        <pc:sldMkLst>
          <pc:docMk/>
          <pc:sldMk cId="1126493822" sldId="297"/>
        </pc:sldMkLst>
      </pc:sldChg>
      <pc:sldChg chg="del">
        <pc:chgData name="Yan Li" userId="8c31b902-5b3a-4bc1-a03f-ce296c1668b4" providerId="ADAL" clId="{8DBCA75A-D556-49E8-B6F6-1D78308D8DED}" dt="2024-10-30T14:08:59.670" v="631" actId="2696"/>
        <pc:sldMkLst>
          <pc:docMk/>
          <pc:sldMk cId="786866253" sldId="298"/>
        </pc:sldMkLst>
      </pc:sldChg>
      <pc:sldChg chg="del">
        <pc:chgData name="Yan Li" userId="8c31b902-5b3a-4bc1-a03f-ce296c1668b4" providerId="ADAL" clId="{8DBCA75A-D556-49E8-B6F6-1D78308D8DED}" dt="2024-10-30T14:08:59.670" v="631" actId="2696"/>
        <pc:sldMkLst>
          <pc:docMk/>
          <pc:sldMk cId="3130871541" sldId="299"/>
        </pc:sldMkLst>
      </pc:sldChg>
      <pc:sldChg chg="modSp mod">
        <pc:chgData name="Yan Li" userId="8c31b902-5b3a-4bc1-a03f-ce296c1668b4" providerId="ADAL" clId="{8DBCA75A-D556-49E8-B6F6-1D78308D8DED}" dt="2024-11-01T10:49:17.633" v="1149" actId="255"/>
        <pc:sldMkLst>
          <pc:docMk/>
          <pc:sldMk cId="696899848" sldId="300"/>
        </pc:sldMkLst>
        <pc:spChg chg="mod">
          <ac:chgData name="Yan Li" userId="8c31b902-5b3a-4bc1-a03f-ce296c1668b4" providerId="ADAL" clId="{8DBCA75A-D556-49E8-B6F6-1D78308D8DED}" dt="2024-11-01T10:49:17.633" v="1149" actId="255"/>
          <ac:spMkLst>
            <pc:docMk/>
            <pc:sldMk cId="696899848" sldId="300"/>
            <ac:spMk id="3" creationId="{829828C6-6D41-BE5B-CC0A-8492B54C3375}"/>
          </ac:spMkLst>
        </pc:spChg>
        <pc:spChg chg="mod">
          <ac:chgData name="Yan Li" userId="8c31b902-5b3a-4bc1-a03f-ce296c1668b4" providerId="ADAL" clId="{8DBCA75A-D556-49E8-B6F6-1D78308D8DED}" dt="2024-11-01T10:46:16.804" v="1145" actId="20577"/>
          <ac:spMkLst>
            <pc:docMk/>
            <pc:sldMk cId="696899848" sldId="300"/>
            <ac:spMk id="5" creationId="{87397B05-2868-01CF-5915-644A9A5CFD2E}"/>
          </ac:spMkLst>
        </pc:spChg>
      </pc:sldChg>
      <pc:sldChg chg="del">
        <pc:chgData name="Yan Li" userId="8c31b902-5b3a-4bc1-a03f-ce296c1668b4" providerId="ADAL" clId="{8DBCA75A-D556-49E8-B6F6-1D78308D8DED}" dt="2024-10-30T14:08:59.670" v="631" actId="2696"/>
        <pc:sldMkLst>
          <pc:docMk/>
          <pc:sldMk cId="803970066" sldId="301"/>
        </pc:sldMkLst>
      </pc:sldChg>
      <pc:sldChg chg="del">
        <pc:chgData name="Yan Li" userId="8c31b902-5b3a-4bc1-a03f-ce296c1668b4" providerId="ADAL" clId="{8DBCA75A-D556-49E8-B6F6-1D78308D8DED}" dt="2024-10-30T14:08:59.670" v="631" actId="2696"/>
        <pc:sldMkLst>
          <pc:docMk/>
          <pc:sldMk cId="1889604675" sldId="302"/>
        </pc:sldMkLst>
      </pc:sldChg>
      <pc:sldChg chg="del">
        <pc:chgData name="Yan Li" userId="8c31b902-5b3a-4bc1-a03f-ce296c1668b4" providerId="ADAL" clId="{8DBCA75A-D556-49E8-B6F6-1D78308D8DED}" dt="2024-10-30T14:08:59.670" v="631" actId="2696"/>
        <pc:sldMkLst>
          <pc:docMk/>
          <pc:sldMk cId="4023181562" sldId="303"/>
        </pc:sldMkLst>
      </pc:sldChg>
      <pc:sldChg chg="del">
        <pc:chgData name="Yan Li" userId="8c31b902-5b3a-4bc1-a03f-ce296c1668b4" providerId="ADAL" clId="{8DBCA75A-D556-49E8-B6F6-1D78308D8DED}" dt="2024-10-30T14:08:59.670" v="631" actId="2696"/>
        <pc:sldMkLst>
          <pc:docMk/>
          <pc:sldMk cId="4209502522" sldId="304"/>
        </pc:sldMkLst>
      </pc:sldChg>
      <pc:sldChg chg="del">
        <pc:chgData name="Yan Li" userId="8c31b902-5b3a-4bc1-a03f-ce296c1668b4" providerId="ADAL" clId="{8DBCA75A-D556-49E8-B6F6-1D78308D8DED}" dt="2024-10-30T14:08:59.670" v="631" actId="2696"/>
        <pc:sldMkLst>
          <pc:docMk/>
          <pc:sldMk cId="1808473525" sldId="305"/>
        </pc:sldMkLst>
      </pc:sldChg>
      <pc:sldChg chg="del">
        <pc:chgData name="Yan Li" userId="8c31b902-5b3a-4bc1-a03f-ce296c1668b4" providerId="ADAL" clId="{8DBCA75A-D556-49E8-B6F6-1D78308D8DED}" dt="2024-10-30T14:08:59.670" v="631" actId="2696"/>
        <pc:sldMkLst>
          <pc:docMk/>
          <pc:sldMk cId="1990799681" sldId="306"/>
        </pc:sldMkLst>
      </pc:sldChg>
      <pc:sldChg chg="del">
        <pc:chgData name="Yan Li" userId="8c31b902-5b3a-4bc1-a03f-ce296c1668b4" providerId="ADAL" clId="{8DBCA75A-D556-49E8-B6F6-1D78308D8DED}" dt="2024-10-30T14:08:59.670" v="631" actId="2696"/>
        <pc:sldMkLst>
          <pc:docMk/>
          <pc:sldMk cId="2007051764" sldId="307"/>
        </pc:sldMkLst>
      </pc:sldChg>
      <pc:sldChg chg="del">
        <pc:chgData name="Yan Li" userId="8c31b902-5b3a-4bc1-a03f-ce296c1668b4" providerId="ADAL" clId="{8DBCA75A-D556-49E8-B6F6-1D78308D8DED}" dt="2024-10-30T14:08:59.670" v="631" actId="2696"/>
        <pc:sldMkLst>
          <pc:docMk/>
          <pc:sldMk cId="1526794193" sldId="308"/>
        </pc:sldMkLst>
      </pc:sldChg>
      <pc:sldChg chg="del">
        <pc:chgData name="Yan Li" userId="8c31b902-5b3a-4bc1-a03f-ce296c1668b4" providerId="ADAL" clId="{8DBCA75A-D556-49E8-B6F6-1D78308D8DED}" dt="2024-10-30T14:08:59.670" v="631" actId="2696"/>
        <pc:sldMkLst>
          <pc:docMk/>
          <pc:sldMk cId="2657599769" sldId="309"/>
        </pc:sldMkLst>
      </pc:sldChg>
      <pc:sldChg chg="del">
        <pc:chgData name="Yan Li" userId="8c31b902-5b3a-4bc1-a03f-ce296c1668b4" providerId="ADAL" clId="{8DBCA75A-D556-49E8-B6F6-1D78308D8DED}" dt="2024-10-30T14:08:59.670" v="631" actId="2696"/>
        <pc:sldMkLst>
          <pc:docMk/>
          <pc:sldMk cId="1402056185" sldId="310"/>
        </pc:sldMkLst>
      </pc:sldChg>
      <pc:sldChg chg="del">
        <pc:chgData name="Yan Li" userId="8c31b902-5b3a-4bc1-a03f-ce296c1668b4" providerId="ADAL" clId="{8DBCA75A-D556-49E8-B6F6-1D78308D8DED}" dt="2024-10-30T14:08:59.670" v="631" actId="2696"/>
        <pc:sldMkLst>
          <pc:docMk/>
          <pc:sldMk cId="3731821078" sldId="311"/>
        </pc:sldMkLst>
      </pc:sldChg>
      <pc:sldChg chg="del">
        <pc:chgData name="Yan Li" userId="8c31b902-5b3a-4bc1-a03f-ce296c1668b4" providerId="ADAL" clId="{8DBCA75A-D556-49E8-B6F6-1D78308D8DED}" dt="2024-10-30T14:08:59.670" v="631" actId="2696"/>
        <pc:sldMkLst>
          <pc:docMk/>
          <pc:sldMk cId="1548950697" sldId="312"/>
        </pc:sldMkLst>
      </pc:sldChg>
      <pc:sldChg chg="del">
        <pc:chgData name="Yan Li" userId="8c31b902-5b3a-4bc1-a03f-ce296c1668b4" providerId="ADAL" clId="{8DBCA75A-D556-49E8-B6F6-1D78308D8DED}" dt="2024-10-30T14:08:59.670" v="631" actId="2696"/>
        <pc:sldMkLst>
          <pc:docMk/>
          <pc:sldMk cId="2076971930" sldId="313"/>
        </pc:sldMkLst>
      </pc:sldChg>
      <pc:sldChg chg="del">
        <pc:chgData name="Yan Li" userId="8c31b902-5b3a-4bc1-a03f-ce296c1668b4" providerId="ADAL" clId="{8DBCA75A-D556-49E8-B6F6-1D78308D8DED}" dt="2024-10-30T14:08:59.670" v="631" actId="2696"/>
        <pc:sldMkLst>
          <pc:docMk/>
          <pc:sldMk cId="2509449045" sldId="314"/>
        </pc:sldMkLst>
      </pc:sldChg>
      <pc:sldChg chg="del">
        <pc:chgData name="Yan Li" userId="8c31b902-5b3a-4bc1-a03f-ce296c1668b4" providerId="ADAL" clId="{8DBCA75A-D556-49E8-B6F6-1D78308D8DED}" dt="2024-10-30T14:08:59.670" v="631" actId="2696"/>
        <pc:sldMkLst>
          <pc:docMk/>
          <pc:sldMk cId="982341569" sldId="315"/>
        </pc:sldMkLst>
      </pc:sldChg>
      <pc:sldChg chg="del">
        <pc:chgData name="Yan Li" userId="8c31b902-5b3a-4bc1-a03f-ce296c1668b4" providerId="ADAL" clId="{8DBCA75A-D556-49E8-B6F6-1D78308D8DED}" dt="2024-10-30T14:08:59.670" v="631" actId="2696"/>
        <pc:sldMkLst>
          <pc:docMk/>
          <pc:sldMk cId="2842522988" sldId="316"/>
        </pc:sldMkLst>
      </pc:sldChg>
      <pc:sldChg chg="del">
        <pc:chgData name="Yan Li" userId="8c31b902-5b3a-4bc1-a03f-ce296c1668b4" providerId="ADAL" clId="{8DBCA75A-D556-49E8-B6F6-1D78308D8DED}" dt="2024-10-30T14:08:59.670" v="631" actId="2696"/>
        <pc:sldMkLst>
          <pc:docMk/>
          <pc:sldMk cId="14103070" sldId="317"/>
        </pc:sldMkLst>
      </pc:sldChg>
      <pc:sldChg chg="add del">
        <pc:chgData name="Yan Li" userId="8c31b902-5b3a-4bc1-a03f-ce296c1668b4" providerId="ADAL" clId="{8DBCA75A-D556-49E8-B6F6-1D78308D8DED}" dt="2024-10-30T13:27:20.969" v="185" actId="2696"/>
        <pc:sldMkLst>
          <pc:docMk/>
          <pc:sldMk cId="459149584" sldId="318"/>
        </pc:sldMkLst>
      </pc:sldChg>
      <pc:sldChg chg="addSp delSp modSp add mod">
        <pc:chgData name="Yan Li" userId="8c31b902-5b3a-4bc1-a03f-ce296c1668b4" providerId="ADAL" clId="{8DBCA75A-D556-49E8-B6F6-1D78308D8DED}" dt="2024-11-01T10:57:05.378" v="1177" actId="6549"/>
        <pc:sldMkLst>
          <pc:docMk/>
          <pc:sldMk cId="3436863494" sldId="319"/>
        </pc:sldMkLst>
        <pc:spChg chg="del mod">
          <ac:chgData name="Yan Li" userId="8c31b902-5b3a-4bc1-a03f-ce296c1668b4" providerId="ADAL" clId="{8DBCA75A-D556-49E8-B6F6-1D78308D8DED}" dt="2024-11-01T10:50:50.291" v="1153" actId="478"/>
          <ac:spMkLst>
            <pc:docMk/>
            <pc:sldMk cId="3436863494" sldId="319"/>
            <ac:spMk id="3" creationId="{B2C3CF9D-1FBA-3A7C-AA29-D26D7CBA7634}"/>
          </ac:spMkLst>
        </pc:spChg>
        <pc:spChg chg="add mod">
          <ac:chgData name="Yan Li" userId="8c31b902-5b3a-4bc1-a03f-ce296c1668b4" providerId="ADAL" clId="{8DBCA75A-D556-49E8-B6F6-1D78308D8DED}" dt="2024-11-01T10:57:05.378" v="1177" actId="6549"/>
          <ac:spMkLst>
            <pc:docMk/>
            <pc:sldMk cId="3436863494" sldId="319"/>
            <ac:spMk id="4" creationId="{30951C18-5F04-0ADC-AA5B-F9361C27145B}"/>
          </ac:spMkLst>
        </pc:spChg>
        <pc:spChg chg="mod">
          <ac:chgData name="Yan Li" userId="8c31b902-5b3a-4bc1-a03f-ce296c1668b4" providerId="ADAL" clId="{8DBCA75A-D556-49E8-B6F6-1D78308D8DED}" dt="2024-10-30T13:27:03.226" v="182" actId="6549"/>
          <ac:spMkLst>
            <pc:docMk/>
            <pc:sldMk cId="3436863494" sldId="319"/>
            <ac:spMk id="5" creationId="{7149A279-22E5-008F-CE27-2439FEF45226}"/>
          </ac:spMkLst>
        </pc:spChg>
      </pc:sldChg>
      <pc:sldChg chg="add del">
        <pc:chgData name="Yan Li" userId="8c31b902-5b3a-4bc1-a03f-ce296c1668b4" providerId="ADAL" clId="{8DBCA75A-D556-49E8-B6F6-1D78308D8DED}" dt="2024-11-01T10:58:02.553" v="1178" actId="2696"/>
        <pc:sldMkLst>
          <pc:docMk/>
          <pc:sldMk cId="2600452871" sldId="320"/>
        </pc:sldMkLst>
      </pc:sldChg>
      <pc:sldChg chg="modSp add mod">
        <pc:chgData name="Yan Li" userId="8c31b902-5b3a-4bc1-a03f-ce296c1668b4" providerId="ADAL" clId="{8DBCA75A-D556-49E8-B6F6-1D78308D8DED}" dt="2024-10-30T13:28:27.933" v="198" actId="20577"/>
        <pc:sldMkLst>
          <pc:docMk/>
          <pc:sldMk cId="1098509633" sldId="321"/>
        </pc:sldMkLst>
        <pc:spChg chg="mod">
          <ac:chgData name="Yan Li" userId="8c31b902-5b3a-4bc1-a03f-ce296c1668b4" providerId="ADAL" clId="{8DBCA75A-D556-49E8-B6F6-1D78308D8DED}" dt="2024-10-30T13:28:27.933" v="198" actId="20577"/>
          <ac:spMkLst>
            <pc:docMk/>
            <pc:sldMk cId="1098509633" sldId="321"/>
            <ac:spMk id="5" creationId="{832E6F5A-1799-BE8F-02B6-2C8DB4861D8F}"/>
          </ac:spMkLst>
        </pc:spChg>
      </pc:sldChg>
      <pc:sldChg chg="addSp delSp modSp add mod">
        <pc:chgData name="Yan Li" userId="8c31b902-5b3a-4bc1-a03f-ce296c1668b4" providerId="ADAL" clId="{8DBCA75A-D556-49E8-B6F6-1D78308D8DED}" dt="2024-10-30T14:11:58.157" v="662" actId="1076"/>
        <pc:sldMkLst>
          <pc:docMk/>
          <pc:sldMk cId="691252314" sldId="322"/>
        </pc:sldMkLst>
        <pc:spChg chg="del">
          <ac:chgData name="Yan Li" userId="8c31b902-5b3a-4bc1-a03f-ce296c1668b4" providerId="ADAL" clId="{8DBCA75A-D556-49E8-B6F6-1D78308D8DED}" dt="2024-10-30T14:10:12.854" v="634" actId="478"/>
          <ac:spMkLst>
            <pc:docMk/>
            <pc:sldMk cId="691252314" sldId="322"/>
            <ac:spMk id="3" creationId="{78189D62-3390-715F-083A-70354C586945}"/>
          </ac:spMkLst>
        </pc:spChg>
        <pc:spChg chg="mod">
          <ac:chgData name="Yan Li" userId="8c31b902-5b3a-4bc1-a03f-ce296c1668b4" providerId="ADAL" clId="{8DBCA75A-D556-49E8-B6F6-1D78308D8DED}" dt="2024-10-30T14:10:31.855" v="642" actId="14100"/>
          <ac:spMkLst>
            <pc:docMk/>
            <pc:sldMk cId="691252314" sldId="322"/>
            <ac:spMk id="5" creationId="{17D34F25-63A1-609A-94ED-018B50B1A141}"/>
          </ac:spMkLst>
        </pc:spChg>
        <pc:picChg chg="add del mod">
          <ac:chgData name="Yan Li" userId="8c31b902-5b3a-4bc1-a03f-ce296c1668b4" providerId="ADAL" clId="{8DBCA75A-D556-49E8-B6F6-1D78308D8DED}" dt="2024-10-30T14:11:11.771" v="650" actId="478"/>
          <ac:picMkLst>
            <pc:docMk/>
            <pc:sldMk cId="691252314" sldId="322"/>
            <ac:picMk id="4" creationId="{0BFA68A7-583C-ED28-A079-ACCBB8BAB415}"/>
          </ac:picMkLst>
        </pc:picChg>
        <pc:picChg chg="add mod">
          <ac:chgData name="Yan Li" userId="8c31b902-5b3a-4bc1-a03f-ce296c1668b4" providerId="ADAL" clId="{8DBCA75A-D556-49E8-B6F6-1D78308D8DED}" dt="2024-10-30T14:11:51.762" v="659" actId="14100"/>
          <ac:picMkLst>
            <pc:docMk/>
            <pc:sldMk cId="691252314" sldId="322"/>
            <ac:picMk id="7" creationId="{FD710F82-4EDB-8C01-E2F3-469B40675935}"/>
          </ac:picMkLst>
        </pc:picChg>
        <pc:picChg chg="add mod">
          <ac:chgData name="Yan Li" userId="8c31b902-5b3a-4bc1-a03f-ce296c1668b4" providerId="ADAL" clId="{8DBCA75A-D556-49E8-B6F6-1D78308D8DED}" dt="2024-10-30T14:11:58.157" v="662" actId="1076"/>
          <ac:picMkLst>
            <pc:docMk/>
            <pc:sldMk cId="691252314" sldId="322"/>
            <ac:picMk id="9" creationId="{F8E90181-3E16-D2FB-2808-A52BB9142A16}"/>
          </ac:picMkLst>
        </pc:picChg>
      </pc:sldChg>
      <pc:sldChg chg="addSp delSp modSp add mod">
        <pc:chgData name="Yan Li" userId="8c31b902-5b3a-4bc1-a03f-ce296c1668b4" providerId="ADAL" clId="{8DBCA75A-D556-49E8-B6F6-1D78308D8DED}" dt="2024-10-30T14:14:21.901" v="685" actId="1076"/>
        <pc:sldMkLst>
          <pc:docMk/>
          <pc:sldMk cId="1850744412" sldId="323"/>
        </pc:sldMkLst>
        <pc:spChg chg="del">
          <ac:chgData name="Yan Li" userId="8c31b902-5b3a-4bc1-a03f-ce296c1668b4" providerId="ADAL" clId="{8DBCA75A-D556-49E8-B6F6-1D78308D8DED}" dt="2024-10-30T14:14:01.875" v="683" actId="478"/>
          <ac:spMkLst>
            <pc:docMk/>
            <pc:sldMk cId="1850744412" sldId="323"/>
            <ac:spMk id="3" creationId="{7FE7B82C-86FF-F826-F57A-1CC5598628A2}"/>
          </ac:spMkLst>
        </pc:spChg>
        <pc:spChg chg="mod">
          <ac:chgData name="Yan Li" userId="8c31b902-5b3a-4bc1-a03f-ce296c1668b4" providerId="ADAL" clId="{8DBCA75A-D556-49E8-B6F6-1D78308D8DED}" dt="2024-10-30T13:30:42.226" v="437" actId="14100"/>
          <ac:spMkLst>
            <pc:docMk/>
            <pc:sldMk cId="1850744412" sldId="323"/>
            <ac:spMk id="5" creationId="{F84351BB-4725-7CC0-A941-6F20AE532745}"/>
          </ac:spMkLst>
        </pc:spChg>
        <pc:picChg chg="add mod">
          <ac:chgData name="Yan Li" userId="8c31b902-5b3a-4bc1-a03f-ce296c1668b4" providerId="ADAL" clId="{8DBCA75A-D556-49E8-B6F6-1D78308D8DED}" dt="2024-10-30T14:14:21.901" v="685" actId="1076"/>
          <ac:picMkLst>
            <pc:docMk/>
            <pc:sldMk cId="1850744412" sldId="323"/>
            <ac:picMk id="4" creationId="{599E9F33-4DC8-948F-7715-AF7339E7B281}"/>
          </ac:picMkLst>
        </pc:picChg>
      </pc:sldChg>
      <pc:sldChg chg="addSp delSp modSp add mod">
        <pc:chgData name="Yan Li" userId="8c31b902-5b3a-4bc1-a03f-ce296c1668b4" providerId="ADAL" clId="{8DBCA75A-D556-49E8-B6F6-1D78308D8DED}" dt="2024-10-30T14:21:58.967" v="839" actId="20577"/>
        <pc:sldMkLst>
          <pc:docMk/>
          <pc:sldMk cId="741622981" sldId="324"/>
        </pc:sldMkLst>
        <pc:spChg chg="del">
          <ac:chgData name="Yan Li" userId="8c31b902-5b3a-4bc1-a03f-ce296c1668b4" providerId="ADAL" clId="{8DBCA75A-D556-49E8-B6F6-1D78308D8DED}" dt="2024-10-30T14:15:50.095" v="688" actId="478"/>
          <ac:spMkLst>
            <pc:docMk/>
            <pc:sldMk cId="741622981" sldId="324"/>
            <ac:spMk id="3" creationId="{35A1E6DD-F689-8A5F-0F61-3871F7BD83C3}"/>
          </ac:spMkLst>
        </pc:spChg>
        <pc:spChg chg="mod">
          <ac:chgData name="Yan Li" userId="8c31b902-5b3a-4bc1-a03f-ce296c1668b4" providerId="ADAL" clId="{8DBCA75A-D556-49E8-B6F6-1D78308D8DED}" dt="2024-10-30T14:21:58.967" v="839" actId="20577"/>
          <ac:spMkLst>
            <pc:docMk/>
            <pc:sldMk cId="741622981" sldId="324"/>
            <ac:spMk id="5" creationId="{5A175DA7-CF7F-EA4F-5FB9-25D03A4A2AED}"/>
          </ac:spMkLst>
        </pc:spChg>
        <pc:picChg chg="add del mod">
          <ac:chgData name="Yan Li" userId="8c31b902-5b3a-4bc1-a03f-ce296c1668b4" providerId="ADAL" clId="{8DBCA75A-D556-49E8-B6F6-1D78308D8DED}" dt="2024-10-30T14:16:45.128" v="703" actId="478"/>
          <ac:picMkLst>
            <pc:docMk/>
            <pc:sldMk cId="741622981" sldId="324"/>
            <ac:picMk id="4" creationId="{60E21305-7CA5-50F9-95AF-4D2C77C2F43F}"/>
          </ac:picMkLst>
        </pc:picChg>
        <pc:picChg chg="add mod">
          <ac:chgData name="Yan Li" userId="8c31b902-5b3a-4bc1-a03f-ce296c1668b4" providerId="ADAL" clId="{8DBCA75A-D556-49E8-B6F6-1D78308D8DED}" dt="2024-10-30T14:17:10.009" v="717" actId="14100"/>
          <ac:picMkLst>
            <pc:docMk/>
            <pc:sldMk cId="741622981" sldId="324"/>
            <ac:picMk id="7" creationId="{902FCA49-4B96-292D-DBBC-093BBC1D6B4B}"/>
          </ac:picMkLst>
        </pc:picChg>
        <pc:picChg chg="add mod">
          <ac:chgData name="Yan Li" userId="8c31b902-5b3a-4bc1-a03f-ce296c1668b4" providerId="ADAL" clId="{8DBCA75A-D556-49E8-B6F6-1D78308D8DED}" dt="2024-10-30T14:18:51.854" v="736" actId="1076"/>
          <ac:picMkLst>
            <pc:docMk/>
            <pc:sldMk cId="741622981" sldId="324"/>
            <ac:picMk id="9" creationId="{EB60DA3D-E195-6069-6F4A-E452A5C9DAB0}"/>
          </ac:picMkLst>
        </pc:picChg>
        <pc:picChg chg="add mod">
          <ac:chgData name="Yan Li" userId="8c31b902-5b3a-4bc1-a03f-ce296c1668b4" providerId="ADAL" clId="{8DBCA75A-D556-49E8-B6F6-1D78308D8DED}" dt="2024-10-30T14:18:57.728" v="737" actId="14100"/>
          <ac:picMkLst>
            <pc:docMk/>
            <pc:sldMk cId="741622981" sldId="324"/>
            <ac:picMk id="11" creationId="{DD76CD88-2DC4-7DA4-C856-304A19BEB403}"/>
          </ac:picMkLst>
        </pc:picChg>
      </pc:sldChg>
      <pc:sldChg chg="addSp delSp modSp add mod">
        <pc:chgData name="Yan Li" userId="8c31b902-5b3a-4bc1-a03f-ce296c1668b4" providerId="ADAL" clId="{8DBCA75A-D556-49E8-B6F6-1D78308D8DED}" dt="2024-10-30T14:29:35.366" v="914" actId="14100"/>
        <pc:sldMkLst>
          <pc:docMk/>
          <pc:sldMk cId="4079775847" sldId="325"/>
        </pc:sldMkLst>
        <pc:spChg chg="del">
          <ac:chgData name="Yan Li" userId="8c31b902-5b3a-4bc1-a03f-ce296c1668b4" providerId="ADAL" clId="{8DBCA75A-D556-49E8-B6F6-1D78308D8DED}" dt="2024-10-30T14:28:17.629" v="896" actId="478"/>
          <ac:spMkLst>
            <pc:docMk/>
            <pc:sldMk cId="4079775847" sldId="325"/>
            <ac:spMk id="3" creationId="{6A255432-754F-6116-AD12-6ABFC6CC0BCD}"/>
          </ac:spMkLst>
        </pc:spChg>
        <pc:spChg chg="mod">
          <ac:chgData name="Yan Li" userId="8c31b902-5b3a-4bc1-a03f-ce296c1668b4" providerId="ADAL" clId="{8DBCA75A-D556-49E8-B6F6-1D78308D8DED}" dt="2024-10-30T14:28:38.893" v="908" actId="27636"/>
          <ac:spMkLst>
            <pc:docMk/>
            <pc:sldMk cId="4079775847" sldId="325"/>
            <ac:spMk id="5" creationId="{41028FB1-5FB7-11D5-B2CB-332095D08F74}"/>
          </ac:spMkLst>
        </pc:spChg>
        <pc:picChg chg="add mod">
          <ac:chgData name="Yan Li" userId="8c31b902-5b3a-4bc1-a03f-ce296c1668b4" providerId="ADAL" clId="{8DBCA75A-D556-49E8-B6F6-1D78308D8DED}" dt="2024-10-30T14:28:42.299" v="909" actId="1076"/>
          <ac:picMkLst>
            <pc:docMk/>
            <pc:sldMk cId="4079775847" sldId="325"/>
            <ac:picMk id="4" creationId="{618CCFF3-D596-5DF7-D9B9-D1E75D944500}"/>
          </ac:picMkLst>
        </pc:picChg>
        <pc:picChg chg="add mod">
          <ac:chgData name="Yan Li" userId="8c31b902-5b3a-4bc1-a03f-ce296c1668b4" providerId="ADAL" clId="{8DBCA75A-D556-49E8-B6F6-1D78308D8DED}" dt="2024-10-30T14:29:06.797" v="911" actId="1076"/>
          <ac:picMkLst>
            <pc:docMk/>
            <pc:sldMk cId="4079775847" sldId="325"/>
            <ac:picMk id="7" creationId="{A443D574-9512-3831-25F4-7973FC250F4B}"/>
          </ac:picMkLst>
        </pc:picChg>
        <pc:picChg chg="add mod">
          <ac:chgData name="Yan Li" userId="8c31b902-5b3a-4bc1-a03f-ce296c1668b4" providerId="ADAL" clId="{8DBCA75A-D556-49E8-B6F6-1D78308D8DED}" dt="2024-10-30T14:29:35.366" v="914" actId="14100"/>
          <ac:picMkLst>
            <pc:docMk/>
            <pc:sldMk cId="4079775847" sldId="325"/>
            <ac:picMk id="9" creationId="{E941FAAD-7BC7-9E22-B5FE-8AB5DF3EB3F8}"/>
          </ac:picMkLst>
        </pc:picChg>
      </pc:sldChg>
      <pc:sldChg chg="addSp delSp modSp add mod">
        <pc:chgData name="Yan Li" userId="8c31b902-5b3a-4bc1-a03f-ce296c1668b4" providerId="ADAL" clId="{8DBCA75A-D556-49E8-B6F6-1D78308D8DED}" dt="2024-10-30T14:30:38.659" v="923" actId="1076"/>
        <pc:sldMkLst>
          <pc:docMk/>
          <pc:sldMk cId="615808774" sldId="326"/>
        </pc:sldMkLst>
        <pc:spChg chg="del">
          <ac:chgData name="Yan Li" userId="8c31b902-5b3a-4bc1-a03f-ce296c1668b4" providerId="ADAL" clId="{8DBCA75A-D556-49E8-B6F6-1D78308D8DED}" dt="2024-10-30T14:29:53.442" v="915" actId="478"/>
          <ac:spMkLst>
            <pc:docMk/>
            <pc:sldMk cId="615808774" sldId="326"/>
            <ac:spMk id="3" creationId="{4B9679A5-429B-FA8D-45E4-B31EB6FA9C95}"/>
          </ac:spMkLst>
        </pc:spChg>
        <pc:spChg chg="mod">
          <ac:chgData name="Yan Li" userId="8c31b902-5b3a-4bc1-a03f-ce296c1668b4" providerId="ADAL" clId="{8DBCA75A-D556-49E8-B6F6-1D78308D8DED}" dt="2024-10-30T14:07:57.202" v="569" actId="20577"/>
          <ac:spMkLst>
            <pc:docMk/>
            <pc:sldMk cId="615808774" sldId="326"/>
            <ac:spMk id="5" creationId="{FE27BB53-9C4C-5923-DA40-0905DE472C7F}"/>
          </ac:spMkLst>
        </pc:spChg>
        <pc:picChg chg="add mod">
          <ac:chgData name="Yan Li" userId="8c31b902-5b3a-4bc1-a03f-ce296c1668b4" providerId="ADAL" clId="{8DBCA75A-D556-49E8-B6F6-1D78308D8DED}" dt="2024-10-30T14:30:35.032" v="922" actId="1076"/>
          <ac:picMkLst>
            <pc:docMk/>
            <pc:sldMk cId="615808774" sldId="326"/>
            <ac:picMk id="4" creationId="{ED39844F-BAA2-C4B0-7AB5-26CF0FF0CA8A}"/>
          </ac:picMkLst>
        </pc:picChg>
        <pc:picChg chg="add mod">
          <ac:chgData name="Yan Li" userId="8c31b902-5b3a-4bc1-a03f-ce296c1668b4" providerId="ADAL" clId="{8DBCA75A-D556-49E8-B6F6-1D78308D8DED}" dt="2024-10-30T14:30:38.659" v="923" actId="1076"/>
          <ac:picMkLst>
            <pc:docMk/>
            <pc:sldMk cId="615808774" sldId="326"/>
            <ac:picMk id="7" creationId="{68E894D1-8CE8-9422-515C-0E43DC97FBF9}"/>
          </ac:picMkLst>
        </pc:picChg>
      </pc:sldChg>
      <pc:sldChg chg="modSp add mod">
        <pc:chgData name="Yan Li" userId="8c31b902-5b3a-4bc1-a03f-ce296c1668b4" providerId="ADAL" clId="{8DBCA75A-D556-49E8-B6F6-1D78308D8DED}" dt="2024-10-30T14:08:45.139" v="630" actId="20577"/>
        <pc:sldMkLst>
          <pc:docMk/>
          <pc:sldMk cId="996495019" sldId="327"/>
        </pc:sldMkLst>
        <pc:spChg chg="mod">
          <ac:chgData name="Yan Li" userId="8c31b902-5b3a-4bc1-a03f-ce296c1668b4" providerId="ADAL" clId="{8DBCA75A-D556-49E8-B6F6-1D78308D8DED}" dt="2024-10-30T14:08:45.139" v="630" actId="20577"/>
          <ac:spMkLst>
            <pc:docMk/>
            <pc:sldMk cId="996495019" sldId="327"/>
            <ac:spMk id="5" creationId="{7AA31E11-CE22-408E-B794-B8CA79D96705}"/>
          </ac:spMkLst>
        </pc:spChg>
      </pc:sldChg>
      <pc:sldChg chg="addSp delSp modSp add mod">
        <pc:chgData name="Yan Li" userId="8c31b902-5b3a-4bc1-a03f-ce296c1668b4" providerId="ADAL" clId="{8DBCA75A-D556-49E8-B6F6-1D78308D8DED}" dt="2024-10-30T14:12:39.137" v="671" actId="1076"/>
        <pc:sldMkLst>
          <pc:docMk/>
          <pc:sldMk cId="1882390377" sldId="328"/>
        </pc:sldMkLst>
        <pc:picChg chg="add mod">
          <ac:chgData name="Yan Li" userId="8c31b902-5b3a-4bc1-a03f-ce296c1668b4" providerId="ADAL" clId="{8DBCA75A-D556-49E8-B6F6-1D78308D8DED}" dt="2024-10-30T14:12:39.137" v="671" actId="1076"/>
          <ac:picMkLst>
            <pc:docMk/>
            <pc:sldMk cId="1882390377" sldId="328"/>
            <ac:picMk id="3" creationId="{70BA18CD-E3EB-A128-5E96-F2481ABB5245}"/>
          </ac:picMkLst>
        </pc:picChg>
        <pc:picChg chg="del">
          <ac:chgData name="Yan Li" userId="8c31b902-5b3a-4bc1-a03f-ce296c1668b4" providerId="ADAL" clId="{8DBCA75A-D556-49E8-B6F6-1D78308D8DED}" dt="2024-10-30T14:12:28.939" v="664" actId="478"/>
          <ac:picMkLst>
            <pc:docMk/>
            <pc:sldMk cId="1882390377" sldId="328"/>
            <ac:picMk id="7" creationId="{CFA89BDD-60BB-3BE6-E0EA-FB7A1841FFB9}"/>
          </ac:picMkLst>
        </pc:picChg>
        <pc:picChg chg="del">
          <ac:chgData name="Yan Li" userId="8c31b902-5b3a-4bc1-a03f-ce296c1668b4" providerId="ADAL" clId="{8DBCA75A-D556-49E8-B6F6-1D78308D8DED}" dt="2024-10-30T14:12:30.556" v="665" actId="478"/>
          <ac:picMkLst>
            <pc:docMk/>
            <pc:sldMk cId="1882390377" sldId="328"/>
            <ac:picMk id="9" creationId="{EDBC4036-3DA7-1B6A-B51B-5E44745707B8}"/>
          </ac:picMkLst>
        </pc:picChg>
      </pc:sldChg>
      <pc:sldChg chg="addSp delSp modSp add mod">
        <pc:chgData name="Yan Li" userId="8c31b902-5b3a-4bc1-a03f-ce296c1668b4" providerId="ADAL" clId="{8DBCA75A-D556-49E8-B6F6-1D78308D8DED}" dt="2024-10-30T14:13:19.022" v="681" actId="1076"/>
        <pc:sldMkLst>
          <pc:docMk/>
          <pc:sldMk cId="387663868" sldId="329"/>
        </pc:sldMkLst>
        <pc:picChg chg="del">
          <ac:chgData name="Yan Li" userId="8c31b902-5b3a-4bc1-a03f-ce296c1668b4" providerId="ADAL" clId="{8DBCA75A-D556-49E8-B6F6-1D78308D8DED}" dt="2024-10-30T14:12:54.026" v="673" actId="478"/>
          <ac:picMkLst>
            <pc:docMk/>
            <pc:sldMk cId="387663868" sldId="329"/>
            <ac:picMk id="3" creationId="{67AEFEC0-34EB-1D29-6498-4A9737839972}"/>
          </ac:picMkLst>
        </pc:picChg>
        <pc:picChg chg="add mod">
          <ac:chgData name="Yan Li" userId="8c31b902-5b3a-4bc1-a03f-ce296c1668b4" providerId="ADAL" clId="{8DBCA75A-D556-49E8-B6F6-1D78308D8DED}" dt="2024-10-30T14:13:19.022" v="681" actId="1076"/>
          <ac:picMkLst>
            <pc:docMk/>
            <pc:sldMk cId="387663868" sldId="329"/>
            <ac:picMk id="4" creationId="{26E9B427-52D8-8E77-65BA-1B2D0D275594}"/>
          </ac:picMkLst>
        </pc:picChg>
      </pc:sldChg>
      <pc:sldChg chg="addSp delSp modSp add mod">
        <pc:chgData name="Yan Li" userId="8c31b902-5b3a-4bc1-a03f-ce296c1668b4" providerId="ADAL" clId="{8DBCA75A-D556-49E8-B6F6-1D78308D8DED}" dt="2024-10-30T14:21:45.649" v="802" actId="20577"/>
        <pc:sldMkLst>
          <pc:docMk/>
          <pc:sldMk cId="2816459871" sldId="330"/>
        </pc:sldMkLst>
        <pc:spChg chg="mod">
          <ac:chgData name="Yan Li" userId="8c31b902-5b3a-4bc1-a03f-ce296c1668b4" providerId="ADAL" clId="{8DBCA75A-D556-49E8-B6F6-1D78308D8DED}" dt="2024-10-30T14:21:45.649" v="802" actId="20577"/>
          <ac:spMkLst>
            <pc:docMk/>
            <pc:sldMk cId="2816459871" sldId="330"/>
            <ac:spMk id="5" creationId="{97275393-441C-07DB-C737-879A30B19216}"/>
          </ac:spMkLst>
        </pc:spChg>
        <pc:picChg chg="add mod">
          <ac:chgData name="Yan Li" userId="8c31b902-5b3a-4bc1-a03f-ce296c1668b4" providerId="ADAL" clId="{8DBCA75A-D556-49E8-B6F6-1D78308D8DED}" dt="2024-10-30T14:20:01.621" v="754" actId="1076"/>
          <ac:picMkLst>
            <pc:docMk/>
            <pc:sldMk cId="2816459871" sldId="330"/>
            <ac:picMk id="3" creationId="{B9E8EFB8-110B-32ED-8ABD-3D6C4CB69A1E}"/>
          </ac:picMkLst>
        </pc:picChg>
        <pc:picChg chg="add mod">
          <ac:chgData name="Yan Li" userId="8c31b902-5b3a-4bc1-a03f-ce296c1668b4" providerId="ADAL" clId="{8DBCA75A-D556-49E8-B6F6-1D78308D8DED}" dt="2024-10-30T14:20:24.048" v="757" actId="14100"/>
          <ac:picMkLst>
            <pc:docMk/>
            <pc:sldMk cId="2816459871" sldId="330"/>
            <ac:picMk id="6" creationId="{FE52A18D-3779-966D-57C6-0F49AA5AF074}"/>
          </ac:picMkLst>
        </pc:picChg>
        <pc:picChg chg="del">
          <ac:chgData name="Yan Li" userId="8c31b902-5b3a-4bc1-a03f-ce296c1668b4" providerId="ADAL" clId="{8DBCA75A-D556-49E8-B6F6-1D78308D8DED}" dt="2024-10-30T14:19:31.915" v="739" actId="478"/>
          <ac:picMkLst>
            <pc:docMk/>
            <pc:sldMk cId="2816459871" sldId="330"/>
            <ac:picMk id="7" creationId="{39A74BD7-CDE5-26E1-222E-BC7187CE14B0}"/>
          </ac:picMkLst>
        </pc:picChg>
        <pc:picChg chg="del">
          <ac:chgData name="Yan Li" userId="8c31b902-5b3a-4bc1-a03f-ce296c1668b4" providerId="ADAL" clId="{8DBCA75A-D556-49E8-B6F6-1D78308D8DED}" dt="2024-10-30T14:19:43.731" v="746" actId="478"/>
          <ac:picMkLst>
            <pc:docMk/>
            <pc:sldMk cId="2816459871" sldId="330"/>
            <ac:picMk id="9" creationId="{520C881D-CA0B-D552-A83E-2102C4B8EBC2}"/>
          </ac:picMkLst>
        </pc:picChg>
        <pc:picChg chg="add mod">
          <ac:chgData name="Yan Li" userId="8c31b902-5b3a-4bc1-a03f-ce296c1668b4" providerId="ADAL" clId="{8DBCA75A-D556-49E8-B6F6-1D78308D8DED}" dt="2024-10-30T14:20:55.922" v="763" actId="1076"/>
          <ac:picMkLst>
            <pc:docMk/>
            <pc:sldMk cId="2816459871" sldId="330"/>
            <ac:picMk id="10" creationId="{3ED043DF-A7E4-FB5B-5666-DCA5DB222198}"/>
          </ac:picMkLst>
        </pc:picChg>
        <pc:picChg chg="del">
          <ac:chgData name="Yan Li" userId="8c31b902-5b3a-4bc1-a03f-ce296c1668b4" providerId="ADAL" clId="{8DBCA75A-D556-49E8-B6F6-1D78308D8DED}" dt="2024-10-30T14:19:45.465" v="747" actId="478"/>
          <ac:picMkLst>
            <pc:docMk/>
            <pc:sldMk cId="2816459871" sldId="330"/>
            <ac:picMk id="11" creationId="{ECA2B079-2C44-ABA7-98AD-71C3C0B1EC5B}"/>
          </ac:picMkLst>
        </pc:picChg>
      </pc:sldChg>
      <pc:sldChg chg="addSp delSp modSp add mod">
        <pc:chgData name="Yan Li" userId="8c31b902-5b3a-4bc1-a03f-ce296c1668b4" providerId="ADAL" clId="{8DBCA75A-D556-49E8-B6F6-1D78308D8DED}" dt="2024-10-30T14:22:53.775" v="856" actId="1076"/>
        <pc:sldMkLst>
          <pc:docMk/>
          <pc:sldMk cId="3731506154" sldId="331"/>
        </pc:sldMkLst>
        <pc:spChg chg="mod">
          <ac:chgData name="Yan Li" userId="8c31b902-5b3a-4bc1-a03f-ce296c1668b4" providerId="ADAL" clId="{8DBCA75A-D556-49E8-B6F6-1D78308D8DED}" dt="2024-10-30T14:22:34.751" v="851" actId="20577"/>
          <ac:spMkLst>
            <pc:docMk/>
            <pc:sldMk cId="3731506154" sldId="331"/>
            <ac:spMk id="5" creationId="{D307BDB9-0A95-94F5-77BF-BB537CF7CAC6}"/>
          </ac:spMkLst>
        </pc:spChg>
        <pc:picChg chg="del">
          <ac:chgData name="Yan Li" userId="8c31b902-5b3a-4bc1-a03f-ce296c1668b4" providerId="ADAL" clId="{8DBCA75A-D556-49E8-B6F6-1D78308D8DED}" dt="2024-10-30T14:22:36.835" v="852" actId="478"/>
          <ac:picMkLst>
            <pc:docMk/>
            <pc:sldMk cId="3731506154" sldId="331"/>
            <ac:picMk id="3" creationId="{5C55D4C3-96AE-1411-F0EE-BF8F4EEB4469}"/>
          </ac:picMkLst>
        </pc:picChg>
        <pc:picChg chg="add mod">
          <ac:chgData name="Yan Li" userId="8c31b902-5b3a-4bc1-a03f-ce296c1668b4" providerId="ADAL" clId="{8DBCA75A-D556-49E8-B6F6-1D78308D8DED}" dt="2024-10-30T14:22:53.775" v="856" actId="1076"/>
          <ac:picMkLst>
            <pc:docMk/>
            <pc:sldMk cId="3731506154" sldId="331"/>
            <ac:picMk id="4" creationId="{4275D7CE-0422-9586-17A4-E935D71C09B4}"/>
          </ac:picMkLst>
        </pc:picChg>
        <pc:picChg chg="del">
          <ac:chgData name="Yan Li" userId="8c31b902-5b3a-4bc1-a03f-ce296c1668b4" providerId="ADAL" clId="{8DBCA75A-D556-49E8-B6F6-1D78308D8DED}" dt="2024-10-30T14:22:38.318" v="853" actId="478"/>
          <ac:picMkLst>
            <pc:docMk/>
            <pc:sldMk cId="3731506154" sldId="331"/>
            <ac:picMk id="6" creationId="{5B096502-7AE4-C452-BF95-FF2394D23CFF}"/>
          </ac:picMkLst>
        </pc:picChg>
        <pc:picChg chg="del">
          <ac:chgData name="Yan Li" userId="8c31b902-5b3a-4bc1-a03f-ce296c1668b4" providerId="ADAL" clId="{8DBCA75A-D556-49E8-B6F6-1D78308D8DED}" dt="2024-10-30T14:22:39.752" v="854" actId="478"/>
          <ac:picMkLst>
            <pc:docMk/>
            <pc:sldMk cId="3731506154" sldId="331"/>
            <ac:picMk id="10" creationId="{8AFAC310-3AB5-2E76-FB00-EF49CF8F3175}"/>
          </ac:picMkLst>
        </pc:picChg>
      </pc:sldChg>
      <pc:sldChg chg="addSp delSp modSp add mod">
        <pc:chgData name="Yan Li" userId="8c31b902-5b3a-4bc1-a03f-ce296c1668b4" providerId="ADAL" clId="{8DBCA75A-D556-49E8-B6F6-1D78308D8DED}" dt="2024-10-30T14:23:57.327" v="864" actId="14100"/>
        <pc:sldMkLst>
          <pc:docMk/>
          <pc:sldMk cId="3283541475" sldId="332"/>
        </pc:sldMkLst>
        <pc:picChg chg="add mod">
          <ac:chgData name="Yan Li" userId="8c31b902-5b3a-4bc1-a03f-ce296c1668b4" providerId="ADAL" clId="{8DBCA75A-D556-49E8-B6F6-1D78308D8DED}" dt="2024-10-30T14:23:57.327" v="864" actId="14100"/>
          <ac:picMkLst>
            <pc:docMk/>
            <pc:sldMk cId="3283541475" sldId="332"/>
            <ac:picMk id="3" creationId="{D5D64EBE-7AF7-DD24-DB09-3C1672D30D12}"/>
          </ac:picMkLst>
        </pc:picChg>
        <pc:picChg chg="del">
          <ac:chgData name="Yan Li" userId="8c31b902-5b3a-4bc1-a03f-ce296c1668b4" providerId="ADAL" clId="{8DBCA75A-D556-49E8-B6F6-1D78308D8DED}" dt="2024-10-30T14:23:11.335" v="858" actId="478"/>
          <ac:picMkLst>
            <pc:docMk/>
            <pc:sldMk cId="3283541475" sldId="332"/>
            <ac:picMk id="4" creationId="{C65414C8-01E9-C571-D446-EFCD2203D581}"/>
          </ac:picMkLst>
        </pc:picChg>
      </pc:sldChg>
      <pc:sldChg chg="addSp delSp modSp add mod">
        <pc:chgData name="Yan Li" userId="8c31b902-5b3a-4bc1-a03f-ce296c1668b4" providerId="ADAL" clId="{8DBCA75A-D556-49E8-B6F6-1D78308D8DED}" dt="2024-10-30T14:27:27.611" v="895" actId="1076"/>
        <pc:sldMkLst>
          <pc:docMk/>
          <pc:sldMk cId="1257242487" sldId="333"/>
        </pc:sldMkLst>
        <pc:picChg chg="del">
          <ac:chgData name="Yan Li" userId="8c31b902-5b3a-4bc1-a03f-ce296c1668b4" providerId="ADAL" clId="{8DBCA75A-D556-49E8-B6F6-1D78308D8DED}" dt="2024-10-30T14:24:05.536" v="866" actId="478"/>
          <ac:picMkLst>
            <pc:docMk/>
            <pc:sldMk cId="1257242487" sldId="333"/>
            <ac:picMk id="3" creationId="{0F1C5F52-5D38-3E05-CDA4-56D5FCB86748}"/>
          </ac:picMkLst>
        </pc:picChg>
        <pc:picChg chg="add mod">
          <ac:chgData name="Yan Li" userId="8c31b902-5b3a-4bc1-a03f-ce296c1668b4" providerId="ADAL" clId="{8DBCA75A-D556-49E8-B6F6-1D78308D8DED}" dt="2024-10-30T14:25:26.295" v="875" actId="1076"/>
          <ac:picMkLst>
            <pc:docMk/>
            <pc:sldMk cId="1257242487" sldId="333"/>
            <ac:picMk id="4" creationId="{1E1CE9CC-CAE2-DA3A-AF5B-1A88A22F8855}"/>
          </ac:picMkLst>
        </pc:picChg>
        <pc:picChg chg="add del mod">
          <ac:chgData name="Yan Li" userId="8c31b902-5b3a-4bc1-a03f-ce296c1668b4" providerId="ADAL" clId="{8DBCA75A-D556-49E8-B6F6-1D78308D8DED}" dt="2024-10-30T14:25:51.289" v="877" actId="478"/>
          <ac:picMkLst>
            <pc:docMk/>
            <pc:sldMk cId="1257242487" sldId="333"/>
            <ac:picMk id="7" creationId="{269F2C79-255A-5392-8100-E429B2590C4B}"/>
          </ac:picMkLst>
        </pc:picChg>
        <pc:picChg chg="add mod">
          <ac:chgData name="Yan Li" userId="8c31b902-5b3a-4bc1-a03f-ce296c1668b4" providerId="ADAL" clId="{8DBCA75A-D556-49E8-B6F6-1D78308D8DED}" dt="2024-10-30T14:26:03.906" v="882" actId="14100"/>
          <ac:picMkLst>
            <pc:docMk/>
            <pc:sldMk cId="1257242487" sldId="333"/>
            <ac:picMk id="9" creationId="{FED553C3-E9CD-2BF1-6F77-D08B102282ED}"/>
          </ac:picMkLst>
        </pc:picChg>
        <pc:picChg chg="add mod">
          <ac:chgData name="Yan Li" userId="8c31b902-5b3a-4bc1-a03f-ce296c1668b4" providerId="ADAL" clId="{8DBCA75A-D556-49E8-B6F6-1D78308D8DED}" dt="2024-10-30T14:27:25.709" v="894" actId="1076"/>
          <ac:picMkLst>
            <pc:docMk/>
            <pc:sldMk cId="1257242487" sldId="333"/>
            <ac:picMk id="11" creationId="{1E40C423-8F23-96AC-47BE-CF596E60249D}"/>
          </ac:picMkLst>
        </pc:picChg>
        <pc:picChg chg="add mod">
          <ac:chgData name="Yan Li" userId="8c31b902-5b3a-4bc1-a03f-ce296c1668b4" providerId="ADAL" clId="{8DBCA75A-D556-49E8-B6F6-1D78308D8DED}" dt="2024-10-30T14:27:27.611" v="895" actId="1076"/>
          <ac:picMkLst>
            <pc:docMk/>
            <pc:sldMk cId="1257242487" sldId="333"/>
            <ac:picMk id="13" creationId="{E944B663-D177-EEB3-74BF-BF6CF6BE0C8E}"/>
          </ac:picMkLst>
        </pc:picChg>
      </pc:sldChg>
      <pc:sldChg chg="addSp delSp modSp add mod">
        <pc:chgData name="Yan Li" userId="8c31b902-5b3a-4bc1-a03f-ce296c1668b4" providerId="ADAL" clId="{8DBCA75A-D556-49E8-B6F6-1D78308D8DED}" dt="2024-10-30T14:36:26.098" v="1012" actId="27636"/>
        <pc:sldMkLst>
          <pc:docMk/>
          <pc:sldMk cId="4267529664" sldId="334"/>
        </pc:sldMkLst>
        <pc:spChg chg="mod">
          <ac:chgData name="Yan Li" userId="8c31b902-5b3a-4bc1-a03f-ce296c1668b4" providerId="ADAL" clId="{8DBCA75A-D556-49E8-B6F6-1D78308D8DED}" dt="2024-10-30T14:36:26.098" v="1012" actId="27636"/>
          <ac:spMkLst>
            <pc:docMk/>
            <pc:sldMk cId="4267529664" sldId="334"/>
            <ac:spMk id="5" creationId="{33FFC50C-3476-F52F-BA72-6523C630A7BB}"/>
          </ac:spMkLst>
        </pc:spChg>
        <pc:picChg chg="add mod">
          <ac:chgData name="Yan Li" userId="8c31b902-5b3a-4bc1-a03f-ce296c1668b4" providerId="ADAL" clId="{8DBCA75A-D556-49E8-B6F6-1D78308D8DED}" dt="2024-10-30T14:31:23.418" v="925" actId="1076"/>
          <ac:picMkLst>
            <pc:docMk/>
            <pc:sldMk cId="4267529664" sldId="334"/>
            <ac:picMk id="3" creationId="{73B9FD17-096E-92D8-17C6-27D5691A6CB7}"/>
          </ac:picMkLst>
        </pc:picChg>
        <pc:picChg chg="del">
          <ac:chgData name="Yan Li" userId="8c31b902-5b3a-4bc1-a03f-ce296c1668b4" providerId="ADAL" clId="{8DBCA75A-D556-49E8-B6F6-1D78308D8DED}" dt="2024-10-30T14:30:15.227" v="918" actId="478"/>
          <ac:picMkLst>
            <pc:docMk/>
            <pc:sldMk cId="4267529664" sldId="334"/>
            <ac:picMk id="4" creationId="{4D1DBDA4-342A-7F81-9030-7DFAA4A970F8}"/>
          </ac:picMkLst>
        </pc:picChg>
      </pc:sldChg>
      <pc:sldChg chg="addSp delSp modSp add mod">
        <pc:chgData name="Yan Li" userId="8c31b902-5b3a-4bc1-a03f-ce296c1668b4" providerId="ADAL" clId="{8DBCA75A-D556-49E8-B6F6-1D78308D8DED}" dt="2024-10-30T14:36:42.649" v="1015" actId="255"/>
        <pc:sldMkLst>
          <pc:docMk/>
          <pc:sldMk cId="2879821114" sldId="335"/>
        </pc:sldMkLst>
        <pc:spChg chg="mod">
          <ac:chgData name="Yan Li" userId="8c31b902-5b3a-4bc1-a03f-ce296c1668b4" providerId="ADAL" clId="{8DBCA75A-D556-49E8-B6F6-1D78308D8DED}" dt="2024-10-30T14:36:42.649" v="1015" actId="255"/>
          <ac:spMkLst>
            <pc:docMk/>
            <pc:sldMk cId="2879821114" sldId="335"/>
            <ac:spMk id="5" creationId="{D895344F-AC14-360E-D65D-E8876892B94C}"/>
          </ac:spMkLst>
        </pc:spChg>
        <pc:picChg chg="del">
          <ac:chgData name="Yan Li" userId="8c31b902-5b3a-4bc1-a03f-ce296c1668b4" providerId="ADAL" clId="{8DBCA75A-D556-49E8-B6F6-1D78308D8DED}" dt="2024-10-30T14:31:27.491" v="927" actId="478"/>
          <ac:picMkLst>
            <pc:docMk/>
            <pc:sldMk cId="2879821114" sldId="335"/>
            <ac:picMk id="3" creationId="{9A131B3E-EE2C-6193-0302-52486F654D6E}"/>
          </ac:picMkLst>
        </pc:picChg>
        <pc:picChg chg="add mod">
          <ac:chgData name="Yan Li" userId="8c31b902-5b3a-4bc1-a03f-ce296c1668b4" providerId="ADAL" clId="{8DBCA75A-D556-49E8-B6F6-1D78308D8DED}" dt="2024-10-30T14:31:44.191" v="929" actId="1076"/>
          <ac:picMkLst>
            <pc:docMk/>
            <pc:sldMk cId="2879821114" sldId="335"/>
            <ac:picMk id="4" creationId="{1F6C4CA0-CCB5-42EE-A6F2-139F096F9B03}"/>
          </ac:picMkLst>
        </pc:picChg>
        <pc:picChg chg="add mod">
          <ac:chgData name="Yan Li" userId="8c31b902-5b3a-4bc1-a03f-ce296c1668b4" providerId="ADAL" clId="{8DBCA75A-D556-49E8-B6F6-1D78308D8DED}" dt="2024-10-30T14:32:21.736" v="933" actId="14100"/>
          <ac:picMkLst>
            <pc:docMk/>
            <pc:sldMk cId="2879821114" sldId="335"/>
            <ac:picMk id="7" creationId="{DD1FF4D4-7695-89BE-E22C-75682A32D8BF}"/>
          </ac:picMkLst>
        </pc:picChg>
      </pc:sldChg>
      <pc:sldChg chg="addSp delSp modSp add mod">
        <pc:chgData name="Yan Li" userId="8c31b902-5b3a-4bc1-a03f-ce296c1668b4" providerId="ADAL" clId="{8DBCA75A-D556-49E8-B6F6-1D78308D8DED}" dt="2024-10-30T14:36:54.835" v="1016" actId="255"/>
        <pc:sldMkLst>
          <pc:docMk/>
          <pc:sldMk cId="3978917725" sldId="336"/>
        </pc:sldMkLst>
        <pc:spChg chg="mod">
          <ac:chgData name="Yan Li" userId="8c31b902-5b3a-4bc1-a03f-ce296c1668b4" providerId="ADAL" clId="{8DBCA75A-D556-49E8-B6F6-1D78308D8DED}" dt="2024-10-30T14:36:54.835" v="1016" actId="255"/>
          <ac:spMkLst>
            <pc:docMk/>
            <pc:sldMk cId="3978917725" sldId="336"/>
            <ac:spMk id="5" creationId="{C1D96CA1-197C-6C33-D51F-355B60935A31}"/>
          </ac:spMkLst>
        </pc:spChg>
        <pc:picChg chg="add mod">
          <ac:chgData name="Yan Li" userId="8c31b902-5b3a-4bc1-a03f-ce296c1668b4" providerId="ADAL" clId="{8DBCA75A-D556-49E8-B6F6-1D78308D8DED}" dt="2024-10-30T14:32:57.919" v="940" actId="1076"/>
          <ac:picMkLst>
            <pc:docMk/>
            <pc:sldMk cId="3978917725" sldId="336"/>
            <ac:picMk id="3" creationId="{C012C606-F06A-A5E3-8361-FB01249F7CF2}"/>
          </ac:picMkLst>
        </pc:picChg>
        <pc:picChg chg="del">
          <ac:chgData name="Yan Li" userId="8c31b902-5b3a-4bc1-a03f-ce296c1668b4" providerId="ADAL" clId="{8DBCA75A-D556-49E8-B6F6-1D78308D8DED}" dt="2024-10-30T14:32:51.363" v="936" actId="478"/>
          <ac:picMkLst>
            <pc:docMk/>
            <pc:sldMk cId="3978917725" sldId="336"/>
            <ac:picMk id="4" creationId="{F7CA83F5-B2B0-C121-7F0D-BB29AD6311BE}"/>
          </ac:picMkLst>
        </pc:picChg>
        <pc:picChg chg="del">
          <ac:chgData name="Yan Li" userId="8c31b902-5b3a-4bc1-a03f-ce296c1668b4" providerId="ADAL" clId="{8DBCA75A-D556-49E8-B6F6-1D78308D8DED}" dt="2024-10-30T14:32:49.770" v="935" actId="478"/>
          <ac:picMkLst>
            <pc:docMk/>
            <pc:sldMk cId="3978917725" sldId="336"/>
            <ac:picMk id="7" creationId="{BF10C3F7-23FC-9B8B-5551-6CC5A4A4B160}"/>
          </ac:picMkLst>
        </pc:picChg>
        <pc:picChg chg="add mod">
          <ac:chgData name="Yan Li" userId="8c31b902-5b3a-4bc1-a03f-ce296c1668b4" providerId="ADAL" clId="{8DBCA75A-D556-49E8-B6F6-1D78308D8DED}" dt="2024-10-30T14:33:17.621" v="943" actId="14100"/>
          <ac:picMkLst>
            <pc:docMk/>
            <pc:sldMk cId="3978917725" sldId="336"/>
            <ac:picMk id="8" creationId="{9BC642F2-DBBC-4C1D-1EE7-10DE7BC156E1}"/>
          </ac:picMkLst>
        </pc:picChg>
      </pc:sldChg>
      <pc:sldChg chg="addSp delSp modSp add mod">
        <pc:chgData name="Yan Li" userId="8c31b902-5b3a-4bc1-a03f-ce296c1668b4" providerId="ADAL" clId="{8DBCA75A-D556-49E8-B6F6-1D78308D8DED}" dt="2024-10-30T14:39:37.796" v="1050" actId="1076"/>
        <pc:sldMkLst>
          <pc:docMk/>
          <pc:sldMk cId="376288019" sldId="337"/>
        </pc:sldMkLst>
        <pc:spChg chg="mod">
          <ac:chgData name="Yan Li" userId="8c31b902-5b3a-4bc1-a03f-ce296c1668b4" providerId="ADAL" clId="{8DBCA75A-D556-49E8-B6F6-1D78308D8DED}" dt="2024-10-30T14:37:37.468" v="1031" actId="20577"/>
          <ac:spMkLst>
            <pc:docMk/>
            <pc:sldMk cId="376288019" sldId="337"/>
            <ac:spMk id="5" creationId="{1E7CF0D0-E033-9524-CC25-30272AAE4480}"/>
          </ac:spMkLst>
        </pc:spChg>
        <pc:picChg chg="del">
          <ac:chgData name="Yan Li" userId="8c31b902-5b3a-4bc1-a03f-ce296c1668b4" providerId="ADAL" clId="{8DBCA75A-D556-49E8-B6F6-1D78308D8DED}" dt="2024-10-30T14:37:39.401" v="1032" actId="478"/>
          <ac:picMkLst>
            <pc:docMk/>
            <pc:sldMk cId="376288019" sldId="337"/>
            <ac:picMk id="3" creationId="{AF49B60A-851B-8737-66BC-4A6C1DAABF6D}"/>
          </ac:picMkLst>
        </pc:picChg>
        <pc:picChg chg="add mod">
          <ac:chgData name="Yan Li" userId="8c31b902-5b3a-4bc1-a03f-ce296c1668b4" providerId="ADAL" clId="{8DBCA75A-D556-49E8-B6F6-1D78308D8DED}" dt="2024-10-30T14:39:37.796" v="1050" actId="1076"/>
          <ac:picMkLst>
            <pc:docMk/>
            <pc:sldMk cId="376288019" sldId="337"/>
            <ac:picMk id="4" creationId="{F56C99E2-D295-34A8-86E5-453057F17E24}"/>
          </ac:picMkLst>
        </pc:picChg>
        <pc:picChg chg="del mod">
          <ac:chgData name="Yan Li" userId="8c31b902-5b3a-4bc1-a03f-ce296c1668b4" providerId="ADAL" clId="{8DBCA75A-D556-49E8-B6F6-1D78308D8DED}" dt="2024-10-30T14:37:41.168" v="1034" actId="478"/>
          <ac:picMkLst>
            <pc:docMk/>
            <pc:sldMk cId="376288019" sldId="337"/>
            <ac:picMk id="8" creationId="{1990221E-F6C4-F2E8-358A-D0BC22BE239E}"/>
          </ac:picMkLst>
        </pc:picChg>
      </pc:sldChg>
      <pc:sldChg chg="addSp delSp modSp add mod">
        <pc:chgData name="Yan Li" userId="8c31b902-5b3a-4bc1-a03f-ce296c1668b4" providerId="ADAL" clId="{8DBCA75A-D556-49E8-B6F6-1D78308D8DED}" dt="2024-10-30T14:38:18.276" v="1039" actId="1076"/>
        <pc:sldMkLst>
          <pc:docMk/>
          <pc:sldMk cId="3560696774" sldId="338"/>
        </pc:sldMkLst>
        <pc:picChg chg="add mod">
          <ac:chgData name="Yan Li" userId="8c31b902-5b3a-4bc1-a03f-ce296c1668b4" providerId="ADAL" clId="{8DBCA75A-D556-49E8-B6F6-1D78308D8DED}" dt="2024-10-30T14:38:18.276" v="1039" actId="1076"/>
          <ac:picMkLst>
            <pc:docMk/>
            <pc:sldMk cId="3560696774" sldId="338"/>
            <ac:picMk id="3" creationId="{15F38EF7-EBEE-7C3B-A155-05EC7475AA2E}"/>
          </ac:picMkLst>
        </pc:picChg>
        <pc:picChg chg="del">
          <ac:chgData name="Yan Li" userId="8c31b902-5b3a-4bc1-a03f-ce296c1668b4" providerId="ADAL" clId="{8DBCA75A-D556-49E8-B6F6-1D78308D8DED}" dt="2024-10-30T14:38:01.901" v="1037" actId="478"/>
          <ac:picMkLst>
            <pc:docMk/>
            <pc:sldMk cId="3560696774" sldId="338"/>
            <ac:picMk id="4" creationId="{61214FAE-84AA-7B26-2176-30A4B32323ED}"/>
          </ac:picMkLst>
        </pc:picChg>
      </pc:sldChg>
      <pc:sldChg chg="addSp delSp modSp add mod">
        <pc:chgData name="Yan Li" userId="8c31b902-5b3a-4bc1-a03f-ce296c1668b4" providerId="ADAL" clId="{8DBCA75A-D556-49E8-B6F6-1D78308D8DED}" dt="2024-10-30T14:39:24.447" v="1049" actId="14100"/>
        <pc:sldMkLst>
          <pc:docMk/>
          <pc:sldMk cId="1690535253" sldId="339"/>
        </pc:sldMkLst>
        <pc:spChg chg="mod">
          <ac:chgData name="Yan Li" userId="8c31b902-5b3a-4bc1-a03f-ce296c1668b4" providerId="ADAL" clId="{8DBCA75A-D556-49E8-B6F6-1D78308D8DED}" dt="2024-10-30T14:39:24.447" v="1049" actId="14100"/>
          <ac:spMkLst>
            <pc:docMk/>
            <pc:sldMk cId="1690535253" sldId="339"/>
            <ac:spMk id="5" creationId="{675E2DB1-F43E-530B-4DA4-F25B7DDB583B}"/>
          </ac:spMkLst>
        </pc:spChg>
        <pc:picChg chg="del">
          <ac:chgData name="Yan Li" userId="8c31b902-5b3a-4bc1-a03f-ce296c1668b4" providerId="ADAL" clId="{8DBCA75A-D556-49E8-B6F6-1D78308D8DED}" dt="2024-10-30T14:38:22.651" v="1041" actId="478"/>
          <ac:picMkLst>
            <pc:docMk/>
            <pc:sldMk cId="1690535253" sldId="339"/>
            <ac:picMk id="3" creationId="{AD2FBF6F-B77E-F702-4D85-B9B0D02B4001}"/>
          </ac:picMkLst>
        </pc:picChg>
        <pc:picChg chg="add mod">
          <ac:chgData name="Yan Li" userId="8c31b902-5b3a-4bc1-a03f-ce296c1668b4" providerId="ADAL" clId="{8DBCA75A-D556-49E8-B6F6-1D78308D8DED}" dt="2024-10-30T14:38:40.125" v="1043" actId="1076"/>
          <ac:picMkLst>
            <pc:docMk/>
            <pc:sldMk cId="1690535253" sldId="339"/>
            <ac:picMk id="4" creationId="{12A3454E-9788-03B4-41D0-2DF8067A743C}"/>
          </ac:picMkLst>
        </pc:picChg>
        <pc:picChg chg="add mod">
          <ac:chgData name="Yan Li" userId="8c31b902-5b3a-4bc1-a03f-ce296c1668b4" providerId="ADAL" clId="{8DBCA75A-D556-49E8-B6F6-1D78308D8DED}" dt="2024-10-30T14:39:09.130" v="1047" actId="1076"/>
          <ac:picMkLst>
            <pc:docMk/>
            <pc:sldMk cId="1690535253" sldId="339"/>
            <ac:picMk id="7" creationId="{E986C137-F0A5-7133-0D66-C7185F1B936F}"/>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29.35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52,'69'0,"112"-15,-56-3,228 0,-331 18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31.77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2,'809'0,"-802"0,-4-1,0 1,0 0,0 0,0 0,0 0,0 0,0 1,0-1,0 1,0 0,0 0,0 0,0 0,-1 0,5 3,-7-3,0-1,-1 1,1 0,0-1,-1 1,1-1,0 1,-1-1,1 1,-1-1,1 1,-1-1,1 0,-1 1,1-1,-1 0,1 1,-1-1,1 0,-1 0,0 1,1-1,-1 0,1 0,-1 0,0 0,1 0,-1 0,0 0,0 0,-24 4,0-2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34.26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58,'1'-1,"-1"0,1-1,-1 1,1 0,0 0,-1 0,1 0,0 0,-1 0,1 0,0 1,0-1,0 0,0 0,0 0,0 1,0-1,0 1,0-1,1 1,-1-1,0 1,0 0,0-1,0 1,1 0,1 0,40-5,-38 5,74-2,-47 2,1-1,-1-1,40-9,-27 4,0 2,1 2,-1 2,48 4,11 0,-53-3,-29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36.03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28,'132'2,"145"-5,-168-9,-60 5,60 0,-87 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40.58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80,'7'-1,"0"0,0-1,0 0,0 0,-1 0,1-1,11-7,21-8,9 6,0 3,1 1,0 2,0 3,72 4,-96-1,208 0,-211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43.10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1,'613'0,"-586"0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46.08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0 141,'14'-10,"-1"1,2 0,-1 1,1 0,0 2,1-1,16-3,-3-1,5 1,0 1,1 2,0 2,50-2,-4-1,-44 5,27-5,-47 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49.40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81,'178'3,"192"-7,-343-1,-19-5,-8 7,-1 0,0 0,0 1,0-1,0 0,0 1,0-1,-1 0,1 1,-5-5,4 3,1 4,1-1,-1 1,1-1,0 1,-1-1,1 1,0-1,0 1,0-1,-1 1,1-1,0 0,0 1,0-1,0 1,0-1,0 0,0 1,0-1,0 1,0-1,0 0,0 1,0-1,1 1,-1-1,0 1,0-1,1 0,-1 1,0-1,1 1,-1 0,1-1,-1 1,0-1,1 1,-1-1,1 1,-1 0,1 0,-1-1,1 1,-1 0,1 0,0-1,-1 1,1 0,-1 0,1 0,1 0,35-4,-33 4,17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6:51.78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465 0,'105'0,"-64"0,-34 0,-14 0,-581 0,566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9:07.67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28,'17'-6,"0"1,0 0,1 2,0 0,0 1,-1 0,35 3,-17-2,418-1,-236 4,-190-2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9:13.45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1,'206'13,"6"1,31-15,-222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9:18.26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0,'608'0,"-581"0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09:23.55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0,'882'0,"-860"0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10:20.64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1,'695'0,"-677"0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10:22.77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1,'61'-1,"-1"3,1 2,117 24,-143-20,1-2,0-1,0-2,0-2,0-1,68-9,-72 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13:42.12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1,'727'0,"-702"0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13:50.13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57,'4'-3,"-1"0,1 1,0-1,0 1,0 0,0 0,0 0,0 0,1 1,-1 0,8-1,58-4,-19 2,69-9,227 4,-236 10,-87-1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13:58.36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86,'26'0,"59"1,152-19,-138 10,-76 7,0 0,0-1,-1-2,1 0,27-9,-30 5,2 1,-1 1,1 1,36-4,-34 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14:02.43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1,'610'0,"-592"0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27:32.72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1 198,'1580'0,"-1506"-3,123-22,-122 12,111-3,1456 15,-769 3,932-2,-1418 15,-14-1,1276-15,-1611-2,0-1,0-2,47-12,21-5,394-37,-457 55,63-17,-69 13,0 1,66-4,244 12,-141 2,-166 1,0 1,0 3,68 19,-96-22,0 0,1 1,-2 1,1 0,-1 1,0 0,0 0,-1 1,0 1,0 0,-1 0,9 11,-3 0,-1 0,0 1,-2 0,0 1,12 32,-23-51,1 1,-1 0,0 0,0 0,0-1,0 1,-1 0,1 0,-1 0,0 0,-1 0,1 0,-2 8,1-10,0 0,0 0,-1 1,1-1,-1 0,1 0,-1-1,0 1,1 0,-1 0,0-1,0 1,0-1,0 0,-1 0,1 1,0-1,0-1,-1 1,1 0,-1-1,1 1,-3 0,-11 1,-1-1,1 0,0-1,-1 0,1-2,0 0,-22-5,-117-40,72 19,-622-126,548 126,81 17,-1 3,-143 4,-152 32,226-14,-105 3,387-26,195-10,743 18,-507 2,-543-1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28:11.05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75,'1828'0,"-1633"-15,-2 0,-123 14,1-3,-1-3,80-19,-121 20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28:19.79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28,'171'13,"-129"-8,0-1,0-2,1-1,52-8,80-16,302 0,1062 24,-1516-1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4:28:22.45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59,'2682'0,"-2636"-2,0-3,64-14,43-5,382 16,-308 10,749-2,-952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5:10:17.423"/>
    </inkml:context>
    <inkml:brush xml:id="br0">
      <inkml:brushProperty name="width" value="0.035" units="cm"/>
      <inkml:brushProperty name="height" value="0.035" units="cm"/>
      <inkml:brushProperty name="color" value="#E71224"/>
    </inkml:brush>
  </inkml:definitions>
  <inkml:trace contextRef="#ctx0" brushRef="#br0">51 0 24575,'-5'0'0,"-6"0"0,-6 0 0,0 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5:10:18.506"/>
    </inkml:context>
    <inkml:brush xml:id="br0">
      <inkml:brushProperty name="width" value="0.035" units="cm"/>
      <inkml:brushProperty name="height" value="0.035" units="cm"/>
      <inkml:brushProperty name="color" value="#E71224"/>
    </inkml:brush>
  </inkml:definitions>
  <inkml:trace contextRef="#ctx0" brushRef="#br0">0 3 24575,'188'-2'0,"204"5"0,-221 21-1365,-144-22-5461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1T15:10:20.253"/>
    </inkml:context>
    <inkml:brush xml:id="br0">
      <inkml:brushProperty name="width" value="0.035" units="cm"/>
      <inkml:brushProperty name="height" value="0.035" units="cm"/>
      <inkml:brushProperty name="color" value="#E71224"/>
    </inkml:brush>
  </inkml:definitions>
  <inkml:trace contextRef="#ctx0" brushRef="#br0">1 1 24575,'776'0'-1365,"-748"0"-5461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5:10:39.82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57,'51'-3,"63"-10,-20 1,-16 4,223-12,-156 21,-119-1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5:10:41.53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0,'78'18,"348"-6,-288-13,-114 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5:12:24.09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22:37:27.42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72,'30'-1,"1"-2,39-9,11-1,694-29,-711 42,-39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5:49:47.77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31,'1'-2,"-1"1,1 0,-1 0,1-1,0 1,-1 0,1 0,0 0,0 0,0 0,0 0,0 0,0 0,0 0,0 1,0-1,0 0,1 1,-1-1,0 1,0-1,1 1,-1-1,0 1,1 0,-1 0,2 0,44-6,-41 6,382-3,-201 5,-160-2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5:49:49.62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11,'852'0,"-781"-5,-45-1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5:51:42.16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31,'1'-1,"-1"0,1-1,-1 1,1 0,0 0,-1-1,1 1,0 0,0 0,0 0,0 0,0 0,0 0,0 1,0-1,0 0,0 0,0 1,1-1,-1 1,0-1,0 1,1-1,-1 1,0 0,1 0,1-1,44-4,-41 5,93-3,1 5,-1 5,157 29,-188-27,0-4,100-4,-121-2,-56 3,-1 0,1 1,0 0,0 0,-11 6,4-1,-1-2,1 0,-29 6,-30-5,0-4,-80-6,27-1,-102 4,204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6:08:11.81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0,'584'36,"-6"48,-247-41,666 0,-938-47,0-2,66-17,-66 12,107-9,408-5,381 21,-534 6,-346 1,122 22,21 2,-8-14,223 6,3717-20,-4092-2,-1-3,69-15,-68 10,1 2,67-1,-16 11,-82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6:08:14.37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1 175,'488'2,"554"-6,-316-41,-161 5,-467 35,643-18,1300 24,-1862-7,201-31,-237 24,221 9,-212 6,3667-1,-3780-1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1T16:10:13.56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2,'179'-1,"344"14,-485-7,0 1,50 18,-56-15,0-1,1-2,61 6,12-2,-77-6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Connection=1: Conditioning on the existence of at least one educational connection between a pair of firms. </a:t>
            </a:r>
          </a:p>
          <a:p>
            <a:r>
              <a:rPr lang="en-US" dirty="0"/>
              <a:t>Panel A shows that 7.4% of our sample have educational connections, 16.3% have past-work connections, and 21% have either educational connections or past-work connections. Connections through current employment or board memberships exist for 3.3% of the sample.</a:t>
            </a:r>
          </a:p>
          <a:p>
            <a:r>
              <a:rPr lang="en-US" dirty="0"/>
              <a:t>Panel B shows that 0.5% of the sample observations have connections between CEOs, 1.9% have connections between C-level executives at both firms, and 15.2% have connections between non-C level executives at both firms. Customers’ CEOs (CFOs) are connected with vendor executives at all rank levels for 2.2% (1.2%) of the sample, and customers’ COOs are connected in 0.7% of the sample.</a:t>
            </a:r>
          </a:p>
        </p:txBody>
      </p:sp>
      <p:sp>
        <p:nvSpPr>
          <p:cNvPr id="4" name="Slide Number Placeholder 3"/>
          <p:cNvSpPr>
            <a:spLocks noGrp="1"/>
          </p:cNvSpPr>
          <p:nvPr>
            <p:ph type="sldNum" sz="quarter" idx="5"/>
          </p:nvPr>
        </p:nvSpPr>
        <p:spPr/>
        <p:txBody>
          <a:bodyPr/>
          <a:lstStyle/>
          <a:p>
            <a:fld id="{CE022B8F-EECA-4068-B343-503A0100A33C}" type="slidenum">
              <a:rPr lang="en-US" smtClean="0"/>
              <a:t>8</a:t>
            </a:fld>
            <a:endParaRPr lang="en-US"/>
          </a:p>
        </p:txBody>
      </p:sp>
    </p:spTree>
    <p:extLst>
      <p:ext uri="{BB962C8B-B14F-4D97-AF65-F5344CB8AC3E}">
        <p14:creationId xmlns:p14="http://schemas.microsoft.com/office/powerpoint/2010/main" val="977994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Table 3 reports summary statistics of personal connections for the sample partitioned based on whether the vendor is also a supplier.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average number of executives per firm reported on </a:t>
            </a:r>
            <a:r>
              <a:rPr lang="en-US" dirty="0" err="1"/>
              <a:t>BoardEx</a:t>
            </a:r>
            <a:r>
              <a:rPr lang="en-US" dirty="0"/>
              <a:t> is comparable between suppliers and non-supplier vendors, but the percentage of suppliers that are personally connected is greater than the percentage of non-supplier vendors (educational connections: 10% versus 6%; past-work connections: 23% versus 12.7%). We find similar results when we consider the number of connections between a pair of firms. </a:t>
            </a:r>
          </a:p>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9</a:t>
            </a:fld>
            <a:endParaRPr lang="en-US"/>
          </a:p>
        </p:txBody>
      </p:sp>
    </p:spTree>
    <p:extLst>
      <p:ext uri="{BB962C8B-B14F-4D97-AF65-F5344CB8AC3E}">
        <p14:creationId xmlns:p14="http://schemas.microsoft.com/office/powerpoint/2010/main" val="1853433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columns 1 and 2, personal connections are measured as an indicator variable that takes the value of 1 for the existence of personal connections and 0 otherwise. In columns 3 and 4, they are measured as the natural logarithm of one plus the number of connections. In columns 1 and 3, the personal-connections measure captures both work-based connections and educational connections (CONNECTED), and, in columns 2 and 4, each type of personal </a:t>
            </a:r>
            <a:r>
              <a:rPr lang="en-US" dirty="0" err="1"/>
              <a:t>connec</a:t>
            </a:r>
            <a:r>
              <a:rPr lang="en-US" dirty="0"/>
              <a:t> </a:t>
            </a:r>
            <a:r>
              <a:rPr lang="en-US" dirty="0" err="1"/>
              <a:t>tion</a:t>
            </a:r>
            <a:r>
              <a:rPr lang="en-US" dirty="0"/>
              <a:t> is measured individually (CON_WORK and CON_EDU).</a:t>
            </a:r>
          </a:p>
          <a:p>
            <a:r>
              <a:rPr lang="en-US" dirty="0"/>
              <a:t>The coefficients on connection variables, CONNECTED, </a:t>
            </a:r>
            <a:r>
              <a:rPr lang="en-US" dirty="0" err="1"/>
              <a:t>CON_EDU,andCON_WORK</a:t>
            </a:r>
            <a:r>
              <a:rPr lang="en-US" dirty="0"/>
              <a:t>, are positive and significant at the 5% level or better across all specifications. Results in column 1— coefficient on CONNECTED of 0.217—suggest the existence of a personal connection increases the likelihood of being selected as a supplier by 21%, representing a 60% increase over the baseline probability (35%). Results in column 2 suggest the effect of past-work connections is larger than that of educational connections (0.221 versus 0.125). The coefficient on DISTANCE is significantly negative as predicted. </a:t>
            </a:r>
          </a:p>
        </p:txBody>
      </p:sp>
      <p:sp>
        <p:nvSpPr>
          <p:cNvPr id="4" name="Slide Number Placeholder 3"/>
          <p:cNvSpPr>
            <a:spLocks noGrp="1"/>
          </p:cNvSpPr>
          <p:nvPr>
            <p:ph type="sldNum" sz="quarter" idx="5"/>
          </p:nvPr>
        </p:nvSpPr>
        <p:spPr/>
        <p:txBody>
          <a:bodyPr/>
          <a:lstStyle/>
          <a:p>
            <a:fld id="{CE022B8F-EECA-4068-B343-503A0100A33C}" type="slidenum">
              <a:rPr lang="en-US" smtClean="0"/>
              <a:t>11</a:t>
            </a:fld>
            <a:endParaRPr lang="en-US"/>
          </a:p>
        </p:txBody>
      </p:sp>
    </p:spTree>
    <p:extLst>
      <p:ext uri="{BB962C8B-B14F-4D97-AF65-F5344CB8AC3E}">
        <p14:creationId xmlns:p14="http://schemas.microsoft.com/office/powerpoint/2010/main" val="2316257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1–3 focus on executive ranks: CEOs in column 1, C-level executives (e.g., CEO, CFO, and COO) in column 2, and lower-level executives in column 3. The coefficient on CONNECTED is positive and significant for all executive ranks. The magnitude of the coefficient is larger for C-level connections than for non C-level connections (0.371versus0.243), with the largest effect coming from the connections between CEOs (0.500).The difference in the coefficient estimates between the CEO connections and the non-C-level connections is significant at the1% level using an F-test. </a:t>
            </a:r>
          </a:p>
          <a:p>
            <a:r>
              <a:rPr lang="en-US" dirty="0"/>
              <a:t>Columns 4–6 focus on customer executives’ function. Column4 reports results for vendor connections (at any level and position) with the customer’s CEO; column5, for vendor connections with the customer’s CFO; and column 6, for vendor connections with the customer’s COO. The coefficient on CONNECTED is positive and significant across all executive functions. The magnitude of the coefficient is larger for the COO(0.472) than for the CEO (0.302) or the CFO (0.234), and the differences are statistically significant at the 1% level using an F-test.</a:t>
            </a:r>
          </a:p>
        </p:txBody>
      </p:sp>
      <p:sp>
        <p:nvSpPr>
          <p:cNvPr id="4" name="Slide Number Placeholder 3"/>
          <p:cNvSpPr>
            <a:spLocks noGrp="1"/>
          </p:cNvSpPr>
          <p:nvPr>
            <p:ph type="sldNum" sz="quarter" idx="5"/>
          </p:nvPr>
        </p:nvSpPr>
        <p:spPr/>
        <p:txBody>
          <a:bodyPr/>
          <a:lstStyle/>
          <a:p>
            <a:fld id="{CE022B8F-EECA-4068-B343-503A0100A33C}" type="slidenum">
              <a:rPr lang="en-US" smtClean="0"/>
              <a:t>12</a:t>
            </a:fld>
            <a:endParaRPr lang="en-US"/>
          </a:p>
        </p:txBody>
      </p:sp>
    </p:spTree>
    <p:extLst>
      <p:ext uri="{BB962C8B-B14F-4D97-AF65-F5344CB8AC3E}">
        <p14:creationId xmlns:p14="http://schemas.microsoft.com/office/powerpoint/2010/main" val="1250321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13</a:t>
            </a:fld>
            <a:endParaRPr lang="en-US"/>
          </a:p>
        </p:txBody>
      </p:sp>
    </p:spTree>
    <p:extLst>
      <p:ext uri="{BB962C8B-B14F-4D97-AF65-F5344CB8AC3E}">
        <p14:creationId xmlns:p14="http://schemas.microsoft.com/office/powerpoint/2010/main" val="3971880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Table 6, Panel A, reports descriptive statistics for the 308 observations used in the analysis, partitioned based on whether the departing C-level executive is personally connected. A little over 5% of the departing executives are personally connected. The average duration of the customer-supplier relationship prior to the departure of the executive is similar for both connected and unconnected executive departures (10.5 months versus 13.2 months, respectively). </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However, the post-departure duration exhibits a significant difference— 18 months for the connected executive departure versus 26.4months for the departure of an unconnected executive. (The difference is significant at the 1% level.)</a:t>
            </a:r>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14</a:t>
            </a:fld>
            <a:endParaRPr lang="en-US"/>
          </a:p>
        </p:txBody>
      </p:sp>
    </p:spTree>
    <p:extLst>
      <p:ext uri="{BB962C8B-B14F-4D97-AF65-F5344CB8AC3E}">
        <p14:creationId xmlns:p14="http://schemas.microsoft.com/office/powerpoint/2010/main" val="1902437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column1, the departure of a connected C-level </a:t>
            </a:r>
            <a:r>
              <a:rPr lang="en-US" sz="1800" kern="100" dirty="0">
                <a:effectLst/>
                <a:latin typeface="Calibri" panose="020F0502020204030204" pitchFamily="34" charset="0"/>
                <a:ea typeface="DengXian" panose="02010600030101010101" pitchFamily="2" charset="-122"/>
                <a:cs typeface="Times New Roman" panose="02020603050405020304" pitchFamily="18" charset="0"/>
              </a:rPr>
              <a:t>executive increases the hazard of terminating the supply-chain relationship 2.64 times, relative to an unconnected executive departure.</a:t>
            </a:r>
          </a:p>
          <a:p>
            <a:r>
              <a:rPr lang="en-US" dirty="0"/>
              <a:t>In column 2, the departure sample is restricted to only connected customer supplier pairs. Results convey a similar message—that a departure of a connected executive precipitates the end of the business relations more often than a departure of an unconnected executive.</a:t>
            </a:r>
          </a:p>
          <a:p>
            <a:r>
              <a:rPr lang="en-US" dirty="0"/>
              <a:t>Column 3 considers only departures that are likely due to promotion or retirement to verify that the departures are truly exogenous and unrelated to poor firm performance. Same results are obtained.</a:t>
            </a:r>
          </a:p>
        </p:txBody>
      </p:sp>
      <p:sp>
        <p:nvSpPr>
          <p:cNvPr id="4" name="Slide Number Placeholder 3"/>
          <p:cNvSpPr>
            <a:spLocks noGrp="1"/>
          </p:cNvSpPr>
          <p:nvPr>
            <p:ph type="sldNum" sz="quarter" idx="5"/>
          </p:nvPr>
        </p:nvSpPr>
        <p:spPr/>
        <p:txBody>
          <a:bodyPr/>
          <a:lstStyle/>
          <a:p>
            <a:fld id="{CE022B8F-EECA-4068-B343-503A0100A33C}" type="slidenum">
              <a:rPr lang="en-US" smtClean="0"/>
              <a:t>15</a:t>
            </a:fld>
            <a:endParaRPr lang="en-US"/>
          </a:p>
        </p:txBody>
      </p:sp>
    </p:spTree>
    <p:extLst>
      <p:ext uri="{BB962C8B-B14F-4D97-AF65-F5344CB8AC3E}">
        <p14:creationId xmlns:p14="http://schemas.microsoft.com/office/powerpoint/2010/main" val="109677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 reports results that are based on our baseline sample of 4060 observations. The main effect of information asymmetry is negative and significant. The effect of distance is negative but not statistically significant for abnormal accruals. Consistent with our expectation, the interaction between the information-asymmetry proxy and personal connections is positive and significant for both measures. </a:t>
            </a:r>
          </a:p>
        </p:txBody>
      </p:sp>
      <p:sp>
        <p:nvSpPr>
          <p:cNvPr id="4" name="Slide Number Placeholder 3"/>
          <p:cNvSpPr>
            <a:spLocks noGrp="1"/>
          </p:cNvSpPr>
          <p:nvPr>
            <p:ph type="sldNum" sz="quarter" idx="5"/>
          </p:nvPr>
        </p:nvSpPr>
        <p:spPr/>
        <p:txBody>
          <a:bodyPr/>
          <a:lstStyle/>
          <a:p>
            <a:fld id="{CE022B8F-EECA-4068-B343-503A0100A33C}" type="slidenum">
              <a:rPr lang="en-US" smtClean="0"/>
              <a:t>16</a:t>
            </a:fld>
            <a:endParaRPr lang="en-US"/>
          </a:p>
        </p:txBody>
      </p:sp>
    </p:spTree>
    <p:extLst>
      <p:ext uri="{BB962C8B-B14F-4D97-AF65-F5344CB8AC3E}">
        <p14:creationId xmlns:p14="http://schemas.microsoft.com/office/powerpoint/2010/main" val="3309472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B, reports regression results. Column 1 reports results where the dependent variable is the restrictiveness index, composed of all six provisions. The coefficient on personal connections is negative and significant at the 1% level, indicating the existence of personal connections reduces the restrictiveness by 0.74. </a:t>
            </a:r>
          </a:p>
          <a:p>
            <a:r>
              <a:rPr lang="en-US" dirty="0"/>
              <a:t>Columns 2–6 report results for contract duration, requirements of product warranty, supplier-paid liability insurance, the customer’s right to inspect the supplier’s production facilities, and the provision for pre-scheduled meetings, respectively. Estimation results suggest personal connections increase contract duration by 0.47 of a year, or almost six months, while decreasing the likelihood of all but supplier-paid insurance restrictions to be included in the procurement contract. It tells us that personal connections can mitigate adverse selection and moral hazard in the supply-chain relationship.</a:t>
            </a:r>
          </a:p>
        </p:txBody>
      </p:sp>
      <p:sp>
        <p:nvSpPr>
          <p:cNvPr id="4" name="Slide Number Placeholder 3"/>
          <p:cNvSpPr>
            <a:spLocks noGrp="1"/>
          </p:cNvSpPr>
          <p:nvPr>
            <p:ph type="sldNum" sz="quarter" idx="5"/>
          </p:nvPr>
        </p:nvSpPr>
        <p:spPr/>
        <p:txBody>
          <a:bodyPr/>
          <a:lstStyle/>
          <a:p>
            <a:fld id="{CE022B8F-EECA-4068-B343-503A0100A33C}" type="slidenum">
              <a:rPr lang="en-US" smtClean="0"/>
              <a:t>19</a:t>
            </a:fld>
            <a:endParaRPr lang="en-US"/>
          </a:p>
        </p:txBody>
      </p:sp>
    </p:spTree>
    <p:extLst>
      <p:ext uri="{BB962C8B-B14F-4D97-AF65-F5344CB8AC3E}">
        <p14:creationId xmlns:p14="http://schemas.microsoft.com/office/powerpoint/2010/main" val="3094520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coefficient on POST is not significant across the specifications, implying firm operating efficiency does not change after transacting with an unconnected supplier. The interaction between CONNECTED and POST is, however, negative and significant for volatility of both inventory and cost of goods sold and positive and significant for sales efficiency and ROA. These results supports the hypothesis that personal connections can mitigate information asymmetry in the supply chain and highlights the real value of personal connections in improving a firm’s operational efficiency. </a:t>
            </a:r>
          </a:p>
          <a:p>
            <a:endParaRPr lang="en-US" dirty="0"/>
          </a:p>
          <a:p>
            <a:r>
              <a:rPr lang="en-US" dirty="0"/>
              <a:t>These results further suggest the role of personal connections in supplier choice is less likely due to currying favor, a motive that was found to affect supplier selection in the context of political connections. The reason is that, under the currying-favor view, we would have observed lower operating efficiency, following the formation of a personally connected supply chain.</a:t>
            </a:r>
          </a:p>
        </p:txBody>
      </p:sp>
      <p:sp>
        <p:nvSpPr>
          <p:cNvPr id="4" name="Slide Number Placeholder 3"/>
          <p:cNvSpPr>
            <a:spLocks noGrp="1"/>
          </p:cNvSpPr>
          <p:nvPr>
            <p:ph type="sldNum" sz="quarter" idx="5"/>
          </p:nvPr>
        </p:nvSpPr>
        <p:spPr/>
        <p:txBody>
          <a:bodyPr/>
          <a:lstStyle/>
          <a:p>
            <a:fld id="{CE022B8F-EECA-4068-B343-503A0100A33C}" type="slidenum">
              <a:rPr lang="en-US" smtClean="0"/>
              <a:t>22</a:t>
            </a:fld>
            <a:endParaRPr lang="en-US"/>
          </a:p>
        </p:txBody>
      </p:sp>
    </p:spTree>
    <p:extLst>
      <p:ext uri="{BB962C8B-B14F-4D97-AF65-F5344CB8AC3E}">
        <p14:creationId xmlns:p14="http://schemas.microsoft.com/office/powerpoint/2010/main" val="3616574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23</a:t>
            </a:fld>
            <a:endParaRPr lang="en-US"/>
          </a:p>
        </p:txBody>
      </p:sp>
    </p:spTree>
    <p:extLst>
      <p:ext uri="{BB962C8B-B14F-4D97-AF65-F5344CB8AC3E}">
        <p14:creationId xmlns:p14="http://schemas.microsoft.com/office/powerpoint/2010/main" val="551128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11/5/2024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6.png"/><Relationship Id="rId26" Type="http://schemas.openxmlformats.org/officeDocument/2006/relationships/image" Target="../media/image20.png"/><Relationship Id="rId39" Type="http://schemas.openxmlformats.org/officeDocument/2006/relationships/customXml" Target="../ink/ink18.xml"/><Relationship Id="rId21" Type="http://schemas.openxmlformats.org/officeDocument/2006/relationships/customXml" Target="../ink/ink9.xml"/><Relationship Id="rId34" Type="http://schemas.openxmlformats.org/officeDocument/2006/relationships/image" Target="../media/image24.png"/><Relationship Id="rId42" Type="http://schemas.openxmlformats.org/officeDocument/2006/relationships/image" Target="../media/image28.png"/><Relationship Id="rId7" Type="http://schemas.openxmlformats.org/officeDocument/2006/relationships/customXml" Target="../ink/ink2.xml"/><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7.png"/><Relationship Id="rId29" Type="http://schemas.openxmlformats.org/officeDocument/2006/relationships/customXml" Target="../ink/ink13.xml"/><Relationship Id="rId41" Type="http://schemas.openxmlformats.org/officeDocument/2006/relationships/customXml" Target="../ink/ink19.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customXml" Target="../ink/ink4.xml"/><Relationship Id="rId24" Type="http://schemas.openxmlformats.org/officeDocument/2006/relationships/image" Target="../media/image19.png"/><Relationship Id="rId32" Type="http://schemas.openxmlformats.org/officeDocument/2006/relationships/image" Target="../media/image23.png"/><Relationship Id="rId37" Type="http://schemas.openxmlformats.org/officeDocument/2006/relationships/customXml" Target="../ink/ink17.xml"/><Relationship Id="rId40" Type="http://schemas.openxmlformats.org/officeDocument/2006/relationships/image" Target="../media/image27.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21.png"/><Relationship Id="rId36"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customXml" Target="../ink/ink8.xml"/><Relationship Id="rId31" Type="http://schemas.openxmlformats.org/officeDocument/2006/relationships/customXml" Target="../ink/ink14.xml"/><Relationship Id="rId4" Type="http://schemas.openxmlformats.org/officeDocument/2006/relationships/image" Target="../media/image9.png"/><Relationship Id="rId9" Type="http://schemas.openxmlformats.org/officeDocument/2006/relationships/customXml" Target="../ink/ink3.xml"/><Relationship Id="rId14" Type="http://schemas.openxmlformats.org/officeDocument/2006/relationships/image" Target="../media/image14.png"/><Relationship Id="rId22" Type="http://schemas.openxmlformats.org/officeDocument/2006/relationships/image" Target="../media/image18.png"/><Relationship Id="rId27" Type="http://schemas.openxmlformats.org/officeDocument/2006/relationships/customXml" Target="../ink/ink12.xml"/><Relationship Id="rId30" Type="http://schemas.openxmlformats.org/officeDocument/2006/relationships/image" Target="../media/image22.png"/><Relationship Id="rId35" Type="http://schemas.openxmlformats.org/officeDocument/2006/relationships/customXml" Target="../ink/ink16.xml"/><Relationship Id="rId8" Type="http://schemas.openxmlformats.org/officeDocument/2006/relationships/image" Target="../media/image11.png"/><Relationship Id="rId3" Type="http://schemas.openxmlformats.org/officeDocument/2006/relationships/image" Target="../media/image6.png"/><Relationship Id="rId12" Type="http://schemas.openxmlformats.org/officeDocument/2006/relationships/image" Target="../media/image13.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customXml" Target="../ink/ink21.xml"/><Relationship Id="rId12" Type="http://schemas.openxmlformats.org/officeDocument/2006/relationships/image" Target="../media/image35.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customXml" Target="../ink/ink23.xml"/><Relationship Id="rId5" Type="http://schemas.openxmlformats.org/officeDocument/2006/relationships/customXml" Target="../ink/ink20.xml"/><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customXml" Target="../ink/ink2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customXml" Target="../ink/ink28.xml"/><Relationship Id="rId3" Type="http://schemas.openxmlformats.org/officeDocument/2006/relationships/image" Target="../media/image6.png"/><Relationship Id="rId7" Type="http://schemas.openxmlformats.org/officeDocument/2006/relationships/customXml" Target="../ink/ink25.xml"/><Relationship Id="rId12" Type="http://schemas.openxmlformats.org/officeDocument/2006/relationships/image" Target="../media/image48.png"/><Relationship Id="rId2" Type="http://schemas.openxmlformats.org/officeDocument/2006/relationships/notesSlide" Target="../notesSlides/notesSlide6.xml"/><Relationship Id="rId16"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customXml" Target="../ink/ink27.xml"/><Relationship Id="rId5" Type="http://schemas.openxmlformats.org/officeDocument/2006/relationships/customXml" Target="../ink/ink24.xml"/><Relationship Id="rId15" Type="http://schemas.openxmlformats.org/officeDocument/2006/relationships/customXml" Target="../ink/ink29.xml"/><Relationship Id="rId10" Type="http://schemas.openxmlformats.org/officeDocument/2006/relationships/image" Target="../media/image47.png"/><Relationship Id="rId4" Type="http://schemas.openxmlformats.org/officeDocument/2006/relationships/image" Target="../media/image44.png"/><Relationship Id="rId9" Type="http://schemas.openxmlformats.org/officeDocument/2006/relationships/customXml" Target="../ink/ink26.xml"/><Relationship Id="rId1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6.png"/><Relationship Id="rId7" Type="http://schemas.openxmlformats.org/officeDocument/2006/relationships/customXml" Target="../ink/ink30.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8" Type="http://schemas.openxmlformats.org/officeDocument/2006/relationships/customXml" Target="../ink/ink33.xml"/><Relationship Id="rId3" Type="http://schemas.openxmlformats.org/officeDocument/2006/relationships/image" Target="../media/image63.png"/><Relationship Id="rId7" Type="http://schemas.openxmlformats.org/officeDocument/2006/relationships/image" Target="../media/image64.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32.xml"/><Relationship Id="rId5" Type="http://schemas.openxmlformats.org/officeDocument/2006/relationships/image" Target="../media/image630.png"/><Relationship Id="rId4" Type="http://schemas.openxmlformats.org/officeDocument/2006/relationships/customXml" Target="../ink/ink31.xml"/><Relationship Id="rId9"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8" Type="http://schemas.openxmlformats.org/officeDocument/2006/relationships/customXml" Target="../ink/ink35.xml"/><Relationship Id="rId3" Type="http://schemas.openxmlformats.org/officeDocument/2006/relationships/image" Target="../media/image69.png"/><Relationship Id="rId7" Type="http://schemas.openxmlformats.org/officeDocument/2006/relationships/image" Target="../media/image72.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customXml" Target="../ink/ink34.xml"/><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3.png"/></Relationships>
</file>

<file path=ppt/slides/_rel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customXml" Target="../ink/ink3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6.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fontScale="90000"/>
          </a:bodyPr>
          <a:lstStyle/>
          <a:p>
            <a:pPr algn="l"/>
            <a:r>
              <a:rPr lang="en-US" sz="4000" b="1" dirty="0">
                <a:solidFill>
                  <a:srgbClr val="C00000"/>
                </a:solidFill>
                <a:latin typeface="Open Sans" panose="020B0606030504020204" pitchFamily="34" charset="0"/>
              </a:rPr>
              <a:t>Buying products from whom you know: personal connections and information asymmetry in supply chain relationships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dirty="0"/>
              <a:t>Ting Chen</a:t>
            </a:r>
          </a:p>
          <a:p>
            <a:pPr algn="l"/>
            <a:r>
              <a:rPr lang="en-US" dirty="0" err="1"/>
              <a:t>Hagit</a:t>
            </a:r>
            <a:r>
              <a:rPr lang="en-US" dirty="0"/>
              <a:t> Levy</a:t>
            </a:r>
          </a:p>
          <a:p>
            <a:pPr algn="l"/>
            <a:r>
              <a:rPr lang="en-US" dirty="0" err="1"/>
              <a:t>Xiumin</a:t>
            </a:r>
            <a:r>
              <a:rPr lang="en-US" dirty="0"/>
              <a:t> Martin</a:t>
            </a:r>
          </a:p>
          <a:p>
            <a:pPr algn="l"/>
            <a:r>
              <a:rPr lang="en-US" dirty="0"/>
              <a:t>Ron Shalev</a:t>
            </a:r>
            <a:endParaRPr lang="en-US" altLang="zh-CN" dirty="0"/>
          </a:p>
          <a:p>
            <a:pPr algn="l"/>
            <a:r>
              <a:rPr lang="en-US" dirty="0"/>
              <a:t>Review of Accounting Studies</a:t>
            </a:r>
          </a:p>
          <a:p>
            <a:pPr algn="l"/>
            <a:r>
              <a:rPr lang="en-US" dirty="0"/>
              <a:t>April 2021</a:t>
            </a:r>
          </a:p>
          <a:p>
            <a:pPr algn="l"/>
            <a:r>
              <a:rPr lang="en-US"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73152" y="5864913"/>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295400" y="1608668"/>
            <a:ext cx="10153261" cy="3370038"/>
          </a:xfrm>
        </p:spPr>
        <p:txBody>
          <a:bodyPr>
            <a:normAutofit/>
          </a:bodyPr>
          <a:lstStyle/>
          <a:p>
            <a:pPr algn="l"/>
            <a:r>
              <a:rPr lang="en-US" dirty="0"/>
              <a:t>What does the role personal connections play in a crucial element of the supply chain—supplier selection?</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Literature Contributions</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 y="591207"/>
            <a:ext cx="12191999" cy="4997669"/>
          </a:xfrm>
        </p:spPr>
        <p:txBody>
          <a:bodyPr>
            <a:normAutofit/>
          </a:bodyPr>
          <a:lstStyle/>
          <a:p>
            <a:pPr algn="l"/>
            <a:r>
              <a:rPr lang="en-US" sz="2000" dirty="0"/>
              <a:t> The findings highlight the importance of personal connections in a critical firm operating decision. The results show personal connections increase a vendor’s chance of being selected as a supplier.</a:t>
            </a:r>
          </a:p>
          <a:p>
            <a:pPr algn="l"/>
            <a:endParaRPr lang="en-US" dirty="0"/>
          </a:p>
          <a:p>
            <a:pPr algn="l"/>
            <a:r>
              <a:rPr lang="en-US" sz="2000" dirty="0"/>
              <a:t>The findings highlight the role of personal connections in transmitting soft information and expanding geographical constraints along supply chains, complementing research documenting their importance to mutual fund managers’ investment decisions (Cohen et al. 2008) and firms’ external financing decisions (Engelberg et al. 2012)</a:t>
            </a:r>
          </a:p>
          <a:p>
            <a:pPr algn="l"/>
            <a:endParaRPr lang="en-US" dirty="0"/>
          </a:p>
          <a:p>
            <a:pPr algn="l"/>
            <a:r>
              <a:rPr lang="en-US" sz="2000" dirty="0"/>
              <a:t>This paper shows personal connections relax procurement-contract terms and improve firms’ operating efficiency. </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3269129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50"/>
            <a:ext cx="9144000" cy="724542"/>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Hypothesis Development</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10359" y="1135117"/>
            <a:ext cx="12081641" cy="4598934"/>
          </a:xfrm>
        </p:spPr>
        <p:txBody>
          <a:bodyPr>
            <a:normAutofit/>
          </a:bodyPr>
          <a:lstStyle/>
          <a:p>
            <a:pPr algn="l"/>
            <a:r>
              <a:rPr lang="en-US" dirty="0"/>
              <a:t>The likelihood that a vendor becomes a supplier increases if personal connections exist between the vendor’s and the customer’s executives.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696899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634A-54A8-C397-66FD-B994B304C9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49A279-22E5-008F-CE27-2439FEF45226}"/>
              </a:ext>
            </a:extLst>
          </p:cNvPr>
          <p:cNvSpPr>
            <a:spLocks noGrp="1"/>
          </p:cNvSpPr>
          <p:nvPr>
            <p:ph type="ctrTitle"/>
          </p:nvPr>
        </p:nvSpPr>
        <p:spPr>
          <a:xfrm>
            <a:off x="1524000" y="289250"/>
            <a:ext cx="9144000" cy="724542"/>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Sample Selection</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32DB107-174C-83C9-EB6C-02CEF9EB58F2}"/>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30951C18-5F04-0ADC-AA5B-F9361C27145B}"/>
              </a:ext>
            </a:extLst>
          </p:cNvPr>
          <p:cNvSpPr txBox="1"/>
          <p:nvPr/>
        </p:nvSpPr>
        <p:spPr>
          <a:xfrm>
            <a:off x="86710" y="1087820"/>
            <a:ext cx="11966028" cy="2308324"/>
          </a:xfrm>
          <a:prstGeom prst="rect">
            <a:avLst/>
          </a:prstGeom>
          <a:noFill/>
        </p:spPr>
        <p:txBody>
          <a:bodyPr wrap="square">
            <a:spAutoFit/>
          </a:bodyPr>
          <a:lstStyle/>
          <a:p>
            <a:r>
              <a:rPr lang="en-US" dirty="0" err="1"/>
              <a:t>Compustat</a:t>
            </a:r>
            <a:r>
              <a:rPr lang="en-US" dirty="0"/>
              <a:t> Industry Segment file: identify first-time customer-supplier relations among U.S. public firms with available data from year 2000 through 2011.</a:t>
            </a:r>
          </a:p>
          <a:p>
            <a:endParaRPr lang="en-US" dirty="0"/>
          </a:p>
          <a:p>
            <a:r>
              <a:rPr lang="en-US" dirty="0" err="1"/>
              <a:t>BoardEx</a:t>
            </a:r>
            <a:r>
              <a:rPr lang="en-US" dirty="0"/>
              <a:t> database: reports work histories, educations, and participation in social organizations for C-level (e.g., CEO and CFO) executives, lower-level executives, and current directors</a:t>
            </a:r>
          </a:p>
          <a:p>
            <a:endParaRPr lang="en-US" dirty="0"/>
          </a:p>
          <a:p>
            <a:r>
              <a:rPr lang="en-US" dirty="0" err="1"/>
              <a:t>Compustat</a:t>
            </a:r>
            <a:r>
              <a:rPr lang="en-US" dirty="0"/>
              <a:t>: financial data</a:t>
            </a:r>
          </a:p>
          <a:p>
            <a:r>
              <a:rPr lang="en-US" dirty="0"/>
              <a:t>CRSP: stock return data</a:t>
            </a:r>
          </a:p>
        </p:txBody>
      </p:sp>
    </p:spTree>
    <p:extLst>
      <p:ext uri="{BB962C8B-B14F-4D97-AF65-F5344CB8AC3E}">
        <p14:creationId xmlns:p14="http://schemas.microsoft.com/office/powerpoint/2010/main" val="343686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900D4-54B1-6F98-3E6A-DA0CFD13D1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2E6F5A-1799-BE8F-02B6-2C8DB4861D8F}"/>
              </a:ext>
            </a:extLst>
          </p:cNvPr>
          <p:cNvSpPr>
            <a:spLocks noGrp="1"/>
          </p:cNvSpPr>
          <p:nvPr>
            <p:ph type="ctrTitle"/>
          </p:nvPr>
        </p:nvSpPr>
        <p:spPr>
          <a:xfrm>
            <a:off x="1524000" y="60664"/>
            <a:ext cx="9144000" cy="724542"/>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Identification of Non-supplier vendors</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E84098-41FA-CAB6-9D42-471B7E8D89F7}"/>
              </a:ext>
            </a:extLst>
          </p:cNvPr>
          <p:cNvSpPr>
            <a:spLocks noGrp="1"/>
          </p:cNvSpPr>
          <p:nvPr>
            <p:ph type="subTitle" idx="1"/>
          </p:nvPr>
        </p:nvSpPr>
        <p:spPr>
          <a:xfrm>
            <a:off x="262467" y="719667"/>
            <a:ext cx="11844866" cy="4936066"/>
          </a:xfrm>
        </p:spPr>
        <p:txBody>
          <a:bodyPr>
            <a:normAutofit/>
          </a:bodyPr>
          <a:lstStyle/>
          <a:p>
            <a:pPr algn="l"/>
            <a:r>
              <a:rPr lang="en-US" b="1" dirty="0"/>
              <a:t>A total of 2630 non-supplier vendors for 1430 suppliers:</a:t>
            </a:r>
          </a:p>
          <a:p>
            <a:pPr algn="l"/>
            <a:r>
              <a:rPr lang="en-US" dirty="0"/>
              <a:t> - A firm must have data available on </a:t>
            </a:r>
            <a:r>
              <a:rPr lang="en-US" dirty="0" err="1"/>
              <a:t>BoardEx</a:t>
            </a:r>
            <a:r>
              <a:rPr lang="en-US" dirty="0"/>
              <a:t>. </a:t>
            </a:r>
          </a:p>
          <a:p>
            <a:pPr algn="l"/>
            <a:r>
              <a:rPr lang="en-US" dirty="0"/>
              <a:t>-  Use the </a:t>
            </a:r>
            <a:r>
              <a:rPr lang="en-US" dirty="0" err="1"/>
              <a:t>Mahalanobis</a:t>
            </a:r>
            <a:r>
              <a:rPr lang="en-US" dirty="0"/>
              <a:t> distance approach to identify up to two non-supplier vendors from the same four-digit SIC industry and the same fiscal year that are closest to the supplier with respect to </a:t>
            </a:r>
            <a:r>
              <a:rPr lang="en-US" dirty="0">
                <a:solidFill>
                  <a:srgbClr val="FF0000"/>
                </a:solidFill>
              </a:rPr>
              <a:t>size (total assets), performance (ROA), and sales.</a:t>
            </a:r>
          </a:p>
        </p:txBody>
      </p:sp>
      <p:pic>
        <p:nvPicPr>
          <p:cNvPr id="20" name="Picture 19">
            <a:extLst>
              <a:ext uri="{FF2B5EF4-FFF2-40B4-BE49-F238E27FC236}">
                <a16:creationId xmlns:a16="http://schemas.microsoft.com/office/drawing/2014/main" id="{019DE354-C5E6-FC88-AF38-3B88A1426EAA}"/>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098509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AF219-77A5-81C5-F3B6-B1E00CA7D1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7D34F25-63A1-609A-94ED-018B50B1A141}"/>
              </a:ext>
            </a:extLst>
          </p:cNvPr>
          <p:cNvSpPr>
            <a:spLocks noGrp="1"/>
          </p:cNvSpPr>
          <p:nvPr>
            <p:ph type="ctrTitle"/>
          </p:nvPr>
        </p:nvSpPr>
        <p:spPr>
          <a:xfrm>
            <a:off x="1524000" y="104503"/>
            <a:ext cx="9144000" cy="38317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Descriptive Statistics</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BBD30ABC-ED50-2649-221D-66F2117E049A}"/>
              </a:ext>
            </a:extLst>
          </p:cNvPr>
          <p:cNvPicPr>
            <a:picLocks noChangeAspect="1"/>
          </p:cNvPicPr>
          <p:nvPr/>
        </p:nvPicPr>
        <p:blipFill>
          <a:blip r:embed="rId2"/>
          <a:stretch>
            <a:fillRect/>
          </a:stretch>
        </p:blipFill>
        <p:spPr>
          <a:xfrm>
            <a:off x="0" y="5734051"/>
            <a:ext cx="12192000" cy="1123950"/>
          </a:xfrm>
          <a:prstGeom prst="rect">
            <a:avLst/>
          </a:prstGeom>
        </p:spPr>
      </p:pic>
      <p:pic>
        <p:nvPicPr>
          <p:cNvPr id="7" name="Picture 6">
            <a:extLst>
              <a:ext uri="{FF2B5EF4-FFF2-40B4-BE49-F238E27FC236}">
                <a16:creationId xmlns:a16="http://schemas.microsoft.com/office/drawing/2014/main" id="{FD710F82-4EDB-8C01-E2F3-469B40675935}"/>
              </a:ext>
            </a:extLst>
          </p:cNvPr>
          <p:cNvPicPr>
            <a:picLocks noChangeAspect="1"/>
          </p:cNvPicPr>
          <p:nvPr/>
        </p:nvPicPr>
        <p:blipFill>
          <a:blip r:embed="rId3"/>
          <a:stretch>
            <a:fillRect/>
          </a:stretch>
        </p:blipFill>
        <p:spPr>
          <a:xfrm>
            <a:off x="0" y="550089"/>
            <a:ext cx="5801619" cy="4067899"/>
          </a:xfrm>
          <a:prstGeom prst="rect">
            <a:avLst/>
          </a:prstGeom>
        </p:spPr>
      </p:pic>
      <p:pic>
        <p:nvPicPr>
          <p:cNvPr id="9" name="Picture 8">
            <a:extLst>
              <a:ext uri="{FF2B5EF4-FFF2-40B4-BE49-F238E27FC236}">
                <a16:creationId xmlns:a16="http://schemas.microsoft.com/office/drawing/2014/main" id="{F8E90181-3E16-D2FB-2808-A52BB9142A16}"/>
              </a:ext>
            </a:extLst>
          </p:cNvPr>
          <p:cNvPicPr>
            <a:picLocks noChangeAspect="1"/>
          </p:cNvPicPr>
          <p:nvPr/>
        </p:nvPicPr>
        <p:blipFill>
          <a:blip r:embed="rId4"/>
          <a:stretch>
            <a:fillRect/>
          </a:stretch>
        </p:blipFill>
        <p:spPr>
          <a:xfrm>
            <a:off x="5905396" y="1467287"/>
            <a:ext cx="5801619" cy="2845435"/>
          </a:xfrm>
          <a:prstGeom prst="rect">
            <a:avLst/>
          </a:prstGeom>
        </p:spPr>
      </p:pic>
      <p:sp>
        <p:nvSpPr>
          <p:cNvPr id="3" name="TextBox 2">
            <a:extLst>
              <a:ext uri="{FF2B5EF4-FFF2-40B4-BE49-F238E27FC236}">
                <a16:creationId xmlns:a16="http://schemas.microsoft.com/office/drawing/2014/main" id="{8563B66D-4871-0070-634E-33AC58970693}"/>
              </a:ext>
            </a:extLst>
          </p:cNvPr>
          <p:cNvSpPr txBox="1"/>
          <p:nvPr/>
        </p:nvSpPr>
        <p:spPr>
          <a:xfrm>
            <a:off x="29633" y="4766733"/>
            <a:ext cx="12009967" cy="923330"/>
          </a:xfrm>
          <a:prstGeom prst="rect">
            <a:avLst/>
          </a:prstGeom>
          <a:noFill/>
        </p:spPr>
        <p:txBody>
          <a:bodyPr wrap="square">
            <a:spAutoFit/>
          </a:bodyPr>
          <a:lstStyle/>
          <a:p>
            <a:r>
              <a:rPr lang="en-US" dirty="0"/>
              <a:t>Except for a few variables (e.g., supplier gross margin and age), non-supplier vendors and suppliers are similar in most fundamental characteristics, suggesting the three variables </a:t>
            </a:r>
            <a:r>
              <a:rPr lang="en-US" dirty="0">
                <a:solidFill>
                  <a:srgbClr val="FF0000"/>
                </a:solidFill>
              </a:rPr>
              <a:t>-</a:t>
            </a:r>
            <a:r>
              <a:rPr lang="en-US" dirty="0"/>
              <a:t> </a:t>
            </a:r>
            <a:r>
              <a:rPr lang="en-US" dirty="0">
                <a:solidFill>
                  <a:srgbClr val="FF0000"/>
                </a:solidFill>
              </a:rPr>
              <a:t>size (total assets), performance (ROA), and sales- </a:t>
            </a:r>
            <a:r>
              <a:rPr lang="en-US" dirty="0"/>
              <a:t>employed in the </a:t>
            </a:r>
            <a:r>
              <a:rPr lang="en-US" dirty="0" err="1"/>
              <a:t>Mahalanobis</a:t>
            </a:r>
            <a:r>
              <a:rPr lang="en-US" dirty="0"/>
              <a:t> distance approach do a good job matching the non-supplier vendors with suppliers.</a:t>
            </a:r>
          </a:p>
        </p:txBody>
      </p:sp>
    </p:spTree>
    <p:extLst>
      <p:ext uri="{BB962C8B-B14F-4D97-AF65-F5344CB8AC3E}">
        <p14:creationId xmlns:p14="http://schemas.microsoft.com/office/powerpoint/2010/main" val="691252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C4212-6DFB-1097-5E59-2F6672858CA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A8C6CB-D3B5-B9A9-2B81-DA3CAC65718C}"/>
              </a:ext>
            </a:extLst>
          </p:cNvPr>
          <p:cNvSpPr>
            <a:spLocks noGrp="1"/>
          </p:cNvSpPr>
          <p:nvPr>
            <p:ph type="ctrTitle"/>
          </p:nvPr>
        </p:nvSpPr>
        <p:spPr>
          <a:xfrm>
            <a:off x="1524000" y="104503"/>
            <a:ext cx="9144000" cy="38317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Descriptive Statistics</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1AA7E5CC-3F23-21CD-C49A-DFEC2E441A60}"/>
              </a:ext>
            </a:extLst>
          </p:cNvPr>
          <p:cNvPicPr>
            <a:picLocks noChangeAspect="1"/>
          </p:cNvPicPr>
          <p:nvPr/>
        </p:nvPicPr>
        <p:blipFill>
          <a:blip r:embed="rId3"/>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70BA18CD-E3EB-A128-5E96-F2481ABB5245}"/>
              </a:ext>
            </a:extLst>
          </p:cNvPr>
          <p:cNvPicPr>
            <a:picLocks noChangeAspect="1"/>
          </p:cNvPicPr>
          <p:nvPr/>
        </p:nvPicPr>
        <p:blipFill>
          <a:blip r:embed="rId4"/>
          <a:stretch>
            <a:fillRect/>
          </a:stretch>
        </p:blipFill>
        <p:spPr>
          <a:xfrm>
            <a:off x="260116" y="334035"/>
            <a:ext cx="5443999" cy="5381334"/>
          </a:xfrm>
          <a:prstGeom prst="rect">
            <a:avLst/>
          </a:prstGeom>
        </p:spPr>
      </p:pic>
      <p:sp>
        <p:nvSpPr>
          <p:cNvPr id="4" name="TextBox 3">
            <a:extLst>
              <a:ext uri="{FF2B5EF4-FFF2-40B4-BE49-F238E27FC236}">
                <a16:creationId xmlns:a16="http://schemas.microsoft.com/office/drawing/2014/main" id="{3DF2F2F0-D484-715D-49DE-4428B791B51D}"/>
              </a:ext>
            </a:extLst>
          </p:cNvPr>
          <p:cNvSpPr txBox="1"/>
          <p:nvPr/>
        </p:nvSpPr>
        <p:spPr>
          <a:xfrm>
            <a:off x="6189133" y="511587"/>
            <a:ext cx="5833534" cy="646331"/>
          </a:xfrm>
          <a:prstGeom prst="rect">
            <a:avLst/>
          </a:prstGeom>
          <a:noFill/>
        </p:spPr>
        <p:txBody>
          <a:bodyPr wrap="square">
            <a:spAutoFit/>
          </a:bodyPr>
          <a:lstStyle/>
          <a:p>
            <a:r>
              <a:rPr lang="en-US" dirty="0"/>
              <a:t>Panels A and B focus on the source of connections and the role of the connected executives in a firm, respectively.</a:t>
            </a:r>
          </a:p>
        </p:txBody>
      </p:sp>
      <p:sp>
        <p:nvSpPr>
          <p:cNvPr id="7" name="TextBox 6">
            <a:extLst>
              <a:ext uri="{FF2B5EF4-FFF2-40B4-BE49-F238E27FC236}">
                <a16:creationId xmlns:a16="http://schemas.microsoft.com/office/drawing/2014/main" id="{D372388F-87E4-024C-8C6D-5B326FA2C604}"/>
              </a:ext>
            </a:extLst>
          </p:cNvPr>
          <p:cNvSpPr txBox="1"/>
          <p:nvPr/>
        </p:nvSpPr>
        <p:spPr>
          <a:xfrm>
            <a:off x="6189133" y="2452581"/>
            <a:ext cx="5731934" cy="646331"/>
          </a:xfrm>
          <a:prstGeom prst="rect">
            <a:avLst/>
          </a:prstGeom>
          <a:noFill/>
        </p:spPr>
        <p:txBody>
          <a:bodyPr wrap="square">
            <a:spAutoFit/>
          </a:bodyPr>
          <a:lstStyle/>
          <a:p>
            <a:r>
              <a:rPr lang="en-US" dirty="0"/>
              <a:t>The statistics suggest the connections on which we focus are common in the product market.</a:t>
            </a:r>
          </a:p>
        </p:txBody>
      </p:sp>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1F960A7E-DA20-33F2-8D13-A0782F545E98}"/>
                  </a:ext>
                </a:extLst>
              </p14:cNvPr>
              <p14:cNvContentPartPr/>
              <p14:nvPr/>
            </p14:nvContentPartPr>
            <p14:xfrm>
              <a:off x="1632482" y="1959230"/>
              <a:ext cx="270360" cy="18720"/>
            </p14:xfrm>
          </p:contentPart>
        </mc:Choice>
        <mc:Fallback xmlns="">
          <p:pic>
            <p:nvPicPr>
              <p:cNvPr id="9" name="Ink 8">
                <a:extLst>
                  <a:ext uri="{FF2B5EF4-FFF2-40B4-BE49-F238E27FC236}">
                    <a16:creationId xmlns:a16="http://schemas.microsoft.com/office/drawing/2014/main" id="{1F960A7E-DA20-33F2-8D13-A0782F545E98}"/>
                  </a:ext>
                </a:extLst>
              </p:cNvPr>
              <p:cNvPicPr/>
              <p:nvPr/>
            </p:nvPicPr>
            <p:blipFill>
              <a:blip r:embed="rId6"/>
              <a:stretch>
                <a:fillRect/>
              </a:stretch>
            </p:blipFill>
            <p:spPr>
              <a:xfrm>
                <a:off x="1614842" y="1923590"/>
                <a:ext cx="3060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A0074BF0-A0AA-F685-405C-EED72924B834}"/>
                  </a:ext>
                </a:extLst>
              </p14:cNvPr>
              <p14:cNvContentPartPr/>
              <p14:nvPr/>
            </p14:nvContentPartPr>
            <p14:xfrm>
              <a:off x="1632482" y="1995950"/>
              <a:ext cx="312480" cy="10080"/>
            </p14:xfrm>
          </p:contentPart>
        </mc:Choice>
        <mc:Fallback xmlns="">
          <p:pic>
            <p:nvPicPr>
              <p:cNvPr id="10" name="Ink 9">
                <a:extLst>
                  <a:ext uri="{FF2B5EF4-FFF2-40B4-BE49-F238E27FC236}">
                    <a16:creationId xmlns:a16="http://schemas.microsoft.com/office/drawing/2014/main" id="{A0074BF0-A0AA-F685-405C-EED72924B834}"/>
                  </a:ext>
                </a:extLst>
              </p:cNvPr>
              <p:cNvPicPr/>
              <p:nvPr/>
            </p:nvPicPr>
            <p:blipFill>
              <a:blip r:embed="rId8"/>
              <a:stretch>
                <a:fillRect/>
              </a:stretch>
            </p:blipFill>
            <p:spPr>
              <a:xfrm>
                <a:off x="1614842" y="1960310"/>
                <a:ext cx="3481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047A7DBF-7A72-BD2A-32B5-67255BD43E14}"/>
                  </a:ext>
                </a:extLst>
              </p14:cNvPr>
              <p14:cNvContentPartPr/>
              <p14:nvPr/>
            </p14:nvContentPartPr>
            <p14:xfrm>
              <a:off x="2397842" y="1957070"/>
              <a:ext cx="279360" cy="20880"/>
            </p14:xfrm>
          </p:contentPart>
        </mc:Choice>
        <mc:Fallback xmlns="">
          <p:pic>
            <p:nvPicPr>
              <p:cNvPr id="11" name="Ink 10">
                <a:extLst>
                  <a:ext uri="{FF2B5EF4-FFF2-40B4-BE49-F238E27FC236}">
                    <a16:creationId xmlns:a16="http://schemas.microsoft.com/office/drawing/2014/main" id="{047A7DBF-7A72-BD2A-32B5-67255BD43E14}"/>
                  </a:ext>
                </a:extLst>
              </p:cNvPr>
              <p:cNvPicPr/>
              <p:nvPr/>
            </p:nvPicPr>
            <p:blipFill>
              <a:blip r:embed="rId10"/>
              <a:stretch>
                <a:fillRect/>
              </a:stretch>
            </p:blipFill>
            <p:spPr>
              <a:xfrm>
                <a:off x="2379842" y="1921430"/>
                <a:ext cx="3150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E26EB6FE-B954-DAEA-8FCD-9550A1720948}"/>
                  </a:ext>
                </a:extLst>
              </p14:cNvPr>
              <p14:cNvContentPartPr/>
              <p14:nvPr/>
            </p14:nvContentPartPr>
            <p14:xfrm>
              <a:off x="2416562" y="2014670"/>
              <a:ext cx="251640" cy="10800"/>
            </p14:xfrm>
          </p:contentPart>
        </mc:Choice>
        <mc:Fallback xmlns="">
          <p:pic>
            <p:nvPicPr>
              <p:cNvPr id="12" name="Ink 11">
                <a:extLst>
                  <a:ext uri="{FF2B5EF4-FFF2-40B4-BE49-F238E27FC236}">
                    <a16:creationId xmlns:a16="http://schemas.microsoft.com/office/drawing/2014/main" id="{E26EB6FE-B954-DAEA-8FCD-9550A1720948}"/>
                  </a:ext>
                </a:extLst>
              </p:cNvPr>
              <p:cNvPicPr/>
              <p:nvPr/>
            </p:nvPicPr>
            <p:blipFill>
              <a:blip r:embed="rId12"/>
              <a:stretch>
                <a:fillRect/>
              </a:stretch>
            </p:blipFill>
            <p:spPr>
              <a:xfrm>
                <a:off x="2398562" y="1979030"/>
                <a:ext cx="2872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01DDCF23-F4B0-5777-D5B1-EEB03AB52919}"/>
                  </a:ext>
                </a:extLst>
              </p14:cNvPr>
              <p14:cNvContentPartPr/>
              <p14:nvPr/>
            </p14:nvContentPartPr>
            <p14:xfrm>
              <a:off x="3200282" y="1977230"/>
              <a:ext cx="270000" cy="28800"/>
            </p14:xfrm>
          </p:contentPart>
        </mc:Choice>
        <mc:Fallback xmlns="">
          <p:pic>
            <p:nvPicPr>
              <p:cNvPr id="13" name="Ink 12">
                <a:extLst>
                  <a:ext uri="{FF2B5EF4-FFF2-40B4-BE49-F238E27FC236}">
                    <a16:creationId xmlns:a16="http://schemas.microsoft.com/office/drawing/2014/main" id="{01DDCF23-F4B0-5777-D5B1-EEB03AB52919}"/>
                  </a:ext>
                </a:extLst>
              </p:cNvPr>
              <p:cNvPicPr/>
              <p:nvPr/>
            </p:nvPicPr>
            <p:blipFill>
              <a:blip r:embed="rId14"/>
              <a:stretch>
                <a:fillRect/>
              </a:stretch>
            </p:blipFill>
            <p:spPr>
              <a:xfrm>
                <a:off x="3182282" y="1941590"/>
                <a:ext cx="3056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B67F47C7-7B92-33AA-0DED-BF7E49B2259A}"/>
                  </a:ext>
                </a:extLst>
              </p14:cNvPr>
              <p14:cNvContentPartPr/>
              <p14:nvPr/>
            </p14:nvContentPartPr>
            <p14:xfrm>
              <a:off x="3209642" y="1996310"/>
              <a:ext cx="230400" cy="360"/>
            </p14:xfrm>
          </p:contentPart>
        </mc:Choice>
        <mc:Fallback xmlns="">
          <p:pic>
            <p:nvPicPr>
              <p:cNvPr id="14" name="Ink 13">
                <a:extLst>
                  <a:ext uri="{FF2B5EF4-FFF2-40B4-BE49-F238E27FC236}">
                    <a16:creationId xmlns:a16="http://schemas.microsoft.com/office/drawing/2014/main" id="{B67F47C7-7B92-33AA-0DED-BF7E49B2259A}"/>
                  </a:ext>
                </a:extLst>
              </p:cNvPr>
              <p:cNvPicPr/>
              <p:nvPr/>
            </p:nvPicPr>
            <p:blipFill>
              <a:blip r:embed="rId16"/>
              <a:stretch>
                <a:fillRect/>
              </a:stretch>
            </p:blipFill>
            <p:spPr>
              <a:xfrm>
                <a:off x="3191642" y="1960670"/>
                <a:ext cx="2660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EED94018-F5B9-B454-4A74-4CF7019E884F}"/>
                  </a:ext>
                </a:extLst>
              </p14:cNvPr>
              <p14:cNvContentPartPr/>
              <p14:nvPr/>
            </p14:nvContentPartPr>
            <p14:xfrm>
              <a:off x="4058522" y="1955270"/>
              <a:ext cx="210600" cy="51120"/>
            </p14:xfrm>
          </p:contentPart>
        </mc:Choice>
        <mc:Fallback xmlns="">
          <p:pic>
            <p:nvPicPr>
              <p:cNvPr id="15" name="Ink 14">
                <a:extLst>
                  <a:ext uri="{FF2B5EF4-FFF2-40B4-BE49-F238E27FC236}">
                    <a16:creationId xmlns:a16="http://schemas.microsoft.com/office/drawing/2014/main" id="{EED94018-F5B9-B454-4A74-4CF7019E884F}"/>
                  </a:ext>
                </a:extLst>
              </p:cNvPr>
              <p:cNvPicPr/>
              <p:nvPr/>
            </p:nvPicPr>
            <p:blipFill>
              <a:blip r:embed="rId18"/>
              <a:stretch>
                <a:fillRect/>
              </a:stretch>
            </p:blipFill>
            <p:spPr>
              <a:xfrm>
                <a:off x="4040522" y="1919630"/>
                <a:ext cx="2462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4E319405-04DD-7586-6F37-5D2D9FFFDED4}"/>
                  </a:ext>
                </a:extLst>
              </p14:cNvPr>
              <p14:cNvContentPartPr/>
              <p14:nvPr/>
            </p14:nvContentPartPr>
            <p14:xfrm>
              <a:off x="4067882" y="1995590"/>
              <a:ext cx="229680" cy="30600"/>
            </p14:xfrm>
          </p:contentPart>
        </mc:Choice>
        <mc:Fallback xmlns="">
          <p:pic>
            <p:nvPicPr>
              <p:cNvPr id="16" name="Ink 15">
                <a:extLst>
                  <a:ext uri="{FF2B5EF4-FFF2-40B4-BE49-F238E27FC236}">
                    <a16:creationId xmlns:a16="http://schemas.microsoft.com/office/drawing/2014/main" id="{4E319405-04DD-7586-6F37-5D2D9FFFDED4}"/>
                  </a:ext>
                </a:extLst>
              </p:cNvPr>
              <p:cNvPicPr/>
              <p:nvPr/>
            </p:nvPicPr>
            <p:blipFill>
              <a:blip r:embed="rId20"/>
              <a:stretch>
                <a:fillRect/>
              </a:stretch>
            </p:blipFill>
            <p:spPr>
              <a:xfrm>
                <a:off x="4050242" y="1959590"/>
                <a:ext cx="2653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E2069156-0A16-F41E-79C7-3E236EE51ABB}"/>
                  </a:ext>
                </a:extLst>
              </p14:cNvPr>
              <p14:cNvContentPartPr/>
              <p14:nvPr/>
            </p14:nvContentPartPr>
            <p14:xfrm>
              <a:off x="4078322" y="1987310"/>
              <a:ext cx="222480" cy="360"/>
            </p14:xfrm>
          </p:contentPart>
        </mc:Choice>
        <mc:Fallback xmlns="">
          <p:pic>
            <p:nvPicPr>
              <p:cNvPr id="17" name="Ink 16">
                <a:extLst>
                  <a:ext uri="{FF2B5EF4-FFF2-40B4-BE49-F238E27FC236}">
                    <a16:creationId xmlns:a16="http://schemas.microsoft.com/office/drawing/2014/main" id="{E2069156-0A16-F41E-79C7-3E236EE51ABB}"/>
                  </a:ext>
                </a:extLst>
              </p:cNvPr>
              <p:cNvPicPr/>
              <p:nvPr/>
            </p:nvPicPr>
            <p:blipFill>
              <a:blip r:embed="rId22"/>
              <a:stretch>
                <a:fillRect/>
              </a:stretch>
            </p:blipFill>
            <p:spPr>
              <a:xfrm>
                <a:off x="4060682" y="1951310"/>
                <a:ext cx="2581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3DFDB107-E852-19FD-C82C-7A03A1C02134}"/>
                  </a:ext>
                </a:extLst>
              </p14:cNvPr>
              <p14:cNvContentPartPr/>
              <p14:nvPr/>
            </p14:nvContentPartPr>
            <p14:xfrm>
              <a:off x="1669922" y="2397350"/>
              <a:ext cx="326880" cy="10440"/>
            </p14:xfrm>
          </p:contentPart>
        </mc:Choice>
        <mc:Fallback xmlns="">
          <p:pic>
            <p:nvPicPr>
              <p:cNvPr id="18" name="Ink 17">
                <a:extLst>
                  <a:ext uri="{FF2B5EF4-FFF2-40B4-BE49-F238E27FC236}">
                    <a16:creationId xmlns:a16="http://schemas.microsoft.com/office/drawing/2014/main" id="{3DFDB107-E852-19FD-C82C-7A03A1C02134}"/>
                  </a:ext>
                </a:extLst>
              </p:cNvPr>
              <p:cNvPicPr/>
              <p:nvPr/>
            </p:nvPicPr>
            <p:blipFill>
              <a:blip r:embed="rId24"/>
              <a:stretch>
                <a:fillRect/>
              </a:stretch>
            </p:blipFill>
            <p:spPr>
              <a:xfrm>
                <a:off x="1652282" y="2361350"/>
                <a:ext cx="3625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85C6C317-084B-E3F1-3586-FAB99DD9FC09}"/>
                  </a:ext>
                </a:extLst>
              </p14:cNvPr>
              <p14:cNvContentPartPr/>
              <p14:nvPr/>
            </p14:nvContentPartPr>
            <p14:xfrm>
              <a:off x="2425562" y="2378990"/>
              <a:ext cx="246240" cy="10440"/>
            </p14:xfrm>
          </p:contentPart>
        </mc:Choice>
        <mc:Fallback xmlns="">
          <p:pic>
            <p:nvPicPr>
              <p:cNvPr id="19" name="Ink 18">
                <a:extLst>
                  <a:ext uri="{FF2B5EF4-FFF2-40B4-BE49-F238E27FC236}">
                    <a16:creationId xmlns:a16="http://schemas.microsoft.com/office/drawing/2014/main" id="{85C6C317-084B-E3F1-3586-FAB99DD9FC09}"/>
                  </a:ext>
                </a:extLst>
              </p:cNvPr>
              <p:cNvPicPr/>
              <p:nvPr/>
            </p:nvPicPr>
            <p:blipFill>
              <a:blip r:embed="rId26"/>
              <a:stretch>
                <a:fillRect/>
              </a:stretch>
            </p:blipFill>
            <p:spPr>
              <a:xfrm>
                <a:off x="2407922" y="2343350"/>
                <a:ext cx="28188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EF0628F0-290C-1A7E-BB13-8B8B790E56D5}"/>
                  </a:ext>
                </a:extLst>
              </p14:cNvPr>
              <p14:cNvContentPartPr/>
              <p14:nvPr/>
            </p14:nvContentPartPr>
            <p14:xfrm>
              <a:off x="3256082" y="2388710"/>
              <a:ext cx="229320" cy="360"/>
            </p14:xfrm>
          </p:contentPart>
        </mc:Choice>
        <mc:Fallback xmlns="">
          <p:pic>
            <p:nvPicPr>
              <p:cNvPr id="21" name="Ink 20">
                <a:extLst>
                  <a:ext uri="{FF2B5EF4-FFF2-40B4-BE49-F238E27FC236}">
                    <a16:creationId xmlns:a16="http://schemas.microsoft.com/office/drawing/2014/main" id="{EF0628F0-290C-1A7E-BB13-8B8B790E56D5}"/>
                  </a:ext>
                </a:extLst>
              </p:cNvPr>
              <p:cNvPicPr/>
              <p:nvPr/>
            </p:nvPicPr>
            <p:blipFill>
              <a:blip r:embed="rId28"/>
              <a:stretch>
                <a:fillRect/>
              </a:stretch>
            </p:blipFill>
            <p:spPr>
              <a:xfrm>
                <a:off x="3238442" y="2352710"/>
                <a:ext cx="2649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872DF706-6A52-6018-2706-9EB06241BC0C}"/>
                  </a:ext>
                </a:extLst>
              </p14:cNvPr>
              <p14:cNvContentPartPr/>
              <p14:nvPr/>
            </p14:nvContentPartPr>
            <p14:xfrm>
              <a:off x="4021442" y="2369990"/>
              <a:ext cx="325800" cy="360"/>
            </p14:xfrm>
          </p:contentPart>
        </mc:Choice>
        <mc:Fallback xmlns="">
          <p:pic>
            <p:nvPicPr>
              <p:cNvPr id="22" name="Ink 21">
                <a:extLst>
                  <a:ext uri="{FF2B5EF4-FFF2-40B4-BE49-F238E27FC236}">
                    <a16:creationId xmlns:a16="http://schemas.microsoft.com/office/drawing/2014/main" id="{872DF706-6A52-6018-2706-9EB06241BC0C}"/>
                  </a:ext>
                </a:extLst>
              </p:cNvPr>
              <p:cNvPicPr/>
              <p:nvPr/>
            </p:nvPicPr>
            <p:blipFill>
              <a:blip r:embed="rId30"/>
              <a:stretch>
                <a:fillRect/>
              </a:stretch>
            </p:blipFill>
            <p:spPr>
              <a:xfrm>
                <a:off x="4003802" y="2333990"/>
                <a:ext cx="3614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AB1AF6E6-C21A-0EBE-D1F4-761E5CFDC64F}"/>
                  </a:ext>
                </a:extLst>
              </p14:cNvPr>
              <p14:cNvContentPartPr/>
              <p14:nvPr/>
            </p14:nvContentPartPr>
            <p14:xfrm>
              <a:off x="1651202" y="3657350"/>
              <a:ext cx="257040" cy="360"/>
            </p14:xfrm>
          </p:contentPart>
        </mc:Choice>
        <mc:Fallback xmlns="">
          <p:pic>
            <p:nvPicPr>
              <p:cNvPr id="23" name="Ink 22">
                <a:extLst>
                  <a:ext uri="{FF2B5EF4-FFF2-40B4-BE49-F238E27FC236}">
                    <a16:creationId xmlns:a16="http://schemas.microsoft.com/office/drawing/2014/main" id="{AB1AF6E6-C21A-0EBE-D1F4-761E5CFDC64F}"/>
                  </a:ext>
                </a:extLst>
              </p:cNvPr>
              <p:cNvPicPr/>
              <p:nvPr/>
            </p:nvPicPr>
            <p:blipFill>
              <a:blip r:embed="rId32"/>
              <a:stretch>
                <a:fillRect/>
              </a:stretch>
            </p:blipFill>
            <p:spPr>
              <a:xfrm>
                <a:off x="1633562" y="3621710"/>
                <a:ext cx="2926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826E45AC-101B-DDDE-2441-7C3A7B6F4FFD}"/>
                  </a:ext>
                </a:extLst>
              </p14:cNvPr>
              <p14:cNvContentPartPr/>
              <p14:nvPr/>
            </p14:nvContentPartPr>
            <p14:xfrm>
              <a:off x="2416562" y="3647990"/>
              <a:ext cx="255960" cy="20880"/>
            </p14:xfrm>
          </p:contentPart>
        </mc:Choice>
        <mc:Fallback xmlns="">
          <p:pic>
            <p:nvPicPr>
              <p:cNvPr id="24" name="Ink 23">
                <a:extLst>
                  <a:ext uri="{FF2B5EF4-FFF2-40B4-BE49-F238E27FC236}">
                    <a16:creationId xmlns:a16="http://schemas.microsoft.com/office/drawing/2014/main" id="{826E45AC-101B-DDDE-2441-7C3A7B6F4FFD}"/>
                  </a:ext>
                </a:extLst>
              </p:cNvPr>
              <p:cNvPicPr/>
              <p:nvPr/>
            </p:nvPicPr>
            <p:blipFill>
              <a:blip r:embed="rId34"/>
              <a:stretch>
                <a:fillRect/>
              </a:stretch>
            </p:blipFill>
            <p:spPr>
              <a:xfrm>
                <a:off x="2398562" y="3611990"/>
                <a:ext cx="2916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4CE94BAF-7FD7-1F56-428B-E00F4094AD5A}"/>
                  </a:ext>
                </a:extLst>
              </p14:cNvPr>
              <p14:cNvContentPartPr/>
              <p14:nvPr/>
            </p14:nvContentPartPr>
            <p14:xfrm>
              <a:off x="3165013" y="3647275"/>
              <a:ext cx="271080" cy="360"/>
            </p14:xfrm>
          </p:contentPart>
        </mc:Choice>
        <mc:Fallback xmlns="">
          <p:pic>
            <p:nvPicPr>
              <p:cNvPr id="25" name="Ink 24">
                <a:extLst>
                  <a:ext uri="{FF2B5EF4-FFF2-40B4-BE49-F238E27FC236}">
                    <a16:creationId xmlns:a16="http://schemas.microsoft.com/office/drawing/2014/main" id="{4CE94BAF-7FD7-1F56-428B-E00F4094AD5A}"/>
                  </a:ext>
                </a:extLst>
              </p:cNvPr>
              <p:cNvPicPr/>
              <p:nvPr/>
            </p:nvPicPr>
            <p:blipFill>
              <a:blip r:embed="rId36"/>
              <a:stretch>
                <a:fillRect/>
              </a:stretch>
            </p:blipFill>
            <p:spPr>
              <a:xfrm>
                <a:off x="3147373" y="3611635"/>
                <a:ext cx="3067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F4B17471-136E-3095-627E-20FC882EB725}"/>
                  </a:ext>
                </a:extLst>
              </p14:cNvPr>
              <p14:cNvContentPartPr/>
              <p14:nvPr/>
            </p14:nvContentPartPr>
            <p14:xfrm>
              <a:off x="3999133" y="3657355"/>
              <a:ext cx="280440" cy="20880"/>
            </p14:xfrm>
          </p:contentPart>
        </mc:Choice>
        <mc:Fallback xmlns="">
          <p:pic>
            <p:nvPicPr>
              <p:cNvPr id="26" name="Ink 25">
                <a:extLst>
                  <a:ext uri="{FF2B5EF4-FFF2-40B4-BE49-F238E27FC236}">
                    <a16:creationId xmlns:a16="http://schemas.microsoft.com/office/drawing/2014/main" id="{F4B17471-136E-3095-627E-20FC882EB725}"/>
                  </a:ext>
                </a:extLst>
              </p:cNvPr>
              <p:cNvPicPr/>
              <p:nvPr/>
            </p:nvPicPr>
            <p:blipFill>
              <a:blip r:embed="rId38"/>
              <a:stretch>
                <a:fillRect/>
              </a:stretch>
            </p:blipFill>
            <p:spPr>
              <a:xfrm>
                <a:off x="3981133" y="3621355"/>
                <a:ext cx="3160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6799A563-976D-6F9F-CE97-4B484F29D767}"/>
                  </a:ext>
                </a:extLst>
              </p14:cNvPr>
              <p14:cNvContentPartPr/>
              <p14:nvPr/>
            </p14:nvContentPartPr>
            <p14:xfrm>
              <a:off x="1637533" y="4963075"/>
              <a:ext cx="280800" cy="31680"/>
            </p14:xfrm>
          </p:contentPart>
        </mc:Choice>
        <mc:Fallback xmlns="">
          <p:pic>
            <p:nvPicPr>
              <p:cNvPr id="27" name="Ink 26">
                <a:extLst>
                  <a:ext uri="{FF2B5EF4-FFF2-40B4-BE49-F238E27FC236}">
                    <a16:creationId xmlns:a16="http://schemas.microsoft.com/office/drawing/2014/main" id="{6799A563-976D-6F9F-CE97-4B484F29D767}"/>
                  </a:ext>
                </a:extLst>
              </p:cNvPr>
              <p:cNvPicPr/>
              <p:nvPr/>
            </p:nvPicPr>
            <p:blipFill>
              <a:blip r:embed="rId40"/>
              <a:stretch>
                <a:fillRect/>
              </a:stretch>
            </p:blipFill>
            <p:spPr>
              <a:xfrm>
                <a:off x="1619893" y="4927075"/>
                <a:ext cx="3164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3F8304C0-ADB4-2797-08D6-018E7351A57B}"/>
                  </a:ext>
                </a:extLst>
              </p14:cNvPr>
              <p14:cNvContentPartPr/>
              <p14:nvPr/>
            </p14:nvContentPartPr>
            <p14:xfrm>
              <a:off x="2421613" y="4963435"/>
              <a:ext cx="226440" cy="360"/>
            </p14:xfrm>
          </p:contentPart>
        </mc:Choice>
        <mc:Fallback xmlns="">
          <p:pic>
            <p:nvPicPr>
              <p:cNvPr id="28" name="Ink 27">
                <a:extLst>
                  <a:ext uri="{FF2B5EF4-FFF2-40B4-BE49-F238E27FC236}">
                    <a16:creationId xmlns:a16="http://schemas.microsoft.com/office/drawing/2014/main" id="{3F8304C0-ADB4-2797-08D6-018E7351A57B}"/>
                  </a:ext>
                </a:extLst>
              </p:cNvPr>
              <p:cNvPicPr/>
              <p:nvPr/>
            </p:nvPicPr>
            <p:blipFill>
              <a:blip r:embed="rId42"/>
              <a:stretch>
                <a:fillRect/>
              </a:stretch>
            </p:blipFill>
            <p:spPr>
              <a:xfrm>
                <a:off x="2403613" y="4927795"/>
                <a:ext cx="262080" cy="72000"/>
              </a:xfrm>
              <a:prstGeom prst="rect">
                <a:avLst/>
              </a:prstGeom>
            </p:spPr>
          </p:pic>
        </mc:Fallback>
      </mc:AlternateContent>
    </p:spTree>
    <p:extLst>
      <p:ext uri="{BB962C8B-B14F-4D97-AF65-F5344CB8AC3E}">
        <p14:creationId xmlns:p14="http://schemas.microsoft.com/office/powerpoint/2010/main" val="1882390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1D672-6C4F-8146-EEA7-AD8EABCAC24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2407FB-C480-1BAD-AD53-9288F2142998}"/>
              </a:ext>
            </a:extLst>
          </p:cNvPr>
          <p:cNvSpPr>
            <a:spLocks noGrp="1"/>
          </p:cNvSpPr>
          <p:nvPr>
            <p:ph type="ctrTitle"/>
          </p:nvPr>
        </p:nvSpPr>
        <p:spPr>
          <a:xfrm>
            <a:off x="1524000" y="104503"/>
            <a:ext cx="9144000" cy="38317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Descriptive Statistics</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C6FA45E3-AAEC-6CD8-5DDA-6CE0CAF2DAEE}"/>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26E9B427-52D8-8E77-65BA-1B2D0D275594}"/>
              </a:ext>
            </a:extLst>
          </p:cNvPr>
          <p:cNvPicPr>
            <a:picLocks noChangeAspect="1"/>
          </p:cNvPicPr>
          <p:nvPr/>
        </p:nvPicPr>
        <p:blipFill>
          <a:blip r:embed="rId4"/>
          <a:stretch>
            <a:fillRect/>
          </a:stretch>
        </p:blipFill>
        <p:spPr>
          <a:xfrm>
            <a:off x="124599" y="450560"/>
            <a:ext cx="5808123" cy="5320611"/>
          </a:xfrm>
          <a:prstGeom prst="rect">
            <a:avLst/>
          </a:prstGeom>
        </p:spPr>
      </p:pic>
      <p:sp>
        <p:nvSpPr>
          <p:cNvPr id="6" name="TextBox 5">
            <a:extLst>
              <a:ext uri="{FF2B5EF4-FFF2-40B4-BE49-F238E27FC236}">
                <a16:creationId xmlns:a16="http://schemas.microsoft.com/office/drawing/2014/main" id="{CD1F6BE3-8AB8-2015-C6FC-A87DEA141A36}"/>
              </a:ext>
            </a:extLst>
          </p:cNvPr>
          <p:cNvSpPr txBox="1"/>
          <p:nvPr/>
        </p:nvSpPr>
        <p:spPr>
          <a:xfrm>
            <a:off x="6096000" y="487680"/>
            <a:ext cx="5971401" cy="1200329"/>
          </a:xfrm>
          <a:prstGeom prst="rect">
            <a:avLst/>
          </a:prstGeom>
          <a:noFill/>
        </p:spPr>
        <p:txBody>
          <a:bodyPr wrap="square">
            <a:spAutoFit/>
          </a:bodyPr>
          <a:lstStyle/>
          <a:p>
            <a:endParaRPr lang="en-US" dirty="0"/>
          </a:p>
          <a:p>
            <a:endParaRPr lang="en-US" dirty="0"/>
          </a:p>
          <a:p>
            <a:r>
              <a:rPr lang="en-US" dirty="0"/>
              <a:t>Takeaway: </a:t>
            </a:r>
          </a:p>
          <a:p>
            <a:r>
              <a:rPr lang="en-US" dirty="0"/>
              <a:t>Personal connections may affect supplier selection</a:t>
            </a:r>
          </a:p>
        </p:txBody>
      </p:sp>
    </p:spTree>
    <p:extLst>
      <p:ext uri="{BB962C8B-B14F-4D97-AF65-F5344CB8AC3E}">
        <p14:creationId xmlns:p14="http://schemas.microsoft.com/office/powerpoint/2010/main" val="387663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E8E3D-7317-76F4-FF54-4F0EFEEED72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84351BB-4725-7CC0-A941-6F20AE532745}"/>
              </a:ext>
            </a:extLst>
          </p:cNvPr>
          <p:cNvSpPr>
            <a:spLocks noGrp="1"/>
          </p:cNvSpPr>
          <p:nvPr>
            <p:ph type="ctrTitle"/>
          </p:nvPr>
        </p:nvSpPr>
        <p:spPr>
          <a:xfrm>
            <a:off x="251012" y="289250"/>
            <a:ext cx="11734800" cy="724542"/>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The effect of personal connections on customers’ choice of suppliers</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0932815E-CC51-68FA-D7F4-01020E613B8F}"/>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599E9F33-4DC8-948F-7715-AF7339E7B281}"/>
              </a:ext>
            </a:extLst>
          </p:cNvPr>
          <p:cNvPicPr>
            <a:picLocks noChangeAspect="1"/>
          </p:cNvPicPr>
          <p:nvPr/>
        </p:nvPicPr>
        <p:blipFill>
          <a:blip r:embed="rId3"/>
          <a:stretch>
            <a:fillRect/>
          </a:stretch>
        </p:blipFill>
        <p:spPr>
          <a:xfrm>
            <a:off x="355905" y="1154285"/>
            <a:ext cx="6535062" cy="990738"/>
          </a:xfrm>
          <a:prstGeom prst="rect">
            <a:avLst/>
          </a:prstGeom>
        </p:spPr>
      </p:pic>
      <p:pic>
        <p:nvPicPr>
          <p:cNvPr id="3" name="Picture 2">
            <a:extLst>
              <a:ext uri="{FF2B5EF4-FFF2-40B4-BE49-F238E27FC236}">
                <a16:creationId xmlns:a16="http://schemas.microsoft.com/office/drawing/2014/main" id="{2CD3CA5B-E127-F7D1-6DBD-46EDD5DCCDAD}"/>
              </a:ext>
            </a:extLst>
          </p:cNvPr>
          <p:cNvPicPr>
            <a:picLocks noChangeAspect="1"/>
          </p:cNvPicPr>
          <p:nvPr/>
        </p:nvPicPr>
        <p:blipFill>
          <a:blip r:embed="rId4"/>
          <a:stretch>
            <a:fillRect/>
          </a:stretch>
        </p:blipFill>
        <p:spPr>
          <a:xfrm>
            <a:off x="355905" y="2157583"/>
            <a:ext cx="7592341" cy="4488245"/>
          </a:xfrm>
          <a:prstGeom prst="rect">
            <a:avLst/>
          </a:prstGeom>
        </p:spPr>
      </p:pic>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938BABDB-54FD-05DF-DBE6-25FEBF2A7508}"/>
                  </a:ext>
                </a:extLst>
              </p14:cNvPr>
              <p14:cNvContentPartPr/>
              <p14:nvPr/>
            </p14:nvContentPartPr>
            <p14:xfrm>
              <a:off x="2923813" y="2772475"/>
              <a:ext cx="3961440" cy="145080"/>
            </p14:xfrm>
          </p:contentPart>
        </mc:Choice>
        <mc:Fallback xmlns="">
          <p:pic>
            <p:nvPicPr>
              <p:cNvPr id="6" name="Ink 5">
                <a:extLst>
                  <a:ext uri="{FF2B5EF4-FFF2-40B4-BE49-F238E27FC236}">
                    <a16:creationId xmlns:a16="http://schemas.microsoft.com/office/drawing/2014/main" id="{938BABDB-54FD-05DF-DBE6-25FEBF2A7508}"/>
                  </a:ext>
                </a:extLst>
              </p:cNvPr>
              <p:cNvPicPr/>
              <p:nvPr/>
            </p:nvPicPr>
            <p:blipFill>
              <a:blip r:embed="rId6"/>
              <a:stretch>
                <a:fillRect/>
              </a:stretch>
            </p:blipFill>
            <p:spPr>
              <a:xfrm>
                <a:off x="2906173" y="2736475"/>
                <a:ext cx="399708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233957ED-4FD8-C6BD-C35C-72B6E4C344AB}"/>
                  </a:ext>
                </a:extLst>
              </p14:cNvPr>
              <p14:cNvContentPartPr/>
              <p14:nvPr/>
            </p14:nvContentPartPr>
            <p14:xfrm>
              <a:off x="3918493" y="3851755"/>
              <a:ext cx="938520" cy="27000"/>
            </p14:xfrm>
          </p:contentPart>
        </mc:Choice>
        <mc:Fallback xmlns="">
          <p:pic>
            <p:nvPicPr>
              <p:cNvPr id="7" name="Ink 6">
                <a:extLst>
                  <a:ext uri="{FF2B5EF4-FFF2-40B4-BE49-F238E27FC236}">
                    <a16:creationId xmlns:a16="http://schemas.microsoft.com/office/drawing/2014/main" id="{233957ED-4FD8-C6BD-C35C-72B6E4C344AB}"/>
                  </a:ext>
                </a:extLst>
              </p:cNvPr>
              <p:cNvPicPr/>
              <p:nvPr/>
            </p:nvPicPr>
            <p:blipFill>
              <a:blip r:embed="rId8"/>
              <a:stretch>
                <a:fillRect/>
              </a:stretch>
            </p:blipFill>
            <p:spPr>
              <a:xfrm>
                <a:off x="3900853" y="3816115"/>
                <a:ext cx="9741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34B76D40-82C4-2FD3-52F5-F1382FA855BE}"/>
                  </a:ext>
                </a:extLst>
              </p14:cNvPr>
              <p14:cNvContentPartPr/>
              <p14:nvPr/>
            </p14:nvContentPartPr>
            <p14:xfrm>
              <a:off x="863893" y="4953715"/>
              <a:ext cx="954360" cy="19080"/>
            </p14:xfrm>
          </p:contentPart>
        </mc:Choice>
        <mc:Fallback xmlns="">
          <p:pic>
            <p:nvPicPr>
              <p:cNvPr id="8" name="Ink 7">
                <a:extLst>
                  <a:ext uri="{FF2B5EF4-FFF2-40B4-BE49-F238E27FC236}">
                    <a16:creationId xmlns:a16="http://schemas.microsoft.com/office/drawing/2014/main" id="{34B76D40-82C4-2FD3-52F5-F1382FA855BE}"/>
                  </a:ext>
                </a:extLst>
              </p:cNvPr>
              <p:cNvPicPr/>
              <p:nvPr/>
            </p:nvPicPr>
            <p:blipFill>
              <a:blip r:embed="rId10"/>
              <a:stretch>
                <a:fillRect/>
              </a:stretch>
            </p:blipFill>
            <p:spPr>
              <a:xfrm>
                <a:off x="846253" y="4917715"/>
                <a:ext cx="9900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878E4B1E-C495-170E-5AFE-9F707F706BBD}"/>
                  </a:ext>
                </a:extLst>
              </p14:cNvPr>
              <p14:cNvContentPartPr/>
              <p14:nvPr/>
            </p14:nvContentPartPr>
            <p14:xfrm>
              <a:off x="5365333" y="6208675"/>
              <a:ext cx="1728000" cy="21600"/>
            </p14:xfrm>
          </p:contentPart>
        </mc:Choice>
        <mc:Fallback xmlns="">
          <p:pic>
            <p:nvPicPr>
              <p:cNvPr id="9" name="Ink 8">
                <a:extLst>
                  <a:ext uri="{FF2B5EF4-FFF2-40B4-BE49-F238E27FC236}">
                    <a16:creationId xmlns:a16="http://schemas.microsoft.com/office/drawing/2014/main" id="{878E4B1E-C495-170E-5AFE-9F707F706BBD}"/>
                  </a:ext>
                </a:extLst>
              </p:cNvPr>
              <p:cNvPicPr/>
              <p:nvPr/>
            </p:nvPicPr>
            <p:blipFill>
              <a:blip r:embed="rId12"/>
              <a:stretch>
                <a:fillRect/>
              </a:stretch>
            </p:blipFill>
            <p:spPr>
              <a:xfrm>
                <a:off x="5347693" y="6173035"/>
                <a:ext cx="1763640" cy="93240"/>
              </a:xfrm>
              <a:prstGeom prst="rect">
                <a:avLst/>
              </a:prstGeom>
            </p:spPr>
          </p:pic>
        </mc:Fallback>
      </mc:AlternateContent>
    </p:spTree>
    <p:extLst>
      <p:ext uri="{BB962C8B-B14F-4D97-AF65-F5344CB8AC3E}">
        <p14:creationId xmlns:p14="http://schemas.microsoft.com/office/powerpoint/2010/main" val="1850744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6618A-F5E1-3DBD-FF42-C85B9EACF1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A175DA7-CF7F-EA4F-5FB9-25D03A4A2AED}"/>
              </a:ext>
            </a:extLst>
          </p:cNvPr>
          <p:cNvSpPr>
            <a:spLocks noGrp="1"/>
          </p:cNvSpPr>
          <p:nvPr>
            <p:ph type="ctrTitle"/>
          </p:nvPr>
        </p:nvSpPr>
        <p:spPr>
          <a:xfrm>
            <a:off x="251012" y="0"/>
            <a:ext cx="11734800" cy="4876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The effect of management rank and position</a:t>
            </a:r>
          </a:p>
        </p:txBody>
      </p:sp>
      <p:pic>
        <p:nvPicPr>
          <p:cNvPr id="20" name="Picture 19">
            <a:extLst>
              <a:ext uri="{FF2B5EF4-FFF2-40B4-BE49-F238E27FC236}">
                <a16:creationId xmlns:a16="http://schemas.microsoft.com/office/drawing/2014/main" id="{2525B8AD-D8DD-6043-2B19-23B0FA556807}"/>
              </a:ext>
            </a:extLst>
          </p:cNvPr>
          <p:cNvPicPr>
            <a:picLocks noChangeAspect="1"/>
          </p:cNvPicPr>
          <p:nvPr/>
        </p:nvPicPr>
        <p:blipFill>
          <a:blip r:embed="rId3"/>
          <a:stretch>
            <a:fillRect/>
          </a:stretch>
        </p:blipFill>
        <p:spPr>
          <a:xfrm>
            <a:off x="0" y="5734051"/>
            <a:ext cx="12192000" cy="1123950"/>
          </a:xfrm>
          <a:prstGeom prst="rect">
            <a:avLst/>
          </a:prstGeom>
        </p:spPr>
      </p:pic>
      <p:pic>
        <p:nvPicPr>
          <p:cNvPr id="7" name="Picture 6">
            <a:extLst>
              <a:ext uri="{FF2B5EF4-FFF2-40B4-BE49-F238E27FC236}">
                <a16:creationId xmlns:a16="http://schemas.microsoft.com/office/drawing/2014/main" id="{902FCA49-4B96-292D-DBBC-093BBC1D6B4B}"/>
              </a:ext>
            </a:extLst>
          </p:cNvPr>
          <p:cNvPicPr>
            <a:picLocks noChangeAspect="1"/>
          </p:cNvPicPr>
          <p:nvPr/>
        </p:nvPicPr>
        <p:blipFill>
          <a:blip r:embed="rId4"/>
          <a:stretch>
            <a:fillRect/>
          </a:stretch>
        </p:blipFill>
        <p:spPr>
          <a:xfrm>
            <a:off x="113211" y="390501"/>
            <a:ext cx="5085806" cy="5221629"/>
          </a:xfrm>
          <a:prstGeom prst="rect">
            <a:avLst/>
          </a:prstGeom>
        </p:spPr>
      </p:pic>
      <p:pic>
        <p:nvPicPr>
          <p:cNvPr id="9" name="Picture 8">
            <a:extLst>
              <a:ext uri="{FF2B5EF4-FFF2-40B4-BE49-F238E27FC236}">
                <a16:creationId xmlns:a16="http://schemas.microsoft.com/office/drawing/2014/main" id="{EB60DA3D-E195-6069-6F4A-E452A5C9DAB0}"/>
              </a:ext>
            </a:extLst>
          </p:cNvPr>
          <p:cNvPicPr>
            <a:picLocks noChangeAspect="1"/>
          </p:cNvPicPr>
          <p:nvPr/>
        </p:nvPicPr>
        <p:blipFill>
          <a:blip r:embed="rId5"/>
          <a:stretch>
            <a:fillRect/>
          </a:stretch>
        </p:blipFill>
        <p:spPr>
          <a:xfrm>
            <a:off x="5468983" y="382099"/>
            <a:ext cx="5085806" cy="3046901"/>
          </a:xfrm>
          <a:prstGeom prst="rect">
            <a:avLst/>
          </a:prstGeom>
        </p:spPr>
      </p:pic>
      <p:pic>
        <p:nvPicPr>
          <p:cNvPr id="11" name="Picture 10">
            <a:extLst>
              <a:ext uri="{FF2B5EF4-FFF2-40B4-BE49-F238E27FC236}">
                <a16:creationId xmlns:a16="http://schemas.microsoft.com/office/drawing/2014/main" id="{DD76CD88-2DC4-7DA4-C856-304A19BEB403}"/>
              </a:ext>
            </a:extLst>
          </p:cNvPr>
          <p:cNvPicPr>
            <a:picLocks noChangeAspect="1"/>
          </p:cNvPicPr>
          <p:nvPr/>
        </p:nvPicPr>
        <p:blipFill>
          <a:blip r:embed="rId6"/>
          <a:stretch>
            <a:fillRect/>
          </a:stretch>
        </p:blipFill>
        <p:spPr>
          <a:xfrm>
            <a:off x="5468983" y="3429000"/>
            <a:ext cx="5085806" cy="2531701"/>
          </a:xfrm>
          <a:prstGeom prst="rect">
            <a:avLst/>
          </a:prstGeom>
        </p:spPr>
      </p:pic>
    </p:spTree>
    <p:extLst>
      <p:ext uri="{BB962C8B-B14F-4D97-AF65-F5344CB8AC3E}">
        <p14:creationId xmlns:p14="http://schemas.microsoft.com/office/powerpoint/2010/main" val="741622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34661-812E-58D4-BC76-F91A949688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275393-441C-07DB-C737-879A30B19216}"/>
              </a:ext>
            </a:extLst>
          </p:cNvPr>
          <p:cNvSpPr>
            <a:spLocks noGrp="1"/>
          </p:cNvSpPr>
          <p:nvPr>
            <p:ph type="ctrTitle"/>
          </p:nvPr>
        </p:nvSpPr>
        <p:spPr>
          <a:xfrm>
            <a:off x="251012" y="0"/>
            <a:ext cx="11734800" cy="4876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The effect of management rank and position</a:t>
            </a:r>
          </a:p>
        </p:txBody>
      </p:sp>
      <p:pic>
        <p:nvPicPr>
          <p:cNvPr id="20" name="Picture 19">
            <a:extLst>
              <a:ext uri="{FF2B5EF4-FFF2-40B4-BE49-F238E27FC236}">
                <a16:creationId xmlns:a16="http://schemas.microsoft.com/office/drawing/2014/main" id="{7EA96763-622B-79AC-0F3A-8C7C6055B548}"/>
              </a:ext>
            </a:extLst>
          </p:cNvPr>
          <p:cNvPicPr>
            <a:picLocks noChangeAspect="1"/>
          </p:cNvPicPr>
          <p:nvPr/>
        </p:nvPicPr>
        <p:blipFill>
          <a:blip r:embed="rId3"/>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B9E8EFB8-110B-32ED-8ABD-3D6C4CB69A1E}"/>
              </a:ext>
            </a:extLst>
          </p:cNvPr>
          <p:cNvPicPr>
            <a:picLocks noChangeAspect="1"/>
          </p:cNvPicPr>
          <p:nvPr/>
        </p:nvPicPr>
        <p:blipFill>
          <a:blip r:embed="rId4"/>
          <a:stretch>
            <a:fillRect/>
          </a:stretch>
        </p:blipFill>
        <p:spPr>
          <a:xfrm>
            <a:off x="85549" y="487680"/>
            <a:ext cx="4748962" cy="5457141"/>
          </a:xfrm>
          <a:prstGeom prst="rect">
            <a:avLst/>
          </a:prstGeom>
        </p:spPr>
      </p:pic>
      <p:pic>
        <p:nvPicPr>
          <p:cNvPr id="6" name="Picture 5">
            <a:extLst>
              <a:ext uri="{FF2B5EF4-FFF2-40B4-BE49-F238E27FC236}">
                <a16:creationId xmlns:a16="http://schemas.microsoft.com/office/drawing/2014/main" id="{FE52A18D-3779-966D-57C6-0F49AA5AF074}"/>
              </a:ext>
            </a:extLst>
          </p:cNvPr>
          <p:cNvPicPr>
            <a:picLocks noChangeAspect="1"/>
          </p:cNvPicPr>
          <p:nvPr/>
        </p:nvPicPr>
        <p:blipFill>
          <a:blip r:embed="rId5"/>
          <a:stretch>
            <a:fillRect/>
          </a:stretch>
        </p:blipFill>
        <p:spPr>
          <a:xfrm>
            <a:off x="4866557" y="487680"/>
            <a:ext cx="4686746" cy="2423459"/>
          </a:xfrm>
          <a:prstGeom prst="rect">
            <a:avLst/>
          </a:prstGeom>
        </p:spPr>
      </p:pic>
      <p:pic>
        <p:nvPicPr>
          <p:cNvPr id="10" name="Picture 9">
            <a:extLst>
              <a:ext uri="{FF2B5EF4-FFF2-40B4-BE49-F238E27FC236}">
                <a16:creationId xmlns:a16="http://schemas.microsoft.com/office/drawing/2014/main" id="{3ED043DF-A7E4-FB5B-5666-DCA5DB222198}"/>
              </a:ext>
            </a:extLst>
          </p:cNvPr>
          <p:cNvPicPr>
            <a:picLocks noChangeAspect="1"/>
          </p:cNvPicPr>
          <p:nvPr/>
        </p:nvPicPr>
        <p:blipFill>
          <a:blip r:embed="rId6"/>
          <a:stretch>
            <a:fillRect/>
          </a:stretch>
        </p:blipFill>
        <p:spPr>
          <a:xfrm>
            <a:off x="4866557" y="2911139"/>
            <a:ext cx="4686746" cy="1950513"/>
          </a:xfrm>
          <a:prstGeom prst="rect">
            <a:avLst/>
          </a:prstGeom>
        </p:spPr>
      </p:pic>
      <p:sp>
        <p:nvSpPr>
          <p:cNvPr id="4" name="TextBox 3">
            <a:extLst>
              <a:ext uri="{FF2B5EF4-FFF2-40B4-BE49-F238E27FC236}">
                <a16:creationId xmlns:a16="http://schemas.microsoft.com/office/drawing/2014/main" id="{CB40680D-2FC7-1AC7-E69F-7E0F47977F90}"/>
              </a:ext>
            </a:extLst>
          </p:cNvPr>
          <p:cNvSpPr txBox="1"/>
          <p:nvPr/>
        </p:nvSpPr>
        <p:spPr>
          <a:xfrm>
            <a:off x="4921314" y="5011432"/>
            <a:ext cx="7325442" cy="646331"/>
          </a:xfrm>
          <a:prstGeom prst="rect">
            <a:avLst/>
          </a:prstGeom>
          <a:noFill/>
        </p:spPr>
        <p:txBody>
          <a:bodyPr wrap="square">
            <a:spAutoFit/>
          </a:bodyPr>
          <a:lstStyle/>
          <a:p>
            <a:r>
              <a:rPr lang="en-US" dirty="0"/>
              <a:t>The effect of personal connections on suppliers election varies with executives rank and position</a:t>
            </a:r>
          </a:p>
        </p:txBody>
      </p:sp>
    </p:spTree>
    <p:extLst>
      <p:ext uri="{BB962C8B-B14F-4D97-AF65-F5344CB8AC3E}">
        <p14:creationId xmlns:p14="http://schemas.microsoft.com/office/powerpoint/2010/main" val="2816459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6D0EB-CE91-4F0C-3F9A-91CB6AA576F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07BDB9-0A95-94F5-77BF-BB537CF7CAC6}"/>
              </a:ext>
            </a:extLst>
          </p:cNvPr>
          <p:cNvSpPr>
            <a:spLocks noGrp="1"/>
          </p:cNvSpPr>
          <p:nvPr>
            <p:ph type="ctrTitle"/>
          </p:nvPr>
        </p:nvSpPr>
        <p:spPr>
          <a:xfrm>
            <a:off x="251012" y="0"/>
            <a:ext cx="11734800" cy="4876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Executive departure analysis</a:t>
            </a:r>
          </a:p>
        </p:txBody>
      </p:sp>
      <p:pic>
        <p:nvPicPr>
          <p:cNvPr id="20" name="Picture 19">
            <a:extLst>
              <a:ext uri="{FF2B5EF4-FFF2-40B4-BE49-F238E27FC236}">
                <a16:creationId xmlns:a16="http://schemas.microsoft.com/office/drawing/2014/main" id="{16BD9D92-45C6-9EDC-CC51-464E3FF72248}"/>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4275D7CE-0422-9586-17A4-E935D71C09B4}"/>
              </a:ext>
            </a:extLst>
          </p:cNvPr>
          <p:cNvPicPr>
            <a:picLocks noChangeAspect="1"/>
          </p:cNvPicPr>
          <p:nvPr/>
        </p:nvPicPr>
        <p:blipFill>
          <a:blip r:embed="rId4"/>
          <a:stretch>
            <a:fillRect/>
          </a:stretch>
        </p:blipFill>
        <p:spPr>
          <a:xfrm>
            <a:off x="251012" y="567073"/>
            <a:ext cx="6677957" cy="1448002"/>
          </a:xfrm>
          <a:prstGeom prst="rect">
            <a:avLst/>
          </a:prstGeom>
        </p:spPr>
      </p:pic>
      <p:pic>
        <p:nvPicPr>
          <p:cNvPr id="3" name="Picture 2">
            <a:extLst>
              <a:ext uri="{FF2B5EF4-FFF2-40B4-BE49-F238E27FC236}">
                <a16:creationId xmlns:a16="http://schemas.microsoft.com/office/drawing/2014/main" id="{6C509C93-314D-F629-7536-1EE537DB9074}"/>
              </a:ext>
            </a:extLst>
          </p:cNvPr>
          <p:cNvPicPr>
            <a:picLocks noChangeAspect="1"/>
          </p:cNvPicPr>
          <p:nvPr/>
        </p:nvPicPr>
        <p:blipFill>
          <a:blip r:embed="rId5"/>
          <a:stretch>
            <a:fillRect/>
          </a:stretch>
        </p:blipFill>
        <p:spPr>
          <a:xfrm>
            <a:off x="251012" y="2015075"/>
            <a:ext cx="7858008" cy="4694171"/>
          </a:xfrm>
          <a:prstGeom prst="rect">
            <a:avLst/>
          </a:prstGeom>
        </p:spPr>
      </p:pic>
    </p:spTree>
    <p:extLst>
      <p:ext uri="{BB962C8B-B14F-4D97-AF65-F5344CB8AC3E}">
        <p14:creationId xmlns:p14="http://schemas.microsoft.com/office/powerpoint/2010/main" val="3731506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05A9-CAD7-9DD4-DE98-793194E23E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50540C-A853-0379-F701-BB7954AF7492}"/>
              </a:ext>
            </a:extLst>
          </p:cNvPr>
          <p:cNvSpPr>
            <a:spLocks noGrp="1"/>
          </p:cNvSpPr>
          <p:nvPr>
            <p:ph type="ctrTitle"/>
          </p:nvPr>
        </p:nvSpPr>
        <p:spPr>
          <a:xfrm>
            <a:off x="251012" y="0"/>
            <a:ext cx="11734800" cy="4876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Executive departure analysis</a:t>
            </a:r>
          </a:p>
        </p:txBody>
      </p:sp>
      <p:pic>
        <p:nvPicPr>
          <p:cNvPr id="20" name="Picture 19">
            <a:extLst>
              <a:ext uri="{FF2B5EF4-FFF2-40B4-BE49-F238E27FC236}">
                <a16:creationId xmlns:a16="http://schemas.microsoft.com/office/drawing/2014/main" id="{C14306E8-2475-B067-B8AA-36BF2093112C}"/>
              </a:ext>
            </a:extLst>
          </p:cNvPr>
          <p:cNvPicPr>
            <a:picLocks noChangeAspect="1"/>
          </p:cNvPicPr>
          <p:nvPr/>
        </p:nvPicPr>
        <p:blipFill>
          <a:blip r:embed="rId3"/>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D5D64EBE-7AF7-DD24-DB09-3C1672D30D12}"/>
              </a:ext>
            </a:extLst>
          </p:cNvPr>
          <p:cNvPicPr>
            <a:picLocks noChangeAspect="1"/>
          </p:cNvPicPr>
          <p:nvPr/>
        </p:nvPicPr>
        <p:blipFill>
          <a:blip r:embed="rId4"/>
          <a:stretch>
            <a:fillRect/>
          </a:stretch>
        </p:blipFill>
        <p:spPr>
          <a:xfrm>
            <a:off x="0" y="381837"/>
            <a:ext cx="5664857" cy="6290268"/>
          </a:xfrm>
          <a:prstGeom prst="rect">
            <a:avLst/>
          </a:prstGeom>
        </p:spPr>
      </p:pic>
      <p:grpSp>
        <p:nvGrpSpPr>
          <p:cNvPr id="7" name="Group 6">
            <a:extLst>
              <a:ext uri="{FF2B5EF4-FFF2-40B4-BE49-F238E27FC236}">
                <a16:creationId xmlns:a16="http://schemas.microsoft.com/office/drawing/2014/main" id="{CB25C271-CD9F-65BE-E3EA-FC37D82B5E4A}"/>
              </a:ext>
            </a:extLst>
          </p:cNvPr>
          <p:cNvGrpSpPr/>
          <p:nvPr/>
        </p:nvGrpSpPr>
        <p:grpSpPr>
          <a:xfrm>
            <a:off x="3426373" y="1556395"/>
            <a:ext cx="280080" cy="11160"/>
            <a:chOff x="3426373" y="1556395"/>
            <a:chExt cx="280080" cy="1116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D3297EBE-36C0-5DD4-D509-6CD04A884AD7}"/>
                    </a:ext>
                  </a:extLst>
                </p14:cNvPr>
                <p14:cNvContentPartPr/>
                <p14:nvPr/>
              </p14:nvContentPartPr>
              <p14:xfrm>
                <a:off x="3448333" y="1557475"/>
                <a:ext cx="18360" cy="360"/>
              </p14:xfrm>
            </p:contentPart>
          </mc:Choice>
          <mc:Fallback xmlns="">
            <p:pic>
              <p:nvPicPr>
                <p:cNvPr id="4" name="Ink 3">
                  <a:extLst>
                    <a:ext uri="{FF2B5EF4-FFF2-40B4-BE49-F238E27FC236}">
                      <a16:creationId xmlns:a16="http://schemas.microsoft.com/office/drawing/2014/main" id="{D3297EBE-36C0-5DD4-D509-6CD04A884AD7}"/>
                    </a:ext>
                  </a:extLst>
                </p:cNvPr>
                <p:cNvPicPr/>
                <p:nvPr/>
              </p:nvPicPr>
              <p:blipFill>
                <a:blip r:embed="rId6"/>
                <a:stretch>
                  <a:fillRect/>
                </a:stretch>
              </p:blipFill>
              <p:spPr>
                <a:xfrm>
                  <a:off x="3442213" y="1551355"/>
                  <a:ext cx="30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81236288-0BBF-C3A4-332D-DF272DBEABCB}"/>
                    </a:ext>
                  </a:extLst>
                </p14:cNvPr>
                <p14:cNvContentPartPr/>
                <p14:nvPr/>
              </p14:nvContentPartPr>
              <p14:xfrm>
                <a:off x="3426373" y="1556395"/>
                <a:ext cx="280080" cy="11160"/>
              </p14:xfrm>
            </p:contentPart>
          </mc:Choice>
          <mc:Fallback xmlns="">
            <p:pic>
              <p:nvPicPr>
                <p:cNvPr id="6" name="Ink 5">
                  <a:extLst>
                    <a:ext uri="{FF2B5EF4-FFF2-40B4-BE49-F238E27FC236}">
                      <a16:creationId xmlns:a16="http://schemas.microsoft.com/office/drawing/2014/main" id="{81236288-0BBF-C3A4-332D-DF272DBEABCB}"/>
                    </a:ext>
                  </a:extLst>
                </p:cNvPr>
                <p:cNvPicPr/>
                <p:nvPr/>
              </p:nvPicPr>
              <p:blipFill>
                <a:blip r:embed="rId8"/>
                <a:stretch>
                  <a:fillRect/>
                </a:stretch>
              </p:blipFill>
              <p:spPr>
                <a:xfrm>
                  <a:off x="3420253" y="1550275"/>
                  <a:ext cx="292320" cy="23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D5CD4136-F554-9C4F-5185-422578405F61}"/>
                  </a:ext>
                </a:extLst>
              </p14:cNvPr>
              <p14:cNvContentPartPr/>
              <p14:nvPr/>
            </p14:nvContentPartPr>
            <p14:xfrm>
              <a:off x="1727893" y="1567195"/>
              <a:ext cx="289800" cy="360"/>
            </p14:xfrm>
          </p:contentPart>
        </mc:Choice>
        <mc:Fallback xmlns="">
          <p:pic>
            <p:nvPicPr>
              <p:cNvPr id="8" name="Ink 7">
                <a:extLst>
                  <a:ext uri="{FF2B5EF4-FFF2-40B4-BE49-F238E27FC236}">
                    <a16:creationId xmlns:a16="http://schemas.microsoft.com/office/drawing/2014/main" id="{D5CD4136-F554-9C4F-5185-422578405F61}"/>
                  </a:ext>
                </a:extLst>
              </p:cNvPr>
              <p:cNvPicPr/>
              <p:nvPr/>
            </p:nvPicPr>
            <p:blipFill>
              <a:blip r:embed="rId10"/>
              <a:stretch>
                <a:fillRect/>
              </a:stretch>
            </p:blipFill>
            <p:spPr>
              <a:xfrm>
                <a:off x="1721773" y="1561075"/>
                <a:ext cx="302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7854D13B-56F3-15E0-EB28-172F8F713257}"/>
                  </a:ext>
                </a:extLst>
              </p14:cNvPr>
              <p14:cNvContentPartPr/>
              <p14:nvPr/>
            </p14:nvContentPartPr>
            <p14:xfrm>
              <a:off x="1698013" y="1768075"/>
              <a:ext cx="291600" cy="20520"/>
            </p14:xfrm>
          </p:contentPart>
        </mc:Choice>
        <mc:Fallback xmlns="">
          <p:pic>
            <p:nvPicPr>
              <p:cNvPr id="9" name="Ink 8">
                <a:extLst>
                  <a:ext uri="{FF2B5EF4-FFF2-40B4-BE49-F238E27FC236}">
                    <a16:creationId xmlns:a16="http://schemas.microsoft.com/office/drawing/2014/main" id="{7854D13B-56F3-15E0-EB28-172F8F713257}"/>
                  </a:ext>
                </a:extLst>
              </p:cNvPr>
              <p:cNvPicPr/>
              <p:nvPr/>
            </p:nvPicPr>
            <p:blipFill>
              <a:blip r:embed="rId12"/>
              <a:stretch>
                <a:fillRect/>
              </a:stretch>
            </p:blipFill>
            <p:spPr>
              <a:xfrm>
                <a:off x="1680013" y="1732435"/>
                <a:ext cx="3272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8867B169-A031-3FA2-1D85-D8079DC63918}"/>
                  </a:ext>
                </a:extLst>
              </p14:cNvPr>
              <p14:cNvContentPartPr/>
              <p14:nvPr/>
            </p14:nvContentPartPr>
            <p14:xfrm>
              <a:off x="3496573" y="1738195"/>
              <a:ext cx="240480" cy="11160"/>
            </p14:xfrm>
          </p:contentPart>
        </mc:Choice>
        <mc:Fallback xmlns="">
          <p:pic>
            <p:nvPicPr>
              <p:cNvPr id="10" name="Ink 9">
                <a:extLst>
                  <a:ext uri="{FF2B5EF4-FFF2-40B4-BE49-F238E27FC236}">
                    <a16:creationId xmlns:a16="http://schemas.microsoft.com/office/drawing/2014/main" id="{8867B169-A031-3FA2-1D85-D8079DC63918}"/>
                  </a:ext>
                </a:extLst>
              </p:cNvPr>
              <p:cNvPicPr/>
              <p:nvPr/>
            </p:nvPicPr>
            <p:blipFill>
              <a:blip r:embed="rId14"/>
              <a:stretch>
                <a:fillRect/>
              </a:stretch>
            </p:blipFill>
            <p:spPr>
              <a:xfrm>
                <a:off x="3478933" y="1702195"/>
                <a:ext cx="2761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F06141E6-4BFB-61D1-CF50-8645C695C83B}"/>
                  </a:ext>
                </a:extLst>
              </p14:cNvPr>
              <p14:cNvContentPartPr/>
              <p14:nvPr/>
            </p14:nvContentPartPr>
            <p14:xfrm>
              <a:off x="8319853" y="2059675"/>
              <a:ext cx="360" cy="360"/>
            </p14:xfrm>
          </p:contentPart>
        </mc:Choice>
        <mc:Fallback xmlns="">
          <p:pic>
            <p:nvPicPr>
              <p:cNvPr id="11" name="Ink 10">
                <a:extLst>
                  <a:ext uri="{FF2B5EF4-FFF2-40B4-BE49-F238E27FC236}">
                    <a16:creationId xmlns:a16="http://schemas.microsoft.com/office/drawing/2014/main" id="{F06141E6-4BFB-61D1-CF50-8645C695C83B}"/>
                  </a:ext>
                </a:extLst>
              </p:cNvPr>
              <p:cNvPicPr/>
              <p:nvPr/>
            </p:nvPicPr>
            <p:blipFill>
              <a:blip r:embed="rId16"/>
              <a:stretch>
                <a:fillRect/>
              </a:stretch>
            </p:blipFill>
            <p:spPr>
              <a:xfrm>
                <a:off x="8301853" y="2024035"/>
                <a:ext cx="36000" cy="72000"/>
              </a:xfrm>
              <a:prstGeom prst="rect">
                <a:avLst/>
              </a:prstGeom>
            </p:spPr>
          </p:pic>
        </mc:Fallback>
      </mc:AlternateContent>
    </p:spTree>
    <p:extLst>
      <p:ext uri="{BB962C8B-B14F-4D97-AF65-F5344CB8AC3E}">
        <p14:creationId xmlns:p14="http://schemas.microsoft.com/office/powerpoint/2010/main" val="3283541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7373E-D7A2-292B-F270-7CFE065532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0DA5DD7-DBA1-C0F0-4D1E-59504833CB45}"/>
              </a:ext>
            </a:extLst>
          </p:cNvPr>
          <p:cNvSpPr>
            <a:spLocks noGrp="1"/>
          </p:cNvSpPr>
          <p:nvPr>
            <p:ph type="ctrTitle"/>
          </p:nvPr>
        </p:nvSpPr>
        <p:spPr>
          <a:xfrm>
            <a:off x="251012" y="0"/>
            <a:ext cx="11734800" cy="48768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Executive departure analysis</a:t>
            </a:r>
          </a:p>
        </p:txBody>
      </p:sp>
      <p:pic>
        <p:nvPicPr>
          <p:cNvPr id="20" name="Picture 19">
            <a:extLst>
              <a:ext uri="{FF2B5EF4-FFF2-40B4-BE49-F238E27FC236}">
                <a16:creationId xmlns:a16="http://schemas.microsoft.com/office/drawing/2014/main" id="{B580C88E-DAFA-4918-067A-273F0F6A48AF}"/>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1E1CE9CC-CAE2-DA3A-AF5B-1A88A22F8855}"/>
              </a:ext>
            </a:extLst>
          </p:cNvPr>
          <p:cNvPicPr>
            <a:picLocks noChangeAspect="1"/>
          </p:cNvPicPr>
          <p:nvPr/>
        </p:nvPicPr>
        <p:blipFill>
          <a:blip r:embed="rId4"/>
          <a:stretch>
            <a:fillRect/>
          </a:stretch>
        </p:blipFill>
        <p:spPr>
          <a:xfrm>
            <a:off x="125685" y="487680"/>
            <a:ext cx="5744502" cy="2254065"/>
          </a:xfrm>
          <a:prstGeom prst="rect">
            <a:avLst/>
          </a:prstGeom>
        </p:spPr>
      </p:pic>
      <p:pic>
        <p:nvPicPr>
          <p:cNvPr id="9" name="Picture 8">
            <a:extLst>
              <a:ext uri="{FF2B5EF4-FFF2-40B4-BE49-F238E27FC236}">
                <a16:creationId xmlns:a16="http://schemas.microsoft.com/office/drawing/2014/main" id="{FED553C3-E9CD-2BF1-6F77-D08B102282ED}"/>
              </a:ext>
            </a:extLst>
          </p:cNvPr>
          <p:cNvPicPr>
            <a:picLocks noChangeAspect="1"/>
          </p:cNvPicPr>
          <p:nvPr/>
        </p:nvPicPr>
        <p:blipFill>
          <a:blip r:embed="rId5"/>
          <a:stretch>
            <a:fillRect/>
          </a:stretch>
        </p:blipFill>
        <p:spPr>
          <a:xfrm>
            <a:off x="125685" y="2700237"/>
            <a:ext cx="5744502" cy="4157763"/>
          </a:xfrm>
          <a:prstGeom prst="rect">
            <a:avLst/>
          </a:prstGeom>
        </p:spPr>
      </p:pic>
      <p:pic>
        <p:nvPicPr>
          <p:cNvPr id="11" name="Picture 10">
            <a:extLst>
              <a:ext uri="{FF2B5EF4-FFF2-40B4-BE49-F238E27FC236}">
                <a16:creationId xmlns:a16="http://schemas.microsoft.com/office/drawing/2014/main" id="{1E40C423-8F23-96AC-47BE-CF596E60249D}"/>
              </a:ext>
            </a:extLst>
          </p:cNvPr>
          <p:cNvPicPr>
            <a:picLocks noChangeAspect="1"/>
          </p:cNvPicPr>
          <p:nvPr/>
        </p:nvPicPr>
        <p:blipFill>
          <a:blip r:embed="rId6"/>
          <a:stretch>
            <a:fillRect/>
          </a:stretch>
        </p:blipFill>
        <p:spPr>
          <a:xfrm>
            <a:off x="5916932" y="1227130"/>
            <a:ext cx="5670845" cy="2359341"/>
          </a:xfrm>
          <a:prstGeom prst="rect">
            <a:avLst/>
          </a:prstGeom>
        </p:spPr>
      </p:pic>
      <p:pic>
        <p:nvPicPr>
          <p:cNvPr id="13" name="Picture 12">
            <a:extLst>
              <a:ext uri="{FF2B5EF4-FFF2-40B4-BE49-F238E27FC236}">
                <a16:creationId xmlns:a16="http://schemas.microsoft.com/office/drawing/2014/main" id="{E944B663-D177-EEB3-74BF-BF6CF6BE0C8E}"/>
              </a:ext>
            </a:extLst>
          </p:cNvPr>
          <p:cNvPicPr>
            <a:picLocks noChangeAspect="1"/>
          </p:cNvPicPr>
          <p:nvPr/>
        </p:nvPicPr>
        <p:blipFill>
          <a:blip r:embed="rId7"/>
          <a:stretch>
            <a:fillRect/>
          </a:stretch>
        </p:blipFill>
        <p:spPr>
          <a:xfrm>
            <a:off x="5916932" y="3586472"/>
            <a:ext cx="5749959" cy="3271528"/>
          </a:xfrm>
          <a:prstGeom prst="rect">
            <a:avLst/>
          </a:prstGeom>
        </p:spPr>
      </p:pic>
      <p:sp>
        <p:nvSpPr>
          <p:cNvPr id="3" name="TextBox 2">
            <a:extLst>
              <a:ext uri="{FF2B5EF4-FFF2-40B4-BE49-F238E27FC236}">
                <a16:creationId xmlns:a16="http://schemas.microsoft.com/office/drawing/2014/main" id="{29674255-E7E9-0A84-1282-EC835E06C3F3}"/>
              </a:ext>
            </a:extLst>
          </p:cNvPr>
          <p:cNvSpPr txBox="1"/>
          <p:nvPr/>
        </p:nvSpPr>
        <p:spPr>
          <a:xfrm>
            <a:off x="5916932" y="487680"/>
            <a:ext cx="6329563" cy="646331"/>
          </a:xfrm>
          <a:prstGeom prst="rect">
            <a:avLst/>
          </a:prstGeom>
          <a:noFill/>
        </p:spPr>
        <p:txBody>
          <a:bodyPr wrap="square">
            <a:spAutoFit/>
          </a:bodyPr>
          <a:lstStyle/>
          <a:p>
            <a:r>
              <a:rPr lang="en-US" dirty="0"/>
              <a:t>A loss of personal connections between supply-chain partners precipitates the termination of their supply-chain relation.</a:t>
            </a:r>
          </a:p>
        </p:txBody>
      </p:sp>
    </p:spTree>
    <p:extLst>
      <p:ext uri="{BB962C8B-B14F-4D97-AF65-F5344CB8AC3E}">
        <p14:creationId xmlns:p14="http://schemas.microsoft.com/office/powerpoint/2010/main" val="1257242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CAD22-436F-0B4D-AAE4-C3D852D088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1028FB1-5FB7-11D5-B2CB-332095D08F74}"/>
              </a:ext>
            </a:extLst>
          </p:cNvPr>
          <p:cNvSpPr>
            <a:spLocks noGrp="1"/>
          </p:cNvSpPr>
          <p:nvPr>
            <p:ph type="ctrTitle"/>
          </p:nvPr>
        </p:nvSpPr>
        <p:spPr>
          <a:xfrm>
            <a:off x="251012" y="60961"/>
            <a:ext cx="11734800" cy="250298"/>
          </a:xfrm>
        </p:spPr>
        <p:txBody>
          <a:bodyPr>
            <a:normAutofit fontScale="90000"/>
          </a:bodyPr>
          <a:lstStyle/>
          <a:p>
            <a:r>
              <a:rPr lang="en-US" sz="2000" b="1" dirty="0">
                <a:solidFill>
                  <a:srgbClr val="C00000"/>
                </a:solidFill>
                <a:latin typeface="Arial" panose="020B0604020202020204" pitchFamily="34" charset="0"/>
                <a:cs typeface="Arial" panose="020B0604020202020204" pitchFamily="34" charset="0"/>
              </a:rPr>
              <a:t>Do personal connections mitigate information asymmetries in supplier selection?</a:t>
            </a:r>
          </a:p>
        </p:txBody>
      </p:sp>
      <p:pic>
        <p:nvPicPr>
          <p:cNvPr id="20" name="Picture 19">
            <a:extLst>
              <a:ext uri="{FF2B5EF4-FFF2-40B4-BE49-F238E27FC236}">
                <a16:creationId xmlns:a16="http://schemas.microsoft.com/office/drawing/2014/main" id="{029F5B2E-160E-0D99-C793-F9FFF4DD7297}"/>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618CCFF3-D596-5DF7-D9B9-D1E75D944500}"/>
              </a:ext>
            </a:extLst>
          </p:cNvPr>
          <p:cNvPicPr>
            <a:picLocks noChangeAspect="1"/>
          </p:cNvPicPr>
          <p:nvPr/>
        </p:nvPicPr>
        <p:blipFill>
          <a:blip r:embed="rId4"/>
          <a:stretch>
            <a:fillRect/>
          </a:stretch>
        </p:blipFill>
        <p:spPr>
          <a:xfrm>
            <a:off x="76351" y="276875"/>
            <a:ext cx="4852147" cy="6304249"/>
          </a:xfrm>
          <a:prstGeom prst="rect">
            <a:avLst/>
          </a:prstGeom>
        </p:spPr>
      </p:pic>
      <p:pic>
        <p:nvPicPr>
          <p:cNvPr id="7" name="Picture 6">
            <a:extLst>
              <a:ext uri="{FF2B5EF4-FFF2-40B4-BE49-F238E27FC236}">
                <a16:creationId xmlns:a16="http://schemas.microsoft.com/office/drawing/2014/main" id="{A443D574-9512-3831-25F4-7973FC250F4B}"/>
              </a:ext>
            </a:extLst>
          </p:cNvPr>
          <p:cNvPicPr>
            <a:picLocks noChangeAspect="1"/>
          </p:cNvPicPr>
          <p:nvPr/>
        </p:nvPicPr>
        <p:blipFill>
          <a:blip r:embed="rId5"/>
          <a:stretch>
            <a:fillRect/>
          </a:stretch>
        </p:blipFill>
        <p:spPr>
          <a:xfrm>
            <a:off x="5004849" y="311258"/>
            <a:ext cx="6173061" cy="1905266"/>
          </a:xfrm>
          <a:prstGeom prst="rect">
            <a:avLst/>
          </a:prstGeom>
        </p:spPr>
      </p:pic>
      <p:pic>
        <p:nvPicPr>
          <p:cNvPr id="9" name="Picture 8">
            <a:extLst>
              <a:ext uri="{FF2B5EF4-FFF2-40B4-BE49-F238E27FC236}">
                <a16:creationId xmlns:a16="http://schemas.microsoft.com/office/drawing/2014/main" id="{E941FAAD-7BC7-9E22-B5FE-8AB5DF3EB3F8}"/>
              </a:ext>
            </a:extLst>
          </p:cNvPr>
          <p:cNvPicPr>
            <a:picLocks noChangeAspect="1"/>
          </p:cNvPicPr>
          <p:nvPr/>
        </p:nvPicPr>
        <p:blipFill>
          <a:blip r:embed="rId6"/>
          <a:stretch>
            <a:fillRect/>
          </a:stretch>
        </p:blipFill>
        <p:spPr>
          <a:xfrm>
            <a:off x="5004849" y="2216524"/>
            <a:ext cx="6173061" cy="3148933"/>
          </a:xfrm>
          <a:prstGeom prst="rect">
            <a:avLst/>
          </a:prstGeom>
        </p:spPr>
      </p:pic>
      <p:sp>
        <p:nvSpPr>
          <p:cNvPr id="3" name="TextBox 2">
            <a:extLst>
              <a:ext uri="{FF2B5EF4-FFF2-40B4-BE49-F238E27FC236}">
                <a16:creationId xmlns:a16="http://schemas.microsoft.com/office/drawing/2014/main" id="{0E16C568-8FB7-08CA-A88A-5C9CFA4CB0FD}"/>
              </a:ext>
            </a:extLst>
          </p:cNvPr>
          <p:cNvSpPr txBox="1"/>
          <p:nvPr/>
        </p:nvSpPr>
        <p:spPr>
          <a:xfrm>
            <a:off x="5230148" y="5365457"/>
            <a:ext cx="6961851" cy="646331"/>
          </a:xfrm>
          <a:prstGeom prst="rect">
            <a:avLst/>
          </a:prstGeom>
          <a:noFill/>
        </p:spPr>
        <p:txBody>
          <a:bodyPr wrap="square">
            <a:spAutoFit/>
          </a:bodyPr>
          <a:lstStyle/>
          <a:p>
            <a:r>
              <a:rPr lang="en-US" dirty="0"/>
              <a:t>The importance of personal connections to supplier selection increases with information asymmetry.</a:t>
            </a:r>
          </a:p>
        </p:txBody>
      </p:sp>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D4FFCE30-6E74-9376-F1D3-DF0031B54FD3}"/>
                  </a:ext>
                </a:extLst>
              </p14:cNvPr>
              <p14:cNvContentPartPr/>
              <p14:nvPr/>
            </p14:nvContentPartPr>
            <p14:xfrm>
              <a:off x="4192343" y="2199457"/>
              <a:ext cx="387720" cy="26280"/>
            </p14:xfrm>
          </p:contentPart>
        </mc:Choice>
        <mc:Fallback xmlns="">
          <p:pic>
            <p:nvPicPr>
              <p:cNvPr id="6" name="Ink 5">
                <a:extLst>
                  <a:ext uri="{FF2B5EF4-FFF2-40B4-BE49-F238E27FC236}">
                    <a16:creationId xmlns:a16="http://schemas.microsoft.com/office/drawing/2014/main" id="{D4FFCE30-6E74-9376-F1D3-DF0031B54FD3}"/>
                  </a:ext>
                </a:extLst>
              </p:cNvPr>
              <p:cNvPicPr/>
              <p:nvPr/>
            </p:nvPicPr>
            <p:blipFill>
              <a:blip r:embed="rId8"/>
              <a:stretch>
                <a:fillRect/>
              </a:stretch>
            </p:blipFill>
            <p:spPr>
              <a:xfrm>
                <a:off x="4138703" y="2091817"/>
                <a:ext cx="495360" cy="241920"/>
              </a:xfrm>
              <a:prstGeom prst="rect">
                <a:avLst/>
              </a:prstGeom>
            </p:spPr>
          </p:pic>
        </mc:Fallback>
      </mc:AlternateContent>
    </p:spTree>
    <p:extLst>
      <p:ext uri="{BB962C8B-B14F-4D97-AF65-F5344CB8AC3E}">
        <p14:creationId xmlns:p14="http://schemas.microsoft.com/office/powerpoint/2010/main" val="4079775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D0326-7D09-F0AC-4B79-4B1816C1E4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27BB53-9C4C-5923-DA40-0905DE472C7F}"/>
              </a:ext>
            </a:extLst>
          </p:cNvPr>
          <p:cNvSpPr>
            <a:spLocks noGrp="1"/>
          </p:cNvSpPr>
          <p:nvPr>
            <p:ph type="ctrTitle"/>
          </p:nvPr>
        </p:nvSpPr>
        <p:spPr>
          <a:xfrm>
            <a:off x="251012" y="289250"/>
            <a:ext cx="11734800" cy="265554"/>
          </a:xfrm>
        </p:spPr>
        <p:txBody>
          <a:bodyPr>
            <a:normAutofit fontScale="90000"/>
          </a:bodyPr>
          <a:lstStyle/>
          <a:p>
            <a:r>
              <a:rPr lang="en-US" sz="1100" dirty="0"/>
              <a:t> </a:t>
            </a:r>
            <a:r>
              <a:rPr lang="en-US" sz="3600" b="1" dirty="0">
                <a:solidFill>
                  <a:srgbClr val="C00000"/>
                </a:solidFill>
                <a:latin typeface="Arial" panose="020B0604020202020204" pitchFamily="34" charset="0"/>
                <a:cs typeface="Arial" panose="020B0604020202020204" pitchFamily="34" charset="0"/>
              </a:rPr>
              <a:t>Consequences of personal connections in the supply chain</a:t>
            </a:r>
          </a:p>
        </p:txBody>
      </p:sp>
      <p:pic>
        <p:nvPicPr>
          <p:cNvPr id="20" name="Picture 19">
            <a:extLst>
              <a:ext uri="{FF2B5EF4-FFF2-40B4-BE49-F238E27FC236}">
                <a16:creationId xmlns:a16="http://schemas.microsoft.com/office/drawing/2014/main" id="{A4BC0BED-7A31-FCD1-E416-183F9F0D3155}"/>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ED39844F-BAA2-C4B0-7AB5-26CF0FF0CA8A}"/>
              </a:ext>
            </a:extLst>
          </p:cNvPr>
          <p:cNvPicPr>
            <a:picLocks noChangeAspect="1"/>
          </p:cNvPicPr>
          <p:nvPr/>
        </p:nvPicPr>
        <p:blipFill>
          <a:blip r:embed="rId3"/>
          <a:stretch>
            <a:fillRect/>
          </a:stretch>
        </p:blipFill>
        <p:spPr>
          <a:xfrm>
            <a:off x="83269" y="554804"/>
            <a:ext cx="6430272" cy="2038635"/>
          </a:xfrm>
          <a:prstGeom prst="rect">
            <a:avLst/>
          </a:prstGeom>
        </p:spPr>
      </p:pic>
      <p:pic>
        <p:nvPicPr>
          <p:cNvPr id="7" name="Picture 6">
            <a:extLst>
              <a:ext uri="{FF2B5EF4-FFF2-40B4-BE49-F238E27FC236}">
                <a16:creationId xmlns:a16="http://schemas.microsoft.com/office/drawing/2014/main" id="{68E894D1-8CE8-9422-515C-0E43DC97FBF9}"/>
              </a:ext>
            </a:extLst>
          </p:cNvPr>
          <p:cNvPicPr>
            <a:picLocks noChangeAspect="1"/>
          </p:cNvPicPr>
          <p:nvPr/>
        </p:nvPicPr>
        <p:blipFill>
          <a:blip r:embed="rId4"/>
          <a:stretch>
            <a:fillRect/>
          </a:stretch>
        </p:blipFill>
        <p:spPr>
          <a:xfrm>
            <a:off x="83269" y="2565839"/>
            <a:ext cx="6430272" cy="3974908"/>
          </a:xfrm>
          <a:prstGeom prst="rect">
            <a:avLst/>
          </a:prstGeom>
        </p:spPr>
      </p:pic>
      <p:pic>
        <p:nvPicPr>
          <p:cNvPr id="3" name="Picture 2">
            <a:extLst>
              <a:ext uri="{FF2B5EF4-FFF2-40B4-BE49-F238E27FC236}">
                <a16:creationId xmlns:a16="http://schemas.microsoft.com/office/drawing/2014/main" id="{E7604DD0-8BA8-734C-63ED-1DD307B34197}"/>
              </a:ext>
            </a:extLst>
          </p:cNvPr>
          <p:cNvPicPr>
            <a:picLocks noChangeAspect="1"/>
          </p:cNvPicPr>
          <p:nvPr/>
        </p:nvPicPr>
        <p:blipFill>
          <a:blip r:embed="rId5"/>
          <a:stretch>
            <a:fillRect/>
          </a:stretch>
        </p:blipFill>
        <p:spPr>
          <a:xfrm>
            <a:off x="6492066" y="554804"/>
            <a:ext cx="5748391" cy="2874196"/>
          </a:xfrm>
          <a:prstGeom prst="rect">
            <a:avLst/>
          </a:prstGeom>
        </p:spPr>
      </p:pic>
      <p:pic>
        <p:nvPicPr>
          <p:cNvPr id="8" name="Picture 7">
            <a:extLst>
              <a:ext uri="{FF2B5EF4-FFF2-40B4-BE49-F238E27FC236}">
                <a16:creationId xmlns:a16="http://schemas.microsoft.com/office/drawing/2014/main" id="{FF96B72D-59C1-52D7-4E98-848DC5774044}"/>
              </a:ext>
            </a:extLst>
          </p:cNvPr>
          <p:cNvPicPr>
            <a:picLocks noChangeAspect="1"/>
          </p:cNvPicPr>
          <p:nvPr/>
        </p:nvPicPr>
        <p:blipFill>
          <a:blip r:embed="rId6"/>
          <a:stretch>
            <a:fillRect/>
          </a:stretch>
        </p:blipFill>
        <p:spPr>
          <a:xfrm>
            <a:off x="6596810" y="3876461"/>
            <a:ext cx="5966606" cy="1857590"/>
          </a:xfrm>
          <a:prstGeom prst="rect">
            <a:avLst/>
          </a:prstGeom>
        </p:spPr>
      </p:pic>
    </p:spTree>
    <p:extLst>
      <p:ext uri="{BB962C8B-B14F-4D97-AF65-F5344CB8AC3E}">
        <p14:creationId xmlns:p14="http://schemas.microsoft.com/office/powerpoint/2010/main" val="6158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B6370-4255-3B20-2AB2-5B454CF2CCA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3FFC50C-3476-F52F-BA72-6523C630A7BB}"/>
              </a:ext>
            </a:extLst>
          </p:cNvPr>
          <p:cNvSpPr>
            <a:spLocks noGrp="1"/>
          </p:cNvSpPr>
          <p:nvPr>
            <p:ph type="ctrTitle"/>
          </p:nvPr>
        </p:nvSpPr>
        <p:spPr>
          <a:xfrm>
            <a:off x="251012" y="289250"/>
            <a:ext cx="11734800" cy="390019"/>
          </a:xfrm>
        </p:spPr>
        <p:txBody>
          <a:bodyPr>
            <a:normAutofit fontScale="90000"/>
          </a:bodyPr>
          <a:lstStyle/>
          <a:p>
            <a:r>
              <a:rPr lang="en-US" sz="2400" dirty="0"/>
              <a:t> </a:t>
            </a:r>
            <a:r>
              <a:rPr lang="en-US" sz="2400" b="1" dirty="0">
                <a:solidFill>
                  <a:srgbClr val="C00000"/>
                </a:solidFill>
                <a:latin typeface="Arial" panose="020B0604020202020204" pitchFamily="34" charset="0"/>
                <a:cs typeface="Arial" panose="020B0604020202020204" pitchFamily="34" charset="0"/>
              </a:rPr>
              <a:t>The effect of personal connections on provisions in procurement contracts</a:t>
            </a:r>
          </a:p>
        </p:txBody>
      </p:sp>
      <p:pic>
        <p:nvPicPr>
          <p:cNvPr id="20" name="Picture 19">
            <a:extLst>
              <a:ext uri="{FF2B5EF4-FFF2-40B4-BE49-F238E27FC236}">
                <a16:creationId xmlns:a16="http://schemas.microsoft.com/office/drawing/2014/main" id="{BC655877-8DEA-D2FB-3DB3-DEADA87D721C}"/>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73B9FD17-096E-92D8-17C6-27D5691A6CB7}"/>
              </a:ext>
            </a:extLst>
          </p:cNvPr>
          <p:cNvPicPr>
            <a:picLocks noChangeAspect="1"/>
          </p:cNvPicPr>
          <p:nvPr/>
        </p:nvPicPr>
        <p:blipFill>
          <a:blip r:embed="rId3"/>
          <a:stretch>
            <a:fillRect/>
          </a:stretch>
        </p:blipFill>
        <p:spPr>
          <a:xfrm>
            <a:off x="251012" y="856128"/>
            <a:ext cx="10831437" cy="3134162"/>
          </a:xfrm>
          <a:prstGeom prst="rect">
            <a:avLst/>
          </a:prstGeom>
        </p:spPr>
      </p:pic>
      <p:sp>
        <p:nvSpPr>
          <p:cNvPr id="4" name="TextBox 3">
            <a:extLst>
              <a:ext uri="{FF2B5EF4-FFF2-40B4-BE49-F238E27FC236}">
                <a16:creationId xmlns:a16="http://schemas.microsoft.com/office/drawing/2014/main" id="{0E16963A-6FAF-385C-D6C3-B4651F2BC0CE}"/>
              </a:ext>
            </a:extLst>
          </p:cNvPr>
          <p:cNvSpPr txBox="1"/>
          <p:nvPr/>
        </p:nvSpPr>
        <p:spPr>
          <a:xfrm>
            <a:off x="133564" y="4167149"/>
            <a:ext cx="11852248" cy="1200329"/>
          </a:xfrm>
          <a:prstGeom prst="rect">
            <a:avLst/>
          </a:prstGeom>
          <a:noFill/>
        </p:spPr>
        <p:txBody>
          <a:bodyPr wrap="square">
            <a:spAutoFit/>
          </a:bodyPr>
          <a:lstStyle/>
          <a:p>
            <a:r>
              <a:rPr lang="en-US" dirty="0"/>
              <a:t>Table 8, Panel A, reports descriptive statistics for the sample of 154 procurement contracts. 43 (27%) contracts involve connected supply-chain parties. On average, a procurement contract includes an average of 2.55 provisions restricting the supplier. Contracts with personal connections between a customer’s and supplier’s executives are, on average, less restrictive to the supplier (2.35 versus 2.63 restrictive provisions) than those with no connections.  </a:t>
            </a: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877B2010-D898-1F85-11AB-9B4665C8B178}"/>
                  </a:ext>
                </a:extLst>
              </p14:cNvPr>
              <p14:cNvContentPartPr/>
              <p14:nvPr/>
            </p14:nvContentPartPr>
            <p14:xfrm>
              <a:off x="7541106" y="3831448"/>
              <a:ext cx="246600" cy="11160"/>
            </p14:xfrm>
          </p:contentPart>
        </mc:Choice>
        <mc:Fallback xmlns="">
          <p:pic>
            <p:nvPicPr>
              <p:cNvPr id="6" name="Ink 5">
                <a:extLst>
                  <a:ext uri="{FF2B5EF4-FFF2-40B4-BE49-F238E27FC236}">
                    <a16:creationId xmlns:a16="http://schemas.microsoft.com/office/drawing/2014/main" id="{877B2010-D898-1F85-11AB-9B4665C8B178}"/>
                  </a:ext>
                </a:extLst>
              </p:cNvPr>
              <p:cNvPicPr/>
              <p:nvPr/>
            </p:nvPicPr>
            <p:blipFill>
              <a:blip r:embed="rId5"/>
              <a:stretch>
                <a:fillRect/>
              </a:stretch>
            </p:blipFill>
            <p:spPr>
              <a:xfrm>
                <a:off x="7523106" y="3795448"/>
                <a:ext cx="28224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901FD6FF-29AE-2DEC-12D2-0593DF7C8F55}"/>
                  </a:ext>
                </a:extLst>
              </p14:cNvPr>
              <p14:cNvContentPartPr/>
              <p14:nvPr/>
            </p14:nvContentPartPr>
            <p14:xfrm>
              <a:off x="10582386" y="3817768"/>
              <a:ext cx="342000" cy="4320"/>
            </p14:xfrm>
          </p:contentPart>
        </mc:Choice>
        <mc:Fallback xmlns="">
          <p:pic>
            <p:nvPicPr>
              <p:cNvPr id="7" name="Ink 6">
                <a:extLst>
                  <a:ext uri="{FF2B5EF4-FFF2-40B4-BE49-F238E27FC236}">
                    <a16:creationId xmlns:a16="http://schemas.microsoft.com/office/drawing/2014/main" id="{901FD6FF-29AE-2DEC-12D2-0593DF7C8F55}"/>
                  </a:ext>
                </a:extLst>
              </p:cNvPr>
              <p:cNvPicPr/>
              <p:nvPr/>
            </p:nvPicPr>
            <p:blipFill>
              <a:blip r:embed="rId7"/>
              <a:stretch>
                <a:fillRect/>
              </a:stretch>
            </p:blipFill>
            <p:spPr>
              <a:xfrm>
                <a:off x="10564386" y="3781768"/>
                <a:ext cx="37764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4998231-9E49-5B3C-4E8F-EF21C586F2BE}"/>
                  </a:ext>
                </a:extLst>
              </p14:cNvPr>
              <p14:cNvContentPartPr/>
              <p14:nvPr/>
            </p14:nvContentPartPr>
            <p14:xfrm>
              <a:off x="4376706" y="3769888"/>
              <a:ext cx="356040" cy="44640"/>
            </p14:xfrm>
          </p:contentPart>
        </mc:Choice>
        <mc:Fallback xmlns="">
          <p:pic>
            <p:nvPicPr>
              <p:cNvPr id="8" name="Ink 7">
                <a:extLst>
                  <a:ext uri="{FF2B5EF4-FFF2-40B4-BE49-F238E27FC236}">
                    <a16:creationId xmlns:a16="http://schemas.microsoft.com/office/drawing/2014/main" id="{94998231-9E49-5B3C-4E8F-EF21C586F2BE}"/>
                  </a:ext>
                </a:extLst>
              </p:cNvPr>
              <p:cNvPicPr/>
              <p:nvPr/>
            </p:nvPicPr>
            <p:blipFill>
              <a:blip r:embed="rId9"/>
              <a:stretch>
                <a:fillRect/>
              </a:stretch>
            </p:blipFill>
            <p:spPr>
              <a:xfrm>
                <a:off x="4358706" y="3733888"/>
                <a:ext cx="391680" cy="116280"/>
              </a:xfrm>
              <a:prstGeom prst="rect">
                <a:avLst/>
              </a:prstGeom>
            </p:spPr>
          </p:pic>
        </mc:Fallback>
      </mc:AlternateContent>
    </p:spTree>
    <p:extLst>
      <p:ext uri="{BB962C8B-B14F-4D97-AF65-F5344CB8AC3E}">
        <p14:creationId xmlns:p14="http://schemas.microsoft.com/office/powerpoint/2010/main" val="4267529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2B287-3E8D-12C6-D0E7-724EE4AA73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95344F-AC14-360E-D65D-E8876892B94C}"/>
              </a:ext>
            </a:extLst>
          </p:cNvPr>
          <p:cNvSpPr>
            <a:spLocks noGrp="1"/>
          </p:cNvSpPr>
          <p:nvPr>
            <p:ph type="ctrTitle"/>
          </p:nvPr>
        </p:nvSpPr>
        <p:spPr>
          <a:xfrm>
            <a:off x="228600" y="1"/>
            <a:ext cx="11734800" cy="400691"/>
          </a:xfrm>
        </p:spPr>
        <p:txBody>
          <a:bodyPr>
            <a:normAutofit fontScale="90000"/>
          </a:bodyPr>
          <a:lstStyle/>
          <a:p>
            <a:r>
              <a:rPr lang="en-US" sz="2400" b="1" dirty="0">
                <a:solidFill>
                  <a:srgbClr val="C00000"/>
                </a:solidFill>
                <a:latin typeface="Arial" panose="020B0604020202020204" pitchFamily="34" charset="0"/>
                <a:cs typeface="Arial" panose="020B0604020202020204" pitchFamily="34" charset="0"/>
              </a:rPr>
              <a:t>The effect of personal connections on provisions in procurement contracts </a:t>
            </a:r>
          </a:p>
        </p:txBody>
      </p:sp>
      <p:pic>
        <p:nvPicPr>
          <p:cNvPr id="20" name="Picture 19">
            <a:extLst>
              <a:ext uri="{FF2B5EF4-FFF2-40B4-BE49-F238E27FC236}">
                <a16:creationId xmlns:a16="http://schemas.microsoft.com/office/drawing/2014/main" id="{309E7415-3677-36C8-D621-F70561B98848}"/>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1F6C4CA0-CCB5-42EE-A6F2-139F096F9B03}"/>
              </a:ext>
            </a:extLst>
          </p:cNvPr>
          <p:cNvPicPr>
            <a:picLocks noChangeAspect="1"/>
          </p:cNvPicPr>
          <p:nvPr/>
        </p:nvPicPr>
        <p:blipFill>
          <a:blip r:embed="rId4"/>
          <a:stretch>
            <a:fillRect/>
          </a:stretch>
        </p:blipFill>
        <p:spPr>
          <a:xfrm>
            <a:off x="1017141" y="400692"/>
            <a:ext cx="8578922" cy="2347205"/>
          </a:xfrm>
          <a:prstGeom prst="rect">
            <a:avLst/>
          </a:prstGeom>
        </p:spPr>
      </p:pic>
      <p:pic>
        <p:nvPicPr>
          <p:cNvPr id="7" name="Picture 6">
            <a:extLst>
              <a:ext uri="{FF2B5EF4-FFF2-40B4-BE49-F238E27FC236}">
                <a16:creationId xmlns:a16="http://schemas.microsoft.com/office/drawing/2014/main" id="{DD1FF4D4-7695-89BE-E22C-75682A32D8BF}"/>
              </a:ext>
            </a:extLst>
          </p:cNvPr>
          <p:cNvPicPr>
            <a:picLocks noChangeAspect="1"/>
          </p:cNvPicPr>
          <p:nvPr/>
        </p:nvPicPr>
        <p:blipFill>
          <a:blip r:embed="rId5"/>
          <a:stretch>
            <a:fillRect/>
          </a:stretch>
        </p:blipFill>
        <p:spPr>
          <a:xfrm>
            <a:off x="1017136" y="2731321"/>
            <a:ext cx="8578922" cy="1537307"/>
          </a:xfrm>
          <a:prstGeom prst="rect">
            <a:avLst/>
          </a:prstGeom>
        </p:spPr>
      </p:pic>
      <p:pic>
        <p:nvPicPr>
          <p:cNvPr id="6" name="Picture 5">
            <a:extLst>
              <a:ext uri="{FF2B5EF4-FFF2-40B4-BE49-F238E27FC236}">
                <a16:creationId xmlns:a16="http://schemas.microsoft.com/office/drawing/2014/main" id="{D015C2AB-BE15-8CBC-0B7A-BD8190965DBD}"/>
              </a:ext>
            </a:extLst>
          </p:cNvPr>
          <p:cNvPicPr>
            <a:picLocks noChangeAspect="1"/>
          </p:cNvPicPr>
          <p:nvPr/>
        </p:nvPicPr>
        <p:blipFill>
          <a:blip r:embed="rId6"/>
          <a:stretch>
            <a:fillRect/>
          </a:stretch>
        </p:blipFill>
        <p:spPr>
          <a:xfrm>
            <a:off x="1017136" y="4268628"/>
            <a:ext cx="8578921" cy="2219635"/>
          </a:xfrm>
          <a:prstGeom prst="rect">
            <a:avLst/>
          </a:prstGeom>
        </p:spPr>
      </p:pic>
    </p:spTree>
    <p:extLst>
      <p:ext uri="{BB962C8B-B14F-4D97-AF65-F5344CB8AC3E}">
        <p14:creationId xmlns:p14="http://schemas.microsoft.com/office/powerpoint/2010/main" val="2879821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12F3B-6113-313D-A144-D9CD136355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E7CF0D0-E033-9524-CC25-30272AAE4480}"/>
              </a:ext>
            </a:extLst>
          </p:cNvPr>
          <p:cNvSpPr>
            <a:spLocks noGrp="1"/>
          </p:cNvSpPr>
          <p:nvPr>
            <p:ph type="ctrTitle"/>
          </p:nvPr>
        </p:nvSpPr>
        <p:spPr>
          <a:xfrm>
            <a:off x="251012" y="289250"/>
            <a:ext cx="11734800" cy="337767"/>
          </a:xfrm>
        </p:spPr>
        <p:txBody>
          <a:bodyPr>
            <a:noAutofit/>
          </a:bodyPr>
          <a:lstStyle/>
          <a:p>
            <a:r>
              <a:rPr lang="en-US" sz="2400" b="1" dirty="0">
                <a:solidFill>
                  <a:srgbClr val="C00000"/>
                </a:solidFill>
                <a:latin typeface="Arial" panose="020B0604020202020204" pitchFamily="34" charset="0"/>
                <a:cs typeface="Arial" panose="020B0604020202020204" pitchFamily="34" charset="0"/>
              </a:rPr>
              <a:t>The effect of personal connections on customer operations</a:t>
            </a:r>
          </a:p>
        </p:txBody>
      </p:sp>
      <p:pic>
        <p:nvPicPr>
          <p:cNvPr id="20" name="Picture 19">
            <a:extLst>
              <a:ext uri="{FF2B5EF4-FFF2-40B4-BE49-F238E27FC236}">
                <a16:creationId xmlns:a16="http://schemas.microsoft.com/office/drawing/2014/main" id="{FA4E45AD-3288-B602-9A3C-2F8E48DCADAF}"/>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F56C99E2-D295-34A8-86E5-453057F17E24}"/>
              </a:ext>
            </a:extLst>
          </p:cNvPr>
          <p:cNvPicPr>
            <a:picLocks noChangeAspect="1"/>
          </p:cNvPicPr>
          <p:nvPr/>
        </p:nvPicPr>
        <p:blipFill>
          <a:blip r:embed="rId3"/>
          <a:stretch>
            <a:fillRect/>
          </a:stretch>
        </p:blipFill>
        <p:spPr>
          <a:xfrm>
            <a:off x="166585" y="648616"/>
            <a:ext cx="6506483" cy="2505425"/>
          </a:xfrm>
          <a:prstGeom prst="rect">
            <a:avLst/>
          </a:prstGeom>
        </p:spPr>
      </p:pic>
      <p:pic>
        <p:nvPicPr>
          <p:cNvPr id="3" name="Picture 2">
            <a:extLst>
              <a:ext uri="{FF2B5EF4-FFF2-40B4-BE49-F238E27FC236}">
                <a16:creationId xmlns:a16="http://schemas.microsoft.com/office/drawing/2014/main" id="{55A982CD-C236-2DD8-841E-DC8741DE49DB}"/>
              </a:ext>
            </a:extLst>
          </p:cNvPr>
          <p:cNvPicPr>
            <a:picLocks noChangeAspect="1"/>
          </p:cNvPicPr>
          <p:nvPr/>
        </p:nvPicPr>
        <p:blipFill>
          <a:blip r:embed="rId4"/>
          <a:stretch>
            <a:fillRect/>
          </a:stretch>
        </p:blipFill>
        <p:spPr>
          <a:xfrm>
            <a:off x="166585" y="3341959"/>
            <a:ext cx="8649907" cy="362001"/>
          </a:xfrm>
          <a:prstGeom prst="rect">
            <a:avLst/>
          </a:prstGeom>
        </p:spPr>
      </p:pic>
      <p:pic>
        <p:nvPicPr>
          <p:cNvPr id="7" name="Picture 6">
            <a:extLst>
              <a:ext uri="{FF2B5EF4-FFF2-40B4-BE49-F238E27FC236}">
                <a16:creationId xmlns:a16="http://schemas.microsoft.com/office/drawing/2014/main" id="{882E663A-E3F5-A084-4629-7AB44193344A}"/>
              </a:ext>
            </a:extLst>
          </p:cNvPr>
          <p:cNvPicPr>
            <a:picLocks noChangeAspect="1"/>
          </p:cNvPicPr>
          <p:nvPr/>
        </p:nvPicPr>
        <p:blipFill>
          <a:blip r:embed="rId5"/>
          <a:stretch>
            <a:fillRect/>
          </a:stretch>
        </p:blipFill>
        <p:spPr>
          <a:xfrm>
            <a:off x="166585" y="3703960"/>
            <a:ext cx="8649907" cy="2126379"/>
          </a:xfrm>
          <a:prstGeom prst="rect">
            <a:avLst/>
          </a:prstGeom>
        </p:spPr>
      </p:pic>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B086B9F-41ED-8471-AE1E-357ECC763D98}"/>
                  </a:ext>
                </a:extLst>
              </p14:cNvPr>
              <p14:cNvContentPartPr/>
              <p14:nvPr/>
            </p14:nvContentPartPr>
            <p14:xfrm>
              <a:off x="4777386" y="4448488"/>
              <a:ext cx="3893040" cy="74520"/>
            </p14:xfrm>
          </p:contentPart>
        </mc:Choice>
        <mc:Fallback xmlns="">
          <p:pic>
            <p:nvPicPr>
              <p:cNvPr id="8" name="Ink 7">
                <a:extLst>
                  <a:ext uri="{FF2B5EF4-FFF2-40B4-BE49-F238E27FC236}">
                    <a16:creationId xmlns:a16="http://schemas.microsoft.com/office/drawing/2014/main" id="{7B086B9F-41ED-8471-AE1E-357ECC763D98}"/>
                  </a:ext>
                </a:extLst>
              </p:cNvPr>
              <p:cNvPicPr/>
              <p:nvPr/>
            </p:nvPicPr>
            <p:blipFill>
              <a:blip r:embed="rId7"/>
              <a:stretch>
                <a:fillRect/>
              </a:stretch>
            </p:blipFill>
            <p:spPr>
              <a:xfrm>
                <a:off x="4759746" y="4412488"/>
                <a:ext cx="39286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37D08650-7A34-46C7-01B0-4BC7EEACC491}"/>
                  </a:ext>
                </a:extLst>
              </p14:cNvPr>
              <p14:cNvContentPartPr/>
              <p14:nvPr/>
            </p14:nvContentPartPr>
            <p14:xfrm>
              <a:off x="225906" y="4735048"/>
              <a:ext cx="3880080" cy="63720"/>
            </p14:xfrm>
          </p:contentPart>
        </mc:Choice>
        <mc:Fallback xmlns="">
          <p:pic>
            <p:nvPicPr>
              <p:cNvPr id="9" name="Ink 8">
                <a:extLst>
                  <a:ext uri="{FF2B5EF4-FFF2-40B4-BE49-F238E27FC236}">
                    <a16:creationId xmlns:a16="http://schemas.microsoft.com/office/drawing/2014/main" id="{37D08650-7A34-46C7-01B0-4BC7EEACC491}"/>
                  </a:ext>
                </a:extLst>
              </p:cNvPr>
              <p:cNvPicPr/>
              <p:nvPr/>
            </p:nvPicPr>
            <p:blipFill>
              <a:blip r:embed="rId9"/>
              <a:stretch>
                <a:fillRect/>
              </a:stretch>
            </p:blipFill>
            <p:spPr>
              <a:xfrm>
                <a:off x="208266" y="4699408"/>
                <a:ext cx="3915720" cy="135360"/>
              </a:xfrm>
              <a:prstGeom prst="rect">
                <a:avLst/>
              </a:prstGeom>
            </p:spPr>
          </p:pic>
        </mc:Fallback>
      </mc:AlternateContent>
      <p:sp>
        <p:nvSpPr>
          <p:cNvPr id="6" name="TextBox 5">
            <a:extLst>
              <a:ext uri="{FF2B5EF4-FFF2-40B4-BE49-F238E27FC236}">
                <a16:creationId xmlns:a16="http://schemas.microsoft.com/office/drawing/2014/main" id="{704A371C-1EA7-E0A1-A244-1E7736D4B938}"/>
              </a:ext>
            </a:extLst>
          </p:cNvPr>
          <p:cNvSpPr txBox="1"/>
          <p:nvPr/>
        </p:nvSpPr>
        <p:spPr>
          <a:xfrm>
            <a:off x="7410091" y="733246"/>
            <a:ext cx="4080294" cy="1754326"/>
          </a:xfrm>
          <a:prstGeom prst="rect">
            <a:avLst/>
          </a:prstGeom>
          <a:noFill/>
        </p:spPr>
        <p:txBody>
          <a:bodyPr wrap="square">
            <a:spAutoFit/>
          </a:bodyPr>
          <a:lstStyle/>
          <a:p>
            <a:r>
              <a:rPr lang="en-US" dirty="0"/>
              <a:t>four alternative measures of operating efficiency: (1) volatility of inventory (INV_STD_C), (2) volatility of cost of goods sold (COGS_STD_C), (3) sales efficiency (SALE_ASSET_C), and (4) return on assets (ROA_C)</a:t>
            </a:r>
          </a:p>
        </p:txBody>
      </p:sp>
    </p:spTree>
    <p:extLst>
      <p:ext uri="{BB962C8B-B14F-4D97-AF65-F5344CB8AC3E}">
        <p14:creationId xmlns:p14="http://schemas.microsoft.com/office/powerpoint/2010/main" val="376288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07AC1-FFC7-BB02-3343-CA9BD04A94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566028-A1F8-53C1-D7BA-13DAE982E945}"/>
              </a:ext>
            </a:extLst>
          </p:cNvPr>
          <p:cNvSpPr>
            <a:spLocks noGrp="1"/>
          </p:cNvSpPr>
          <p:nvPr>
            <p:ph type="ctrTitle"/>
          </p:nvPr>
        </p:nvSpPr>
        <p:spPr>
          <a:xfrm>
            <a:off x="251012" y="289250"/>
            <a:ext cx="11734800" cy="337767"/>
          </a:xfrm>
        </p:spPr>
        <p:txBody>
          <a:bodyPr>
            <a:noAutofit/>
          </a:bodyPr>
          <a:lstStyle/>
          <a:p>
            <a:r>
              <a:rPr lang="en-US" sz="2400" b="1" dirty="0">
                <a:solidFill>
                  <a:srgbClr val="C00000"/>
                </a:solidFill>
                <a:latin typeface="Arial" panose="020B0604020202020204" pitchFamily="34" charset="0"/>
                <a:cs typeface="Arial" panose="020B0604020202020204" pitchFamily="34" charset="0"/>
              </a:rPr>
              <a:t>The effect of personal connections on customer operations</a:t>
            </a:r>
          </a:p>
        </p:txBody>
      </p:sp>
      <p:pic>
        <p:nvPicPr>
          <p:cNvPr id="20" name="Picture 19">
            <a:extLst>
              <a:ext uri="{FF2B5EF4-FFF2-40B4-BE49-F238E27FC236}">
                <a16:creationId xmlns:a16="http://schemas.microsoft.com/office/drawing/2014/main" id="{58AE3A73-07BD-F94E-D835-918345458E34}"/>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15F38EF7-EBEE-7C3B-A155-05EC7475AA2E}"/>
              </a:ext>
            </a:extLst>
          </p:cNvPr>
          <p:cNvPicPr>
            <a:picLocks noChangeAspect="1"/>
          </p:cNvPicPr>
          <p:nvPr/>
        </p:nvPicPr>
        <p:blipFill>
          <a:blip r:embed="rId3"/>
          <a:stretch>
            <a:fillRect/>
          </a:stretch>
        </p:blipFill>
        <p:spPr>
          <a:xfrm>
            <a:off x="0" y="745162"/>
            <a:ext cx="6611273" cy="4229690"/>
          </a:xfrm>
          <a:prstGeom prst="rect">
            <a:avLst/>
          </a:prstGeom>
        </p:spPr>
      </p:pic>
      <p:sp>
        <p:nvSpPr>
          <p:cNvPr id="6" name="TextBox 5">
            <a:extLst>
              <a:ext uri="{FF2B5EF4-FFF2-40B4-BE49-F238E27FC236}">
                <a16:creationId xmlns:a16="http://schemas.microsoft.com/office/drawing/2014/main" id="{C596EF71-69F2-FD24-11B1-25B0126D0F4D}"/>
              </a:ext>
            </a:extLst>
          </p:cNvPr>
          <p:cNvSpPr txBox="1"/>
          <p:nvPr/>
        </p:nvSpPr>
        <p:spPr>
          <a:xfrm>
            <a:off x="6737278" y="1076136"/>
            <a:ext cx="5454722" cy="3416320"/>
          </a:xfrm>
          <a:prstGeom prst="rect">
            <a:avLst/>
          </a:prstGeom>
          <a:noFill/>
        </p:spPr>
        <p:txBody>
          <a:bodyPr wrap="square">
            <a:spAutoFit/>
          </a:bodyPr>
          <a:lstStyle/>
          <a:p>
            <a:r>
              <a:rPr lang="en-US" dirty="0"/>
              <a:t>Panel A reports descriptive statistics for the variables used in the analysis. Each observation in the table represents a customer-year. The sample spans over 12 years. </a:t>
            </a:r>
          </a:p>
          <a:p>
            <a:endParaRPr lang="en-US" dirty="0"/>
          </a:p>
          <a:p>
            <a:r>
              <a:rPr lang="en-US" dirty="0"/>
              <a:t>17.5% of firm-year observations have connections, which is lower than 28.4% for customer-supplier pairs reported in Table 3. This lower percentage is due to the dilution caused by including customer firm-years before the formation of a connected supply-chain relationship, in which case CONNECTED takes the value of 0. </a:t>
            </a: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30D80DDA-A888-83B0-A2A7-753B7CD53199}"/>
                  </a:ext>
                </a:extLst>
              </p14:cNvPr>
              <p14:cNvContentPartPr/>
              <p14:nvPr/>
            </p14:nvContentPartPr>
            <p14:xfrm>
              <a:off x="3349266" y="4581328"/>
              <a:ext cx="429480" cy="38880"/>
            </p14:xfrm>
          </p:contentPart>
        </mc:Choice>
        <mc:Fallback xmlns="">
          <p:pic>
            <p:nvPicPr>
              <p:cNvPr id="7" name="Ink 6">
                <a:extLst>
                  <a:ext uri="{FF2B5EF4-FFF2-40B4-BE49-F238E27FC236}">
                    <a16:creationId xmlns:a16="http://schemas.microsoft.com/office/drawing/2014/main" id="{30D80DDA-A888-83B0-A2A7-753B7CD53199}"/>
                  </a:ext>
                </a:extLst>
              </p:cNvPr>
              <p:cNvPicPr/>
              <p:nvPr/>
            </p:nvPicPr>
            <p:blipFill>
              <a:blip r:embed="rId5"/>
              <a:stretch>
                <a:fillRect/>
              </a:stretch>
            </p:blipFill>
            <p:spPr>
              <a:xfrm>
                <a:off x="3331266" y="4545688"/>
                <a:ext cx="465120" cy="110520"/>
              </a:xfrm>
              <a:prstGeom prst="rect">
                <a:avLst/>
              </a:prstGeom>
            </p:spPr>
          </p:pic>
        </mc:Fallback>
      </mc:AlternateContent>
    </p:spTree>
    <p:extLst>
      <p:ext uri="{BB962C8B-B14F-4D97-AF65-F5344CB8AC3E}">
        <p14:creationId xmlns:p14="http://schemas.microsoft.com/office/powerpoint/2010/main" val="3560696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55FCC-5963-BA65-DE11-BE1C6CD3E1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5E2DB1-F43E-530B-4DA4-F25B7DDB583B}"/>
              </a:ext>
            </a:extLst>
          </p:cNvPr>
          <p:cNvSpPr>
            <a:spLocks noGrp="1"/>
          </p:cNvSpPr>
          <p:nvPr>
            <p:ph type="ctrTitle"/>
          </p:nvPr>
        </p:nvSpPr>
        <p:spPr>
          <a:xfrm>
            <a:off x="251012" y="0"/>
            <a:ext cx="11734800" cy="435429"/>
          </a:xfrm>
        </p:spPr>
        <p:txBody>
          <a:bodyPr>
            <a:noAutofit/>
          </a:bodyPr>
          <a:lstStyle/>
          <a:p>
            <a:r>
              <a:rPr lang="en-US" sz="2400" b="1" dirty="0">
                <a:solidFill>
                  <a:srgbClr val="C00000"/>
                </a:solidFill>
                <a:latin typeface="Arial" panose="020B0604020202020204" pitchFamily="34" charset="0"/>
                <a:cs typeface="Arial" panose="020B0604020202020204" pitchFamily="34" charset="0"/>
              </a:rPr>
              <a:t>The effect of personal connections on customer operations</a:t>
            </a:r>
          </a:p>
        </p:txBody>
      </p:sp>
      <p:pic>
        <p:nvPicPr>
          <p:cNvPr id="20" name="Picture 19">
            <a:extLst>
              <a:ext uri="{FF2B5EF4-FFF2-40B4-BE49-F238E27FC236}">
                <a16:creationId xmlns:a16="http://schemas.microsoft.com/office/drawing/2014/main" id="{EE7CBF84-AD5C-EC40-8B6E-CF6E00900FBD}"/>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12A3454E-9788-03B4-41D0-2DF8067A743C}"/>
              </a:ext>
            </a:extLst>
          </p:cNvPr>
          <p:cNvPicPr>
            <a:picLocks noChangeAspect="1"/>
          </p:cNvPicPr>
          <p:nvPr/>
        </p:nvPicPr>
        <p:blipFill>
          <a:blip r:embed="rId4"/>
          <a:stretch>
            <a:fillRect/>
          </a:stretch>
        </p:blipFill>
        <p:spPr>
          <a:xfrm>
            <a:off x="120777" y="542044"/>
            <a:ext cx="6620799" cy="6315956"/>
          </a:xfrm>
          <a:prstGeom prst="rect">
            <a:avLst/>
          </a:prstGeom>
        </p:spPr>
      </p:pic>
      <p:pic>
        <p:nvPicPr>
          <p:cNvPr id="7" name="Picture 6">
            <a:extLst>
              <a:ext uri="{FF2B5EF4-FFF2-40B4-BE49-F238E27FC236}">
                <a16:creationId xmlns:a16="http://schemas.microsoft.com/office/drawing/2014/main" id="{E986C137-F0A5-7133-0D66-C7185F1B936F}"/>
              </a:ext>
            </a:extLst>
          </p:cNvPr>
          <p:cNvPicPr>
            <a:picLocks noChangeAspect="1"/>
          </p:cNvPicPr>
          <p:nvPr/>
        </p:nvPicPr>
        <p:blipFill>
          <a:blip r:embed="rId5"/>
          <a:stretch>
            <a:fillRect/>
          </a:stretch>
        </p:blipFill>
        <p:spPr>
          <a:xfrm>
            <a:off x="6796115" y="668995"/>
            <a:ext cx="5275108" cy="1706880"/>
          </a:xfrm>
          <a:prstGeom prst="rect">
            <a:avLst/>
          </a:prstGeom>
        </p:spPr>
      </p:pic>
      <p:sp>
        <p:nvSpPr>
          <p:cNvPr id="3" name="TextBox 2">
            <a:extLst>
              <a:ext uri="{FF2B5EF4-FFF2-40B4-BE49-F238E27FC236}">
                <a16:creationId xmlns:a16="http://schemas.microsoft.com/office/drawing/2014/main" id="{08E61FC2-4040-384F-5F85-0906E2FFED33}"/>
              </a:ext>
            </a:extLst>
          </p:cNvPr>
          <p:cNvSpPr txBox="1"/>
          <p:nvPr/>
        </p:nvSpPr>
        <p:spPr>
          <a:xfrm>
            <a:off x="6955604" y="2609441"/>
            <a:ext cx="4941870" cy="1200329"/>
          </a:xfrm>
          <a:prstGeom prst="rect">
            <a:avLst/>
          </a:prstGeom>
          <a:noFill/>
        </p:spPr>
        <p:txBody>
          <a:bodyPr wrap="square">
            <a:spAutoFit/>
          </a:bodyPr>
          <a:lstStyle/>
          <a:p>
            <a:r>
              <a:rPr lang="en-US" dirty="0"/>
              <a:t>Panel B reports regression results. Weighted least squares (WLS) is used to account for large customers (e.g., Walmart), which have multiple suppliers in the sample. </a:t>
            </a:r>
          </a:p>
        </p:txBody>
      </p:sp>
    </p:spTree>
    <p:extLst>
      <p:ext uri="{BB962C8B-B14F-4D97-AF65-F5344CB8AC3E}">
        <p14:creationId xmlns:p14="http://schemas.microsoft.com/office/powerpoint/2010/main" val="1690535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47707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566530"/>
            <a:ext cx="11887200" cy="5167521"/>
          </a:xfrm>
        </p:spPr>
        <p:txBody>
          <a:bodyPr>
            <a:normAutofit/>
          </a:bodyPr>
          <a:lstStyle/>
          <a:p>
            <a:pPr marL="571500" indent="-571500" algn="l">
              <a:buFont typeface="Arial" panose="020B0604020202020204" pitchFamily="34" charset="0"/>
              <a:buChar char="•"/>
            </a:pPr>
            <a:r>
              <a:rPr lang="en-US" dirty="0"/>
              <a:t>The likelihood that a potential supplier (hereafter, a vendor) is selected to be an actual supplier (hereafter, supplier) increases when personal connections between executives of the vendor and the customer exist. </a:t>
            </a:r>
          </a:p>
          <a:p>
            <a:pPr marL="571500" indent="-571500" algn="l">
              <a:buFont typeface="Arial" panose="020B0604020202020204" pitchFamily="34" charset="0"/>
              <a:buChar char="•"/>
            </a:pPr>
            <a:r>
              <a:rPr lang="en-US" dirty="0"/>
              <a:t>The magnitude of the effect varies predictably across management ranks and positions and is stronger when information asymmetries between a vendor and a customer are high. </a:t>
            </a:r>
          </a:p>
          <a:p>
            <a:pPr marL="571500" indent="-571500" algn="l">
              <a:buFont typeface="Arial" panose="020B0604020202020204" pitchFamily="34" charset="0"/>
              <a:buChar char="•"/>
            </a:pPr>
            <a:r>
              <a:rPr lang="en-US" dirty="0"/>
              <a:t>Conditioning on the existence of a supply-chain partnership, a departure of a personally connected executive prompts the termination of the supply-chain relationship more often than a departure of an unconnected executive. </a:t>
            </a:r>
          </a:p>
          <a:p>
            <a:pPr marL="571500" indent="-571500" algn="l">
              <a:buFont typeface="Arial" panose="020B0604020202020204" pitchFamily="34" charset="0"/>
              <a:buChar char="•"/>
            </a:pPr>
            <a:r>
              <a:rPr lang="en-US" dirty="0"/>
              <a:t>Additional analyses show personal connections are associated with less restrictive procurement contracts and with improved customer performance after the formation of a supply-chain relationship.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7619</TotalTime>
  <Words>2186</Words>
  <Application>Microsoft Office PowerPoint</Application>
  <PresentationFormat>Widescreen</PresentationFormat>
  <Paragraphs>97</Paragraphs>
  <Slides>24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Calisto MT</vt:lpstr>
      <vt:lpstr>Open Sans</vt:lpstr>
      <vt:lpstr>Wingdings 2</vt:lpstr>
      <vt:lpstr>Slate</vt:lpstr>
      <vt:lpstr>Buying products from whom you know: personal connections and information asymmetry in supply chain relationships</vt:lpstr>
      <vt:lpstr>Research Question:</vt:lpstr>
      <vt:lpstr>Literature Contributions</vt:lpstr>
      <vt:lpstr>Hypothesis Development</vt:lpstr>
      <vt:lpstr>Sample Selection</vt:lpstr>
      <vt:lpstr>Identification of Non-supplier vendors</vt:lpstr>
      <vt:lpstr>Descriptive Statistics</vt:lpstr>
      <vt:lpstr>Descriptive Statistics</vt:lpstr>
      <vt:lpstr>Descriptive Statistics</vt:lpstr>
      <vt:lpstr>The effect of personal connections on customers’ choice of suppliers</vt:lpstr>
      <vt:lpstr>The effect of management rank and position</vt:lpstr>
      <vt:lpstr>The effect of management rank and position</vt:lpstr>
      <vt:lpstr>Executive departure analysis</vt:lpstr>
      <vt:lpstr>Executive departure analysis</vt:lpstr>
      <vt:lpstr>Executive departure analysis</vt:lpstr>
      <vt:lpstr>Do personal connections mitigate information asymmetries in supplier selection?</vt:lpstr>
      <vt:lpstr> Consequences of personal connections in the supply chain</vt:lpstr>
      <vt:lpstr> The effect of personal connections on provisions in procurement contracts</vt:lpstr>
      <vt:lpstr>The effect of personal connections on provisions in procurement contracts </vt:lpstr>
      <vt:lpstr>The effect of personal connections on customer operations</vt:lpstr>
      <vt:lpstr>The effect of personal connections on customer operations</vt:lpstr>
      <vt:lpstr>The effect of personal connections on customer operations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529</cp:revision>
  <dcterms:created xsi:type="dcterms:W3CDTF">2024-01-18T13:26:59Z</dcterms:created>
  <dcterms:modified xsi:type="dcterms:W3CDTF">2024-11-05T14:38:02Z</dcterms:modified>
</cp:coreProperties>
</file>