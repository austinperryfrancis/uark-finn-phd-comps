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notesSlides/notesSlide6.xml" ContentType="application/vnd.openxmlformats-officedocument.presentationml.notesSlide+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39.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25"/>
  </p:notesMasterIdLst>
  <p:sldIdLst>
    <p:sldId id="291" r:id="rId2"/>
    <p:sldId id="292" r:id="rId3"/>
    <p:sldId id="393" r:id="rId4"/>
    <p:sldId id="388" r:id="rId5"/>
    <p:sldId id="389" r:id="rId6"/>
    <p:sldId id="390" r:id="rId7"/>
    <p:sldId id="391" r:id="rId8"/>
    <p:sldId id="392" r:id="rId9"/>
    <p:sldId id="395" r:id="rId10"/>
    <p:sldId id="396" r:id="rId11"/>
    <p:sldId id="397" r:id="rId12"/>
    <p:sldId id="398" r:id="rId13"/>
    <p:sldId id="400" r:id="rId14"/>
    <p:sldId id="401" r:id="rId15"/>
    <p:sldId id="402" r:id="rId16"/>
    <p:sldId id="403" r:id="rId17"/>
    <p:sldId id="404" r:id="rId18"/>
    <p:sldId id="405" r:id="rId19"/>
    <p:sldId id="406" r:id="rId20"/>
    <p:sldId id="407" r:id="rId21"/>
    <p:sldId id="408" r:id="rId22"/>
    <p:sldId id="293" r:id="rId23"/>
    <p:sldId id="29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7A87FB5-F0EB-4FBA-8A5E-FAAD43B7474B}">
          <p14:sldIdLst>
            <p14:sldId id="291"/>
            <p14:sldId id="292"/>
            <p14:sldId id="393"/>
            <p14:sldId id="388"/>
            <p14:sldId id="389"/>
            <p14:sldId id="390"/>
            <p14:sldId id="391"/>
            <p14:sldId id="392"/>
            <p14:sldId id="395"/>
            <p14:sldId id="396"/>
            <p14:sldId id="397"/>
            <p14:sldId id="398"/>
            <p14:sldId id="400"/>
            <p14:sldId id="401"/>
            <p14:sldId id="402"/>
            <p14:sldId id="403"/>
            <p14:sldId id="404"/>
            <p14:sldId id="405"/>
            <p14:sldId id="406"/>
            <p14:sldId id="407"/>
            <p14:sldId id="408"/>
          </p14:sldIdLst>
        </p14:section>
        <p14:section name="Untitled Section" id="{43869892-F9B2-4101-B346-C564C3AD44BA}">
          <p14:sldIdLst>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9A3FD9-75E6-48B4-8622-40F229F05D29}" v="7" dt="2024-09-11T21:25:49.1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367" autoAdjust="0"/>
    <p:restoredTop sz="84888" autoAdjust="0"/>
  </p:normalViewPr>
  <p:slideViewPr>
    <p:cSldViewPr snapToGrid="0">
      <p:cViewPr varScale="1">
        <p:scale>
          <a:sx n="73" d="100"/>
          <a:sy n="73" d="100"/>
        </p:scale>
        <p:origin x="692" y="76"/>
      </p:cViewPr>
      <p:guideLst/>
    </p:cSldViewPr>
  </p:slideViewPr>
  <p:notesTextViewPr>
    <p:cViewPr>
      <p:scale>
        <a:sx n="1" d="1"/>
        <a:sy n="1" d="1"/>
      </p:scale>
      <p:origin x="0" y="-56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 Li" userId="8c31b902-5b3a-4bc1-a03f-ce296c1668b4" providerId="ADAL" clId="{6F9A3FD9-75E6-48B4-8622-40F229F05D29}"/>
    <pc:docChg chg="undo custSel addSld delSld modSld sldOrd">
      <pc:chgData name="Yan Li" userId="8c31b902-5b3a-4bc1-a03f-ce296c1668b4" providerId="ADAL" clId="{6F9A3FD9-75E6-48B4-8622-40F229F05D29}" dt="2024-09-12T19:03:07.450" v="908" actId="14100"/>
      <pc:docMkLst>
        <pc:docMk/>
      </pc:docMkLst>
      <pc:sldChg chg="modSp mod">
        <pc:chgData name="Yan Li" userId="8c31b902-5b3a-4bc1-a03f-ce296c1668b4" providerId="ADAL" clId="{6F9A3FD9-75E6-48B4-8622-40F229F05D29}" dt="2024-09-11T14:31:51.268" v="118" actId="20577"/>
        <pc:sldMkLst>
          <pc:docMk/>
          <pc:sldMk cId="811220229" sldId="291"/>
        </pc:sldMkLst>
        <pc:spChg chg="mod">
          <ac:chgData name="Yan Li" userId="8c31b902-5b3a-4bc1-a03f-ce296c1668b4" providerId="ADAL" clId="{6F9A3FD9-75E6-48B4-8622-40F229F05D29}" dt="2024-09-11T14:25:29.871" v="18" actId="27636"/>
          <ac:spMkLst>
            <pc:docMk/>
            <pc:sldMk cId="811220229" sldId="291"/>
            <ac:spMk id="2" creationId="{A0B2FD85-87AA-4580-1FB4-0EBB0A967AA9}"/>
          </ac:spMkLst>
        </pc:spChg>
        <pc:spChg chg="mod">
          <ac:chgData name="Yan Li" userId="8c31b902-5b3a-4bc1-a03f-ce296c1668b4" providerId="ADAL" clId="{6F9A3FD9-75E6-48B4-8622-40F229F05D29}" dt="2024-09-11T14:31:51.268" v="118" actId="20577"/>
          <ac:spMkLst>
            <pc:docMk/>
            <pc:sldMk cId="811220229" sldId="291"/>
            <ac:spMk id="3" creationId="{829828C6-6D41-BE5B-CC0A-8492B54C3375}"/>
          </ac:spMkLst>
        </pc:spChg>
      </pc:sldChg>
      <pc:sldChg chg="modSp mod">
        <pc:chgData name="Yan Li" userId="8c31b902-5b3a-4bc1-a03f-ce296c1668b4" providerId="ADAL" clId="{6F9A3FD9-75E6-48B4-8622-40F229F05D29}" dt="2024-09-11T14:37:29.706" v="184" actId="20577"/>
        <pc:sldMkLst>
          <pc:docMk/>
          <pc:sldMk cId="2783577023" sldId="292"/>
        </pc:sldMkLst>
        <pc:spChg chg="mod">
          <ac:chgData name="Yan Li" userId="8c31b902-5b3a-4bc1-a03f-ce296c1668b4" providerId="ADAL" clId="{6F9A3FD9-75E6-48B4-8622-40F229F05D29}" dt="2024-09-11T14:37:16.594" v="176" actId="20577"/>
          <ac:spMkLst>
            <pc:docMk/>
            <pc:sldMk cId="2783577023" sldId="292"/>
            <ac:spMk id="3" creationId="{829828C6-6D41-BE5B-CC0A-8492B54C3375}"/>
          </ac:spMkLst>
        </pc:spChg>
        <pc:spChg chg="mod">
          <ac:chgData name="Yan Li" userId="8c31b902-5b3a-4bc1-a03f-ce296c1668b4" providerId="ADAL" clId="{6F9A3FD9-75E6-48B4-8622-40F229F05D29}" dt="2024-09-11T14:37:29.706" v="184" actId="20577"/>
          <ac:spMkLst>
            <pc:docMk/>
            <pc:sldMk cId="2783577023" sldId="292"/>
            <ac:spMk id="5" creationId="{87397B05-2868-01CF-5915-644A9A5CFD2E}"/>
          </ac:spMkLst>
        </pc:spChg>
      </pc:sldChg>
      <pc:sldChg chg="modSp mod">
        <pc:chgData name="Yan Li" userId="8c31b902-5b3a-4bc1-a03f-ce296c1668b4" providerId="ADAL" clId="{6F9A3FD9-75E6-48B4-8622-40F229F05D29}" dt="2024-09-11T14:35:49.649" v="137" actId="20577"/>
        <pc:sldMkLst>
          <pc:docMk/>
          <pc:sldMk cId="1794454954" sldId="293"/>
        </pc:sldMkLst>
        <pc:spChg chg="mod">
          <ac:chgData name="Yan Li" userId="8c31b902-5b3a-4bc1-a03f-ce296c1668b4" providerId="ADAL" clId="{6F9A3FD9-75E6-48B4-8622-40F229F05D29}" dt="2024-09-11T14:35:49.649" v="137" actId="20577"/>
          <ac:spMkLst>
            <pc:docMk/>
            <pc:sldMk cId="1794454954" sldId="293"/>
            <ac:spMk id="3" creationId="{829828C6-6D41-BE5B-CC0A-8492B54C3375}"/>
          </ac:spMkLst>
        </pc:spChg>
      </pc:sldChg>
      <pc:sldChg chg="addSp delSp modSp mod">
        <pc:chgData name="Yan Li" userId="8c31b902-5b3a-4bc1-a03f-ce296c1668b4" providerId="ADAL" clId="{6F9A3FD9-75E6-48B4-8622-40F229F05D29}" dt="2024-09-11T14:25:07.823" v="12" actId="478"/>
        <pc:sldMkLst>
          <pc:docMk/>
          <pc:sldMk cId="735065743" sldId="294"/>
        </pc:sldMkLst>
        <pc:spChg chg="del mod">
          <ac:chgData name="Yan Li" userId="8c31b902-5b3a-4bc1-a03f-ce296c1668b4" providerId="ADAL" clId="{6F9A3FD9-75E6-48B4-8622-40F229F05D29}" dt="2024-09-11T14:25:07.823" v="12" actId="478"/>
          <ac:spMkLst>
            <pc:docMk/>
            <pc:sldMk cId="735065743" sldId="294"/>
            <ac:spMk id="3" creationId="{829828C6-6D41-BE5B-CC0A-8492B54C3375}"/>
          </ac:spMkLst>
        </pc:spChg>
        <pc:spChg chg="add mod">
          <ac:chgData name="Yan Li" userId="8c31b902-5b3a-4bc1-a03f-ce296c1668b4" providerId="ADAL" clId="{6F9A3FD9-75E6-48B4-8622-40F229F05D29}" dt="2024-09-11T14:24:56.120" v="11" actId="20577"/>
          <ac:spMkLst>
            <pc:docMk/>
            <pc:sldMk cId="735065743" sldId="294"/>
            <ac:spMk id="4" creationId="{5A21D306-94C6-13E1-545F-46C526B992F5}"/>
          </ac:spMkLst>
        </pc:spChg>
        <pc:spChg chg="del">
          <ac:chgData name="Yan Li" userId="8c31b902-5b3a-4bc1-a03f-ce296c1668b4" providerId="ADAL" clId="{6F9A3FD9-75E6-48B4-8622-40F229F05D29}" dt="2024-09-11T14:24:51.695" v="1" actId="478"/>
          <ac:spMkLst>
            <pc:docMk/>
            <pc:sldMk cId="735065743" sldId="294"/>
            <ac:spMk id="5" creationId="{87397B05-2868-01CF-5915-644A9A5CFD2E}"/>
          </ac:spMkLst>
        </pc:spChg>
      </pc:sldChg>
      <pc:sldChg chg="modSp mod">
        <pc:chgData name="Yan Li" userId="8c31b902-5b3a-4bc1-a03f-ce296c1668b4" providerId="ADAL" clId="{6F9A3FD9-75E6-48B4-8622-40F229F05D29}" dt="2024-09-11T15:18:14.562" v="420"/>
        <pc:sldMkLst>
          <pc:docMk/>
          <pc:sldMk cId="39364166" sldId="336"/>
        </pc:sldMkLst>
        <pc:spChg chg="mod">
          <ac:chgData name="Yan Li" userId="8c31b902-5b3a-4bc1-a03f-ce296c1668b4" providerId="ADAL" clId="{6F9A3FD9-75E6-48B4-8622-40F229F05D29}" dt="2024-09-11T15:18:14.562" v="420"/>
          <ac:spMkLst>
            <pc:docMk/>
            <pc:sldMk cId="39364166" sldId="336"/>
            <ac:spMk id="4" creationId="{9AB0BF49-E80D-DBCB-4C42-05CFFE57A525}"/>
          </ac:spMkLst>
        </pc:spChg>
        <pc:spChg chg="mod">
          <ac:chgData name="Yan Li" userId="8c31b902-5b3a-4bc1-a03f-ce296c1668b4" providerId="ADAL" clId="{6F9A3FD9-75E6-48B4-8622-40F229F05D29}" dt="2024-09-11T14:44:35.143" v="190" actId="20577"/>
          <ac:spMkLst>
            <pc:docMk/>
            <pc:sldMk cId="39364166" sldId="336"/>
            <ac:spMk id="5" creationId="{87397B05-2868-01CF-5915-644A9A5CFD2E}"/>
          </ac:spMkLst>
        </pc:spChg>
      </pc:sldChg>
      <pc:sldChg chg="addSp delSp modSp mod">
        <pc:chgData name="Yan Li" userId="8c31b902-5b3a-4bc1-a03f-ce296c1668b4" providerId="ADAL" clId="{6F9A3FD9-75E6-48B4-8622-40F229F05D29}" dt="2024-09-11T21:29:47.318" v="850" actId="20577"/>
        <pc:sldMkLst>
          <pc:docMk/>
          <pc:sldMk cId="1672721486" sldId="353"/>
        </pc:sldMkLst>
        <pc:spChg chg="mod">
          <ac:chgData name="Yan Li" userId="8c31b902-5b3a-4bc1-a03f-ce296c1668b4" providerId="ADAL" clId="{6F9A3FD9-75E6-48B4-8622-40F229F05D29}" dt="2024-09-11T21:29:47.318" v="850" actId="20577"/>
          <ac:spMkLst>
            <pc:docMk/>
            <pc:sldMk cId="1672721486" sldId="353"/>
            <ac:spMk id="5" creationId="{87397B05-2868-01CF-5915-644A9A5CFD2E}"/>
          </ac:spMkLst>
        </pc:spChg>
        <pc:spChg chg="del">
          <ac:chgData name="Yan Li" userId="8c31b902-5b3a-4bc1-a03f-ce296c1668b4" providerId="ADAL" clId="{6F9A3FD9-75E6-48B4-8622-40F229F05D29}" dt="2024-09-11T20:10:06.964" v="526" actId="478"/>
          <ac:spMkLst>
            <pc:docMk/>
            <pc:sldMk cId="1672721486" sldId="353"/>
            <ac:spMk id="8" creationId="{0160CDDE-8B8A-47B1-6D47-8E6BF547EEA2}"/>
          </ac:spMkLst>
        </pc:spChg>
        <pc:picChg chg="del">
          <ac:chgData name="Yan Li" userId="8c31b902-5b3a-4bc1-a03f-ce296c1668b4" providerId="ADAL" clId="{6F9A3FD9-75E6-48B4-8622-40F229F05D29}" dt="2024-09-11T20:09:58.610" v="524" actId="478"/>
          <ac:picMkLst>
            <pc:docMk/>
            <pc:sldMk cId="1672721486" sldId="353"/>
            <ac:picMk id="3" creationId="{FE977112-40CB-FBCD-38A6-0799E4D9B6CF}"/>
          </ac:picMkLst>
        </pc:picChg>
        <pc:picChg chg="add mod">
          <ac:chgData name="Yan Li" userId="8c31b902-5b3a-4bc1-a03f-ce296c1668b4" providerId="ADAL" clId="{6F9A3FD9-75E6-48B4-8622-40F229F05D29}" dt="2024-09-11T20:10:39.077" v="535" actId="14100"/>
          <ac:picMkLst>
            <pc:docMk/>
            <pc:sldMk cId="1672721486" sldId="353"/>
            <ac:picMk id="4" creationId="{66D71068-19D8-FCE8-C3D8-B7F8F0B2602E}"/>
          </ac:picMkLst>
        </pc:picChg>
        <pc:picChg chg="add mod">
          <ac:chgData name="Yan Li" userId="8c31b902-5b3a-4bc1-a03f-ce296c1668b4" providerId="ADAL" clId="{6F9A3FD9-75E6-48B4-8622-40F229F05D29}" dt="2024-09-11T20:11:05.697" v="539" actId="14100"/>
          <ac:picMkLst>
            <pc:docMk/>
            <pc:sldMk cId="1672721486" sldId="353"/>
            <ac:picMk id="7" creationId="{9FF394D2-AEC5-45B5-182F-F6EAF175061A}"/>
          </ac:picMkLst>
        </pc:picChg>
        <pc:picChg chg="add mod">
          <ac:chgData name="Yan Li" userId="8c31b902-5b3a-4bc1-a03f-ce296c1668b4" providerId="ADAL" clId="{6F9A3FD9-75E6-48B4-8622-40F229F05D29}" dt="2024-09-11T20:11:11.803" v="540" actId="14100"/>
          <ac:picMkLst>
            <pc:docMk/>
            <pc:sldMk cId="1672721486" sldId="353"/>
            <ac:picMk id="10" creationId="{4ABF265F-2465-2972-71AB-3B53C06BD6CC}"/>
          </ac:picMkLst>
        </pc:picChg>
      </pc:sldChg>
      <pc:sldChg chg="del">
        <pc:chgData name="Yan Li" userId="8c31b902-5b3a-4bc1-a03f-ce296c1668b4" providerId="ADAL" clId="{6F9A3FD9-75E6-48B4-8622-40F229F05D29}" dt="2024-09-11T20:14:41.715" v="583" actId="2696"/>
        <pc:sldMkLst>
          <pc:docMk/>
          <pc:sldMk cId="1992345357" sldId="354"/>
        </pc:sldMkLst>
      </pc:sldChg>
      <pc:sldChg chg="addSp delSp modSp mod">
        <pc:chgData name="Yan Li" userId="8c31b902-5b3a-4bc1-a03f-ce296c1668b4" providerId="ADAL" clId="{6F9A3FD9-75E6-48B4-8622-40F229F05D29}" dt="2024-09-11T20:08:27.934" v="523" actId="14100"/>
        <pc:sldMkLst>
          <pc:docMk/>
          <pc:sldMk cId="2389474902" sldId="362"/>
        </pc:sldMkLst>
        <pc:spChg chg="mod">
          <ac:chgData name="Yan Li" userId="8c31b902-5b3a-4bc1-a03f-ce296c1668b4" providerId="ADAL" clId="{6F9A3FD9-75E6-48B4-8622-40F229F05D29}" dt="2024-09-11T20:04:03.526" v="515" actId="20577"/>
          <ac:spMkLst>
            <pc:docMk/>
            <pc:sldMk cId="2389474902" sldId="362"/>
            <ac:spMk id="5" creationId="{87397B05-2868-01CF-5915-644A9A5CFD2E}"/>
          </ac:spMkLst>
        </pc:spChg>
        <pc:spChg chg="del">
          <ac:chgData name="Yan Li" userId="8c31b902-5b3a-4bc1-a03f-ce296c1668b4" providerId="ADAL" clId="{6F9A3FD9-75E6-48B4-8622-40F229F05D29}" dt="2024-09-11T20:03:57.175" v="512" actId="478"/>
          <ac:spMkLst>
            <pc:docMk/>
            <pc:sldMk cId="2389474902" sldId="362"/>
            <ac:spMk id="11" creationId="{E65F6242-B1DD-FB3E-7288-A430926B0532}"/>
          </ac:spMkLst>
        </pc:spChg>
        <pc:spChg chg="del">
          <ac:chgData name="Yan Li" userId="8c31b902-5b3a-4bc1-a03f-ce296c1668b4" providerId="ADAL" clId="{6F9A3FD9-75E6-48B4-8622-40F229F05D29}" dt="2024-09-11T20:03:59.499" v="513" actId="478"/>
          <ac:spMkLst>
            <pc:docMk/>
            <pc:sldMk cId="2389474902" sldId="362"/>
            <ac:spMk id="14" creationId="{51C5A95B-C155-9A4C-ABA6-39802806D910}"/>
          </ac:spMkLst>
        </pc:spChg>
        <pc:picChg chg="add mod">
          <ac:chgData name="Yan Li" userId="8c31b902-5b3a-4bc1-a03f-ce296c1668b4" providerId="ADAL" clId="{6F9A3FD9-75E6-48B4-8622-40F229F05D29}" dt="2024-09-11T20:08:27.934" v="523" actId="14100"/>
          <ac:picMkLst>
            <pc:docMk/>
            <pc:sldMk cId="2389474902" sldId="362"/>
            <ac:picMk id="3" creationId="{84FAFC4A-9DFB-B88B-FB17-CEE8E95E6FF2}"/>
          </ac:picMkLst>
        </pc:picChg>
        <pc:picChg chg="del">
          <ac:chgData name="Yan Li" userId="8c31b902-5b3a-4bc1-a03f-ce296c1668b4" providerId="ADAL" clId="{6F9A3FD9-75E6-48B4-8622-40F229F05D29}" dt="2024-09-11T20:03:54.224" v="511" actId="478"/>
          <ac:picMkLst>
            <pc:docMk/>
            <pc:sldMk cId="2389474902" sldId="362"/>
            <ac:picMk id="4" creationId="{23889084-B2E1-067C-B5FF-27B6C955487D}"/>
          </ac:picMkLst>
        </pc:picChg>
        <pc:picChg chg="del">
          <ac:chgData name="Yan Li" userId="8c31b902-5b3a-4bc1-a03f-ce296c1668b4" providerId="ADAL" clId="{6F9A3FD9-75E6-48B4-8622-40F229F05D29}" dt="2024-09-11T20:03:52.667" v="510" actId="478"/>
          <ac:picMkLst>
            <pc:docMk/>
            <pc:sldMk cId="2389474902" sldId="362"/>
            <ac:picMk id="8" creationId="{CA59E1EA-A92F-2881-A947-568663F6FCCD}"/>
          </ac:picMkLst>
        </pc:picChg>
      </pc:sldChg>
      <pc:sldChg chg="addSp delSp modSp mod">
        <pc:chgData name="Yan Li" userId="8c31b902-5b3a-4bc1-a03f-ce296c1668b4" providerId="ADAL" clId="{6F9A3FD9-75E6-48B4-8622-40F229F05D29}" dt="2024-09-11T15:29:30.996" v="473" actId="14100"/>
        <pc:sldMkLst>
          <pc:docMk/>
          <pc:sldMk cId="4040327365" sldId="363"/>
        </pc:sldMkLst>
        <pc:spChg chg="del mod">
          <ac:chgData name="Yan Li" userId="8c31b902-5b3a-4bc1-a03f-ce296c1668b4" providerId="ADAL" clId="{6F9A3FD9-75E6-48B4-8622-40F229F05D29}" dt="2024-09-11T14:56:40.621" v="406" actId="478"/>
          <ac:spMkLst>
            <pc:docMk/>
            <pc:sldMk cId="4040327365" sldId="363"/>
            <ac:spMk id="4" creationId="{9AB0BF49-E80D-DBCB-4C42-05CFFE57A525}"/>
          </ac:spMkLst>
        </pc:spChg>
        <pc:spChg chg="mod">
          <ac:chgData name="Yan Li" userId="8c31b902-5b3a-4bc1-a03f-ce296c1668b4" providerId="ADAL" clId="{6F9A3FD9-75E6-48B4-8622-40F229F05D29}" dt="2024-09-11T14:57:27.264" v="413"/>
          <ac:spMkLst>
            <pc:docMk/>
            <pc:sldMk cId="4040327365" sldId="363"/>
            <ac:spMk id="5" creationId="{87397B05-2868-01CF-5915-644A9A5CFD2E}"/>
          </ac:spMkLst>
        </pc:spChg>
        <pc:spChg chg="del">
          <ac:chgData name="Yan Li" userId="8c31b902-5b3a-4bc1-a03f-ce296c1668b4" providerId="ADAL" clId="{6F9A3FD9-75E6-48B4-8622-40F229F05D29}" dt="2024-09-11T14:56:42.145" v="407" actId="478"/>
          <ac:spMkLst>
            <pc:docMk/>
            <pc:sldMk cId="4040327365" sldId="363"/>
            <ac:spMk id="6" creationId="{EBDE8F8F-1E69-637B-C7AE-A04DDE82AF07}"/>
          </ac:spMkLst>
        </pc:spChg>
        <pc:spChg chg="del">
          <ac:chgData name="Yan Li" userId="8c31b902-5b3a-4bc1-a03f-ce296c1668b4" providerId="ADAL" clId="{6F9A3FD9-75E6-48B4-8622-40F229F05D29}" dt="2024-09-11T14:56:44.657" v="408" actId="478"/>
          <ac:spMkLst>
            <pc:docMk/>
            <pc:sldMk cId="4040327365" sldId="363"/>
            <ac:spMk id="8" creationId="{EA0D4854-5387-B9AA-72E7-8E07F595390E}"/>
          </ac:spMkLst>
        </pc:spChg>
        <pc:spChg chg="add del mod">
          <ac:chgData name="Yan Li" userId="8c31b902-5b3a-4bc1-a03f-ce296c1668b4" providerId="ADAL" clId="{6F9A3FD9-75E6-48B4-8622-40F229F05D29}" dt="2024-09-11T15:28:46.887" v="463" actId="478"/>
          <ac:spMkLst>
            <pc:docMk/>
            <pc:sldMk cId="4040327365" sldId="363"/>
            <ac:spMk id="10" creationId="{4F036EC2-E650-EC80-F2A9-D2525366FFAB}"/>
          </ac:spMkLst>
        </pc:spChg>
        <pc:spChg chg="add mod">
          <ac:chgData name="Yan Li" userId="8c31b902-5b3a-4bc1-a03f-ce296c1668b4" providerId="ADAL" clId="{6F9A3FD9-75E6-48B4-8622-40F229F05D29}" dt="2024-09-11T15:29:25.417" v="472" actId="14100"/>
          <ac:spMkLst>
            <pc:docMk/>
            <pc:sldMk cId="4040327365" sldId="363"/>
            <ac:spMk id="11" creationId="{73471EBA-6BC0-0DD0-04E4-4A2D385A71F7}"/>
          </ac:spMkLst>
        </pc:spChg>
        <pc:spChg chg="add mod">
          <ac:chgData name="Yan Li" userId="8c31b902-5b3a-4bc1-a03f-ce296c1668b4" providerId="ADAL" clId="{6F9A3FD9-75E6-48B4-8622-40F229F05D29}" dt="2024-09-11T15:29:30.996" v="473" actId="14100"/>
          <ac:spMkLst>
            <pc:docMk/>
            <pc:sldMk cId="4040327365" sldId="363"/>
            <ac:spMk id="12" creationId="{5D58AEDB-C825-A4AD-DECD-1719F885D9F9}"/>
          </ac:spMkLst>
        </pc:spChg>
        <pc:picChg chg="del">
          <ac:chgData name="Yan Li" userId="8c31b902-5b3a-4bc1-a03f-ce296c1668b4" providerId="ADAL" clId="{6F9A3FD9-75E6-48B4-8622-40F229F05D29}" dt="2024-09-11T14:56:37.823" v="404" actId="478"/>
          <ac:picMkLst>
            <pc:docMk/>
            <pc:sldMk cId="4040327365" sldId="363"/>
            <ac:picMk id="3" creationId="{E66D0882-ECA8-545C-9C86-E2A8E77C0240}"/>
          </ac:picMkLst>
        </pc:picChg>
        <pc:picChg chg="add mod">
          <ac:chgData name="Yan Li" userId="8c31b902-5b3a-4bc1-a03f-ce296c1668b4" providerId="ADAL" clId="{6F9A3FD9-75E6-48B4-8622-40F229F05D29}" dt="2024-09-11T15:29:11.258" v="469" actId="1076"/>
          <ac:picMkLst>
            <pc:docMk/>
            <pc:sldMk cId="4040327365" sldId="363"/>
            <ac:picMk id="7" creationId="{5AB8F1CD-14B4-5B0F-CAD2-48C4388CA5A4}"/>
          </ac:picMkLst>
        </pc:picChg>
      </pc:sldChg>
      <pc:sldChg chg="addSp delSp modSp mod">
        <pc:chgData name="Yan Li" userId="8c31b902-5b3a-4bc1-a03f-ce296c1668b4" providerId="ADAL" clId="{6F9A3FD9-75E6-48B4-8622-40F229F05D29}" dt="2024-09-11T19:18:40.651" v="509" actId="1076"/>
        <pc:sldMkLst>
          <pc:docMk/>
          <pc:sldMk cId="900937590" sldId="364"/>
        </pc:sldMkLst>
        <pc:spChg chg="del">
          <ac:chgData name="Yan Li" userId="8c31b902-5b3a-4bc1-a03f-ce296c1668b4" providerId="ADAL" clId="{6F9A3FD9-75E6-48B4-8622-40F229F05D29}" dt="2024-09-11T19:18:34.445" v="506" actId="478"/>
          <ac:spMkLst>
            <pc:docMk/>
            <pc:sldMk cId="900937590" sldId="364"/>
            <ac:spMk id="10" creationId="{AD30A36A-AE0F-8D04-FB26-22FB8C6292D1}"/>
          </ac:spMkLst>
        </pc:spChg>
        <pc:spChg chg="del">
          <ac:chgData name="Yan Li" userId="8c31b902-5b3a-4bc1-a03f-ce296c1668b4" providerId="ADAL" clId="{6F9A3FD9-75E6-48B4-8622-40F229F05D29}" dt="2024-09-11T19:18:27.673" v="503" actId="478"/>
          <ac:spMkLst>
            <pc:docMk/>
            <pc:sldMk cId="900937590" sldId="364"/>
            <ac:spMk id="11" creationId="{954508ED-3D8B-B544-A34C-04F5693BC94F}"/>
          </ac:spMkLst>
        </pc:spChg>
        <pc:spChg chg="del">
          <ac:chgData name="Yan Li" userId="8c31b902-5b3a-4bc1-a03f-ce296c1668b4" providerId="ADAL" clId="{6F9A3FD9-75E6-48B4-8622-40F229F05D29}" dt="2024-09-11T19:18:25.746" v="502" actId="478"/>
          <ac:spMkLst>
            <pc:docMk/>
            <pc:sldMk cId="900937590" sldId="364"/>
            <ac:spMk id="12" creationId="{0BE13F01-6E8F-8FDB-EA31-5064696E53B8}"/>
          </ac:spMkLst>
        </pc:spChg>
        <pc:spChg chg="del">
          <ac:chgData name="Yan Li" userId="8c31b902-5b3a-4bc1-a03f-ce296c1668b4" providerId="ADAL" clId="{6F9A3FD9-75E6-48B4-8622-40F229F05D29}" dt="2024-09-11T19:18:29.592" v="504" actId="478"/>
          <ac:spMkLst>
            <pc:docMk/>
            <pc:sldMk cId="900937590" sldId="364"/>
            <ac:spMk id="13" creationId="{DD9963AE-A340-84B8-4432-36B1BB59C6E7}"/>
          </ac:spMkLst>
        </pc:spChg>
        <pc:spChg chg="del">
          <ac:chgData name="Yan Li" userId="8c31b902-5b3a-4bc1-a03f-ce296c1668b4" providerId="ADAL" clId="{6F9A3FD9-75E6-48B4-8622-40F229F05D29}" dt="2024-09-11T19:18:31.554" v="505" actId="478"/>
          <ac:spMkLst>
            <pc:docMk/>
            <pc:sldMk cId="900937590" sldId="364"/>
            <ac:spMk id="14" creationId="{8C41A0C1-EA6A-3E5B-608D-6ABCFD0AA2C5}"/>
          </ac:spMkLst>
        </pc:spChg>
        <pc:picChg chg="add mod">
          <ac:chgData name="Yan Li" userId="8c31b902-5b3a-4bc1-a03f-ce296c1668b4" providerId="ADAL" clId="{6F9A3FD9-75E6-48B4-8622-40F229F05D29}" dt="2024-09-11T19:18:40.651" v="509" actId="1076"/>
          <ac:picMkLst>
            <pc:docMk/>
            <pc:sldMk cId="900937590" sldId="364"/>
            <ac:picMk id="3" creationId="{42845F6E-488A-4D89-CC72-399212D87002}"/>
          </ac:picMkLst>
        </pc:picChg>
        <pc:picChg chg="del">
          <ac:chgData name="Yan Li" userId="8c31b902-5b3a-4bc1-a03f-ce296c1668b4" providerId="ADAL" clId="{6F9A3FD9-75E6-48B4-8622-40F229F05D29}" dt="2024-09-11T19:18:23.661" v="501" actId="478"/>
          <ac:picMkLst>
            <pc:docMk/>
            <pc:sldMk cId="900937590" sldId="364"/>
            <ac:picMk id="6" creationId="{1FB89782-536A-B55F-9529-EB7FF81F8731}"/>
          </ac:picMkLst>
        </pc:picChg>
        <pc:picChg chg="del">
          <ac:chgData name="Yan Li" userId="8c31b902-5b3a-4bc1-a03f-ce296c1668b4" providerId="ADAL" clId="{6F9A3FD9-75E6-48B4-8622-40F229F05D29}" dt="2024-09-11T19:18:36.940" v="507" actId="478"/>
          <ac:picMkLst>
            <pc:docMk/>
            <pc:sldMk cId="900937590" sldId="364"/>
            <ac:picMk id="8" creationId="{41EBD8C9-DFFA-ADED-FAE7-C7060392A233}"/>
          </ac:picMkLst>
        </pc:picChg>
      </pc:sldChg>
      <pc:sldChg chg="addSp delSp modSp mod">
        <pc:chgData name="Yan Li" userId="8c31b902-5b3a-4bc1-a03f-ce296c1668b4" providerId="ADAL" clId="{6F9A3FD9-75E6-48B4-8622-40F229F05D29}" dt="2024-09-11T14:57:18.764" v="412" actId="1076"/>
        <pc:sldMkLst>
          <pc:docMk/>
          <pc:sldMk cId="3307445110" sldId="365"/>
        </pc:sldMkLst>
        <pc:spChg chg="del mod">
          <ac:chgData name="Yan Li" userId="8c31b902-5b3a-4bc1-a03f-ce296c1668b4" providerId="ADAL" clId="{6F9A3FD9-75E6-48B4-8622-40F229F05D29}" dt="2024-09-11T14:53:18.544" v="325" actId="478"/>
          <ac:spMkLst>
            <pc:docMk/>
            <pc:sldMk cId="3307445110" sldId="365"/>
            <ac:spMk id="4" creationId="{9AB0BF49-E80D-DBCB-4C42-05CFFE57A525}"/>
          </ac:spMkLst>
        </pc:spChg>
        <pc:spChg chg="mod">
          <ac:chgData name="Yan Li" userId="8c31b902-5b3a-4bc1-a03f-ce296c1668b4" providerId="ADAL" clId="{6F9A3FD9-75E6-48B4-8622-40F229F05D29}" dt="2024-09-11T14:57:18.764" v="412" actId="1076"/>
          <ac:spMkLst>
            <pc:docMk/>
            <pc:sldMk cId="3307445110" sldId="365"/>
            <ac:spMk id="5" creationId="{87397B05-2868-01CF-5915-644A9A5CFD2E}"/>
          </ac:spMkLst>
        </pc:spChg>
        <pc:spChg chg="add mod">
          <ac:chgData name="Yan Li" userId="8c31b902-5b3a-4bc1-a03f-ce296c1668b4" providerId="ADAL" clId="{6F9A3FD9-75E6-48B4-8622-40F229F05D29}" dt="2024-09-11T14:56:32.115" v="403" actId="6549"/>
          <ac:spMkLst>
            <pc:docMk/>
            <pc:sldMk cId="3307445110" sldId="365"/>
            <ac:spMk id="6" creationId="{1054AD48-5DC1-AFF8-5D83-A751E6D9B3DF}"/>
          </ac:spMkLst>
        </pc:spChg>
        <pc:picChg chg="add mod">
          <ac:chgData name="Yan Li" userId="8c31b902-5b3a-4bc1-a03f-ce296c1668b4" providerId="ADAL" clId="{6F9A3FD9-75E6-48B4-8622-40F229F05D29}" dt="2024-09-11T14:54:24.891" v="327" actId="1076"/>
          <ac:picMkLst>
            <pc:docMk/>
            <pc:sldMk cId="3307445110" sldId="365"/>
            <ac:picMk id="3" creationId="{03BBAAE9-ABF8-F153-45D9-9AED61E92F16}"/>
          </ac:picMkLst>
        </pc:picChg>
      </pc:sldChg>
      <pc:sldChg chg="addSp delSp modSp mod ord">
        <pc:chgData name="Yan Li" userId="8c31b902-5b3a-4bc1-a03f-ce296c1668b4" providerId="ADAL" clId="{6F9A3FD9-75E6-48B4-8622-40F229F05D29}" dt="2024-09-11T21:34:55.724" v="893" actId="20577"/>
        <pc:sldMkLst>
          <pc:docMk/>
          <pc:sldMk cId="1795160791" sldId="366"/>
        </pc:sldMkLst>
        <pc:spChg chg="add del mod">
          <ac:chgData name="Yan Li" userId="8c31b902-5b3a-4bc1-a03f-ce296c1668b4" providerId="ADAL" clId="{6F9A3FD9-75E6-48B4-8622-40F229F05D29}" dt="2024-09-11T20:12:32.274" v="555" actId="478"/>
          <ac:spMkLst>
            <pc:docMk/>
            <pc:sldMk cId="1795160791" sldId="366"/>
            <ac:spMk id="3" creationId="{1725F5B2-AD6B-CA52-3260-DD0D9C0F1576}"/>
          </ac:spMkLst>
        </pc:spChg>
        <pc:spChg chg="del">
          <ac:chgData name="Yan Li" userId="8c31b902-5b3a-4bc1-a03f-ce296c1668b4" providerId="ADAL" clId="{6F9A3FD9-75E6-48B4-8622-40F229F05D29}" dt="2024-09-11T20:11:59.088" v="551" actId="478"/>
          <ac:spMkLst>
            <pc:docMk/>
            <pc:sldMk cId="1795160791" sldId="366"/>
            <ac:spMk id="5" creationId="{87397B05-2868-01CF-5915-644A9A5CFD2E}"/>
          </ac:spMkLst>
        </pc:spChg>
        <pc:spChg chg="add mod">
          <ac:chgData name="Yan Li" userId="8c31b902-5b3a-4bc1-a03f-ce296c1668b4" providerId="ADAL" clId="{6F9A3FD9-75E6-48B4-8622-40F229F05D29}" dt="2024-09-11T21:34:55.724" v="893" actId="20577"/>
          <ac:spMkLst>
            <pc:docMk/>
            <pc:sldMk cId="1795160791" sldId="366"/>
            <ac:spMk id="8" creationId="{4E818595-8F84-CDC7-458C-1886E7FAE27A}"/>
          </ac:spMkLst>
        </pc:spChg>
        <pc:spChg chg="add mod">
          <ac:chgData name="Yan Li" userId="8c31b902-5b3a-4bc1-a03f-ce296c1668b4" providerId="ADAL" clId="{6F9A3FD9-75E6-48B4-8622-40F229F05D29}" dt="2024-09-11T21:29:08.220" v="817" actId="14100"/>
          <ac:spMkLst>
            <pc:docMk/>
            <pc:sldMk cId="1795160791" sldId="366"/>
            <ac:spMk id="9" creationId="{F7B1927F-7384-F7DE-0721-DF59F4DEBF0E}"/>
          </ac:spMkLst>
        </pc:spChg>
        <pc:spChg chg="del">
          <ac:chgData name="Yan Li" userId="8c31b902-5b3a-4bc1-a03f-ce296c1668b4" providerId="ADAL" clId="{6F9A3FD9-75E6-48B4-8622-40F229F05D29}" dt="2024-09-11T20:12:05.905" v="553" actId="478"/>
          <ac:spMkLst>
            <pc:docMk/>
            <pc:sldMk cId="1795160791" sldId="366"/>
            <ac:spMk id="10" creationId="{F4232FD8-CFAD-9746-E3E4-DE49F831408F}"/>
          </ac:spMkLst>
        </pc:spChg>
        <pc:spChg chg="del">
          <ac:chgData name="Yan Li" userId="8c31b902-5b3a-4bc1-a03f-ce296c1668b4" providerId="ADAL" clId="{6F9A3FD9-75E6-48B4-8622-40F229F05D29}" dt="2024-09-11T20:12:02.738" v="552" actId="478"/>
          <ac:spMkLst>
            <pc:docMk/>
            <pc:sldMk cId="1795160791" sldId="366"/>
            <ac:spMk id="12" creationId="{C08A3E29-1372-340D-0912-C1B178A9EB91}"/>
          </ac:spMkLst>
        </pc:spChg>
        <pc:picChg chg="add mod">
          <ac:chgData name="Yan Li" userId="8c31b902-5b3a-4bc1-a03f-ce296c1668b4" providerId="ADAL" clId="{6F9A3FD9-75E6-48B4-8622-40F229F05D29}" dt="2024-09-11T20:12:41.809" v="558" actId="14100"/>
          <ac:picMkLst>
            <pc:docMk/>
            <pc:sldMk cId="1795160791" sldId="366"/>
            <ac:picMk id="6" creationId="{C0AC18D4-6BE8-1E94-2582-534892753F0F}"/>
          </ac:picMkLst>
        </pc:picChg>
        <pc:picChg chg="del">
          <ac:chgData name="Yan Li" userId="8c31b902-5b3a-4bc1-a03f-ce296c1668b4" providerId="ADAL" clId="{6F9A3FD9-75E6-48B4-8622-40F229F05D29}" dt="2024-09-11T20:11:54.134" v="550" actId="478"/>
          <ac:picMkLst>
            <pc:docMk/>
            <pc:sldMk cId="1795160791" sldId="366"/>
            <ac:picMk id="7" creationId="{E099CDF4-B651-0365-77A0-695CE11A6964}"/>
          </ac:picMkLst>
        </pc:picChg>
      </pc:sldChg>
      <pc:sldChg chg="del">
        <pc:chgData name="Yan Li" userId="8c31b902-5b3a-4bc1-a03f-ce296c1668b4" providerId="ADAL" clId="{6F9A3FD9-75E6-48B4-8622-40F229F05D29}" dt="2024-09-11T20:14:39.554" v="582" actId="2696"/>
        <pc:sldMkLst>
          <pc:docMk/>
          <pc:sldMk cId="1701158441" sldId="367"/>
        </pc:sldMkLst>
      </pc:sldChg>
      <pc:sldChg chg="del">
        <pc:chgData name="Yan Li" userId="8c31b902-5b3a-4bc1-a03f-ce296c1668b4" providerId="ADAL" clId="{6F9A3FD9-75E6-48B4-8622-40F229F05D29}" dt="2024-09-11T20:14:37.008" v="581" actId="2696"/>
        <pc:sldMkLst>
          <pc:docMk/>
          <pc:sldMk cId="3496130074" sldId="368"/>
        </pc:sldMkLst>
      </pc:sldChg>
      <pc:sldChg chg="del">
        <pc:chgData name="Yan Li" userId="8c31b902-5b3a-4bc1-a03f-ce296c1668b4" providerId="ADAL" clId="{6F9A3FD9-75E6-48B4-8622-40F229F05D29}" dt="2024-09-11T20:14:27.454" v="579" actId="2696"/>
        <pc:sldMkLst>
          <pc:docMk/>
          <pc:sldMk cId="809149955" sldId="369"/>
        </pc:sldMkLst>
      </pc:sldChg>
      <pc:sldChg chg="del">
        <pc:chgData name="Yan Li" userId="8c31b902-5b3a-4bc1-a03f-ce296c1668b4" providerId="ADAL" clId="{6F9A3FD9-75E6-48B4-8622-40F229F05D29}" dt="2024-09-11T20:14:32.466" v="580" actId="2696"/>
        <pc:sldMkLst>
          <pc:docMk/>
          <pc:sldMk cId="1469367766" sldId="370"/>
        </pc:sldMkLst>
      </pc:sldChg>
      <pc:sldChg chg="del">
        <pc:chgData name="Yan Li" userId="8c31b902-5b3a-4bc1-a03f-ce296c1668b4" providerId="ADAL" clId="{6F9A3FD9-75E6-48B4-8622-40F229F05D29}" dt="2024-09-11T20:14:44.021" v="584" actId="2696"/>
        <pc:sldMkLst>
          <pc:docMk/>
          <pc:sldMk cId="3816998467" sldId="371"/>
        </pc:sldMkLst>
      </pc:sldChg>
      <pc:sldChg chg="del">
        <pc:chgData name="Yan Li" userId="8c31b902-5b3a-4bc1-a03f-ce296c1668b4" providerId="ADAL" clId="{6F9A3FD9-75E6-48B4-8622-40F229F05D29}" dt="2024-09-11T20:14:46.603" v="585" actId="2696"/>
        <pc:sldMkLst>
          <pc:docMk/>
          <pc:sldMk cId="1823488101" sldId="372"/>
        </pc:sldMkLst>
      </pc:sldChg>
      <pc:sldChg chg="del">
        <pc:chgData name="Yan Li" userId="8c31b902-5b3a-4bc1-a03f-ce296c1668b4" providerId="ADAL" clId="{6F9A3FD9-75E6-48B4-8622-40F229F05D29}" dt="2024-09-11T20:14:49.819" v="586" actId="2696"/>
        <pc:sldMkLst>
          <pc:docMk/>
          <pc:sldMk cId="3343509872" sldId="373"/>
        </pc:sldMkLst>
      </pc:sldChg>
      <pc:sldChg chg="del">
        <pc:chgData name="Yan Li" userId="8c31b902-5b3a-4bc1-a03f-ce296c1668b4" providerId="ADAL" clId="{6F9A3FD9-75E6-48B4-8622-40F229F05D29}" dt="2024-09-11T20:14:51.649" v="587" actId="2696"/>
        <pc:sldMkLst>
          <pc:docMk/>
          <pc:sldMk cId="3218294921" sldId="375"/>
        </pc:sldMkLst>
      </pc:sldChg>
      <pc:sldChg chg="addSp delSp modSp add mod">
        <pc:chgData name="Yan Li" userId="8c31b902-5b3a-4bc1-a03f-ce296c1668b4" providerId="ADAL" clId="{6F9A3FD9-75E6-48B4-8622-40F229F05D29}" dt="2024-09-11T15:20:24.533" v="444" actId="14100"/>
        <pc:sldMkLst>
          <pc:docMk/>
          <pc:sldMk cId="1171648086" sldId="376"/>
        </pc:sldMkLst>
        <pc:spChg chg="del mod">
          <ac:chgData name="Yan Li" userId="8c31b902-5b3a-4bc1-a03f-ce296c1668b4" providerId="ADAL" clId="{6F9A3FD9-75E6-48B4-8622-40F229F05D29}" dt="2024-09-11T15:20:18.604" v="442" actId="478"/>
          <ac:spMkLst>
            <pc:docMk/>
            <pc:sldMk cId="1171648086" sldId="376"/>
            <ac:spMk id="10" creationId="{4F036EC2-E650-EC80-F2A9-D2525366FFAB}"/>
          </ac:spMkLst>
        </pc:spChg>
        <pc:picChg chg="add mod">
          <ac:chgData name="Yan Li" userId="8c31b902-5b3a-4bc1-a03f-ce296c1668b4" providerId="ADAL" clId="{6F9A3FD9-75E6-48B4-8622-40F229F05D29}" dt="2024-09-11T15:20:24.533" v="444" actId="14100"/>
          <ac:picMkLst>
            <pc:docMk/>
            <pc:sldMk cId="1171648086" sldId="376"/>
            <ac:picMk id="3" creationId="{18F7B82B-3D27-5B00-8A80-60ED13C8DA84}"/>
          </ac:picMkLst>
        </pc:picChg>
        <pc:picChg chg="del">
          <ac:chgData name="Yan Li" userId="8c31b902-5b3a-4bc1-a03f-ce296c1668b4" providerId="ADAL" clId="{6F9A3FD9-75E6-48B4-8622-40F229F05D29}" dt="2024-09-11T15:20:08.802" v="438" actId="478"/>
          <ac:picMkLst>
            <pc:docMk/>
            <pc:sldMk cId="1171648086" sldId="376"/>
            <ac:picMk id="7" creationId="{5AB8F1CD-14B4-5B0F-CAD2-48C4388CA5A4}"/>
          </ac:picMkLst>
        </pc:picChg>
      </pc:sldChg>
      <pc:sldChg chg="addSp delSp modSp add mod">
        <pc:chgData name="Yan Li" userId="8c31b902-5b3a-4bc1-a03f-ce296c1668b4" providerId="ADAL" clId="{6F9A3FD9-75E6-48B4-8622-40F229F05D29}" dt="2024-09-11T15:30:23.469" v="500" actId="14100"/>
        <pc:sldMkLst>
          <pc:docMk/>
          <pc:sldMk cId="237069390" sldId="377"/>
        </pc:sldMkLst>
        <pc:spChg chg="add mod">
          <ac:chgData name="Yan Li" userId="8c31b902-5b3a-4bc1-a03f-ce296c1668b4" providerId="ADAL" clId="{6F9A3FD9-75E6-48B4-8622-40F229F05D29}" dt="2024-09-11T15:30:23.469" v="500" actId="14100"/>
          <ac:spMkLst>
            <pc:docMk/>
            <pc:sldMk cId="237069390" sldId="377"/>
            <ac:spMk id="3" creationId="{5FB5493A-AFB9-A974-23B5-83D35B62AE3F}"/>
          </ac:spMkLst>
        </pc:spChg>
        <pc:spChg chg="mod">
          <ac:chgData name="Yan Li" userId="8c31b902-5b3a-4bc1-a03f-ce296c1668b4" providerId="ADAL" clId="{6F9A3FD9-75E6-48B4-8622-40F229F05D29}" dt="2024-09-11T15:29:54.030" v="495" actId="20577"/>
          <ac:spMkLst>
            <pc:docMk/>
            <pc:sldMk cId="237069390" sldId="377"/>
            <ac:spMk id="5" creationId="{87397B05-2868-01CF-5915-644A9A5CFD2E}"/>
          </ac:spMkLst>
        </pc:spChg>
        <pc:spChg chg="del mod">
          <ac:chgData name="Yan Li" userId="8c31b902-5b3a-4bc1-a03f-ce296c1668b4" providerId="ADAL" clId="{6F9A3FD9-75E6-48B4-8622-40F229F05D29}" dt="2024-09-11T15:28:35.503" v="457"/>
          <ac:spMkLst>
            <pc:docMk/>
            <pc:sldMk cId="237069390" sldId="377"/>
            <ac:spMk id="10" creationId="{4F036EC2-E650-EC80-F2A9-D2525366FFAB}"/>
          </ac:spMkLst>
        </pc:spChg>
        <pc:spChg chg="del">
          <ac:chgData name="Yan Li" userId="8c31b902-5b3a-4bc1-a03f-ce296c1668b4" providerId="ADAL" clId="{6F9A3FD9-75E6-48B4-8622-40F229F05D29}" dt="2024-09-11T15:28:39.289" v="460" actId="478"/>
          <ac:spMkLst>
            <pc:docMk/>
            <pc:sldMk cId="237069390" sldId="377"/>
            <ac:spMk id="11" creationId="{73471EBA-6BC0-0DD0-04E4-4A2D385A71F7}"/>
          </ac:spMkLst>
        </pc:spChg>
        <pc:spChg chg="del">
          <ac:chgData name="Yan Li" userId="8c31b902-5b3a-4bc1-a03f-ce296c1668b4" providerId="ADAL" clId="{6F9A3FD9-75E6-48B4-8622-40F229F05D29}" dt="2024-09-11T15:28:40.808" v="461" actId="478"/>
          <ac:spMkLst>
            <pc:docMk/>
            <pc:sldMk cId="237069390" sldId="377"/>
            <ac:spMk id="12" creationId="{5D58AEDB-C825-A4AD-DECD-1719F885D9F9}"/>
          </ac:spMkLst>
        </pc:spChg>
        <pc:picChg chg="del">
          <ac:chgData name="Yan Li" userId="8c31b902-5b3a-4bc1-a03f-ce296c1668b4" providerId="ADAL" clId="{6F9A3FD9-75E6-48B4-8622-40F229F05D29}" dt="2024-09-11T15:28:36.764" v="458" actId="478"/>
          <ac:picMkLst>
            <pc:docMk/>
            <pc:sldMk cId="237069390" sldId="377"/>
            <ac:picMk id="7" creationId="{5AB8F1CD-14B4-5B0F-CAD2-48C4388CA5A4}"/>
          </ac:picMkLst>
        </pc:picChg>
      </pc:sldChg>
      <pc:sldChg chg="addSp delSp modSp add mod">
        <pc:chgData name="Yan Li" userId="8c31b902-5b3a-4bc1-a03f-ce296c1668b4" providerId="ADAL" clId="{6F9A3FD9-75E6-48B4-8622-40F229F05D29}" dt="2024-09-11T20:04:36.557" v="522" actId="14100"/>
        <pc:sldMkLst>
          <pc:docMk/>
          <pc:sldMk cId="3062616720" sldId="378"/>
        </pc:sldMkLst>
        <pc:picChg chg="del">
          <ac:chgData name="Yan Li" userId="8c31b902-5b3a-4bc1-a03f-ce296c1668b4" providerId="ADAL" clId="{6F9A3FD9-75E6-48B4-8622-40F229F05D29}" dt="2024-09-11T20:04:29.828" v="518" actId="478"/>
          <ac:picMkLst>
            <pc:docMk/>
            <pc:sldMk cId="3062616720" sldId="378"/>
            <ac:picMk id="3" creationId="{84FAFC4A-9DFB-B88B-FB17-CEE8E95E6FF2}"/>
          </ac:picMkLst>
        </pc:picChg>
        <pc:picChg chg="add mod">
          <ac:chgData name="Yan Li" userId="8c31b902-5b3a-4bc1-a03f-ce296c1668b4" providerId="ADAL" clId="{6F9A3FD9-75E6-48B4-8622-40F229F05D29}" dt="2024-09-11T20:04:36.557" v="522" actId="14100"/>
          <ac:picMkLst>
            <pc:docMk/>
            <pc:sldMk cId="3062616720" sldId="378"/>
            <ac:picMk id="4" creationId="{E23597E9-F3B0-5EFB-FD3A-8F0CF203B943}"/>
          </ac:picMkLst>
        </pc:picChg>
      </pc:sldChg>
      <pc:sldChg chg="addSp delSp modSp add mod">
        <pc:chgData name="Yan Li" userId="8c31b902-5b3a-4bc1-a03f-ce296c1668b4" providerId="ADAL" clId="{6F9A3FD9-75E6-48B4-8622-40F229F05D29}" dt="2024-09-11T21:29:59.670" v="881" actId="20577"/>
        <pc:sldMkLst>
          <pc:docMk/>
          <pc:sldMk cId="1802307800" sldId="379"/>
        </pc:sldMkLst>
        <pc:spChg chg="mod">
          <ac:chgData name="Yan Li" userId="8c31b902-5b3a-4bc1-a03f-ce296c1668b4" providerId="ADAL" clId="{6F9A3FD9-75E6-48B4-8622-40F229F05D29}" dt="2024-09-11T21:29:59.670" v="881" actId="20577"/>
          <ac:spMkLst>
            <pc:docMk/>
            <pc:sldMk cId="1802307800" sldId="379"/>
            <ac:spMk id="5" creationId="{87397B05-2868-01CF-5915-644A9A5CFD2E}"/>
          </ac:spMkLst>
        </pc:spChg>
        <pc:picChg chg="add mod">
          <ac:chgData name="Yan Li" userId="8c31b902-5b3a-4bc1-a03f-ce296c1668b4" providerId="ADAL" clId="{6F9A3FD9-75E6-48B4-8622-40F229F05D29}" dt="2024-09-11T20:11:44.886" v="549" actId="14100"/>
          <ac:picMkLst>
            <pc:docMk/>
            <pc:sldMk cId="1802307800" sldId="379"/>
            <ac:picMk id="3" creationId="{BE3E5651-956D-A988-0F09-D05F7896F863}"/>
          </ac:picMkLst>
        </pc:picChg>
        <pc:picChg chg="del">
          <ac:chgData name="Yan Li" userId="8c31b902-5b3a-4bc1-a03f-ce296c1668b4" providerId="ADAL" clId="{6F9A3FD9-75E6-48B4-8622-40F229F05D29}" dt="2024-09-11T20:11:20.258" v="543" actId="478"/>
          <ac:picMkLst>
            <pc:docMk/>
            <pc:sldMk cId="1802307800" sldId="379"/>
            <ac:picMk id="4" creationId="{66D71068-19D8-FCE8-C3D8-B7F8F0B2602E}"/>
          </ac:picMkLst>
        </pc:picChg>
        <pc:picChg chg="del">
          <ac:chgData name="Yan Li" userId="8c31b902-5b3a-4bc1-a03f-ce296c1668b4" providerId="ADAL" clId="{6F9A3FD9-75E6-48B4-8622-40F229F05D29}" dt="2024-09-11T20:11:21.763" v="544" actId="478"/>
          <ac:picMkLst>
            <pc:docMk/>
            <pc:sldMk cId="1802307800" sldId="379"/>
            <ac:picMk id="7" creationId="{9FF394D2-AEC5-45B5-182F-F6EAF175061A}"/>
          </ac:picMkLst>
        </pc:picChg>
        <pc:picChg chg="del">
          <ac:chgData name="Yan Li" userId="8c31b902-5b3a-4bc1-a03f-ce296c1668b4" providerId="ADAL" clId="{6F9A3FD9-75E6-48B4-8622-40F229F05D29}" dt="2024-09-11T20:11:18.799" v="542" actId="478"/>
          <ac:picMkLst>
            <pc:docMk/>
            <pc:sldMk cId="1802307800" sldId="379"/>
            <ac:picMk id="10" creationId="{4ABF265F-2465-2972-71AB-3B53C06BD6CC}"/>
          </ac:picMkLst>
        </pc:picChg>
      </pc:sldChg>
      <pc:sldChg chg="addSp delSp modSp add mod">
        <pc:chgData name="Yan Li" userId="8c31b902-5b3a-4bc1-a03f-ce296c1668b4" providerId="ADAL" clId="{6F9A3FD9-75E6-48B4-8622-40F229F05D29}" dt="2024-09-11T21:22:39.617" v="770" actId="207"/>
        <pc:sldMkLst>
          <pc:docMk/>
          <pc:sldMk cId="2457219249" sldId="380"/>
        </pc:sldMkLst>
        <pc:spChg chg="add del">
          <ac:chgData name="Yan Li" userId="8c31b902-5b3a-4bc1-a03f-ce296c1668b4" providerId="ADAL" clId="{6F9A3FD9-75E6-48B4-8622-40F229F05D29}" dt="2024-09-11T21:21:50.313" v="709" actId="11529"/>
          <ac:spMkLst>
            <pc:docMk/>
            <pc:sldMk cId="2457219249" sldId="380"/>
            <ac:spMk id="4" creationId="{A56FD78F-8D42-4249-010E-B7F4543D15F3}"/>
          </ac:spMkLst>
        </pc:spChg>
        <pc:spChg chg="add del mod">
          <ac:chgData name="Yan Li" userId="8c31b902-5b3a-4bc1-a03f-ce296c1668b4" providerId="ADAL" clId="{6F9A3FD9-75E6-48B4-8622-40F229F05D29}" dt="2024-09-11T21:22:23.749" v="762"/>
          <ac:spMkLst>
            <pc:docMk/>
            <pc:sldMk cId="2457219249" sldId="380"/>
            <ac:spMk id="5" creationId="{AB2745BB-4FB7-AE7A-4BE4-086D361E520D}"/>
          </ac:spMkLst>
        </pc:spChg>
        <pc:spChg chg="add mod">
          <ac:chgData name="Yan Li" userId="8c31b902-5b3a-4bc1-a03f-ce296c1668b4" providerId="ADAL" clId="{6F9A3FD9-75E6-48B4-8622-40F229F05D29}" dt="2024-09-11T21:22:39.617" v="770" actId="207"/>
          <ac:spMkLst>
            <pc:docMk/>
            <pc:sldMk cId="2457219249" sldId="380"/>
            <ac:spMk id="7" creationId="{FCB68779-F731-AF46-27E9-7DDB234EE987}"/>
          </ac:spMkLst>
        </pc:spChg>
        <pc:picChg chg="add mod">
          <ac:chgData name="Yan Li" userId="8c31b902-5b3a-4bc1-a03f-ce296c1668b4" providerId="ADAL" clId="{6F9A3FD9-75E6-48B4-8622-40F229F05D29}" dt="2024-09-11T21:21:36.415" v="707" actId="14100"/>
          <ac:picMkLst>
            <pc:docMk/>
            <pc:sldMk cId="2457219249" sldId="380"/>
            <ac:picMk id="3" creationId="{380F0D2A-1E8C-B585-75F7-CDEF67FF29D9}"/>
          </ac:picMkLst>
        </pc:picChg>
        <pc:picChg chg="del">
          <ac:chgData name="Yan Li" userId="8c31b902-5b3a-4bc1-a03f-ce296c1668b4" providerId="ADAL" clId="{6F9A3FD9-75E6-48B4-8622-40F229F05D29}" dt="2024-09-11T20:13:05.507" v="560" actId="478"/>
          <ac:picMkLst>
            <pc:docMk/>
            <pc:sldMk cId="2457219249" sldId="380"/>
            <ac:picMk id="6" creationId="{C0AC18D4-6BE8-1E94-2582-534892753F0F}"/>
          </ac:picMkLst>
        </pc:picChg>
      </pc:sldChg>
      <pc:sldChg chg="addSp delSp modSp add mod">
        <pc:chgData name="Yan Li" userId="8c31b902-5b3a-4bc1-a03f-ce296c1668b4" providerId="ADAL" clId="{6F9A3FD9-75E6-48B4-8622-40F229F05D29}" dt="2024-09-12T19:03:07.450" v="908" actId="14100"/>
        <pc:sldMkLst>
          <pc:docMk/>
          <pc:sldMk cId="4201203152" sldId="381"/>
        </pc:sldMkLst>
        <pc:picChg chg="del">
          <ac:chgData name="Yan Li" userId="8c31b902-5b3a-4bc1-a03f-ce296c1668b4" providerId="ADAL" clId="{6F9A3FD9-75E6-48B4-8622-40F229F05D29}" dt="2024-09-11T20:13:42.803" v="568" actId="478"/>
          <ac:picMkLst>
            <pc:docMk/>
            <pc:sldMk cId="4201203152" sldId="381"/>
            <ac:picMk id="3" creationId="{380F0D2A-1E8C-B585-75F7-CDEF67FF29D9}"/>
          </ac:picMkLst>
        </pc:picChg>
        <pc:picChg chg="add mod">
          <ac:chgData name="Yan Li" userId="8c31b902-5b3a-4bc1-a03f-ce296c1668b4" providerId="ADAL" clId="{6F9A3FD9-75E6-48B4-8622-40F229F05D29}" dt="2024-09-12T19:03:07.450" v="908" actId="14100"/>
          <ac:picMkLst>
            <pc:docMk/>
            <pc:sldMk cId="4201203152" sldId="381"/>
            <ac:picMk id="4" creationId="{9AE54620-C18D-4671-CA7E-AEFC02432EC8}"/>
          </ac:picMkLst>
        </pc:picChg>
      </pc:sldChg>
      <pc:sldChg chg="addSp delSp modSp add mod">
        <pc:chgData name="Yan Li" userId="8c31b902-5b3a-4bc1-a03f-ce296c1668b4" providerId="ADAL" clId="{6F9A3FD9-75E6-48B4-8622-40F229F05D29}" dt="2024-09-12T19:02:05.062" v="907" actId="255"/>
        <pc:sldMkLst>
          <pc:docMk/>
          <pc:sldMk cId="3207380264" sldId="382"/>
        </pc:sldMkLst>
        <pc:spChg chg="add mod">
          <ac:chgData name="Yan Li" userId="8c31b902-5b3a-4bc1-a03f-ce296c1668b4" providerId="ADAL" clId="{6F9A3FD9-75E6-48B4-8622-40F229F05D29}" dt="2024-09-12T19:02:05.062" v="907" actId="255"/>
          <ac:spMkLst>
            <pc:docMk/>
            <pc:sldMk cId="3207380264" sldId="382"/>
            <ac:spMk id="4" creationId="{D231FD1C-BDD1-CC9C-3CCB-A088E8D33FF3}"/>
          </ac:spMkLst>
        </pc:spChg>
        <pc:spChg chg="add mod">
          <ac:chgData name="Yan Li" userId="8c31b902-5b3a-4bc1-a03f-ce296c1668b4" providerId="ADAL" clId="{6F9A3FD9-75E6-48B4-8622-40F229F05D29}" dt="2024-09-12T19:01:39.301" v="901" actId="208"/>
          <ac:spMkLst>
            <pc:docMk/>
            <pc:sldMk cId="3207380264" sldId="382"/>
            <ac:spMk id="5" creationId="{A89EAC3A-6CCE-31F9-0E76-C4A500394563}"/>
          </ac:spMkLst>
        </pc:spChg>
        <pc:picChg chg="add mod">
          <ac:chgData name="Yan Li" userId="8c31b902-5b3a-4bc1-a03f-ce296c1668b4" providerId="ADAL" clId="{6F9A3FD9-75E6-48B4-8622-40F229F05D29}" dt="2024-09-11T20:14:19.763" v="578" actId="14100"/>
          <ac:picMkLst>
            <pc:docMk/>
            <pc:sldMk cId="3207380264" sldId="382"/>
            <ac:picMk id="3" creationId="{0731F19B-13F5-9A52-D0EC-0F4B5C081E37}"/>
          </ac:picMkLst>
        </pc:picChg>
        <pc:picChg chg="del">
          <ac:chgData name="Yan Li" userId="8c31b902-5b3a-4bc1-a03f-ce296c1668b4" providerId="ADAL" clId="{6F9A3FD9-75E6-48B4-8622-40F229F05D29}" dt="2024-09-11T20:14:08.793" v="574" actId="478"/>
          <ac:picMkLst>
            <pc:docMk/>
            <pc:sldMk cId="3207380264" sldId="382"/>
            <ac:picMk id="4" creationId="{9AE54620-C18D-4671-CA7E-AEFC02432EC8}"/>
          </ac:picMkLst>
        </pc:picChg>
      </pc:sldChg>
    </pc:docChg>
  </pc:docChgLst>
  <pc:docChgLst>
    <pc:chgData name="Yan Li" userId="9c24dcb21a99a041" providerId="LiveId" clId="{66E74474-2EE9-4435-BA9F-B494A12966C2}"/>
    <pc:docChg chg="undo custSel modSld">
      <pc:chgData name="Yan Li" userId="9c24dcb21a99a041" providerId="LiveId" clId="{66E74474-2EE9-4435-BA9F-B494A12966C2}" dt="2024-09-01T13:48:30.086" v="268" actId="207"/>
      <pc:docMkLst>
        <pc:docMk/>
      </pc:docMkLst>
      <pc:sldChg chg="modSp mod">
        <pc:chgData name="Yan Li" userId="9c24dcb21a99a041" providerId="LiveId" clId="{66E74474-2EE9-4435-BA9F-B494A12966C2}" dt="2024-09-01T13:48:30.086" v="268" actId="207"/>
        <pc:sldMkLst>
          <pc:docMk/>
          <pc:sldMk cId="811220229" sldId="291"/>
        </pc:sldMkLst>
        <pc:spChg chg="mod">
          <ac:chgData name="Yan Li" userId="9c24dcb21a99a041" providerId="LiveId" clId="{66E74474-2EE9-4435-BA9F-B494A12966C2}" dt="2024-09-01T13:45:11.020" v="72" actId="20577"/>
          <ac:spMkLst>
            <pc:docMk/>
            <pc:sldMk cId="811220229" sldId="291"/>
            <ac:spMk id="2" creationId="{A0B2FD85-87AA-4580-1FB4-0EBB0A967AA9}"/>
          </ac:spMkLst>
        </pc:spChg>
        <pc:spChg chg="mod">
          <ac:chgData name="Yan Li" userId="9c24dcb21a99a041" providerId="LiveId" clId="{66E74474-2EE9-4435-BA9F-B494A12966C2}" dt="2024-09-01T13:48:30.086" v="268" actId="207"/>
          <ac:spMkLst>
            <pc:docMk/>
            <pc:sldMk cId="811220229" sldId="291"/>
            <ac:spMk id="3" creationId="{829828C6-6D41-BE5B-CC0A-8492B54C3375}"/>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8T19:36:34.47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79,'0'-1,"0"0,1 0,-1 0,1 0,-1 0,1 0,-1 0,1 0,-1 0,1 0,0 1,0-1,-1 0,1 0,0 1,0-1,0 0,0 1,0-1,-1 1,1-1,0 1,1 0,-1-1,0 1,0 0,2 0,35-6,-32 6,239-5,-162 6,154-16,-159 6,139 4,-139 6,134-16,-159 11,1 1,-1 3,102 13,-37-2,-53-4,110 28,-116-21,-1-3,89 7,10-5,33 0,1693-14,-1857 0,-1-1,30-8,28-2,2 8,-45 4,-1-2,1-2,64-15,-38-3,-45 14,0 1,1 1,0 1,0 1,32-2,533 8,-553-2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8T19:36:38.090"/>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1 112,'141'-1,"1"7,185 32,-201-19,0-6,199-4,-44-10,476-16,-618 10,-54 5,0-4,-1-4,110-26,-153 26,0 2,0 1,49-1,126 8,3 0,-148-8,95-21,-80 12,-36 7,-21 3,0 2,57-2,380 8,-454 0,0 0,0 1,0 0,0 1,0 0,0 1,-1 0,1 1,-1 1,-1 0,21 13,1 1,-20-14,1 0,0-1,1 0,-1-1,1 0,0-2,27 4,104-6,-86-1,244 15,-189-5,176-8,-66-28,-195 26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8T19:37:03.69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57,'8'0,"18"0,0 0,0-1,0-2,-1 0,40-12,-25 5,1 2,1 1,80-2,-116 9,-19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8T19:37:08.525"/>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88,'244'-3,"264"6,-470 1,0 2,46 12,-49-9,1-1,63 4,157-13,-100 0,2-13,-30 1,-58 7,131-30,-136 22,1 2,88-4,-37 16,-42 0,142-16,-127 6,1 5,123 6,-66 2,2076-3,-2215 0,-1 0,1 0,-1 1,1 0,-1 1,0 0,15 5,-20-6,0 1,0 0,0 0,-1 0,1 0,-1 0,1 0,-1 1,0-1,0 1,0 0,0-1,-1 1,1 0,-1 0,1 0,-1 0,0 1,0-1,0 0,-1 0,1 1,-1 3,2 3,-1 1,-1 0,0-1,0 1,-4 20,4-29,-1 0,0 0,1 1,-1-1,0 0,0 0,-1 0,1 0,0 0,-1 0,1-1,-1 1,1 0,-1-1,0 1,0-1,0 1,1-1,-2 0,1 0,0 0,0 0,0 0,0-1,0 1,-1 0,1-1,0 0,-1 0,1 1,0-1,-5-1,-16-1,0 0,0-2,1 0,-1-2,1-1,0 0,1-2,-24-12,29 14,0 1,0 1,0 0,-1 2,0-1,0 2,0 0,0 1,0 1,0 1,0 0,0 1,0 1,-24 7,17-5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8T19:38:52.651"/>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86,'4'-3,"0"0,0 0,0 1,0-1,1 1,-1 0,1 1,-1-1,1 1,0 0,0 0,7-1,65 0,-56 2,93 2,219 32,-235-21,-1-5,192-10,-225-5,0-3,101-29,-98 21,0 3,72-6,218 18,-184 7,107-4,-237-1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8T19:38:56.058"/>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5 169,'0'0,"0"-1,-1 1,1 0,0 0,0 0,0 0,0 0,0 0,0 0,0 0,0 0,-1 0,1 0,0 0,0 0,0 0,0 0,0 0,0 0,-1 0,1 0,0 0,0 0,0 0,0 0,0 0,0 0,0 0,0 1,-1-1,1 0,0 0,0 0,0 0,0 0,0 0,0 0,0 0,0 0,0 1,0-1,0 0,0 0,0 0,0 0,0 0,-1 0,1 0,0 1,0-1,0 0,0 0,0 0,0 0,1 0,-1 0,0 0,0 1,0-1,0 0,0 0,0 0,0 0,0 0,10 9,15 5,-5-6,1-2,0 0,1-2,-1 0,37 1,116-6,-71-2,-37-1,0-3,0-3,90-26,-90 19,0 3,1 3,89-4,-91 15,255-13,-150 1,197 10,-164 5,889-3,-1063-2,0-2,0 0,-1-3,49-16,-19 6,-27 9,1 1,0 2,37-2,-44 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8T19:38:59.133"/>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306 91,'122'2,"136"-5,-252 3,8 0,1-1,-1-1,0 0,0 0,0-2,22-7,-35 10,-1 1,1 0,-1 0,0 0,1-1,-1 1,1 0,-1 0,0-1,1 1,-1 0,0-1,1 1,-1-1,0 1,0 0,0-1,1 1,-1-1,0 1,0 0,0-1,0 1,0-1,1 1,-1-1,0 1,0-1,0 1,0-1,0 1,-1-1,1 1,0 0,0-1,0 1,-1-2,-16-13,-26-3,-4 10,0 2,0 3,0 1,-59 6,12-1,-232-2,282-1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8T19:39:00.920"/>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78,'49'1,"-28"0,1 0,-1-1,0-2,0 0,0-1,0-1,29-10,-20 5,0 0,0 2,0 2,53-4,18-3,-75 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8T19:39:02.76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1,'638'0,"-613"0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8T19:39:34.149"/>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1 59,'29'0,"64"-1,141 18,-129-7,206-7,-156-5,1717 2,-1774-5,175-32,47-3,316 37,-327 5,-185-2,535 18,-455-11,-35-2,-54 15,-95-17</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39:50.170"/>
    </inkml:context>
    <inkml:brush xml:id="br0">
      <inkml:brushProperty name="width" value="0.035" units="cm"/>
      <inkml:brushProperty name="height" value="0.035" units="cm"/>
      <inkml:brushProperty name="color" value="#E71224"/>
    </inkml:brush>
  </inkml:definitions>
  <inkml:trace contextRef="#ctx0" brushRef="#br0">0 0 24575,'1979'0'-1365,"-1950"0"-5461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39:57.021"/>
    </inkml:context>
    <inkml:brush xml:id="br0">
      <inkml:brushProperty name="width" value="0.035" units="cm"/>
      <inkml:brushProperty name="height" value="0.035" units="cm"/>
      <inkml:brushProperty name="color" value="#E71224"/>
    </inkml:brush>
  </inkml:definitions>
  <inkml:trace contextRef="#ctx0" brushRef="#br0">1 58 24575,'2'3'0,"0"1"0,0 0 0,0-1 0,1 1 0,0-1 0,0 0 0,0 0 0,0 0 0,0 0 0,1-1 0,-1 1 0,1-1 0,0 0 0,3 2 0,9 7 0,11 13 0,0 1 0,-2 1 0,-1 1 0,38 57 0,-57-77 0,0 0 0,1 0 0,0-1 0,0 1 0,0-2 0,1 1 0,-1-1 0,2 0 0,-1 0 0,0 0 0,1-1 0,0-1 0,10 4 0,-1-2 0,1-1 0,0-1 0,0-1 0,0 0 0,24-2 0,161-5 0,116 3 0,-297 5 0,-1 0 0,1 2 0,31 10 0,-28-7 0,-1-1 0,30 3 0,100-1 0,-15-2 0,455 9 0,-453-16 0,-76-4 0,1-2 0,75-18 0,-52 8 0,-74 14 0,-1-1 0,-1-1 0,1 0 0,-1-1 0,1-1 0,-1 0 0,-1-1 0,18-11 0,0-5 0,51-52 0,-73 67 0,2-1 0,-1 1 0,1 0 0,0 0 0,1 1 0,0 1 0,0 0 0,1 0 0,16-5 0,-4 4 0,0 1 0,1 1 0,31-3 0,2-4 0,-55 12 0,-1-1 0,0 0 0,1 0 0,-1 0 0,0 0 0,0 0 0,0 0 0,0-1 0,0 1 0,0-1 0,0 1 0,0-1 0,0 0 0,-1 0 0,1 0 0,-1 0 0,1 0 0,-1 0 0,0 0 0,0 0 0,1-4 0,-2 5 0,0 0 0,1 0 0,-1 1 0,0-1 0,-1 0 0,1 0 0,0 0 0,0 0 0,0 0 0,-1 0 0,1 0 0,0 0 0,-1 1 0,1-1 0,0 0 0,-1 0 0,1 0 0,-1 1 0,0-1 0,1 0 0,-1 1 0,0-1 0,1 0 0,-1 1 0,0-1 0,0 1 0,1-1 0,-1 1 0,0 0 0,0-1 0,-1 0 0,-35-8 0,24 7 0,-54-14 0,23 4 0,-1 3 0,0 1 0,-64-2 0,-675 12 0,592 13 0,31-2 0,-538-10 0,360-5 0,297-1 0,0-1 0,-77-18 0,76 13 0,0 1 0,-64-3 0,76 10-341,1 2 0,0 1-1,-34 8 1,36-4-6485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40:09.386"/>
    </inkml:context>
    <inkml:brush xml:id="br0">
      <inkml:brushProperty name="width" value="0.035" units="cm"/>
      <inkml:brushProperty name="height" value="0.035" units="cm"/>
      <inkml:brushProperty name="color" value="#E71224"/>
    </inkml:brush>
  </inkml:definitions>
  <inkml:trace contextRef="#ctx0" brushRef="#br0">1 1 24575,'843'0'0,"-807"1"0,61 12 0,-60-7 0,57 3 0,534-10-1365,-601 1-5461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40:29.028"/>
    </inkml:context>
    <inkml:brush xml:id="br0">
      <inkml:brushProperty name="width" value="0.035" units="cm"/>
      <inkml:brushProperty name="height" value="0.035" units="cm"/>
      <inkml:brushProperty name="color" value="#E71224"/>
    </inkml:brush>
  </inkml:definitions>
  <inkml:trace contextRef="#ctx0" brushRef="#br0">0 1 24575,'132'1'0,"182"24"0,-147-7 0,235-6 0,-291-14 0,126 4 0,-184 8-1365,-32-4-5461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40:31.188"/>
    </inkml:context>
    <inkml:brush xml:id="br0">
      <inkml:brushProperty name="width" value="0.035" units="cm"/>
      <inkml:brushProperty name="height" value="0.035" units="cm"/>
      <inkml:brushProperty name="color" value="#E71224"/>
    </inkml:brush>
  </inkml:definitions>
  <inkml:trace contextRef="#ctx0" brushRef="#br0">1 114 24575,'6'-5'0,"1"2"0,0-1 0,0 1 0,0 0 0,0 0 0,1 1 0,-1 0 0,1 0 0,-1 1 0,1 0 0,0 0 0,15 1 0,11-3 0,145-25 0,-59 7 0,1 6 0,125 0 0,96 13 0,196 6 0,-343 16-1365,-136-9-5461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40:34.084"/>
    </inkml:context>
    <inkml:brush xml:id="br0">
      <inkml:brushProperty name="width" value="0.035" units="cm"/>
      <inkml:brushProperty name="height" value="0.035" units="cm"/>
      <inkml:brushProperty name="color" value="#E71224"/>
    </inkml:brush>
  </inkml:definitions>
  <inkml:trace contextRef="#ctx0" brushRef="#br0">0 29 24575,'439'-21'0,"-361"15"-100,88 5 0,-102 2-1065,-39-1-5661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40:35.788"/>
    </inkml:context>
    <inkml:brush xml:id="br0">
      <inkml:brushProperty name="width" value="0.035" units="cm"/>
      <inkml:brushProperty name="height" value="0.035" units="cm"/>
      <inkml:brushProperty name="color" value="#E71224"/>
    </inkml:brush>
  </inkml:definitions>
  <inkml:trace contextRef="#ctx0" brushRef="#br0">1 29 24575,'0'-1'0,"1"0"0,-1-1 0,1 1 0,-1 0 0,1 0 0,0 0 0,0 0 0,-1 0 0,1 0 0,0 0 0,0 0 0,0 0 0,0 0 0,0 0 0,0 1 0,0-1 0,0 0 0,1 1 0,-1-1 0,0 1 0,0-1 0,1 1 0,-1 0 0,0-1 0,0 1 0,1 0 0,1 0 0,42-5 0,-40 5 0,223-2 60,-120 3-1485,-84-1-5401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40:39.603"/>
    </inkml:context>
    <inkml:brush xml:id="br0">
      <inkml:brushProperty name="width" value="0.035" units="cm"/>
      <inkml:brushProperty name="height" value="0.035" units="cm"/>
      <inkml:brushProperty name="color" value="#E71224"/>
    </inkml:brush>
  </inkml:definitions>
  <inkml:trace contextRef="#ctx0" brushRef="#br0">1 2 24575,'127'-1'0,"141"3"0,-137 10 1,114 4-1367,-215-16-5460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40:41.581"/>
    </inkml:context>
    <inkml:brush xml:id="br0">
      <inkml:brushProperty name="width" value="0.035" units="cm"/>
      <inkml:brushProperty name="height" value="0.035" units="cm"/>
      <inkml:brushProperty name="color" value="#E71224"/>
    </inkml:brush>
  </inkml:definitions>
  <inkml:trace contextRef="#ctx0" brushRef="#br0">0 0 24575,'559'0'0,"-514"3"-341,-1 2 0,1 2-1,63 18 1,-83-19-6485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43:04.481"/>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45:34.758"/>
    </inkml:context>
    <inkml:brush xml:id="br0">
      <inkml:brushProperty name="width" value="0.035" units="cm"/>
      <inkml:brushProperty name="height" value="0.035" units="cm"/>
      <inkml:brushProperty name="color" value="#E71224"/>
    </inkml:brush>
  </inkml:definitions>
  <inkml:trace contextRef="#ctx0" brushRef="#br0">1 30 24575,'3'-3'0,"1"0"0,0 1 0,0-1 0,1 1 0,-1 0 0,1 0 0,-1 0 0,1 1 0,-1-1 0,1 1 0,0 0 0,5 0 0,66-2 0,-54 2 0,399 1 85,-202 1-1535,-185-1-5376</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45:46.420"/>
    </inkml:context>
    <inkml:brush xml:id="br0">
      <inkml:brushProperty name="width" value="0.035" units="cm"/>
      <inkml:brushProperty name="height" value="0.035" units="cm"/>
      <inkml:brushProperty name="color" value="#E71224"/>
    </inkml:brush>
  </inkml:definitions>
  <inkml:trace contextRef="#ctx0" brushRef="#br0">1 56 24575,'73'0'0,"128"-17"0,13 0 0,-41 6 0,133 0-1365,-282 11-5461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46:18.286"/>
    </inkml:context>
    <inkml:brush xml:id="br0">
      <inkml:brushProperty name="width" value="0.035" units="cm"/>
      <inkml:brushProperty name="height" value="0.035" units="cm"/>
      <inkml:brushProperty name="color" value="#E71224"/>
    </inkml:brush>
  </inkml:definitions>
  <inkml:trace contextRef="#ctx0" brushRef="#br0">0 3 24575,'126'-3'0,"137"6"0,-172 10 0,-54-7 0,48 2 0,22-9 0,147-19 0,-88 12-1365,-140 9-5461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46:50.558"/>
    </inkml:context>
    <inkml:brush xml:id="br0">
      <inkml:brushProperty name="width" value="0.035" units="cm"/>
      <inkml:brushProperty name="height" value="0.035" units="cm"/>
      <inkml:brushProperty name="color" value="#E71224"/>
    </inkml:brush>
  </inkml:definitions>
  <inkml:trace contextRef="#ctx0" brushRef="#br0">0 234 24575,'1294'0'0,"-1290"1"0,-1-1 0,1 0 0,0 0 0,0 0 0,-1-1 0,1 0 0,0 1 0,-1-1 0,1 0 0,0-1 0,-1 1 0,0-1 0,1 1 0,-1-1 0,5-3 0,-7 3 0,1-1 0,-1 1 0,0-1 0,1 1 0,-1-1 0,0 1 0,0-1 0,-1 0 0,1 1 0,0-1 0,-1 0 0,0 0 0,0 0 0,0 1 0,0-1 0,0 0 0,0 0 0,-1 0 0,1 1 0,-1-1 0,-1-3 0,-2-8-136,-1 0-1,-1 1 1,0 0-1,-1 0 1,0 1-1,-1-1 1,-1 2-1,0-1 0,-11-11 1,3 6-6690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46:52.745"/>
    </inkml:context>
    <inkml:brush xml:id="br0">
      <inkml:brushProperty name="width" value="0.035" units="cm"/>
      <inkml:brushProperty name="height" value="0.035" units="cm"/>
      <inkml:brushProperty name="color" value="#E71224"/>
    </inkml:brush>
  </inkml:definitions>
  <inkml:trace contextRef="#ctx0" brushRef="#br0">0 0 24575,'0'5'0,"0"6"0,0 6 0,0 5 0,0 3 0,0 2 0,0 1 0,0 6 0,0 1 0,0 4 0,0 1 0,0-3 0,0-2 0,0-8-8191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46:56.886"/>
    </inkml:context>
    <inkml:brush xml:id="br0">
      <inkml:brushProperty name="width" value="0.035" units="cm"/>
      <inkml:brushProperty name="height" value="0.035" units="cm"/>
      <inkml:brushProperty name="color" value="#E71224"/>
    </inkml:brush>
  </inkml:definitions>
  <inkml:trace contextRef="#ctx0" brushRef="#br0">0 0 24575,'379'21'0,"-288"-13"0,49 8 0,-73-8 0,1-2 0,-1-3 0,70-7 0,-7 1 0,-51 2 0,90 3 0,-165-1 0,0-1 0,0 1 0,0 0 0,0 0 0,0 0 0,-1 1 0,1 0 0,0-1 0,-1 1 0,1 0 0,-1 1 0,0-1 0,0 1 0,0-1 0,0 1 0,0 0 0,0 0 0,-1 0 0,0 0 0,1 1 0,-1-1 0,0 1 0,-1-1 0,1 1 0,-1 0 0,1 0 0,-1 0 0,0-1 0,0 1 0,0 6 0,2 15 0,-1 0 0,-2 0 0,-4 48 0,2-30 0,-5 7-1365,1-32-5461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47:13.413"/>
    </inkml:context>
    <inkml:brush xml:id="br0">
      <inkml:brushProperty name="width" value="0.035" units="cm"/>
      <inkml:brushProperty name="height" value="0.035" units="cm"/>
      <inkml:brushProperty name="color" value="#FFC114"/>
    </inkml:brush>
  </inkml:definitions>
  <inkml:trace contextRef="#ctx0" brushRef="#br0">1 57 24575,'0'-1'0,"0"0"0,0 0 0,1 0 0,-1 0 0,0 0 0,1 0 0,-1 1 0,1-1 0,-1 0 0,1 0 0,0 0 0,-1 1 0,1-1 0,0 0 0,-1 1 0,1-1 0,0 0 0,0 1 0,0-1 0,-1 1 0,1-1 0,0 1 0,0 0 0,0-1 0,0 1 0,0 0 0,2-1 0,33-5 0,-25 5 0,82-13 0,0 4 0,1 4 0,104 7 0,-92 12 0,-72-7 0,-1-2 0,1-1 0,0-2 0,55-5 0,86-19-1365,-149 22-5461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47:15.454"/>
    </inkml:context>
    <inkml:brush xml:id="br0">
      <inkml:brushProperty name="width" value="0.035" units="cm"/>
      <inkml:brushProperty name="height" value="0.035" units="cm"/>
      <inkml:brushProperty name="color" value="#FFC114"/>
    </inkml:brush>
  </inkml:definitions>
  <inkml:trace contextRef="#ctx0" brushRef="#br0">1 2 24575,'128'-1'0,"1"6"0,142 23 0,-152-13 0,1-6 0,185-8 0,-132-3 0,-153 3-204,0 1 0,37 9 0,-45-8-549,12 1-6073</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47:22.758"/>
    </inkml:context>
    <inkml:brush xml:id="br0">
      <inkml:brushProperty name="width" value="0.035" units="cm"/>
      <inkml:brushProperty name="height" value="0.035" units="cm"/>
      <inkml:brushProperty name="color" value="#FFC114"/>
    </inkml:brush>
  </inkml:definitions>
  <inkml:trace contextRef="#ctx0" brushRef="#br0">1 45 24575,'537'0'0,"-504"-2"0,59-10 0,16-2 0,-1 15-5,-73 1-267,1-2 0,-1-1 0,1-2 0,34-7 0,-47 4-6554</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47:36.066"/>
    </inkml:context>
    <inkml:brush xml:id="br0">
      <inkml:brushProperty name="width" value="0.035" units="cm"/>
      <inkml:brushProperty name="height" value="0.035" units="cm"/>
      <inkml:brushProperty name="color" value="#FFC114"/>
    </inkml:brush>
  </inkml:definitions>
  <inkml:trace contextRef="#ctx0" brushRef="#br0">0 1 24575,'4'2'0,"-1"1"0,0-1 0,1 1 0,0-1 0,-1-1 0,1 1 0,0 0 0,0-1 0,0 0 0,0 1 0,0-2 0,6 2 0,55 2 0,-45-4 0,665 4 0,-351-7 0,-123 3-1365,-181 0-5461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19:48:20.187"/>
    </inkml:context>
    <inkml:brush xml:id="br0">
      <inkml:brushProperty name="width" value="0.035" units="cm"/>
      <inkml:brushProperty name="height" value="0.035" units="cm"/>
      <inkml:brushProperty name="color" value="#E71224"/>
    </inkml:brush>
  </inkml:definitions>
  <inkml:trace contextRef="#ctx0" brushRef="#br0">34 360 24575,'14'-6'0,"-1"1"0,0 1 0,1 0 0,0 1 0,0 0 0,23-1 0,91 4 0,-69 1 0,15 0 0,43 0 0,170-19 0,-211 11 0,137 5 0,13-1 0,-224 3 0,1 0 0,0 0 0,-1 0 0,1 0 0,0-1 0,-1 1 0,1-1 0,0 1 0,-1-1 0,1 0 0,-1 0 0,0-1 0,1 1 0,-1 0 0,0-1 0,0 1 0,1-1 0,-1 0 0,-1 1 0,1-1 0,0 0 0,0 0 0,-1-1 0,1 1 0,-1 0 0,1 0 0,-1-1 0,0 1 0,1-5 0,-1 0 0,-1 1 0,0 0 0,0 0 0,-1-1 0,1 1 0,-1 0 0,-1 0 0,1 0 0,-1 0 0,0 0 0,-1 1 0,-2-7 0,1 6 0,1 0 0,-1 0 0,-1 0 0,1 1 0,-1 0 0,0 0 0,0 0 0,0 0 0,-1 1 0,0 0 0,0 0 0,0 0 0,0 1 0,0 0 0,-13-4 0,-9-2 0,-1 1 0,-41-6 0,61 13 0,-63-7 0,0 3 0,-111 7 0,62 0 0,-195-2 0,304-1 0,0 0 0,-1-1 0,1-1 0,0 0 0,0-1 0,-22-10 0,21 8 0,-1 1 0,0 0 0,-29-5 0,37 9 0,0 1 0,0-1 0,1 2 0,-1-1 0,0 1 0,0-1 0,1 2 0,-1-1 0,0 1 0,1-1 0,-1 1 0,1 1 0,0-1 0,-6 5 0,3-2 6,1 0 0,0 0 0,0 1-1,1 0 1,-1 0 0,1 1 0,1 0-1,-1 0 1,1 0 0,0 1 0,1-1-1,0 1 1,0 0 0,1 1 0,0-1 0,0 1-1,-1 9 1,-1 12-264,2 0 0,1 0 0,3 52-1,0-61-177,0 11-6390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20:08:26.455"/>
    </inkml:context>
    <inkml:brush xml:id="br0">
      <inkml:brushProperty name="width" value="0.035" units="cm"/>
      <inkml:brushProperty name="height" value="0.035" units="cm"/>
      <inkml:brushProperty name="color" value="#E71224"/>
    </inkml:brush>
  </inkml:definitions>
  <inkml:trace contextRef="#ctx0" brushRef="#br0">5 73 24575,'0'0'0,"0"0"0,-1-1 0,1 1 0,0 0 0,-1 0 0,1-1 0,0 1 0,0 0 0,-1 0 0,1-1 0,0 1 0,0 0 0,0-1 0,-1 1 0,1 0 0,0-1 0,0 1 0,0-1 0,0 1 0,0 0 0,0-1 0,0 1 0,0 0 0,0-1 0,0 1 0,0-1 0,0 1 0,0 0 0,0-1 0,0 1 0,0 0 0,0-1 0,1 1 0,-1 0 0,0-1 0,0 1 0,1-1 0,15-6 0,24 2 0,-39 5 0,69-3 0,-11 1 0,-1-3 0,62-12 0,-65 8 0,1 3 0,-1 2 0,1 2 0,92 10 0,52 7 0,274 10 0,-311-27 0,249 4 0,-325 6 0,87 19 0,18 2 0,314-14 0,-450-16 0,-25 3 0,60 9 0,16 2 0,616-38 127,-240-2-1619,-430 26-5334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20:09:43.271"/>
    </inkml:context>
    <inkml:brush xml:id="br0">
      <inkml:brushProperty name="width" value="0.035" units="cm"/>
      <inkml:brushProperty name="height" value="0.035" units="cm"/>
      <inkml:brushProperty name="color" value="#E71224"/>
    </inkml:brush>
  </inkml:definitions>
  <inkml:trace contextRef="#ctx0" brushRef="#br0">0 1 24575,'181'-1'0,"343"7"0,-382 3 0,235 45 0,-317-46 0,0-2 0,0-2 0,97-8 0,-33 1 0,370 27 0,-46-18 0,-250-9 0,-147 3 0,143-1 0,276 34 0,-135 27 134,-73-12-1633,-184-35-5327</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20:10:18.932"/>
    </inkml:context>
    <inkml:brush xml:id="br0">
      <inkml:brushProperty name="width" value="0.035" units="cm"/>
      <inkml:brushProperty name="height" value="0.035" units="cm"/>
      <inkml:brushProperty name="color" value="#E71224"/>
    </inkml:brush>
  </inkml:definitions>
  <inkml:trace contextRef="#ctx0" brushRef="#br0">0 241 24575,'1'-1'0,"-1"-1"0,1 1 0,0 0 0,-1-1 0,1 1 0,0 0 0,0 0 0,0 0 0,0 0 0,0 0 0,0 0 0,0 0 0,1 0 0,-1 0 0,0 1 0,0-1 0,1 0 0,-1 1 0,0-1 0,1 1 0,1-1 0,40-12 0,-34 10 0,157-35 0,-108 23 0,1 2 0,1 4 0,86-4 0,-117 10 0,103-3 0,79-9 0,456-65 0,-542 70 0,190 8 0,-138 5 0,685-3 0,-530 27 0,-16 0 0,655-28-1365,-925 1-5461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20:10:56.932"/>
    </inkml:context>
    <inkml:brush xml:id="br0">
      <inkml:brushProperty name="width" value="0.035" units="cm"/>
      <inkml:brushProperty name="height" value="0.035" units="cm"/>
      <inkml:brushProperty name="color" value="#E71224"/>
    </inkml:brush>
  </inkml:definitions>
  <inkml:trace contextRef="#ctx0" brushRef="#br0">0 23 24575,'4'-3'0,"0"1"0,0-1 0,0 1 0,1 0 0,-1 0 0,1 0 0,-1 0 0,1 1 0,0 0 0,-1 0 0,1 0 0,0 1 0,0-1 0,-1 1 0,1 0 0,6 1 0,6 1 0,-1 0 0,1 1 0,21 7 0,90 34 0,219 109 0,-319-139 0,108 48 0,-118-55 0,1-2 0,0 0 0,-1-1 0,2-1 0,34 2 0,-20-2 0,0 1 0,-1 2 0,1 1 0,53 19 0,-43-12 0,74 13 0,-9-16 0,199-7 0,-175-6 0,-89 0 0,1-3 0,66-15 0,38-4 0,-98 17 0,-1-3 0,81-26 0,-89 22 0,1 2 0,1 2 0,-1 2 0,57-3 0,299 11 0,-200 1 0,-265 3 0,0 2 0,-100 24 0,102-16 0,0-3 0,-1-3 0,-68 0 0,-362-10-1365,469 2-5461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8T20:11:59.910"/>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29,'12'-5,"0"0,0 1,0 1,0 0,1 0,20-1,82 2,-68 3,897 0,-754 13,-13 0,79 6,-200-15,-30-4</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20:12:23.547"/>
    </inkml:context>
    <inkml:brush xml:id="br0">
      <inkml:brushProperty name="width" value="0.035" units="cm"/>
      <inkml:brushProperty name="height" value="0.035" units="cm"/>
      <inkml:brushProperty name="color" value="#E71224"/>
    </inkml:brush>
  </inkml:definitions>
  <inkml:trace contextRef="#ctx0" brushRef="#br0">0 0 24575,'2930'0'0,"-2761"14"0,-12 0 0,31-17 0,102 6 0,-264 1-17,-1 1 0,0 2 1,0 1-1,-1 0 0,44 23 0,-10-5-1247,-41-19-5562</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8T20:13:00.826"/>
    </inkml:context>
    <inkml:brush xml:id="br0">
      <inkml:brushProperty name="width" value="0.1" units="cm"/>
      <inkml:brushProperty name="height" value="0.2" units="cm"/>
      <inkml:brushProperty name="color" value="#00FDFF"/>
      <inkml:brushProperty name="tip" value="rectangle"/>
      <inkml:brushProperty name="rasterOp" value="maskPen"/>
      <inkml:brushProperty name="ignorePressure" value="1"/>
    </inkml:brush>
  </inkml:definitions>
  <inkml:trace contextRef="#ctx0" brushRef="#br0">0 29,'1'2,"-1"1,1-1,-1 1,1-1,0 0,0 0,0 1,0-1,0 0,0 0,1 0,-1 0,1 0,0-1,-1 1,1 0,0-1,0 1,0-1,0 0,0 1,0-1,1 0,-1 0,0 0,1-1,-1 1,0-1,1 1,-1-1,3 0,15 3,0-1,37-1,-35-1,595-2,-581 0,1-2,42-9,-8 1,110-12,262-3,1636 29,-1948 4,167 29,-174-16,205 3,-303-21,0 2,32 5,24 3,-60-9</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28T20:33:09.011"/>
    </inkml:context>
    <inkml:brush xml:id="br0">
      <inkml:brushProperty name="width" value="0.035" units="cm"/>
      <inkml:brushProperty name="height" value="0.035" units="cm"/>
      <inkml:brushProperty name="color" value="#E71224"/>
    </inkml:brush>
  </inkml:definitions>
  <inkml:trace contextRef="#ctx0" brushRef="#br0">0 30 24575,'63'4'0,"0"2"0,107 25 0,-109-17 0,0-4 0,118 7 0,-147-17 0,-12 1 0,0-1 0,0-1 0,-1-1 0,1 0 0,20-6 0,-39 8 0,-1 0 0,0 0 0,0 0 0,1 0 0,-1 0 0,0 0 0,0-1 0,0 1 0,1 0 0,-1 0 0,0 0 0,0 0 0,1 0 0,-1 0 0,0 0 0,0 0 0,0-1 0,0 1 0,1 0 0,-1 0 0,0 0 0,0 0 0,0-1 0,0 1 0,0 0 0,1 0 0,-1 0 0,0-1 0,0 1 0,0 0 0,0 0 0,0 0 0,0-1 0,0 1 0,0 0 0,0 0 0,0-1 0,0 1 0,0 0 0,0 0 0,0 0 0,0-1 0,0 1 0,0 0 0,-11-9 0,-24-5 0,32 12 0,-44-15 0,0 3 0,-73-14 0,94 24 0,1 1 0,-1 2 0,1 0 0,-1 2 0,0 1 0,-43 8 0,30-3-341,0-1 0,-1-3-1,-46-1 1,60-2-6485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ADCE8C-2003-47A2-800E-2F90B246AB06}" type="datetimeFigureOut">
              <a:rPr lang="en-US" smtClean="0"/>
              <a:t>10/29/2024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022B8F-EECA-4068-B343-503A0100A33C}" type="slidenum">
              <a:rPr lang="en-US" smtClean="0"/>
              <a:t>‹#›</a:t>
            </a:fld>
            <a:endParaRPr lang="en-US"/>
          </a:p>
        </p:txBody>
      </p:sp>
    </p:spTree>
    <p:extLst>
      <p:ext uri="{BB962C8B-B14F-4D97-AF65-F5344CB8AC3E}">
        <p14:creationId xmlns:p14="http://schemas.microsoft.com/office/powerpoint/2010/main" val="18858779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022B8F-EECA-4068-B343-503A0100A33C}" type="slidenum">
              <a:rPr lang="en-US" smtClean="0"/>
              <a:t>1</a:t>
            </a:fld>
            <a:endParaRPr lang="en-US"/>
          </a:p>
        </p:txBody>
      </p:sp>
    </p:spTree>
    <p:extLst>
      <p:ext uri="{BB962C8B-B14F-4D97-AF65-F5344CB8AC3E}">
        <p14:creationId xmlns:p14="http://schemas.microsoft.com/office/powerpoint/2010/main" val="908823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b="1" dirty="0">
              <a:solidFill>
                <a:schemeClr val="bg1"/>
              </a:solidFill>
            </a:endParaRPr>
          </a:p>
        </p:txBody>
      </p:sp>
      <p:sp>
        <p:nvSpPr>
          <p:cNvPr id="4" name="Slide Number Placeholder 3"/>
          <p:cNvSpPr>
            <a:spLocks noGrp="1"/>
          </p:cNvSpPr>
          <p:nvPr>
            <p:ph type="sldNum" sz="quarter" idx="5"/>
          </p:nvPr>
        </p:nvSpPr>
        <p:spPr/>
        <p:txBody>
          <a:bodyPr/>
          <a:lstStyle/>
          <a:p>
            <a:fld id="{CE022B8F-EECA-4068-B343-503A0100A33C}" type="slidenum">
              <a:rPr lang="en-US" smtClean="0"/>
              <a:t>3</a:t>
            </a:fld>
            <a:endParaRPr lang="en-US"/>
          </a:p>
        </p:txBody>
      </p:sp>
    </p:spTree>
    <p:extLst>
      <p:ext uri="{BB962C8B-B14F-4D97-AF65-F5344CB8AC3E}">
        <p14:creationId xmlns:p14="http://schemas.microsoft.com/office/powerpoint/2010/main" val="2930730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400" b="1" dirty="0">
              <a:solidFill>
                <a:schemeClr val="bg1"/>
              </a:solidFill>
            </a:endParaRPr>
          </a:p>
        </p:txBody>
      </p:sp>
      <p:sp>
        <p:nvSpPr>
          <p:cNvPr id="4" name="Slide Number Placeholder 3"/>
          <p:cNvSpPr>
            <a:spLocks noGrp="1"/>
          </p:cNvSpPr>
          <p:nvPr>
            <p:ph type="sldNum" sz="quarter" idx="5"/>
          </p:nvPr>
        </p:nvSpPr>
        <p:spPr/>
        <p:txBody>
          <a:bodyPr/>
          <a:lstStyle/>
          <a:p>
            <a:fld id="{CE022B8F-EECA-4068-B343-503A0100A33C}" type="slidenum">
              <a:rPr lang="en-US" smtClean="0"/>
              <a:t>4</a:t>
            </a:fld>
            <a:endParaRPr lang="en-US"/>
          </a:p>
        </p:txBody>
      </p:sp>
    </p:spTree>
    <p:extLst>
      <p:ext uri="{BB962C8B-B14F-4D97-AF65-F5344CB8AC3E}">
        <p14:creationId xmlns:p14="http://schemas.microsoft.com/office/powerpoint/2010/main" val="2997247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a:t>We construct a measure of human capital relatedness between merging firms A (acquirer) and T (target) using the angular separation (or uncentered correlation) of their human capital profile vectors H</a:t>
            </a:r>
            <a:r>
              <a:rPr lang="en-US" sz="2000" baseline="-25000" dirty="0"/>
              <a:t> A </a:t>
            </a:r>
            <a:r>
              <a:rPr lang="en-US" sz="2000" dirty="0"/>
              <a:t>and H</a:t>
            </a:r>
            <a:r>
              <a:rPr lang="en-US" sz="2000" baseline="-25000" dirty="0"/>
              <a:t> T </a:t>
            </a:r>
            <a:r>
              <a:rPr lang="en-US" sz="2000" dirty="0"/>
              <a:t>(see, e.g., Jaffe, 1986 ). Specifically, human capital relatedness, HCR , is computed as the scalar product of the merging firms’ human capital profile vectors divided by the product of their lengths. HCR is bounded between zero and one; it is zero for merging firms whose human capital profile vectors are orthogonal and unity for merging firms whose human capital profile vectors are identical. Importantly, it is closer to unity for merging firms with more related human capital. </a:t>
            </a:r>
          </a:p>
          <a:p>
            <a:endParaRPr lang="en-US" sz="2000" b="1" dirty="0">
              <a:solidFill>
                <a:schemeClr val="bg1"/>
              </a:solidFill>
            </a:endParaRPr>
          </a:p>
        </p:txBody>
      </p:sp>
      <p:sp>
        <p:nvSpPr>
          <p:cNvPr id="4" name="Slide Number Placeholder 3"/>
          <p:cNvSpPr>
            <a:spLocks noGrp="1"/>
          </p:cNvSpPr>
          <p:nvPr>
            <p:ph type="sldNum" sz="quarter" idx="5"/>
          </p:nvPr>
        </p:nvSpPr>
        <p:spPr/>
        <p:txBody>
          <a:bodyPr/>
          <a:lstStyle/>
          <a:p>
            <a:fld id="{CE022B8F-EECA-4068-B343-503A0100A33C}" type="slidenum">
              <a:rPr lang="en-US" smtClean="0"/>
              <a:t>5</a:t>
            </a:fld>
            <a:endParaRPr lang="en-US"/>
          </a:p>
        </p:txBody>
      </p:sp>
    </p:spTree>
    <p:extLst>
      <p:ext uri="{BB962C8B-B14F-4D97-AF65-F5344CB8AC3E}">
        <p14:creationId xmlns:p14="http://schemas.microsoft.com/office/powerpoint/2010/main" val="136786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200" dirty="0"/>
              <a:t>- 12% of the acquisitions in our sample are vertical, 41% are horizontal, and 47% are conglomerate. </a:t>
            </a:r>
          </a:p>
          <a:p>
            <a:r>
              <a:rPr lang="en-US" sz="4400" dirty="0"/>
              <a:t>- The mean (median) HCR of 0.74 (0.84) suggests that the typical merger in the sample has high human capital relatedness, suggesting that human capital relatedness is an important factor in mergers. More than 50% of sample mergers have high product market relatedness ( PMR = 1). </a:t>
            </a:r>
          </a:p>
          <a:p>
            <a:pPr marL="0" indent="0">
              <a:buFontTx/>
              <a:buNone/>
            </a:pPr>
            <a:r>
              <a:rPr lang="en-US" sz="3200" dirty="0"/>
              <a:t>- Synergy , is positive (1.48%), indicating that acquisitions, on average, create wealth. </a:t>
            </a:r>
          </a:p>
          <a:p>
            <a:pPr marL="0" indent="0">
              <a:buFontTx/>
              <a:buNone/>
            </a:pPr>
            <a:r>
              <a:rPr lang="en-US" sz="3200" dirty="0"/>
              <a:t>- The acquiring firm has larger mean and median market-to-book ratio, free cash flow, stock returns prior to the deal, and return on assets</a:t>
            </a:r>
            <a:endParaRPr lang="en-US" sz="2000" b="1" dirty="0">
              <a:solidFill>
                <a:schemeClr val="bg1"/>
              </a:solidFill>
            </a:endParaRPr>
          </a:p>
        </p:txBody>
      </p:sp>
      <p:sp>
        <p:nvSpPr>
          <p:cNvPr id="4" name="Slide Number Placeholder 3"/>
          <p:cNvSpPr>
            <a:spLocks noGrp="1"/>
          </p:cNvSpPr>
          <p:nvPr>
            <p:ph type="sldNum" sz="quarter" idx="5"/>
          </p:nvPr>
        </p:nvSpPr>
        <p:spPr/>
        <p:txBody>
          <a:bodyPr/>
          <a:lstStyle/>
          <a:p>
            <a:fld id="{CE022B8F-EECA-4068-B343-503A0100A33C}" type="slidenum">
              <a:rPr lang="en-US" smtClean="0"/>
              <a:t>6</a:t>
            </a:fld>
            <a:endParaRPr lang="en-US"/>
          </a:p>
        </p:txBody>
      </p:sp>
    </p:spTree>
    <p:extLst>
      <p:ext uri="{BB962C8B-B14F-4D97-AF65-F5344CB8AC3E}">
        <p14:creationId xmlns:p14="http://schemas.microsoft.com/office/powerpoint/2010/main" val="2059570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200" dirty="0"/>
              <a:t>The correlation between HCR and PMR is positive (0.26). This is intuitive, as a high degree of product similarity likely maps into many similar job titles. The correlations between HCR and PMR and merger types are consistently positive when merging firms have overlapping industries (i.e., </a:t>
            </a:r>
            <a:r>
              <a:rPr lang="en-US" sz="3200" dirty="0" err="1"/>
              <a:t>MergerType</a:t>
            </a:r>
            <a:r>
              <a:rPr lang="en-US" sz="3200" dirty="0"/>
              <a:t> 3 and Horizontal ) and negative when merging firms are in unrelated industries (i.e., </a:t>
            </a:r>
            <a:r>
              <a:rPr lang="en-US" sz="3200" dirty="0" err="1"/>
              <a:t>MergerType</a:t>
            </a:r>
            <a:r>
              <a:rPr lang="en-US" sz="3200" dirty="0"/>
              <a:t> 1, </a:t>
            </a:r>
            <a:r>
              <a:rPr lang="en-US" sz="3200" dirty="0" err="1"/>
              <a:t>MergerType</a:t>
            </a:r>
            <a:r>
              <a:rPr lang="en-US" sz="3200" dirty="0"/>
              <a:t> 2, Vertical , and Conglomerate ). There is less evidence, however, that HCR and PMR are related to merger returns, since neither measure is related to acquirer or target returns, and the correlations with the combined return ( Synergy ) are positive, but quite modest.</a:t>
            </a:r>
            <a:endParaRPr lang="en-US" sz="2000" b="1" dirty="0">
              <a:solidFill>
                <a:schemeClr val="bg1"/>
              </a:solidFill>
            </a:endParaRPr>
          </a:p>
        </p:txBody>
      </p:sp>
      <p:sp>
        <p:nvSpPr>
          <p:cNvPr id="4" name="Slide Number Placeholder 3"/>
          <p:cNvSpPr>
            <a:spLocks noGrp="1"/>
          </p:cNvSpPr>
          <p:nvPr>
            <p:ph type="sldNum" sz="quarter" idx="5"/>
          </p:nvPr>
        </p:nvSpPr>
        <p:spPr/>
        <p:txBody>
          <a:bodyPr/>
          <a:lstStyle/>
          <a:p>
            <a:fld id="{CE022B8F-EECA-4068-B343-503A0100A33C}" type="slidenum">
              <a:rPr lang="en-US" smtClean="0"/>
              <a:t>7</a:t>
            </a:fld>
            <a:endParaRPr lang="en-US"/>
          </a:p>
        </p:txBody>
      </p:sp>
    </p:spTree>
    <p:extLst>
      <p:ext uri="{BB962C8B-B14F-4D97-AF65-F5344CB8AC3E}">
        <p14:creationId xmlns:p14="http://schemas.microsoft.com/office/powerpoint/2010/main" val="4676602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Tx/>
              <a:buChar char="-"/>
            </a:pPr>
            <a:r>
              <a:rPr lang="en-US" sz="4400" dirty="0"/>
              <a:t>Regressions (4)–(6) are identical except they include all of the deal and firm characteristic control variables.</a:t>
            </a:r>
            <a:endParaRPr lang="en-US" sz="3200" dirty="0"/>
          </a:p>
          <a:p>
            <a:pPr marL="457200" indent="-457200">
              <a:buFontTx/>
              <a:buChar char="-"/>
            </a:pPr>
            <a:r>
              <a:rPr lang="en-US" sz="3200" dirty="0"/>
              <a:t>The positive coefficients on HCR in Table 2 confirm that human capital relatedness increases the likelihood of merger. </a:t>
            </a:r>
          </a:p>
          <a:p>
            <a:pPr marL="457200" indent="-457200">
              <a:buFontTx/>
              <a:buChar char="-"/>
            </a:pPr>
            <a:r>
              <a:rPr lang="en-US" sz="3200" dirty="0"/>
              <a:t>Product market relatedness also contributes significantly to the likelihood of merger, as the coefficients on PMR in regressions (2), (3), (5), and (6) are positive and highly statistically and economically significant. Interestingly, the coefficients on HCR ×PMR in regressions (3) and (6) are significantly negative, revealing that high product market relatedness ( PMR = 1) mitigates the positive effect of HCR on the likelihood of merger. </a:t>
            </a:r>
            <a:endParaRPr lang="en-US" sz="2000" b="1" dirty="0">
              <a:solidFill>
                <a:schemeClr val="bg1"/>
              </a:solidFill>
            </a:endParaRPr>
          </a:p>
        </p:txBody>
      </p:sp>
      <p:sp>
        <p:nvSpPr>
          <p:cNvPr id="4" name="Slide Number Placeholder 3"/>
          <p:cNvSpPr>
            <a:spLocks noGrp="1"/>
          </p:cNvSpPr>
          <p:nvPr>
            <p:ph type="sldNum" sz="quarter" idx="5"/>
          </p:nvPr>
        </p:nvSpPr>
        <p:spPr/>
        <p:txBody>
          <a:bodyPr/>
          <a:lstStyle/>
          <a:p>
            <a:fld id="{CE022B8F-EECA-4068-B343-503A0100A33C}" type="slidenum">
              <a:rPr lang="en-US" smtClean="0"/>
              <a:t>8</a:t>
            </a:fld>
            <a:endParaRPr lang="en-US"/>
          </a:p>
        </p:txBody>
      </p:sp>
    </p:spTree>
    <p:extLst>
      <p:ext uri="{BB962C8B-B14F-4D97-AF65-F5344CB8AC3E}">
        <p14:creationId xmlns:p14="http://schemas.microsoft.com/office/powerpoint/2010/main" val="3822181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Tx/>
              <a:buChar char="-"/>
            </a:pPr>
            <a:r>
              <a:rPr lang="en-US" sz="3200" dirty="0"/>
              <a:t>the coefficients on the interactions of HCR and </a:t>
            </a:r>
            <a:r>
              <a:rPr lang="en-US" sz="3200" dirty="0" err="1"/>
              <a:t>MergerType</a:t>
            </a:r>
            <a:r>
              <a:rPr lang="en-US" sz="3200" dirty="0"/>
              <a:t> 1 and </a:t>
            </a:r>
            <a:r>
              <a:rPr lang="en-US" sz="3200" dirty="0" err="1"/>
              <a:t>MergerType</a:t>
            </a:r>
            <a:r>
              <a:rPr lang="en-US" sz="3200" dirty="0"/>
              <a:t> 2 are positive, while the coefficients on the interactions of HCR and </a:t>
            </a:r>
            <a:r>
              <a:rPr lang="en-US" sz="3200" dirty="0" err="1"/>
              <a:t>MergerType</a:t>
            </a:r>
            <a:r>
              <a:rPr lang="en-US" sz="3200" dirty="0"/>
              <a:t> 3 are negative. The implication is that human capital relatedness predicts mergers of unrelated firms, but not related firms.</a:t>
            </a:r>
          </a:p>
          <a:p>
            <a:pPr marL="457200" indent="-457200">
              <a:buFontTx/>
              <a:buChar char="-"/>
            </a:pPr>
            <a:r>
              <a:rPr lang="en-US" sz="3200" dirty="0"/>
              <a:t>the likelihood of vertical and conglomerate mergers is increasing in HCR , while the likelihood of horizontal mergers is decreasing in HCR . These findings are consistent with the negative effect of HCR ×PMR on the likelihood of merger in Table 2 </a:t>
            </a:r>
          </a:p>
          <a:p>
            <a:pPr marL="457200" indent="-457200">
              <a:buFontTx/>
              <a:buChar char="-"/>
            </a:pPr>
            <a:r>
              <a:rPr lang="en-US" sz="3200" dirty="0"/>
              <a:t>When firms are related along product market dimensions, human capital relatedness can discourage mergers because employee incentives are lower due to a decrease in competition for their services within the industry/product market. </a:t>
            </a:r>
            <a:endParaRPr lang="en-US" sz="2000" b="1" dirty="0">
              <a:solidFill>
                <a:schemeClr val="bg1"/>
              </a:solidFill>
            </a:endParaRPr>
          </a:p>
        </p:txBody>
      </p:sp>
      <p:sp>
        <p:nvSpPr>
          <p:cNvPr id="4" name="Slide Number Placeholder 3"/>
          <p:cNvSpPr>
            <a:spLocks noGrp="1"/>
          </p:cNvSpPr>
          <p:nvPr>
            <p:ph type="sldNum" sz="quarter" idx="5"/>
          </p:nvPr>
        </p:nvSpPr>
        <p:spPr/>
        <p:txBody>
          <a:bodyPr/>
          <a:lstStyle/>
          <a:p>
            <a:fld id="{CE022B8F-EECA-4068-B343-503A0100A33C}" type="slidenum">
              <a:rPr lang="en-US" smtClean="0"/>
              <a:t>9</a:t>
            </a:fld>
            <a:endParaRPr lang="en-US"/>
          </a:p>
        </p:txBody>
      </p:sp>
    </p:spTree>
    <p:extLst>
      <p:ext uri="{BB962C8B-B14F-4D97-AF65-F5344CB8AC3E}">
        <p14:creationId xmlns:p14="http://schemas.microsoft.com/office/powerpoint/2010/main" val="27230825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Tx/>
              <a:buChar char="-"/>
            </a:pPr>
            <a:r>
              <a:rPr lang="en-US" sz="3200" dirty="0"/>
              <a:t>HCR has a significantly positive effect on Synergy </a:t>
            </a:r>
          </a:p>
          <a:p>
            <a:pPr marL="457200" indent="-457200">
              <a:buFontTx/>
              <a:buChar char="-"/>
            </a:pPr>
            <a:r>
              <a:rPr lang="en-US" sz="4400" dirty="0"/>
              <a:t>The statistical significance of the coefficient estimate on HCR only takes a small hit when PMR is added to the specification and significantly improves when in turn HCR ×PMR and the control variables are added to the specification</a:t>
            </a:r>
            <a:endParaRPr lang="en-US" sz="3200" b="1" dirty="0">
              <a:solidFill>
                <a:schemeClr val="bg1"/>
              </a:solidFill>
            </a:endParaRPr>
          </a:p>
          <a:p>
            <a:pPr marL="457200" indent="-457200">
              <a:buFontTx/>
              <a:buChar char="-"/>
            </a:pPr>
            <a:r>
              <a:rPr lang="en-US" sz="3200" dirty="0"/>
              <a:t>The regressions provide solid support for the prediction that human capital relatedness increases the synergy gains from merger</a:t>
            </a:r>
          </a:p>
          <a:p>
            <a:pPr marL="457200" indent="-457200">
              <a:buFontTx/>
              <a:buChar char="-"/>
            </a:pPr>
            <a:r>
              <a:rPr lang="en-US" sz="3200" dirty="0"/>
              <a:t>Merger synergy is decreasing in the size of the acquirer, target market-to-book, target leverage, prior returns of the acquirer, and whether the deal is stock financed; merger synergy is increasing in the relative size of the target and acquirer leverage. The negative coefficient on target cash is consistent with the probit result that target cash decreases the likelihood of acquisition because a large cash stockpile allows the target to deter the acquisition</a:t>
            </a:r>
            <a:endParaRPr lang="en-US" sz="2000" b="1" dirty="0">
              <a:solidFill>
                <a:schemeClr val="bg1"/>
              </a:solidFill>
            </a:endParaRPr>
          </a:p>
        </p:txBody>
      </p:sp>
      <p:sp>
        <p:nvSpPr>
          <p:cNvPr id="4" name="Slide Number Placeholder 3"/>
          <p:cNvSpPr>
            <a:spLocks noGrp="1"/>
          </p:cNvSpPr>
          <p:nvPr>
            <p:ph type="sldNum" sz="quarter" idx="5"/>
          </p:nvPr>
        </p:nvSpPr>
        <p:spPr/>
        <p:txBody>
          <a:bodyPr/>
          <a:lstStyle/>
          <a:p>
            <a:fld id="{CE022B8F-EECA-4068-B343-503A0100A33C}" type="slidenum">
              <a:rPr lang="en-US" smtClean="0"/>
              <a:t>10</a:t>
            </a:fld>
            <a:endParaRPr lang="en-US"/>
          </a:p>
        </p:txBody>
      </p:sp>
    </p:spTree>
    <p:extLst>
      <p:ext uri="{BB962C8B-B14F-4D97-AF65-F5344CB8AC3E}">
        <p14:creationId xmlns:p14="http://schemas.microsoft.com/office/powerpoint/2010/main" val="1896626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Tx/>
              <a:buChar char="-"/>
            </a:pPr>
            <a:r>
              <a:rPr lang="en-US" sz="3200" dirty="0"/>
              <a:t>Column 1: Excluding these observations with HCR = 1 has no effect on the results; the main effects of HCR and PMR are positive, and their interaction is negative.    </a:t>
            </a:r>
          </a:p>
          <a:p>
            <a:pPr marL="457200" indent="-457200">
              <a:buFontTx/>
              <a:buChar char="-"/>
            </a:pPr>
            <a:endParaRPr lang="en-US" sz="3200" dirty="0"/>
          </a:p>
          <a:p>
            <a:pPr marL="457200" indent="-457200">
              <a:buFontTx/>
              <a:buChar char="-"/>
            </a:pPr>
            <a:r>
              <a:rPr lang="en-US" sz="3200" dirty="0"/>
              <a:t>Column 2 and 3: The effect of HCR on Synergy is positive when PMR = 0 and zero when PMR = 1.</a:t>
            </a:r>
          </a:p>
          <a:p>
            <a:pPr marL="457200" indent="-457200">
              <a:buFontTx/>
              <a:buChar char="-"/>
            </a:pPr>
            <a:endParaRPr lang="en-US" sz="3200" b="1" dirty="0">
              <a:solidFill>
                <a:schemeClr val="bg1"/>
              </a:solidFill>
            </a:endParaRPr>
          </a:p>
          <a:p>
            <a:pPr marL="457200" indent="-457200">
              <a:buFontTx/>
              <a:buChar char="-"/>
            </a:pPr>
            <a:r>
              <a:rPr lang="en-US" sz="3200" dirty="0"/>
              <a:t>Regression (4) is a robust regression that uses a two-step procedure to reduce the impact of outliers on the estimated coefficients. In the first step, drop </a:t>
            </a:r>
            <a:r>
              <a:rPr lang="en-US" sz="3200"/>
              <a:t>influential outliers. </a:t>
            </a:r>
            <a:r>
              <a:rPr lang="en-US" sz="3200" dirty="0"/>
              <a:t>In the second step, reduces the weight of observations with large absolute residuals. The coefficients on HCR and PMR are smaller—by 40% and 17%, respectively—but continue to be statistically and economically significant. </a:t>
            </a:r>
            <a:endParaRPr lang="en-US" sz="2000" b="1" dirty="0">
              <a:solidFill>
                <a:schemeClr val="bg1"/>
              </a:solidFill>
            </a:endParaRPr>
          </a:p>
        </p:txBody>
      </p:sp>
      <p:sp>
        <p:nvSpPr>
          <p:cNvPr id="4" name="Slide Number Placeholder 3"/>
          <p:cNvSpPr>
            <a:spLocks noGrp="1"/>
          </p:cNvSpPr>
          <p:nvPr>
            <p:ph type="sldNum" sz="quarter" idx="5"/>
          </p:nvPr>
        </p:nvSpPr>
        <p:spPr/>
        <p:txBody>
          <a:bodyPr/>
          <a:lstStyle/>
          <a:p>
            <a:fld id="{CE022B8F-EECA-4068-B343-503A0100A33C}" type="slidenum">
              <a:rPr lang="en-US" smtClean="0"/>
              <a:t>11</a:t>
            </a:fld>
            <a:endParaRPr lang="en-US"/>
          </a:p>
        </p:txBody>
      </p:sp>
    </p:spTree>
    <p:extLst>
      <p:ext uri="{BB962C8B-B14F-4D97-AF65-F5344CB8AC3E}">
        <p14:creationId xmlns:p14="http://schemas.microsoft.com/office/powerpoint/2010/main" val="30528627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Tx/>
              <a:buChar char="-"/>
            </a:pPr>
            <a:r>
              <a:rPr lang="en-US" sz="3200" dirty="0"/>
              <a:t>The coefficients on the interactions in regression (1) are positive, but only the one on HCR ×</a:t>
            </a:r>
            <a:r>
              <a:rPr lang="en-US" sz="3200" dirty="0" err="1"/>
              <a:t>MergerType</a:t>
            </a:r>
            <a:r>
              <a:rPr lang="en-US" sz="3200" dirty="0"/>
              <a:t> 2 is significant. Excluding mergers where HCR = 1 (i.e., single segment merging firms in the same industry) in regression (2) produces virtually identical results. In regressions using merger-type subsamples, we find that mergers classified as </a:t>
            </a:r>
            <a:r>
              <a:rPr lang="en-US" sz="3200" dirty="0" err="1"/>
              <a:t>MergerType</a:t>
            </a:r>
            <a:r>
              <a:rPr lang="en-US" sz="3200" dirty="0"/>
              <a:t> 2 are the only ones with a significantly positive coefficient on HCR as reported in (3). The regressions in (4) and (5) similarly show that HCR has a significantly positive effect on Synergy only in unrelated ( Conglomerate ) mergers. </a:t>
            </a:r>
          </a:p>
          <a:p>
            <a:pPr marL="457200" indent="-457200">
              <a:buFontTx/>
              <a:buChar char="-"/>
            </a:pPr>
            <a:endParaRPr lang="en-US" sz="3200" b="1" dirty="0">
              <a:solidFill>
                <a:schemeClr val="bg1"/>
              </a:solidFill>
            </a:endParaRPr>
          </a:p>
          <a:p>
            <a:pPr marL="457200" indent="-457200">
              <a:buFontTx/>
              <a:buChar char="-"/>
            </a:pPr>
            <a:r>
              <a:rPr lang="en-US" sz="3200" dirty="0"/>
              <a:t>Human capital relatedness is less valuable in horizontal mergers or mergers between firms operating in similar product markets, </a:t>
            </a:r>
            <a:r>
              <a:rPr lang="en-US" sz="3200"/>
              <a:t>because mergers </a:t>
            </a:r>
            <a:r>
              <a:rPr lang="en-US" sz="3200" dirty="0"/>
              <a:t>between firms operating in the same product market(s) decrease labor competition, which reduces the value of a worker’s outside options and negatively effects wages and incentives</a:t>
            </a:r>
            <a:endParaRPr lang="en-US" sz="2000" b="1" dirty="0">
              <a:solidFill>
                <a:schemeClr val="bg1"/>
              </a:solidFill>
            </a:endParaRPr>
          </a:p>
        </p:txBody>
      </p:sp>
      <p:sp>
        <p:nvSpPr>
          <p:cNvPr id="4" name="Slide Number Placeholder 3"/>
          <p:cNvSpPr>
            <a:spLocks noGrp="1"/>
          </p:cNvSpPr>
          <p:nvPr>
            <p:ph type="sldNum" sz="quarter" idx="5"/>
          </p:nvPr>
        </p:nvSpPr>
        <p:spPr/>
        <p:txBody>
          <a:bodyPr/>
          <a:lstStyle/>
          <a:p>
            <a:fld id="{CE022B8F-EECA-4068-B343-503A0100A33C}" type="slidenum">
              <a:rPr lang="en-US" smtClean="0"/>
              <a:t>12</a:t>
            </a:fld>
            <a:endParaRPr lang="en-US"/>
          </a:p>
        </p:txBody>
      </p:sp>
    </p:spTree>
    <p:extLst>
      <p:ext uri="{BB962C8B-B14F-4D97-AF65-F5344CB8AC3E}">
        <p14:creationId xmlns:p14="http://schemas.microsoft.com/office/powerpoint/2010/main" val="40089222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8B865-877F-A0EF-1052-988012CC2F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BFE51-98F4-AD0C-06CF-B40246DAD9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51EE32-9A77-8EA0-4899-88E17F253D45}"/>
              </a:ext>
            </a:extLst>
          </p:cNvPr>
          <p:cNvSpPr>
            <a:spLocks noGrp="1"/>
          </p:cNvSpPr>
          <p:nvPr>
            <p:ph type="body" idx="1"/>
          </p:nvPr>
        </p:nvSpPr>
        <p:spPr/>
        <p:txBody>
          <a:bodyPr/>
          <a:lstStyle/>
          <a:p>
            <a:pPr marL="457200" indent="-457200">
              <a:buFontTx/>
              <a:buChar char="-"/>
            </a:pPr>
            <a:r>
              <a:rPr lang="en-US" sz="3200" dirty="0"/>
              <a:t>The coefficients on HCR in Panel A are significantly positive, confirming that human capital relatedness predicts post-merger operating performance. The coefficients on PMR and the interaction between HCR and PMR, however, are never significantly different from zero</a:t>
            </a:r>
            <a:endParaRPr lang="en-US" sz="2000" b="1" dirty="0">
              <a:solidFill>
                <a:schemeClr val="bg1"/>
              </a:solidFill>
            </a:endParaRPr>
          </a:p>
        </p:txBody>
      </p:sp>
      <p:sp>
        <p:nvSpPr>
          <p:cNvPr id="4" name="Slide Number Placeholder 3">
            <a:extLst>
              <a:ext uri="{FF2B5EF4-FFF2-40B4-BE49-F238E27FC236}">
                <a16:creationId xmlns:a16="http://schemas.microsoft.com/office/drawing/2014/main" id="{9A4E803A-F533-FD6B-3069-18CBD137F435}"/>
              </a:ext>
            </a:extLst>
          </p:cNvPr>
          <p:cNvSpPr>
            <a:spLocks noGrp="1"/>
          </p:cNvSpPr>
          <p:nvPr>
            <p:ph type="sldNum" sz="quarter" idx="5"/>
          </p:nvPr>
        </p:nvSpPr>
        <p:spPr/>
        <p:txBody>
          <a:bodyPr/>
          <a:lstStyle/>
          <a:p>
            <a:fld id="{CE022B8F-EECA-4068-B343-503A0100A33C}" type="slidenum">
              <a:rPr lang="en-US" smtClean="0"/>
              <a:t>13</a:t>
            </a:fld>
            <a:endParaRPr lang="en-US"/>
          </a:p>
        </p:txBody>
      </p:sp>
    </p:spTree>
    <p:extLst>
      <p:ext uri="{BB962C8B-B14F-4D97-AF65-F5344CB8AC3E}">
        <p14:creationId xmlns:p14="http://schemas.microsoft.com/office/powerpoint/2010/main" val="28499064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3FEE6-80E4-CDCC-D00A-B3A71291AF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77ECBA-C69D-2A6F-2BDE-D0BC0ACD18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54D887-E857-6FB7-F1D0-A1E865E6FF08}"/>
              </a:ext>
            </a:extLst>
          </p:cNvPr>
          <p:cNvSpPr>
            <a:spLocks noGrp="1"/>
          </p:cNvSpPr>
          <p:nvPr>
            <p:ph type="body" idx="1"/>
          </p:nvPr>
        </p:nvSpPr>
        <p:spPr/>
        <p:txBody>
          <a:bodyPr/>
          <a:lstStyle/>
          <a:p>
            <a:pPr marL="457200" indent="-457200">
              <a:buFontTx/>
              <a:buChar char="-"/>
            </a:pPr>
            <a:r>
              <a:rPr lang="en-US" sz="3200" dirty="0"/>
              <a:t>Panel B confirms that the positive relation between HCR and post-merger operating performance is largely driven by unrelated acquisitions (MergerType2 and Conglomerate), consistent with the results that both the likelihood of merger and returns from merger are significantly higher for unrelated acquisitions. </a:t>
            </a:r>
            <a:endParaRPr lang="en-US" sz="2000" b="1" dirty="0">
              <a:solidFill>
                <a:schemeClr val="bg1"/>
              </a:solidFill>
            </a:endParaRPr>
          </a:p>
        </p:txBody>
      </p:sp>
      <p:sp>
        <p:nvSpPr>
          <p:cNvPr id="4" name="Slide Number Placeholder 3">
            <a:extLst>
              <a:ext uri="{FF2B5EF4-FFF2-40B4-BE49-F238E27FC236}">
                <a16:creationId xmlns:a16="http://schemas.microsoft.com/office/drawing/2014/main" id="{68ACBE6A-A086-FB89-CFE3-65AF6F65A994}"/>
              </a:ext>
            </a:extLst>
          </p:cNvPr>
          <p:cNvSpPr>
            <a:spLocks noGrp="1"/>
          </p:cNvSpPr>
          <p:nvPr>
            <p:ph type="sldNum" sz="quarter" idx="5"/>
          </p:nvPr>
        </p:nvSpPr>
        <p:spPr/>
        <p:txBody>
          <a:bodyPr/>
          <a:lstStyle/>
          <a:p>
            <a:fld id="{CE022B8F-EECA-4068-B343-503A0100A33C}" type="slidenum">
              <a:rPr lang="en-US" smtClean="0"/>
              <a:t>14</a:t>
            </a:fld>
            <a:endParaRPr lang="en-US"/>
          </a:p>
        </p:txBody>
      </p:sp>
    </p:spTree>
    <p:extLst>
      <p:ext uri="{BB962C8B-B14F-4D97-AF65-F5344CB8AC3E}">
        <p14:creationId xmlns:p14="http://schemas.microsoft.com/office/powerpoint/2010/main" val="10127082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89589-45B1-D379-CCE4-8582DA265C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BF9172-9877-8507-A1FC-DF49929510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BEDD1A-787D-B4AD-48BE-E64ED4477ADD}"/>
              </a:ext>
            </a:extLst>
          </p:cNvPr>
          <p:cNvSpPr>
            <a:spLocks noGrp="1"/>
          </p:cNvSpPr>
          <p:nvPr>
            <p:ph type="body" idx="1"/>
          </p:nvPr>
        </p:nvSpPr>
        <p:spPr/>
        <p:txBody>
          <a:bodyPr/>
          <a:lstStyle/>
          <a:p>
            <a:pPr marL="457200" indent="-457200">
              <a:buFontTx/>
              <a:buChar char="-"/>
            </a:pPr>
            <a:r>
              <a:rPr lang="en-US" sz="3200" dirty="0"/>
              <a:t>The coefficient on HCR is significantly negative in all regressions reported in Panel A, indicating that human capital relatedness predicts lower post-merger employment. The negative relation is stronger when the regression includes PMR and excludes mergers where HCR = 1. In the regressions, the coefficient on PMR is also negative, and the coefficient on HCR × PMR is positive. Thus, product market relatedness also decreases </a:t>
            </a:r>
            <a:r>
              <a:rPr lang="en-US" sz="3200" dirty="0" err="1"/>
              <a:t>postmerger</a:t>
            </a:r>
            <a:r>
              <a:rPr lang="en-US" sz="3200" dirty="0"/>
              <a:t> employment, and the negative effect of human capital relatedness on </a:t>
            </a:r>
            <a:r>
              <a:rPr lang="en-US" sz="3200" dirty="0" err="1"/>
              <a:t>postmerger</a:t>
            </a:r>
            <a:r>
              <a:rPr lang="en-US" sz="3200" dirty="0"/>
              <a:t> employment is attenuated in mergers with a high degree of product market</a:t>
            </a:r>
            <a:endParaRPr lang="en-US" sz="2000" b="1" dirty="0">
              <a:solidFill>
                <a:schemeClr val="bg1"/>
              </a:solidFill>
            </a:endParaRPr>
          </a:p>
        </p:txBody>
      </p:sp>
      <p:sp>
        <p:nvSpPr>
          <p:cNvPr id="4" name="Slide Number Placeholder 3">
            <a:extLst>
              <a:ext uri="{FF2B5EF4-FFF2-40B4-BE49-F238E27FC236}">
                <a16:creationId xmlns:a16="http://schemas.microsoft.com/office/drawing/2014/main" id="{DB47E43C-AD30-6A5E-63C3-36AF90DD1FA7}"/>
              </a:ext>
            </a:extLst>
          </p:cNvPr>
          <p:cNvSpPr>
            <a:spLocks noGrp="1"/>
          </p:cNvSpPr>
          <p:nvPr>
            <p:ph type="sldNum" sz="quarter" idx="5"/>
          </p:nvPr>
        </p:nvSpPr>
        <p:spPr/>
        <p:txBody>
          <a:bodyPr/>
          <a:lstStyle/>
          <a:p>
            <a:fld id="{CE022B8F-EECA-4068-B343-503A0100A33C}" type="slidenum">
              <a:rPr lang="en-US" smtClean="0"/>
              <a:t>15</a:t>
            </a:fld>
            <a:endParaRPr lang="en-US"/>
          </a:p>
        </p:txBody>
      </p:sp>
    </p:spTree>
    <p:extLst>
      <p:ext uri="{BB962C8B-B14F-4D97-AF65-F5344CB8AC3E}">
        <p14:creationId xmlns:p14="http://schemas.microsoft.com/office/powerpoint/2010/main" val="28755006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A7EE2-F396-D1BD-B9B0-A9729D337C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2C39DB-B655-5152-EEBF-4258E8E002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1DC40C-93B2-3917-453C-D1F1765AF934}"/>
              </a:ext>
            </a:extLst>
          </p:cNvPr>
          <p:cNvSpPr>
            <a:spLocks noGrp="1"/>
          </p:cNvSpPr>
          <p:nvPr>
            <p:ph type="body" idx="1"/>
          </p:nvPr>
        </p:nvSpPr>
        <p:spPr/>
        <p:txBody>
          <a:bodyPr/>
          <a:lstStyle/>
          <a:p>
            <a:pPr marL="457200" indent="-457200">
              <a:buFontTx/>
              <a:buChar char="-"/>
            </a:pPr>
            <a:r>
              <a:rPr lang="en-US" sz="6000" dirty="0"/>
              <a:t>The negative effect of HCR on post-merger employment is significant only in unrelated acquisitions (i.e., MergerType1, MergerType2, and Conglomerate mergers. </a:t>
            </a:r>
            <a:r>
              <a:rPr lang="en-US" sz="4400" dirty="0"/>
              <a:t>In contrast, </a:t>
            </a:r>
            <a:r>
              <a:rPr lang="en-US" sz="3200" dirty="0"/>
              <a:t>there is not a significant change in employment for related acquisitions (i.e., MergerType3, Vertical, and especially Horizontal mergers)</a:t>
            </a:r>
            <a:endParaRPr lang="en-US" sz="2000" b="1" dirty="0">
              <a:solidFill>
                <a:schemeClr val="bg1"/>
              </a:solidFill>
            </a:endParaRPr>
          </a:p>
        </p:txBody>
      </p:sp>
      <p:sp>
        <p:nvSpPr>
          <p:cNvPr id="4" name="Slide Number Placeholder 3">
            <a:extLst>
              <a:ext uri="{FF2B5EF4-FFF2-40B4-BE49-F238E27FC236}">
                <a16:creationId xmlns:a16="http://schemas.microsoft.com/office/drawing/2014/main" id="{5CF567C9-7D10-D52E-2E01-3C35CB4E2438}"/>
              </a:ext>
            </a:extLst>
          </p:cNvPr>
          <p:cNvSpPr>
            <a:spLocks noGrp="1"/>
          </p:cNvSpPr>
          <p:nvPr>
            <p:ph type="sldNum" sz="quarter" idx="5"/>
          </p:nvPr>
        </p:nvSpPr>
        <p:spPr/>
        <p:txBody>
          <a:bodyPr/>
          <a:lstStyle/>
          <a:p>
            <a:fld id="{CE022B8F-EECA-4068-B343-503A0100A33C}" type="slidenum">
              <a:rPr lang="en-US" smtClean="0"/>
              <a:t>16</a:t>
            </a:fld>
            <a:endParaRPr lang="en-US"/>
          </a:p>
        </p:txBody>
      </p:sp>
    </p:spTree>
    <p:extLst>
      <p:ext uri="{BB962C8B-B14F-4D97-AF65-F5344CB8AC3E}">
        <p14:creationId xmlns:p14="http://schemas.microsoft.com/office/powerpoint/2010/main" val="32795936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EC69A-551E-661A-44F2-E780C6F5D9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1EAF12-A47D-32AA-B14D-02C2F5E0E7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1F1B35-C81E-26EF-1132-53D2C4FBAAEE}"/>
              </a:ext>
            </a:extLst>
          </p:cNvPr>
          <p:cNvSpPr>
            <a:spLocks noGrp="1"/>
          </p:cNvSpPr>
          <p:nvPr>
            <p:ph type="body" idx="1"/>
          </p:nvPr>
        </p:nvSpPr>
        <p:spPr/>
        <p:txBody>
          <a:bodyPr/>
          <a:lstStyle/>
          <a:p>
            <a:pPr marL="457200" indent="-457200">
              <a:buFontTx/>
              <a:buChar char="-"/>
            </a:pPr>
            <a:r>
              <a:rPr lang="en-US" sz="3200" dirty="0"/>
              <a:t>in Panel A that HCR predicts lower post-merger labor expense</a:t>
            </a:r>
            <a:endParaRPr lang="en-US" sz="2000" b="1" dirty="0">
              <a:solidFill>
                <a:schemeClr val="bg1"/>
              </a:solidFill>
            </a:endParaRPr>
          </a:p>
        </p:txBody>
      </p:sp>
      <p:sp>
        <p:nvSpPr>
          <p:cNvPr id="4" name="Slide Number Placeholder 3">
            <a:extLst>
              <a:ext uri="{FF2B5EF4-FFF2-40B4-BE49-F238E27FC236}">
                <a16:creationId xmlns:a16="http://schemas.microsoft.com/office/drawing/2014/main" id="{76B78B11-F8C8-EAE7-0851-6FA9BCD3B522}"/>
              </a:ext>
            </a:extLst>
          </p:cNvPr>
          <p:cNvSpPr>
            <a:spLocks noGrp="1"/>
          </p:cNvSpPr>
          <p:nvPr>
            <p:ph type="sldNum" sz="quarter" idx="5"/>
          </p:nvPr>
        </p:nvSpPr>
        <p:spPr/>
        <p:txBody>
          <a:bodyPr/>
          <a:lstStyle/>
          <a:p>
            <a:fld id="{CE022B8F-EECA-4068-B343-503A0100A33C}" type="slidenum">
              <a:rPr lang="en-US" smtClean="0"/>
              <a:t>17</a:t>
            </a:fld>
            <a:endParaRPr lang="en-US"/>
          </a:p>
        </p:txBody>
      </p:sp>
    </p:spTree>
    <p:extLst>
      <p:ext uri="{BB962C8B-B14F-4D97-AF65-F5344CB8AC3E}">
        <p14:creationId xmlns:p14="http://schemas.microsoft.com/office/powerpoint/2010/main" val="21314792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C9A5C-E517-C33A-E88E-8B82EDE92B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FD706B-26C1-C321-6217-5C622B558D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99ED9F-B329-05CC-96BF-DA81A5C2EF61}"/>
              </a:ext>
            </a:extLst>
          </p:cNvPr>
          <p:cNvSpPr>
            <a:spLocks noGrp="1"/>
          </p:cNvSpPr>
          <p:nvPr>
            <p:ph type="body" idx="1"/>
          </p:nvPr>
        </p:nvSpPr>
        <p:spPr/>
        <p:txBody>
          <a:bodyPr/>
          <a:lstStyle/>
          <a:p>
            <a:pPr marL="457200" indent="-457200">
              <a:buFontTx/>
              <a:buChar char="-"/>
            </a:pPr>
            <a:r>
              <a:rPr lang="en-US" sz="4400" dirty="0"/>
              <a:t>The decrease in post-merger SG&amp;A is primarily driven by unrelated mergers and appears to be highly economically significant.</a:t>
            </a:r>
          </a:p>
          <a:p>
            <a:pPr marL="457200" indent="-457200">
              <a:buFontTx/>
              <a:buChar char="-"/>
            </a:pPr>
            <a:r>
              <a:rPr lang="en-US" sz="3200" dirty="0"/>
              <a:t>The evidence in Tables 8 and 9 suggests that cost reductions through lower employment and wages are an important channel through which human capital relatedness enhances the performance of unrelated mergers. In contrast, there is no evidence that mergers between firms with a high degree of industry overlap and/or product market relatedness predict lower employment and wages. </a:t>
            </a:r>
            <a:endParaRPr lang="en-US" sz="2000" b="1" dirty="0">
              <a:solidFill>
                <a:schemeClr val="bg1"/>
              </a:solidFill>
            </a:endParaRPr>
          </a:p>
        </p:txBody>
      </p:sp>
      <p:sp>
        <p:nvSpPr>
          <p:cNvPr id="4" name="Slide Number Placeholder 3">
            <a:extLst>
              <a:ext uri="{FF2B5EF4-FFF2-40B4-BE49-F238E27FC236}">
                <a16:creationId xmlns:a16="http://schemas.microsoft.com/office/drawing/2014/main" id="{DAB47B6A-D784-1C65-378B-79393CBA1900}"/>
              </a:ext>
            </a:extLst>
          </p:cNvPr>
          <p:cNvSpPr>
            <a:spLocks noGrp="1"/>
          </p:cNvSpPr>
          <p:nvPr>
            <p:ph type="sldNum" sz="quarter" idx="5"/>
          </p:nvPr>
        </p:nvSpPr>
        <p:spPr/>
        <p:txBody>
          <a:bodyPr/>
          <a:lstStyle/>
          <a:p>
            <a:fld id="{CE022B8F-EECA-4068-B343-503A0100A33C}" type="slidenum">
              <a:rPr lang="en-US" smtClean="0"/>
              <a:t>18</a:t>
            </a:fld>
            <a:endParaRPr lang="en-US"/>
          </a:p>
        </p:txBody>
      </p:sp>
    </p:spTree>
    <p:extLst>
      <p:ext uri="{BB962C8B-B14F-4D97-AF65-F5344CB8AC3E}">
        <p14:creationId xmlns:p14="http://schemas.microsoft.com/office/powerpoint/2010/main" val="36650129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105DC-E1DA-3CA7-38FC-6D6D99BB52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2F604C-B4BE-6CF9-580E-6663275938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6A73D-7F0E-0302-2BB9-F1B995E8FC03}"/>
              </a:ext>
            </a:extLst>
          </p:cNvPr>
          <p:cNvSpPr>
            <a:spLocks noGrp="1"/>
          </p:cNvSpPr>
          <p:nvPr>
            <p:ph type="body" idx="1"/>
          </p:nvPr>
        </p:nvSpPr>
        <p:spPr/>
        <p:txBody>
          <a:bodyPr/>
          <a:lstStyle/>
          <a:p>
            <a:pPr marL="457200" indent="-457200">
              <a:buFontTx/>
              <a:buChar char="-"/>
            </a:pPr>
            <a:r>
              <a:rPr lang="en-US" sz="3200" dirty="0"/>
              <a:t>The idea is that the acquisition of an asset differs fundamentally from the merger of two firms in that human capital may not be transferred from the selling firm (parent) to the acquiring firm</a:t>
            </a:r>
            <a:endParaRPr lang="en-US" sz="2000" b="1" dirty="0">
              <a:solidFill>
                <a:schemeClr val="bg1"/>
              </a:solidFill>
            </a:endParaRPr>
          </a:p>
        </p:txBody>
      </p:sp>
      <p:sp>
        <p:nvSpPr>
          <p:cNvPr id="4" name="Slide Number Placeholder 3">
            <a:extLst>
              <a:ext uri="{FF2B5EF4-FFF2-40B4-BE49-F238E27FC236}">
                <a16:creationId xmlns:a16="http://schemas.microsoft.com/office/drawing/2014/main" id="{A9FF15B4-9E0A-EA2A-C9CE-9FDBE47AB709}"/>
              </a:ext>
            </a:extLst>
          </p:cNvPr>
          <p:cNvSpPr>
            <a:spLocks noGrp="1"/>
          </p:cNvSpPr>
          <p:nvPr>
            <p:ph type="sldNum" sz="quarter" idx="5"/>
          </p:nvPr>
        </p:nvSpPr>
        <p:spPr/>
        <p:txBody>
          <a:bodyPr/>
          <a:lstStyle/>
          <a:p>
            <a:fld id="{CE022B8F-EECA-4068-B343-503A0100A33C}" type="slidenum">
              <a:rPr lang="en-US" smtClean="0"/>
              <a:t>19</a:t>
            </a:fld>
            <a:endParaRPr lang="en-US"/>
          </a:p>
        </p:txBody>
      </p:sp>
    </p:spTree>
    <p:extLst>
      <p:ext uri="{BB962C8B-B14F-4D97-AF65-F5344CB8AC3E}">
        <p14:creationId xmlns:p14="http://schemas.microsoft.com/office/powerpoint/2010/main" val="36629343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E3BEC-F447-650C-7123-D3D0A51654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A797E0-DF72-0F66-E189-35CAE839E2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A9088-5470-2A77-AC29-CCF651FC233F}"/>
              </a:ext>
            </a:extLst>
          </p:cNvPr>
          <p:cNvSpPr>
            <a:spLocks noGrp="1"/>
          </p:cNvSpPr>
          <p:nvPr>
            <p:ph type="body" idx="1"/>
          </p:nvPr>
        </p:nvSpPr>
        <p:spPr/>
        <p:txBody>
          <a:bodyPr/>
          <a:lstStyle/>
          <a:p>
            <a:pPr marL="457200" marR="0" lvl="0" indent="-457200" algn="l" defTabSz="914400" rtl="0" eaLnBrk="1" fontAlgn="auto" latinLnBrk="0" hangingPunct="1">
              <a:lnSpc>
                <a:spcPct val="100000"/>
              </a:lnSpc>
              <a:spcBef>
                <a:spcPts val="0"/>
              </a:spcBef>
              <a:spcAft>
                <a:spcPts val="0"/>
              </a:spcAft>
              <a:buClrTx/>
              <a:buSzTx/>
              <a:buFontTx/>
              <a:buChar char="-"/>
              <a:tabLst/>
              <a:defRPr/>
            </a:pPr>
            <a:r>
              <a:rPr lang="en-US" sz="3200" dirty="0"/>
              <a:t>in Panel A that for critical levels of the change in parent employment ranging from 1% to 5%, the acquiring firm announcement return is always significantly smaller for the subsample below the critical level than for the subsample above the critical level. This supports rejection of falsification in that acquiring firm gains from asset acquisitions are economically and statistically smaller when there is not a significant human capital component to the transaction</a:t>
            </a:r>
          </a:p>
          <a:p>
            <a:pPr marL="457200" indent="-457200">
              <a:buFontTx/>
              <a:buChar char="-"/>
            </a:pPr>
            <a:endParaRPr lang="en-US" sz="2000" b="1" dirty="0">
              <a:solidFill>
                <a:schemeClr val="bg1"/>
              </a:solidFill>
            </a:endParaRPr>
          </a:p>
        </p:txBody>
      </p:sp>
      <p:sp>
        <p:nvSpPr>
          <p:cNvPr id="4" name="Slide Number Placeholder 3">
            <a:extLst>
              <a:ext uri="{FF2B5EF4-FFF2-40B4-BE49-F238E27FC236}">
                <a16:creationId xmlns:a16="http://schemas.microsoft.com/office/drawing/2014/main" id="{EE7DC819-93FF-B175-0424-EDA95D766C2A}"/>
              </a:ext>
            </a:extLst>
          </p:cNvPr>
          <p:cNvSpPr>
            <a:spLocks noGrp="1"/>
          </p:cNvSpPr>
          <p:nvPr>
            <p:ph type="sldNum" sz="quarter" idx="5"/>
          </p:nvPr>
        </p:nvSpPr>
        <p:spPr/>
        <p:txBody>
          <a:bodyPr/>
          <a:lstStyle/>
          <a:p>
            <a:fld id="{CE022B8F-EECA-4068-B343-503A0100A33C}" type="slidenum">
              <a:rPr lang="en-US" smtClean="0"/>
              <a:t>20</a:t>
            </a:fld>
            <a:endParaRPr lang="en-US"/>
          </a:p>
        </p:txBody>
      </p:sp>
    </p:spTree>
    <p:extLst>
      <p:ext uri="{BB962C8B-B14F-4D97-AF65-F5344CB8AC3E}">
        <p14:creationId xmlns:p14="http://schemas.microsoft.com/office/powerpoint/2010/main" val="42589804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6EEF8-1D45-5990-7E9E-0EE40B0714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9341D-DD3E-0100-4A40-42B22E45F6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5B840F-6197-F315-7CC9-1E29AED29702}"/>
              </a:ext>
            </a:extLst>
          </p:cNvPr>
          <p:cNvSpPr>
            <a:spLocks noGrp="1"/>
          </p:cNvSpPr>
          <p:nvPr>
            <p:ph type="body" idx="1"/>
          </p:nvPr>
        </p:nvSpPr>
        <p:spPr/>
        <p:txBody>
          <a:bodyPr/>
          <a:lstStyle/>
          <a:p>
            <a:pPr marL="457200" indent="-457200">
              <a:buFontTx/>
              <a:buChar char="-"/>
            </a:pPr>
            <a:r>
              <a:rPr lang="en-US" sz="6000" dirty="0"/>
              <a:t>Although the coefficients on HCR in the below 3% change in employment subsample are positive, they are not statistically significant. In contrast, the coefficients on HCR are significantly positive in the above 3% change in employment subsample, where there is more likely to be a nontrivial transfer of human capital in the as</a:t>
            </a:r>
            <a:r>
              <a:rPr lang="en-US" sz="3200" dirty="0"/>
              <a:t>set sale.</a:t>
            </a:r>
            <a:endParaRPr lang="en-US" sz="2000" b="1" dirty="0">
              <a:solidFill>
                <a:schemeClr val="bg1"/>
              </a:solidFill>
            </a:endParaRPr>
          </a:p>
        </p:txBody>
      </p:sp>
      <p:sp>
        <p:nvSpPr>
          <p:cNvPr id="4" name="Slide Number Placeholder 3">
            <a:extLst>
              <a:ext uri="{FF2B5EF4-FFF2-40B4-BE49-F238E27FC236}">
                <a16:creationId xmlns:a16="http://schemas.microsoft.com/office/drawing/2014/main" id="{EB714366-9DFD-1E8F-4F98-A6EA9D12D6FB}"/>
              </a:ext>
            </a:extLst>
          </p:cNvPr>
          <p:cNvSpPr>
            <a:spLocks noGrp="1"/>
          </p:cNvSpPr>
          <p:nvPr>
            <p:ph type="sldNum" sz="quarter" idx="5"/>
          </p:nvPr>
        </p:nvSpPr>
        <p:spPr/>
        <p:txBody>
          <a:bodyPr/>
          <a:lstStyle/>
          <a:p>
            <a:fld id="{CE022B8F-EECA-4068-B343-503A0100A33C}" type="slidenum">
              <a:rPr lang="en-US" smtClean="0"/>
              <a:t>21</a:t>
            </a:fld>
            <a:endParaRPr lang="en-US"/>
          </a:p>
        </p:txBody>
      </p:sp>
    </p:spTree>
    <p:extLst>
      <p:ext uri="{BB962C8B-B14F-4D97-AF65-F5344CB8AC3E}">
        <p14:creationId xmlns:p14="http://schemas.microsoft.com/office/powerpoint/2010/main" val="3856233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42347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010178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942967-BC0A-4551-A92E-9B26D7D102E7}" type="datetimeFigureOut">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2341438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942967-BC0A-4551-A92E-9B26D7D102E7}" type="datetimeFigureOut">
              <a:rPr lang="en-US" smtClean="0"/>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10546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942967-BC0A-4551-A92E-9B26D7D102E7}" type="datetimeFigureOut">
              <a:rPr lang="en-US" smtClean="0"/>
              <a:t>10/29/2024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403134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942967-BC0A-4551-A92E-9B26D7D102E7}" type="datetimeFigureOut">
              <a:rPr lang="en-US" smtClean="0"/>
              <a:t>10/29/2024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3336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942967-BC0A-4551-A92E-9B26D7D102E7}" type="datetimeFigureOut">
              <a:rPr lang="en-US" smtClean="0"/>
              <a:t>10/29/2024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965465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50044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428149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50815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368212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17028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942967-BC0A-4551-A92E-9B26D7D102E7}" type="datetimeFigureOut">
              <a:rPr lang="en-US" smtClean="0"/>
              <a:t>10/29/2024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30658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10/29/2024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1062518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D942967-BC0A-4551-A92E-9B26D7D102E7}" type="datetimeFigureOut">
              <a:rPr lang="en-US" smtClean="0"/>
              <a:t>10/29/2024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7829151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541557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942967-BC0A-4551-A92E-9B26D7D102E7}" type="datetimeFigureOut">
              <a:rPr lang="en-US" smtClean="0"/>
              <a:t>10/29/2024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24ECE-7F31-41AA-ACA2-EC126C7F69AC}" type="slidenum">
              <a:rPr lang="en-US" smtClean="0"/>
              <a:t>‹#›</a:t>
            </a:fld>
            <a:endParaRPr lang="en-US"/>
          </a:p>
        </p:txBody>
      </p:sp>
    </p:spTree>
    <p:extLst>
      <p:ext uri="{BB962C8B-B14F-4D97-AF65-F5344CB8AC3E}">
        <p14:creationId xmlns:p14="http://schemas.microsoft.com/office/powerpoint/2010/main" val="3897677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D942967-BC0A-4551-A92E-9B26D7D102E7}" type="datetimeFigureOut">
              <a:rPr lang="en-US" smtClean="0"/>
              <a:t>10/29/2024</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4ED24ECE-7F31-41AA-ACA2-EC126C7F69AC}" type="slidenum">
              <a:rPr lang="en-US" smtClean="0"/>
              <a:t>‹#›</a:t>
            </a:fld>
            <a:endParaRPr lang="en-US"/>
          </a:p>
        </p:txBody>
      </p:sp>
    </p:spTree>
    <p:extLst>
      <p:ext uri="{BB962C8B-B14F-4D97-AF65-F5344CB8AC3E}">
        <p14:creationId xmlns:p14="http://schemas.microsoft.com/office/powerpoint/2010/main" val="4006660686"/>
      </p:ext>
    </p:extLst>
  </p:cSld>
  <p:clrMap bg1="dk1" tx1="lt1" bg2="dk2" tx2="lt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 id="2147483898" r:id="rId10"/>
    <p:sldLayoutId id="2147483899" r:id="rId11"/>
    <p:sldLayoutId id="2147483900" r:id="rId12"/>
    <p:sldLayoutId id="2147483901" r:id="rId13"/>
    <p:sldLayoutId id="2147483902" r:id="rId14"/>
    <p:sldLayoutId id="2147483903" r:id="rId15"/>
    <p:sldLayoutId id="2147483904" r:id="rId16"/>
    <p:sldLayoutId id="2147483905"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3" Type="http://schemas.openxmlformats.org/officeDocument/2006/relationships/customXml" Target="../ink/ink5.xml"/><Relationship Id="rId18" Type="http://schemas.openxmlformats.org/officeDocument/2006/relationships/image" Target="../media/image16.png"/><Relationship Id="rId26" Type="http://schemas.openxmlformats.org/officeDocument/2006/relationships/image" Target="../media/image20.png"/><Relationship Id="rId39" Type="http://schemas.openxmlformats.org/officeDocument/2006/relationships/customXml" Target="../ink/ink18.xml"/><Relationship Id="rId21" Type="http://schemas.openxmlformats.org/officeDocument/2006/relationships/customXml" Target="../ink/ink9.xml"/><Relationship Id="rId34" Type="http://schemas.openxmlformats.org/officeDocument/2006/relationships/image" Target="../media/image24.png"/><Relationship Id="rId42" Type="http://schemas.openxmlformats.org/officeDocument/2006/relationships/image" Target="../media/image28.png"/><Relationship Id="rId7" Type="http://schemas.openxmlformats.org/officeDocument/2006/relationships/customXml" Target="../ink/ink2.xml"/><Relationship Id="rId2" Type="http://schemas.openxmlformats.org/officeDocument/2006/relationships/notesSlide" Target="../notesSlides/notesSlide5.xml"/><Relationship Id="rId16" Type="http://schemas.openxmlformats.org/officeDocument/2006/relationships/image" Target="../media/image15.png"/><Relationship Id="rId20" Type="http://schemas.openxmlformats.org/officeDocument/2006/relationships/image" Target="../media/image17.png"/><Relationship Id="rId29" Type="http://schemas.openxmlformats.org/officeDocument/2006/relationships/customXml" Target="../ink/ink13.xml"/><Relationship Id="rId41" Type="http://schemas.openxmlformats.org/officeDocument/2006/relationships/customXml" Target="../ink/ink19.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customXml" Target="../ink/ink4.xml"/><Relationship Id="rId24" Type="http://schemas.openxmlformats.org/officeDocument/2006/relationships/image" Target="../media/image19.png"/><Relationship Id="rId32" Type="http://schemas.openxmlformats.org/officeDocument/2006/relationships/image" Target="../media/image23.png"/><Relationship Id="rId37" Type="http://schemas.openxmlformats.org/officeDocument/2006/relationships/customXml" Target="../ink/ink17.xml"/><Relationship Id="rId40" Type="http://schemas.openxmlformats.org/officeDocument/2006/relationships/image" Target="../media/image27.png"/><Relationship Id="rId5" Type="http://schemas.openxmlformats.org/officeDocument/2006/relationships/customXml" Target="../ink/ink1.xml"/><Relationship Id="rId15" Type="http://schemas.openxmlformats.org/officeDocument/2006/relationships/customXml" Target="../ink/ink6.xml"/><Relationship Id="rId23" Type="http://schemas.openxmlformats.org/officeDocument/2006/relationships/customXml" Target="../ink/ink10.xml"/><Relationship Id="rId28" Type="http://schemas.openxmlformats.org/officeDocument/2006/relationships/image" Target="../media/image21.png"/><Relationship Id="rId36"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customXml" Target="../ink/ink8.xml"/><Relationship Id="rId31" Type="http://schemas.openxmlformats.org/officeDocument/2006/relationships/customXml" Target="../ink/ink14.xml"/><Relationship Id="rId4" Type="http://schemas.openxmlformats.org/officeDocument/2006/relationships/image" Target="../media/image9.png"/><Relationship Id="rId9" Type="http://schemas.openxmlformats.org/officeDocument/2006/relationships/customXml" Target="../ink/ink3.xml"/><Relationship Id="rId14" Type="http://schemas.openxmlformats.org/officeDocument/2006/relationships/image" Target="../media/image14.png"/><Relationship Id="rId22" Type="http://schemas.openxmlformats.org/officeDocument/2006/relationships/image" Target="../media/image18.png"/><Relationship Id="rId27" Type="http://schemas.openxmlformats.org/officeDocument/2006/relationships/customXml" Target="../ink/ink12.xml"/><Relationship Id="rId30" Type="http://schemas.openxmlformats.org/officeDocument/2006/relationships/image" Target="../media/image22.png"/><Relationship Id="rId35" Type="http://schemas.openxmlformats.org/officeDocument/2006/relationships/customXml" Target="../ink/ink16.xml"/><Relationship Id="rId8" Type="http://schemas.openxmlformats.org/officeDocument/2006/relationships/image" Target="../media/image11.png"/><Relationship Id="rId3" Type="http://schemas.openxmlformats.org/officeDocument/2006/relationships/image" Target="../media/image6.png"/><Relationship Id="rId12" Type="http://schemas.openxmlformats.org/officeDocument/2006/relationships/image" Target="../media/image13.png"/><Relationship Id="rId17" Type="http://schemas.openxmlformats.org/officeDocument/2006/relationships/customXml" Target="../ink/ink7.xml"/><Relationship Id="rId25" Type="http://schemas.openxmlformats.org/officeDocument/2006/relationships/customXml" Target="../ink/ink11.xml"/><Relationship Id="rId33" Type="http://schemas.openxmlformats.org/officeDocument/2006/relationships/customXml" Target="../ink/ink15.xml"/><Relationship Id="rId38" Type="http://schemas.openxmlformats.org/officeDocument/2006/relationships/image" Target="../media/image26.png"/></Relationships>
</file>

<file path=ppt/slides/_rels/slide7.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customXml" Target="../ink/ink24.xml"/><Relationship Id="rId18" Type="http://schemas.openxmlformats.org/officeDocument/2006/relationships/image" Target="../media/image36.png"/><Relationship Id="rId26" Type="http://schemas.openxmlformats.org/officeDocument/2006/relationships/image" Target="../media/image40.png"/><Relationship Id="rId3" Type="http://schemas.openxmlformats.org/officeDocument/2006/relationships/image" Target="../media/image6.png"/><Relationship Id="rId21" Type="http://schemas.openxmlformats.org/officeDocument/2006/relationships/customXml" Target="../ink/ink28.xml"/><Relationship Id="rId7" Type="http://schemas.openxmlformats.org/officeDocument/2006/relationships/customXml" Target="../ink/ink21.xml"/><Relationship Id="rId12" Type="http://schemas.openxmlformats.org/officeDocument/2006/relationships/image" Target="../media/image33.png"/><Relationship Id="rId17" Type="http://schemas.openxmlformats.org/officeDocument/2006/relationships/customXml" Target="../ink/ink26.xml"/><Relationship Id="rId25" Type="http://schemas.openxmlformats.org/officeDocument/2006/relationships/customXml" Target="../ink/ink30.xml"/><Relationship Id="rId2" Type="http://schemas.openxmlformats.org/officeDocument/2006/relationships/notesSlide" Target="../notesSlides/notesSlide6.xml"/><Relationship Id="rId16" Type="http://schemas.openxmlformats.org/officeDocument/2006/relationships/image" Target="../media/image35.png"/><Relationship Id="rId20"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customXml" Target="../ink/ink23.xml"/><Relationship Id="rId24" Type="http://schemas.openxmlformats.org/officeDocument/2006/relationships/image" Target="../media/image39.png"/><Relationship Id="rId5" Type="http://schemas.openxmlformats.org/officeDocument/2006/relationships/customXml" Target="../ink/ink20.xml"/><Relationship Id="rId15" Type="http://schemas.openxmlformats.org/officeDocument/2006/relationships/customXml" Target="../ink/ink25.xml"/><Relationship Id="rId23" Type="http://schemas.openxmlformats.org/officeDocument/2006/relationships/customXml" Target="../ink/ink29.xml"/><Relationship Id="rId28" Type="http://schemas.openxmlformats.org/officeDocument/2006/relationships/image" Target="../media/image41.png"/><Relationship Id="rId10" Type="http://schemas.openxmlformats.org/officeDocument/2006/relationships/image" Target="../media/image32.png"/><Relationship Id="rId19" Type="http://schemas.openxmlformats.org/officeDocument/2006/relationships/customXml" Target="../ink/ink27.xml"/><Relationship Id="rId4" Type="http://schemas.openxmlformats.org/officeDocument/2006/relationships/image" Target="../media/image29.png"/><Relationship Id="rId9" Type="http://schemas.openxmlformats.org/officeDocument/2006/relationships/customXml" Target="../ink/ink22.xml"/><Relationship Id="rId14" Type="http://schemas.openxmlformats.org/officeDocument/2006/relationships/image" Target="../media/image34.png"/><Relationship Id="rId22" Type="http://schemas.openxmlformats.org/officeDocument/2006/relationships/image" Target="../media/image38.png"/><Relationship Id="rId27" Type="http://schemas.openxmlformats.org/officeDocument/2006/relationships/customXml" Target="../ink/ink3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customXml" Target="../ink/ink36.xml"/><Relationship Id="rId18" Type="http://schemas.openxmlformats.org/officeDocument/2006/relationships/image" Target="../media/image51.png"/><Relationship Id="rId3" Type="http://schemas.openxmlformats.org/officeDocument/2006/relationships/image" Target="../media/image6.png"/><Relationship Id="rId7" Type="http://schemas.openxmlformats.org/officeDocument/2006/relationships/customXml" Target="../ink/ink33.xml"/><Relationship Id="rId12" Type="http://schemas.openxmlformats.org/officeDocument/2006/relationships/image" Target="../media/image48.png"/><Relationship Id="rId17" Type="http://schemas.openxmlformats.org/officeDocument/2006/relationships/customXml" Target="../ink/ink38.xml"/><Relationship Id="rId2" Type="http://schemas.openxmlformats.org/officeDocument/2006/relationships/notesSlide" Target="../notesSlides/notesSlide9.xml"/><Relationship Id="rId16" Type="http://schemas.openxmlformats.org/officeDocument/2006/relationships/image" Target="../media/image50.png"/><Relationship Id="rId1" Type="http://schemas.openxmlformats.org/officeDocument/2006/relationships/slideLayout" Target="../slideLayouts/slideLayout1.xml"/><Relationship Id="rId6" Type="http://schemas.openxmlformats.org/officeDocument/2006/relationships/image" Target="../media/image45.png"/><Relationship Id="rId11" Type="http://schemas.openxmlformats.org/officeDocument/2006/relationships/customXml" Target="../ink/ink35.xml"/><Relationship Id="rId5" Type="http://schemas.openxmlformats.org/officeDocument/2006/relationships/customXml" Target="../ink/ink32.xml"/><Relationship Id="rId15" Type="http://schemas.openxmlformats.org/officeDocument/2006/relationships/customXml" Target="../ink/ink37.xml"/><Relationship Id="rId10" Type="http://schemas.openxmlformats.org/officeDocument/2006/relationships/image" Target="../media/image47.png"/><Relationship Id="rId4" Type="http://schemas.openxmlformats.org/officeDocument/2006/relationships/image" Target="../media/image44.png"/><Relationship Id="rId9" Type="http://schemas.openxmlformats.org/officeDocument/2006/relationships/customXml" Target="../ink/ink34.xml"/><Relationship Id="rId14" Type="http://schemas.openxmlformats.org/officeDocument/2006/relationships/image" Target="../media/image49.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customXml" Target="../ink/ink39.xml"/><Relationship Id="rId4" Type="http://schemas.openxmlformats.org/officeDocument/2006/relationships/image" Target="../media/image56.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9.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61.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63.png"/></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2FD85-87AA-4580-1FB4-0EBB0A967AA9}"/>
              </a:ext>
            </a:extLst>
          </p:cNvPr>
          <p:cNvSpPr>
            <a:spLocks noGrp="1"/>
          </p:cNvSpPr>
          <p:nvPr>
            <p:ph type="ctrTitle"/>
          </p:nvPr>
        </p:nvSpPr>
        <p:spPr>
          <a:xfrm>
            <a:off x="1219201" y="431112"/>
            <a:ext cx="9997440" cy="1582578"/>
          </a:xfrm>
        </p:spPr>
        <p:txBody>
          <a:bodyPr anchor="b">
            <a:normAutofit/>
          </a:bodyPr>
          <a:lstStyle/>
          <a:p>
            <a:pPr algn="l"/>
            <a:r>
              <a:rPr lang="en-US" sz="4000" b="1" dirty="0">
                <a:solidFill>
                  <a:srgbClr val="C00000"/>
                </a:solidFill>
                <a:latin typeface="Open Sans" panose="020B0606030504020204" pitchFamily="34" charset="0"/>
              </a:rPr>
              <a:t>Human capital relatedness and mergers and acquisitions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464733" y="2269437"/>
            <a:ext cx="7840134" cy="3208867"/>
          </a:xfrm>
        </p:spPr>
        <p:txBody>
          <a:bodyPr>
            <a:normAutofit/>
          </a:bodyPr>
          <a:lstStyle/>
          <a:p>
            <a:pPr algn="l"/>
            <a:r>
              <a:rPr lang="en-US" dirty="0" err="1"/>
              <a:t>Kyeong</a:t>
            </a:r>
            <a:r>
              <a:rPr lang="en-US" dirty="0"/>
              <a:t> Hun Lee</a:t>
            </a:r>
            <a:endParaRPr lang="en-US" b="1" dirty="0"/>
          </a:p>
          <a:p>
            <a:pPr algn="l"/>
            <a:r>
              <a:rPr lang="en-US" dirty="0"/>
              <a:t>David C. Mauer</a:t>
            </a:r>
          </a:p>
          <a:p>
            <a:pPr algn="l"/>
            <a:r>
              <a:rPr lang="en-US" dirty="0"/>
              <a:t>Emma </a:t>
            </a:r>
            <a:r>
              <a:rPr lang="en-US" dirty="0" err="1"/>
              <a:t>Qianying</a:t>
            </a:r>
            <a:r>
              <a:rPr lang="en-US" dirty="0"/>
              <a:t> Xu</a:t>
            </a:r>
          </a:p>
          <a:p>
            <a:pPr algn="l"/>
            <a:r>
              <a:rPr lang="en-US" dirty="0"/>
              <a:t>Journal of </a:t>
            </a:r>
            <a:r>
              <a:rPr lang="en-US" altLang="zh-CN" dirty="0"/>
              <a:t>Financial Economics</a:t>
            </a:r>
            <a:endParaRPr lang="en-US" dirty="0"/>
          </a:p>
          <a:p>
            <a:pPr algn="l"/>
            <a:r>
              <a:rPr lang="en-US" u="sng" dirty="0"/>
              <a:t>March 2018</a:t>
            </a:r>
          </a:p>
          <a:p>
            <a:pPr algn="l"/>
            <a:r>
              <a:rPr lang="en-US" u="sng" dirty="0"/>
              <a:t>Presented by: Yan Li</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3"/>
          <a:stretch>
            <a:fillRect/>
          </a:stretch>
        </p:blipFill>
        <p:spPr>
          <a:xfrm>
            <a:off x="-73152" y="5864913"/>
            <a:ext cx="12192000" cy="1123950"/>
          </a:xfrm>
          <a:prstGeom prst="rect">
            <a:avLst/>
          </a:prstGeom>
        </p:spPr>
      </p:pic>
    </p:spTree>
    <p:extLst>
      <p:ext uri="{BB962C8B-B14F-4D97-AF65-F5344CB8AC3E}">
        <p14:creationId xmlns:p14="http://schemas.microsoft.com/office/powerpoint/2010/main" val="811220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289249"/>
            <a:ext cx="9144000" cy="1120107"/>
          </a:xfrm>
        </p:spPr>
        <p:txBody>
          <a:bodyPr>
            <a:normAutofit/>
          </a:bodyPr>
          <a:lstStyle/>
          <a:p>
            <a:r>
              <a:rPr lang="en-US" sz="3600" b="1" dirty="0">
                <a:solidFill>
                  <a:srgbClr val="C00000"/>
                </a:solidFill>
                <a:latin typeface="Arial" panose="020B0604020202020204" pitchFamily="34" charset="0"/>
                <a:cs typeface="Arial" panose="020B0604020202020204" pitchFamily="34" charset="0"/>
              </a:rPr>
              <a:t>Research Question</a:t>
            </a:r>
            <a:r>
              <a:rPr lang="en-US" sz="3600" dirty="0">
                <a:solidFill>
                  <a:srgbClr val="C00000"/>
                </a:solidFill>
                <a:latin typeface="Arial" panose="020B0604020202020204" pitchFamily="34" charset="0"/>
                <a:cs typeface="Arial" panose="020B0604020202020204" pitchFamily="34" charset="0"/>
              </a:rPr>
              <a:t>:</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1295400" y="1608668"/>
            <a:ext cx="10153261" cy="3370038"/>
          </a:xfrm>
        </p:spPr>
        <p:txBody>
          <a:bodyPr>
            <a:normAutofit/>
          </a:bodyPr>
          <a:lstStyle/>
          <a:p>
            <a:pPr algn="l"/>
            <a:r>
              <a:rPr lang="en-US" dirty="0"/>
              <a:t>Does human capital relatedness encourage mergers and create synergies?</a:t>
            </a:r>
            <a:endParaRPr lang="en-US" sz="2400" dirty="0"/>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2783577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109330"/>
            <a:ext cx="9144000" cy="556592"/>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Hypotheses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3"/>
          <a:stretch>
            <a:fillRect/>
          </a:stretch>
        </p:blipFill>
        <p:spPr>
          <a:xfrm>
            <a:off x="0" y="5734051"/>
            <a:ext cx="12192000" cy="1123950"/>
          </a:xfrm>
          <a:prstGeom prst="rect">
            <a:avLst/>
          </a:prstGeom>
        </p:spPr>
      </p:pic>
      <p:sp>
        <p:nvSpPr>
          <p:cNvPr id="3" name="TextBox 2">
            <a:extLst>
              <a:ext uri="{FF2B5EF4-FFF2-40B4-BE49-F238E27FC236}">
                <a16:creationId xmlns:a16="http://schemas.microsoft.com/office/drawing/2014/main" id="{6D550EA1-2745-FF12-4CBC-555F0E9BFB69}"/>
              </a:ext>
            </a:extLst>
          </p:cNvPr>
          <p:cNvSpPr txBox="1"/>
          <p:nvPr/>
        </p:nvSpPr>
        <p:spPr>
          <a:xfrm>
            <a:off x="347870" y="745435"/>
            <a:ext cx="11589026" cy="3785652"/>
          </a:xfrm>
          <a:prstGeom prst="rect">
            <a:avLst/>
          </a:prstGeom>
          <a:noFill/>
        </p:spPr>
        <p:txBody>
          <a:bodyPr wrap="square">
            <a:spAutoFit/>
          </a:bodyPr>
          <a:lstStyle/>
          <a:p>
            <a:endParaRPr lang="en-US" sz="2400" dirty="0"/>
          </a:p>
          <a:p>
            <a:endParaRPr lang="en-US" sz="2400" dirty="0"/>
          </a:p>
          <a:p>
            <a:r>
              <a:rPr lang="en-US" sz="2400" dirty="0"/>
              <a:t>Hypothesis 1 . The likelihood of two firms merging is increasing in the relatedness of their human capital. </a:t>
            </a:r>
          </a:p>
          <a:p>
            <a:endParaRPr lang="en-US" sz="2400" dirty="0"/>
          </a:p>
          <a:p>
            <a:r>
              <a:rPr lang="en-US" sz="2400" dirty="0"/>
              <a:t>Hypothesis 2 . The gains from merger are increasing in the relatedness of merging firms’ human capital.</a:t>
            </a:r>
          </a:p>
          <a:p>
            <a:endParaRPr lang="en-US" sz="2400" dirty="0"/>
          </a:p>
          <a:p>
            <a:r>
              <a:rPr lang="en-US" sz="2400" dirty="0"/>
              <a:t>Hypothesis 3. Post-merger employment and wages are decreasing and labor productivity increasing in the relatedness of merging firms’ human capital </a:t>
            </a:r>
          </a:p>
        </p:txBody>
      </p:sp>
    </p:spTree>
    <p:extLst>
      <p:ext uri="{BB962C8B-B14F-4D97-AF65-F5344CB8AC3E}">
        <p14:creationId xmlns:p14="http://schemas.microsoft.com/office/powerpoint/2010/main" val="4275086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109330"/>
            <a:ext cx="9144000" cy="556592"/>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Data and Variables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3"/>
          <a:stretch>
            <a:fillRect/>
          </a:stretch>
        </p:blipFill>
        <p:spPr>
          <a:xfrm>
            <a:off x="0" y="5734051"/>
            <a:ext cx="12192000" cy="1123950"/>
          </a:xfrm>
          <a:prstGeom prst="rect">
            <a:avLst/>
          </a:prstGeom>
        </p:spPr>
      </p:pic>
      <p:sp>
        <p:nvSpPr>
          <p:cNvPr id="3" name="TextBox 2">
            <a:extLst>
              <a:ext uri="{FF2B5EF4-FFF2-40B4-BE49-F238E27FC236}">
                <a16:creationId xmlns:a16="http://schemas.microsoft.com/office/drawing/2014/main" id="{6D550EA1-2745-FF12-4CBC-555F0E9BFB69}"/>
              </a:ext>
            </a:extLst>
          </p:cNvPr>
          <p:cNvSpPr txBox="1"/>
          <p:nvPr/>
        </p:nvSpPr>
        <p:spPr>
          <a:xfrm>
            <a:off x="347870" y="745435"/>
            <a:ext cx="11589026" cy="4093428"/>
          </a:xfrm>
          <a:prstGeom prst="rect">
            <a:avLst/>
          </a:prstGeom>
          <a:noFill/>
        </p:spPr>
        <p:txBody>
          <a:bodyPr wrap="square">
            <a:spAutoFit/>
          </a:bodyPr>
          <a:lstStyle/>
          <a:p>
            <a:r>
              <a:rPr lang="en-US" sz="2000" b="1" dirty="0"/>
              <a:t>Thompson Financial Securities Data Company (SDC) database: </a:t>
            </a:r>
            <a:r>
              <a:rPr lang="en-US" sz="2000" dirty="0"/>
              <a:t>US domestic mergers and acquisitions (M&amp;A) </a:t>
            </a:r>
          </a:p>
          <a:p>
            <a:endParaRPr lang="en-US" sz="2000" dirty="0"/>
          </a:p>
          <a:p>
            <a:r>
              <a:rPr lang="en-US" sz="2000" b="1" dirty="0" err="1"/>
              <a:t>Compustat</a:t>
            </a:r>
            <a:r>
              <a:rPr lang="en-US" sz="2000" b="1" dirty="0"/>
              <a:t>: </a:t>
            </a:r>
            <a:r>
              <a:rPr lang="en-US" sz="2000" dirty="0"/>
              <a:t>financial statement </a:t>
            </a:r>
          </a:p>
          <a:p>
            <a:endParaRPr lang="en-US" sz="2000" dirty="0"/>
          </a:p>
          <a:p>
            <a:r>
              <a:rPr lang="en-US" sz="2000" b="1" dirty="0"/>
              <a:t>Center for Research in Security Prices (CRSP): </a:t>
            </a:r>
            <a:r>
              <a:rPr lang="en-US" sz="2000" dirty="0"/>
              <a:t>stock returns</a:t>
            </a:r>
          </a:p>
          <a:p>
            <a:endParaRPr lang="en-US" sz="2000" b="1" dirty="0"/>
          </a:p>
          <a:p>
            <a:r>
              <a:rPr lang="en-US" sz="2000" b="1" dirty="0"/>
              <a:t>The OES program of the BLS, and </a:t>
            </a:r>
            <a:r>
              <a:rPr lang="en-US" sz="2000" dirty="0" err="1"/>
              <a:t>Compustat</a:t>
            </a:r>
            <a:r>
              <a:rPr lang="en-US" sz="2000" dirty="0"/>
              <a:t> Industry Segment (CIS) database</a:t>
            </a:r>
            <a:r>
              <a:rPr lang="en-US" sz="2000" b="1" dirty="0"/>
              <a:t>: </a:t>
            </a:r>
            <a:r>
              <a:rPr lang="en-US" sz="2000" dirty="0"/>
              <a:t>the industry occupation data to </a:t>
            </a:r>
            <a:r>
              <a:rPr lang="en-US" sz="2000" dirty="0" err="1"/>
              <a:t>contruct</a:t>
            </a:r>
            <a:r>
              <a:rPr lang="en-US" sz="2000" dirty="0"/>
              <a:t> human capital measure. </a:t>
            </a:r>
          </a:p>
          <a:p>
            <a:endParaRPr lang="en-US" sz="2000" dirty="0"/>
          </a:p>
          <a:p>
            <a:r>
              <a:rPr lang="en-US" sz="2000" b="1" dirty="0"/>
              <a:t>Sample: </a:t>
            </a:r>
            <a:r>
              <a:rPr lang="en-US" sz="2000" dirty="0"/>
              <a:t>1474 M&amp;A deals</a:t>
            </a:r>
          </a:p>
          <a:p>
            <a:endParaRPr lang="en-US" sz="2000" dirty="0"/>
          </a:p>
          <a:p>
            <a:r>
              <a:rPr lang="en-US" sz="2000" b="1" dirty="0"/>
              <a:t>Sample Period: </a:t>
            </a:r>
            <a:r>
              <a:rPr lang="en-US" sz="2000" dirty="0"/>
              <a:t>from 1997 to 2012</a:t>
            </a:r>
          </a:p>
        </p:txBody>
      </p:sp>
    </p:spTree>
    <p:extLst>
      <p:ext uri="{BB962C8B-B14F-4D97-AF65-F5344CB8AC3E}">
        <p14:creationId xmlns:p14="http://schemas.microsoft.com/office/powerpoint/2010/main" val="3053668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613452" y="-75504"/>
            <a:ext cx="9144000" cy="726673"/>
          </a:xfrm>
        </p:spPr>
        <p:txBody>
          <a:bodyPr>
            <a:normAutofit/>
          </a:bodyPr>
          <a:lstStyle/>
          <a:p>
            <a:r>
              <a:rPr lang="en-US" sz="3600" b="1" dirty="0">
                <a:solidFill>
                  <a:srgbClr val="FF0000"/>
                </a:solidFill>
              </a:rPr>
              <a:t>Human capital relatedness</a:t>
            </a:r>
            <a:endParaRPr lang="en-US" sz="3600" b="1" dirty="0">
              <a:solidFill>
                <a:srgbClr val="FF0000"/>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3"/>
          <a:stretch>
            <a:fillRect/>
          </a:stretch>
        </p:blipFill>
        <p:spPr>
          <a:xfrm>
            <a:off x="0" y="5734051"/>
            <a:ext cx="12192000" cy="1123950"/>
          </a:xfrm>
          <a:prstGeom prst="rect">
            <a:avLst/>
          </a:prstGeom>
        </p:spPr>
      </p:pic>
      <p:sp>
        <p:nvSpPr>
          <p:cNvPr id="3" name="TextBox 2">
            <a:extLst>
              <a:ext uri="{FF2B5EF4-FFF2-40B4-BE49-F238E27FC236}">
                <a16:creationId xmlns:a16="http://schemas.microsoft.com/office/drawing/2014/main" id="{6D550EA1-2745-FF12-4CBC-555F0E9BFB69}"/>
              </a:ext>
            </a:extLst>
          </p:cNvPr>
          <p:cNvSpPr txBox="1"/>
          <p:nvPr/>
        </p:nvSpPr>
        <p:spPr>
          <a:xfrm>
            <a:off x="306456" y="735496"/>
            <a:ext cx="4851953" cy="677108"/>
          </a:xfrm>
          <a:prstGeom prst="rect">
            <a:avLst/>
          </a:prstGeom>
          <a:noFill/>
        </p:spPr>
        <p:txBody>
          <a:bodyPr wrap="square">
            <a:spAutoFit/>
          </a:bodyPr>
          <a:lstStyle/>
          <a:p>
            <a:r>
              <a:rPr lang="en-US" sz="2000" b="1" dirty="0"/>
              <a:t>Human capital relatedness </a:t>
            </a:r>
          </a:p>
          <a:p>
            <a:endParaRPr lang="en-US" dirty="0"/>
          </a:p>
        </p:txBody>
      </p:sp>
      <p:sp>
        <p:nvSpPr>
          <p:cNvPr id="7" name="TextBox 6">
            <a:extLst>
              <a:ext uri="{FF2B5EF4-FFF2-40B4-BE49-F238E27FC236}">
                <a16:creationId xmlns:a16="http://schemas.microsoft.com/office/drawing/2014/main" id="{FDB6E593-2025-AA27-EB6F-003DD0B70F44}"/>
              </a:ext>
            </a:extLst>
          </p:cNvPr>
          <p:cNvSpPr txBox="1"/>
          <p:nvPr/>
        </p:nvSpPr>
        <p:spPr>
          <a:xfrm>
            <a:off x="208723" y="2206488"/>
            <a:ext cx="5059016" cy="646331"/>
          </a:xfrm>
          <a:prstGeom prst="rect">
            <a:avLst/>
          </a:prstGeom>
          <a:noFill/>
        </p:spPr>
        <p:txBody>
          <a:bodyPr wrap="square">
            <a:spAutoFit/>
          </a:bodyPr>
          <a:lstStyle/>
          <a:p>
            <a:r>
              <a:rPr lang="en-US" sz="1800" dirty="0"/>
              <a:t>Human Capital Profile Vector of Acquirer A: H</a:t>
            </a:r>
            <a:r>
              <a:rPr lang="en-US" sz="1800" baseline="-25000" dirty="0"/>
              <a:t> A</a:t>
            </a:r>
          </a:p>
          <a:p>
            <a:r>
              <a:rPr lang="en-US" sz="1800" dirty="0"/>
              <a:t>Human Capital Profile Vector of </a:t>
            </a:r>
            <a:r>
              <a:rPr lang="en-US" dirty="0"/>
              <a:t>Target T: </a:t>
            </a:r>
            <a:r>
              <a:rPr lang="en-US" sz="1800" dirty="0"/>
              <a:t>H</a:t>
            </a:r>
            <a:r>
              <a:rPr lang="en-US" sz="1800" baseline="-25000" dirty="0"/>
              <a:t> T</a:t>
            </a:r>
            <a:endParaRPr lang="en-US" dirty="0"/>
          </a:p>
        </p:txBody>
      </p:sp>
      <p:pic>
        <p:nvPicPr>
          <p:cNvPr id="9" name="Picture 8">
            <a:extLst>
              <a:ext uri="{FF2B5EF4-FFF2-40B4-BE49-F238E27FC236}">
                <a16:creationId xmlns:a16="http://schemas.microsoft.com/office/drawing/2014/main" id="{34820FAA-9899-F709-0C2E-1DCD671EFC93}"/>
              </a:ext>
            </a:extLst>
          </p:cNvPr>
          <p:cNvPicPr>
            <a:picLocks noChangeAspect="1"/>
          </p:cNvPicPr>
          <p:nvPr/>
        </p:nvPicPr>
        <p:blipFill>
          <a:blip r:embed="rId4"/>
          <a:stretch>
            <a:fillRect/>
          </a:stretch>
        </p:blipFill>
        <p:spPr>
          <a:xfrm>
            <a:off x="5335808" y="665922"/>
            <a:ext cx="6549735" cy="4264488"/>
          </a:xfrm>
          <a:prstGeom prst="rect">
            <a:avLst/>
          </a:prstGeom>
        </p:spPr>
      </p:pic>
      <p:pic>
        <p:nvPicPr>
          <p:cNvPr id="11" name="Picture 10">
            <a:extLst>
              <a:ext uri="{FF2B5EF4-FFF2-40B4-BE49-F238E27FC236}">
                <a16:creationId xmlns:a16="http://schemas.microsoft.com/office/drawing/2014/main" id="{2DA04A45-EDF2-EE19-CE54-25524403C7C5}"/>
              </a:ext>
            </a:extLst>
          </p:cNvPr>
          <p:cNvPicPr>
            <a:picLocks noChangeAspect="1"/>
          </p:cNvPicPr>
          <p:nvPr/>
        </p:nvPicPr>
        <p:blipFill>
          <a:blip r:embed="rId5"/>
          <a:stretch>
            <a:fillRect/>
          </a:stretch>
        </p:blipFill>
        <p:spPr>
          <a:xfrm>
            <a:off x="374525" y="1294781"/>
            <a:ext cx="2276793" cy="743054"/>
          </a:xfrm>
          <a:prstGeom prst="rect">
            <a:avLst/>
          </a:prstGeom>
        </p:spPr>
      </p:pic>
      <p:sp>
        <p:nvSpPr>
          <p:cNvPr id="12" name="TextBox 11">
            <a:extLst>
              <a:ext uri="{FF2B5EF4-FFF2-40B4-BE49-F238E27FC236}">
                <a16:creationId xmlns:a16="http://schemas.microsoft.com/office/drawing/2014/main" id="{14C86439-5D14-C59E-9732-023813796C60}"/>
              </a:ext>
            </a:extLst>
          </p:cNvPr>
          <p:cNvSpPr txBox="1"/>
          <p:nvPr/>
        </p:nvSpPr>
        <p:spPr>
          <a:xfrm>
            <a:off x="99393" y="3250096"/>
            <a:ext cx="5059016" cy="2585323"/>
          </a:xfrm>
          <a:prstGeom prst="rect">
            <a:avLst/>
          </a:prstGeom>
          <a:noFill/>
        </p:spPr>
        <p:txBody>
          <a:bodyPr wrap="square" rtlCol="0">
            <a:spAutoFit/>
          </a:bodyPr>
          <a:lstStyle/>
          <a:p>
            <a:r>
              <a:rPr lang="en-US" b="1" dirty="0"/>
              <a:t>Graphic Designer: </a:t>
            </a:r>
            <a:r>
              <a:rPr lang="en-US" dirty="0"/>
              <a:t>The percentage of employees working in this occupation in EWS’s industry segments (NAICS codes 5151, 5111, 5331, and 4541) are 0.38%, 3.03%, 0.88%, and 0.70%, </a:t>
            </a:r>
            <a:r>
              <a:rPr lang="en-US" sz="1800" dirty="0"/>
              <a:t>respectively. Using segment sales weights, the graphic designer element in H EWS is computed as (0.47)(0.38%) + (0.44)(3.03%) + (0.06)(0.88%) + (0.03)(0.70%) = 1.59%. </a:t>
            </a:r>
            <a:endParaRPr lang="en-US" sz="1200" b="1" dirty="0">
              <a:solidFill>
                <a:schemeClr val="bg1"/>
              </a:solidFill>
            </a:endParaRPr>
          </a:p>
          <a:p>
            <a:endParaRPr lang="en-US" dirty="0"/>
          </a:p>
        </p:txBody>
      </p:sp>
    </p:spTree>
    <p:extLst>
      <p:ext uri="{BB962C8B-B14F-4D97-AF65-F5344CB8AC3E}">
        <p14:creationId xmlns:p14="http://schemas.microsoft.com/office/powerpoint/2010/main" val="338017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613452" y="-75504"/>
            <a:ext cx="9144000" cy="518055"/>
          </a:xfrm>
        </p:spPr>
        <p:txBody>
          <a:bodyPr>
            <a:normAutofit fontScale="90000"/>
          </a:bodyPr>
          <a:lstStyle/>
          <a:p>
            <a:r>
              <a:rPr lang="en-US" sz="3600" b="1" dirty="0">
                <a:solidFill>
                  <a:srgbClr val="FF0000"/>
                </a:solidFill>
              </a:rPr>
              <a:t>Descriptive Statistics for the Sample</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3"/>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E0AEB57D-10DD-3A52-5278-58D292878AA1}"/>
              </a:ext>
            </a:extLst>
          </p:cNvPr>
          <p:cNvPicPr>
            <a:picLocks noChangeAspect="1"/>
          </p:cNvPicPr>
          <p:nvPr/>
        </p:nvPicPr>
        <p:blipFill>
          <a:blip r:embed="rId4"/>
          <a:stretch>
            <a:fillRect/>
          </a:stretch>
        </p:blipFill>
        <p:spPr>
          <a:xfrm>
            <a:off x="0" y="442552"/>
            <a:ext cx="8451473" cy="6415448"/>
          </a:xfrm>
          <a:prstGeom prst="rect">
            <a:avLst/>
          </a:prstGeom>
        </p:spPr>
      </p:pic>
      <p:sp>
        <p:nvSpPr>
          <p:cNvPr id="8" name="TextBox 7">
            <a:extLst>
              <a:ext uri="{FF2B5EF4-FFF2-40B4-BE49-F238E27FC236}">
                <a16:creationId xmlns:a16="http://schemas.microsoft.com/office/drawing/2014/main" id="{AC86D458-8087-C81F-B2A8-83F015296F5A}"/>
              </a:ext>
            </a:extLst>
          </p:cNvPr>
          <p:cNvSpPr txBox="1"/>
          <p:nvPr/>
        </p:nvSpPr>
        <p:spPr>
          <a:xfrm>
            <a:off x="8540927" y="442551"/>
            <a:ext cx="3495362" cy="3139321"/>
          </a:xfrm>
          <a:prstGeom prst="rect">
            <a:avLst/>
          </a:prstGeom>
          <a:noFill/>
        </p:spPr>
        <p:txBody>
          <a:bodyPr wrap="square">
            <a:spAutoFit/>
          </a:bodyPr>
          <a:lstStyle/>
          <a:p>
            <a:r>
              <a:rPr lang="en-US" sz="1800" b="1" dirty="0" err="1"/>
              <a:t>MergerType</a:t>
            </a:r>
            <a:r>
              <a:rPr lang="en-US" sz="1800" b="1" dirty="0"/>
              <a:t> 1 (19%): </a:t>
            </a:r>
            <a:r>
              <a:rPr lang="en-US" sz="1800" dirty="0"/>
              <a:t>mergers between single segment firms in different industries </a:t>
            </a:r>
          </a:p>
          <a:p>
            <a:endParaRPr lang="en-US" sz="1800" dirty="0"/>
          </a:p>
          <a:p>
            <a:r>
              <a:rPr lang="en-US" sz="1800" b="1" dirty="0" err="1"/>
              <a:t>MergerType</a:t>
            </a:r>
            <a:r>
              <a:rPr lang="en-US" sz="1800" b="1" dirty="0"/>
              <a:t> 2(16%): </a:t>
            </a:r>
            <a:r>
              <a:rPr lang="en-US" sz="1800" dirty="0"/>
              <a:t>mergers where one or both acquirer and target have multiple segments</a:t>
            </a:r>
          </a:p>
          <a:p>
            <a:endParaRPr lang="en-US" dirty="0"/>
          </a:p>
          <a:p>
            <a:r>
              <a:rPr lang="en-US" sz="1800" b="1" dirty="0" err="1"/>
              <a:t>MergerType</a:t>
            </a:r>
            <a:r>
              <a:rPr lang="en-US" sz="1800" b="1" dirty="0"/>
              <a:t> 3(65%): </a:t>
            </a:r>
            <a:r>
              <a:rPr lang="en-US" sz="1800" dirty="0"/>
              <a:t>at least one segment in the same industry </a:t>
            </a:r>
            <a:endParaRPr lang="en-US" dirty="0"/>
          </a:p>
          <a:p>
            <a:r>
              <a:rPr lang="en-US" sz="1800" dirty="0"/>
              <a:t> </a:t>
            </a:r>
            <a:endParaRPr lang="en-US" dirty="0"/>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F1DA2D23-393C-062E-C7E0-2748251E7511}"/>
                  </a:ext>
                </a:extLst>
              </p14:cNvPr>
              <p14:cNvContentPartPr/>
              <p14:nvPr/>
            </p14:nvContentPartPr>
            <p14:xfrm>
              <a:off x="138710" y="3639115"/>
              <a:ext cx="2063160" cy="48960"/>
            </p14:xfrm>
          </p:contentPart>
        </mc:Choice>
        <mc:Fallback xmlns="">
          <p:pic>
            <p:nvPicPr>
              <p:cNvPr id="2" name="Ink 1">
                <a:extLst>
                  <a:ext uri="{FF2B5EF4-FFF2-40B4-BE49-F238E27FC236}">
                    <a16:creationId xmlns:a16="http://schemas.microsoft.com/office/drawing/2014/main" id="{F1DA2D23-393C-062E-C7E0-2748251E7511}"/>
                  </a:ext>
                </a:extLst>
              </p:cNvPr>
              <p:cNvPicPr/>
              <p:nvPr/>
            </p:nvPicPr>
            <p:blipFill>
              <a:blip r:embed="rId6"/>
              <a:stretch>
                <a:fillRect/>
              </a:stretch>
            </p:blipFill>
            <p:spPr>
              <a:xfrm>
                <a:off x="121070" y="3603115"/>
                <a:ext cx="209880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56E113A1-5B7D-657E-90CD-9D90D8C39FCC}"/>
                  </a:ext>
                </a:extLst>
              </p14:cNvPr>
              <p14:cNvContentPartPr/>
              <p14:nvPr/>
            </p14:nvContentPartPr>
            <p14:xfrm>
              <a:off x="118910" y="3726595"/>
              <a:ext cx="2135880" cy="70560"/>
            </p14:xfrm>
          </p:contentPart>
        </mc:Choice>
        <mc:Fallback xmlns="">
          <p:pic>
            <p:nvPicPr>
              <p:cNvPr id="3" name="Ink 2">
                <a:extLst>
                  <a:ext uri="{FF2B5EF4-FFF2-40B4-BE49-F238E27FC236}">
                    <a16:creationId xmlns:a16="http://schemas.microsoft.com/office/drawing/2014/main" id="{56E113A1-5B7D-657E-90CD-9D90D8C39FCC}"/>
                  </a:ext>
                </a:extLst>
              </p:cNvPr>
              <p:cNvPicPr/>
              <p:nvPr/>
            </p:nvPicPr>
            <p:blipFill>
              <a:blip r:embed="rId8"/>
              <a:stretch>
                <a:fillRect/>
              </a:stretch>
            </p:blipFill>
            <p:spPr>
              <a:xfrm>
                <a:off x="101270" y="3690955"/>
                <a:ext cx="217152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45CE2C6A-8F82-407A-6959-22E74A541043}"/>
                  </a:ext>
                </a:extLst>
              </p14:cNvPr>
              <p14:cNvContentPartPr/>
              <p14:nvPr/>
            </p14:nvContentPartPr>
            <p14:xfrm>
              <a:off x="128990" y="3875635"/>
              <a:ext cx="163440" cy="20880"/>
            </p14:xfrm>
          </p:contentPart>
        </mc:Choice>
        <mc:Fallback xmlns="">
          <p:pic>
            <p:nvPicPr>
              <p:cNvPr id="7" name="Ink 6">
                <a:extLst>
                  <a:ext uri="{FF2B5EF4-FFF2-40B4-BE49-F238E27FC236}">
                    <a16:creationId xmlns:a16="http://schemas.microsoft.com/office/drawing/2014/main" id="{45CE2C6A-8F82-407A-6959-22E74A541043}"/>
                  </a:ext>
                </a:extLst>
              </p:cNvPr>
              <p:cNvPicPr/>
              <p:nvPr/>
            </p:nvPicPr>
            <p:blipFill>
              <a:blip r:embed="rId10"/>
              <a:stretch>
                <a:fillRect/>
              </a:stretch>
            </p:blipFill>
            <p:spPr>
              <a:xfrm>
                <a:off x="111350" y="3839995"/>
                <a:ext cx="19908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E5A0F7DD-594F-2BEE-15DE-8C634CE36A34}"/>
                  </a:ext>
                </a:extLst>
              </p14:cNvPr>
              <p14:cNvContentPartPr/>
              <p14:nvPr/>
            </p14:nvContentPartPr>
            <p14:xfrm>
              <a:off x="188750" y="3864475"/>
              <a:ext cx="2031120" cy="76320"/>
            </p14:xfrm>
          </p:contentPart>
        </mc:Choice>
        <mc:Fallback xmlns="">
          <p:pic>
            <p:nvPicPr>
              <p:cNvPr id="9" name="Ink 8">
                <a:extLst>
                  <a:ext uri="{FF2B5EF4-FFF2-40B4-BE49-F238E27FC236}">
                    <a16:creationId xmlns:a16="http://schemas.microsoft.com/office/drawing/2014/main" id="{E5A0F7DD-594F-2BEE-15DE-8C634CE36A34}"/>
                  </a:ext>
                </a:extLst>
              </p:cNvPr>
              <p:cNvPicPr/>
              <p:nvPr/>
            </p:nvPicPr>
            <p:blipFill>
              <a:blip r:embed="rId12"/>
              <a:stretch>
                <a:fillRect/>
              </a:stretch>
            </p:blipFill>
            <p:spPr>
              <a:xfrm>
                <a:off x="171110" y="3828835"/>
                <a:ext cx="206676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522833A0-830C-B56C-84F4-512A3279DA72}"/>
                  </a:ext>
                </a:extLst>
              </p14:cNvPr>
              <p14:cNvContentPartPr/>
              <p14:nvPr/>
            </p14:nvContentPartPr>
            <p14:xfrm>
              <a:off x="149150" y="1907155"/>
              <a:ext cx="904680" cy="41760"/>
            </p14:xfrm>
          </p:contentPart>
        </mc:Choice>
        <mc:Fallback xmlns="">
          <p:pic>
            <p:nvPicPr>
              <p:cNvPr id="10" name="Ink 9">
                <a:extLst>
                  <a:ext uri="{FF2B5EF4-FFF2-40B4-BE49-F238E27FC236}">
                    <a16:creationId xmlns:a16="http://schemas.microsoft.com/office/drawing/2014/main" id="{522833A0-830C-B56C-84F4-512A3279DA72}"/>
                  </a:ext>
                </a:extLst>
              </p:cNvPr>
              <p:cNvPicPr/>
              <p:nvPr/>
            </p:nvPicPr>
            <p:blipFill>
              <a:blip r:embed="rId14"/>
              <a:stretch>
                <a:fillRect/>
              </a:stretch>
            </p:blipFill>
            <p:spPr>
              <a:xfrm>
                <a:off x="131150" y="1871155"/>
                <a:ext cx="94032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C6A0106A-784F-165E-9EDC-1A257A91E1C7}"/>
                  </a:ext>
                </a:extLst>
              </p14:cNvPr>
              <p14:cNvContentPartPr/>
              <p14:nvPr/>
            </p14:nvContentPartPr>
            <p14:xfrm>
              <a:off x="1051670" y="1857475"/>
              <a:ext cx="1383120" cy="82440"/>
            </p14:xfrm>
          </p:contentPart>
        </mc:Choice>
        <mc:Fallback xmlns="">
          <p:pic>
            <p:nvPicPr>
              <p:cNvPr id="11" name="Ink 10">
                <a:extLst>
                  <a:ext uri="{FF2B5EF4-FFF2-40B4-BE49-F238E27FC236}">
                    <a16:creationId xmlns:a16="http://schemas.microsoft.com/office/drawing/2014/main" id="{C6A0106A-784F-165E-9EDC-1A257A91E1C7}"/>
                  </a:ext>
                </a:extLst>
              </p:cNvPr>
              <p:cNvPicPr/>
              <p:nvPr/>
            </p:nvPicPr>
            <p:blipFill>
              <a:blip r:embed="rId16"/>
              <a:stretch>
                <a:fillRect/>
              </a:stretch>
            </p:blipFill>
            <p:spPr>
              <a:xfrm>
                <a:off x="1033670" y="1821835"/>
                <a:ext cx="141876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A2A98155-143A-1356-0E2C-4527528A4A9E}"/>
                  </a:ext>
                </a:extLst>
              </p14:cNvPr>
              <p14:cNvContentPartPr/>
              <p14:nvPr/>
            </p14:nvContentPartPr>
            <p14:xfrm>
              <a:off x="5644550" y="1915435"/>
              <a:ext cx="295560" cy="33840"/>
            </p14:xfrm>
          </p:contentPart>
        </mc:Choice>
        <mc:Fallback xmlns="">
          <p:pic>
            <p:nvPicPr>
              <p:cNvPr id="12" name="Ink 11">
                <a:extLst>
                  <a:ext uri="{FF2B5EF4-FFF2-40B4-BE49-F238E27FC236}">
                    <a16:creationId xmlns:a16="http://schemas.microsoft.com/office/drawing/2014/main" id="{A2A98155-143A-1356-0E2C-4527528A4A9E}"/>
                  </a:ext>
                </a:extLst>
              </p:cNvPr>
              <p:cNvPicPr/>
              <p:nvPr/>
            </p:nvPicPr>
            <p:blipFill>
              <a:blip r:embed="rId18"/>
              <a:stretch>
                <a:fillRect/>
              </a:stretch>
            </p:blipFill>
            <p:spPr>
              <a:xfrm>
                <a:off x="5626910" y="1879435"/>
                <a:ext cx="33120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3" name="Ink 12">
                <a:extLst>
                  <a:ext uri="{FF2B5EF4-FFF2-40B4-BE49-F238E27FC236}">
                    <a16:creationId xmlns:a16="http://schemas.microsoft.com/office/drawing/2014/main" id="{EBCF392B-C639-27A2-321C-3DDA8AA8E60D}"/>
                  </a:ext>
                </a:extLst>
              </p14:cNvPr>
              <p14:cNvContentPartPr/>
              <p14:nvPr/>
            </p14:nvContentPartPr>
            <p14:xfrm>
              <a:off x="188750" y="2059075"/>
              <a:ext cx="208080" cy="29160"/>
            </p14:xfrm>
          </p:contentPart>
        </mc:Choice>
        <mc:Fallback xmlns="">
          <p:pic>
            <p:nvPicPr>
              <p:cNvPr id="13" name="Ink 12">
                <a:extLst>
                  <a:ext uri="{FF2B5EF4-FFF2-40B4-BE49-F238E27FC236}">
                    <a16:creationId xmlns:a16="http://schemas.microsoft.com/office/drawing/2014/main" id="{EBCF392B-C639-27A2-321C-3DDA8AA8E60D}"/>
                  </a:ext>
                </a:extLst>
              </p:cNvPr>
              <p:cNvPicPr/>
              <p:nvPr/>
            </p:nvPicPr>
            <p:blipFill>
              <a:blip r:embed="rId20"/>
              <a:stretch>
                <a:fillRect/>
              </a:stretch>
            </p:blipFill>
            <p:spPr>
              <a:xfrm>
                <a:off x="171110" y="2023435"/>
                <a:ext cx="24372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4" name="Ink 13">
                <a:extLst>
                  <a:ext uri="{FF2B5EF4-FFF2-40B4-BE49-F238E27FC236}">
                    <a16:creationId xmlns:a16="http://schemas.microsoft.com/office/drawing/2014/main" id="{D9B65399-7A36-610A-F409-E2CC0FB1E338}"/>
                  </a:ext>
                </a:extLst>
              </p14:cNvPr>
              <p14:cNvContentPartPr/>
              <p14:nvPr/>
            </p14:nvContentPartPr>
            <p14:xfrm>
              <a:off x="1967870" y="2057275"/>
              <a:ext cx="239040" cy="360"/>
            </p14:xfrm>
          </p:contentPart>
        </mc:Choice>
        <mc:Fallback xmlns="">
          <p:pic>
            <p:nvPicPr>
              <p:cNvPr id="14" name="Ink 13">
                <a:extLst>
                  <a:ext uri="{FF2B5EF4-FFF2-40B4-BE49-F238E27FC236}">
                    <a16:creationId xmlns:a16="http://schemas.microsoft.com/office/drawing/2014/main" id="{D9B65399-7A36-610A-F409-E2CC0FB1E338}"/>
                  </a:ext>
                </a:extLst>
              </p:cNvPr>
              <p:cNvPicPr/>
              <p:nvPr/>
            </p:nvPicPr>
            <p:blipFill>
              <a:blip r:embed="rId22"/>
              <a:stretch>
                <a:fillRect/>
              </a:stretch>
            </p:blipFill>
            <p:spPr>
              <a:xfrm>
                <a:off x="1950230" y="2021635"/>
                <a:ext cx="2746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5" name="Ink 14">
                <a:extLst>
                  <a:ext uri="{FF2B5EF4-FFF2-40B4-BE49-F238E27FC236}">
                    <a16:creationId xmlns:a16="http://schemas.microsoft.com/office/drawing/2014/main" id="{F56AE769-E224-0A94-06AF-AB18266A85E7}"/>
                  </a:ext>
                </a:extLst>
              </p14:cNvPr>
              <p14:cNvContentPartPr/>
              <p14:nvPr/>
            </p14:nvContentPartPr>
            <p14:xfrm>
              <a:off x="128990" y="2304595"/>
              <a:ext cx="2061720" cy="32040"/>
            </p14:xfrm>
          </p:contentPart>
        </mc:Choice>
        <mc:Fallback xmlns="">
          <p:pic>
            <p:nvPicPr>
              <p:cNvPr id="15" name="Ink 14">
                <a:extLst>
                  <a:ext uri="{FF2B5EF4-FFF2-40B4-BE49-F238E27FC236}">
                    <a16:creationId xmlns:a16="http://schemas.microsoft.com/office/drawing/2014/main" id="{F56AE769-E224-0A94-06AF-AB18266A85E7}"/>
                  </a:ext>
                </a:extLst>
              </p:cNvPr>
              <p:cNvPicPr/>
              <p:nvPr/>
            </p:nvPicPr>
            <p:blipFill>
              <a:blip r:embed="rId24"/>
              <a:stretch>
                <a:fillRect/>
              </a:stretch>
            </p:blipFill>
            <p:spPr>
              <a:xfrm>
                <a:off x="111350" y="2268955"/>
                <a:ext cx="209736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6" name="Ink 15">
                <a:extLst>
                  <a:ext uri="{FF2B5EF4-FFF2-40B4-BE49-F238E27FC236}">
                    <a16:creationId xmlns:a16="http://schemas.microsoft.com/office/drawing/2014/main" id="{AB211929-A9CA-77C0-AE68-FCAA341FBEE4}"/>
                  </a:ext>
                </a:extLst>
              </p14:cNvPr>
              <p14:cNvContentPartPr/>
              <p14:nvPr/>
            </p14:nvContentPartPr>
            <p14:xfrm>
              <a:off x="149150" y="4403035"/>
              <a:ext cx="723240" cy="360"/>
            </p14:xfrm>
          </p:contentPart>
        </mc:Choice>
        <mc:Fallback xmlns="">
          <p:pic>
            <p:nvPicPr>
              <p:cNvPr id="16" name="Ink 15">
                <a:extLst>
                  <a:ext uri="{FF2B5EF4-FFF2-40B4-BE49-F238E27FC236}">
                    <a16:creationId xmlns:a16="http://schemas.microsoft.com/office/drawing/2014/main" id="{AB211929-A9CA-77C0-AE68-FCAA341FBEE4}"/>
                  </a:ext>
                </a:extLst>
              </p:cNvPr>
              <p:cNvPicPr/>
              <p:nvPr/>
            </p:nvPicPr>
            <p:blipFill>
              <a:blip r:embed="rId26"/>
              <a:stretch>
                <a:fillRect/>
              </a:stretch>
            </p:blipFill>
            <p:spPr>
              <a:xfrm>
                <a:off x="143030" y="4396915"/>
                <a:ext cx="7354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7" name="Ink 16">
                <a:extLst>
                  <a:ext uri="{FF2B5EF4-FFF2-40B4-BE49-F238E27FC236}">
                    <a16:creationId xmlns:a16="http://schemas.microsoft.com/office/drawing/2014/main" id="{E2D32E44-17A4-F1B3-25CB-8A9558EB6143}"/>
                  </a:ext>
                </a:extLst>
              </p14:cNvPr>
              <p14:cNvContentPartPr/>
              <p14:nvPr/>
            </p14:nvContentPartPr>
            <p14:xfrm>
              <a:off x="109190" y="4014595"/>
              <a:ext cx="1149840" cy="170280"/>
            </p14:xfrm>
          </p:contentPart>
        </mc:Choice>
        <mc:Fallback xmlns="">
          <p:pic>
            <p:nvPicPr>
              <p:cNvPr id="17" name="Ink 16">
                <a:extLst>
                  <a:ext uri="{FF2B5EF4-FFF2-40B4-BE49-F238E27FC236}">
                    <a16:creationId xmlns:a16="http://schemas.microsoft.com/office/drawing/2014/main" id="{E2D32E44-17A4-F1B3-25CB-8A9558EB6143}"/>
                  </a:ext>
                </a:extLst>
              </p:cNvPr>
              <p:cNvPicPr/>
              <p:nvPr/>
            </p:nvPicPr>
            <p:blipFill>
              <a:blip r:embed="rId28"/>
              <a:stretch>
                <a:fillRect/>
              </a:stretch>
            </p:blipFill>
            <p:spPr>
              <a:xfrm>
                <a:off x="103070" y="4008475"/>
                <a:ext cx="116208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8" name="Ink 17">
                <a:extLst>
                  <a:ext uri="{FF2B5EF4-FFF2-40B4-BE49-F238E27FC236}">
                    <a16:creationId xmlns:a16="http://schemas.microsoft.com/office/drawing/2014/main" id="{FC933148-4D83-48A6-FB10-1BDE4366D9FD}"/>
                  </a:ext>
                </a:extLst>
              </p14:cNvPr>
              <p14:cNvContentPartPr/>
              <p14:nvPr/>
            </p14:nvContentPartPr>
            <p14:xfrm>
              <a:off x="138710" y="4691035"/>
              <a:ext cx="634680" cy="10800"/>
            </p14:xfrm>
          </p:contentPart>
        </mc:Choice>
        <mc:Fallback xmlns="">
          <p:pic>
            <p:nvPicPr>
              <p:cNvPr id="18" name="Ink 17">
                <a:extLst>
                  <a:ext uri="{FF2B5EF4-FFF2-40B4-BE49-F238E27FC236}">
                    <a16:creationId xmlns:a16="http://schemas.microsoft.com/office/drawing/2014/main" id="{FC933148-4D83-48A6-FB10-1BDE4366D9FD}"/>
                  </a:ext>
                </a:extLst>
              </p:cNvPr>
              <p:cNvPicPr/>
              <p:nvPr/>
            </p:nvPicPr>
            <p:blipFill>
              <a:blip r:embed="rId30"/>
              <a:stretch>
                <a:fillRect/>
              </a:stretch>
            </p:blipFill>
            <p:spPr>
              <a:xfrm>
                <a:off x="132590" y="4684915"/>
                <a:ext cx="646920" cy="23040"/>
              </a:xfrm>
              <a:prstGeom prst="rect">
                <a:avLst/>
              </a:prstGeom>
            </p:spPr>
          </p:pic>
        </mc:Fallback>
      </mc:AlternateContent>
      <p:grpSp>
        <p:nvGrpSpPr>
          <p:cNvPr id="22" name="Group 21">
            <a:extLst>
              <a:ext uri="{FF2B5EF4-FFF2-40B4-BE49-F238E27FC236}">
                <a16:creationId xmlns:a16="http://schemas.microsoft.com/office/drawing/2014/main" id="{7D50663F-C3F9-9523-BB55-67CC42BA4F6D}"/>
              </a:ext>
            </a:extLst>
          </p:cNvPr>
          <p:cNvGrpSpPr/>
          <p:nvPr/>
        </p:nvGrpSpPr>
        <p:grpSpPr>
          <a:xfrm>
            <a:off x="158870" y="5108275"/>
            <a:ext cx="720000" cy="179640"/>
            <a:chOff x="158870" y="5108275"/>
            <a:chExt cx="720000" cy="179640"/>
          </a:xfrm>
        </p:grpSpPr>
        <mc:AlternateContent xmlns:mc="http://schemas.openxmlformats.org/markup-compatibility/2006" xmlns:p14="http://schemas.microsoft.com/office/powerpoint/2010/main">
          <mc:Choice Requires="p14">
            <p:contentPart p14:bwMode="auto" r:id="rId31">
              <p14:nvContentPartPr>
                <p14:cNvPr id="19" name="Ink 18">
                  <a:extLst>
                    <a:ext uri="{FF2B5EF4-FFF2-40B4-BE49-F238E27FC236}">
                      <a16:creationId xmlns:a16="http://schemas.microsoft.com/office/drawing/2014/main" id="{8C590A7A-A7E0-A636-D5AD-694C7F143D88}"/>
                    </a:ext>
                  </a:extLst>
                </p14:cNvPr>
                <p14:cNvContentPartPr/>
                <p14:nvPr/>
              </p14:nvContentPartPr>
              <p14:xfrm>
                <a:off x="158870" y="5108275"/>
                <a:ext cx="517680" cy="26640"/>
              </p14:xfrm>
            </p:contentPart>
          </mc:Choice>
          <mc:Fallback xmlns="">
            <p:pic>
              <p:nvPicPr>
                <p:cNvPr id="19" name="Ink 18">
                  <a:extLst>
                    <a:ext uri="{FF2B5EF4-FFF2-40B4-BE49-F238E27FC236}">
                      <a16:creationId xmlns:a16="http://schemas.microsoft.com/office/drawing/2014/main" id="{8C590A7A-A7E0-A636-D5AD-694C7F143D88}"/>
                    </a:ext>
                  </a:extLst>
                </p:cNvPr>
                <p:cNvPicPr/>
                <p:nvPr/>
              </p:nvPicPr>
              <p:blipFill>
                <a:blip r:embed="rId32"/>
                <a:stretch>
                  <a:fillRect/>
                </a:stretch>
              </p:blipFill>
              <p:spPr>
                <a:xfrm>
                  <a:off x="152750" y="5102155"/>
                  <a:ext cx="52992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1" name="Ink 20">
                  <a:extLst>
                    <a:ext uri="{FF2B5EF4-FFF2-40B4-BE49-F238E27FC236}">
                      <a16:creationId xmlns:a16="http://schemas.microsoft.com/office/drawing/2014/main" id="{0D05AA25-7C23-8E12-E827-DF47F9EB23E6}"/>
                    </a:ext>
                  </a:extLst>
                </p14:cNvPr>
                <p14:cNvContentPartPr/>
                <p14:nvPr/>
              </p14:nvContentPartPr>
              <p14:xfrm>
                <a:off x="178670" y="5246875"/>
                <a:ext cx="700200" cy="41040"/>
              </p14:xfrm>
            </p:contentPart>
          </mc:Choice>
          <mc:Fallback xmlns="">
            <p:pic>
              <p:nvPicPr>
                <p:cNvPr id="21" name="Ink 20">
                  <a:extLst>
                    <a:ext uri="{FF2B5EF4-FFF2-40B4-BE49-F238E27FC236}">
                      <a16:creationId xmlns:a16="http://schemas.microsoft.com/office/drawing/2014/main" id="{0D05AA25-7C23-8E12-E827-DF47F9EB23E6}"/>
                    </a:ext>
                  </a:extLst>
                </p:cNvPr>
                <p:cNvPicPr/>
                <p:nvPr/>
              </p:nvPicPr>
              <p:blipFill>
                <a:blip r:embed="rId34"/>
                <a:stretch>
                  <a:fillRect/>
                </a:stretch>
              </p:blipFill>
              <p:spPr>
                <a:xfrm>
                  <a:off x="172550" y="5240755"/>
                  <a:ext cx="712440" cy="53280"/>
                </a:xfrm>
                <a:prstGeom prst="rect">
                  <a:avLst/>
                </a:prstGeom>
              </p:spPr>
            </p:pic>
          </mc:Fallback>
        </mc:AlternateContent>
      </p:grpSp>
      <p:grpSp>
        <p:nvGrpSpPr>
          <p:cNvPr id="25" name="Group 24">
            <a:extLst>
              <a:ext uri="{FF2B5EF4-FFF2-40B4-BE49-F238E27FC236}">
                <a16:creationId xmlns:a16="http://schemas.microsoft.com/office/drawing/2014/main" id="{7819B195-E456-A33C-5E3B-4038B394FE96}"/>
              </a:ext>
            </a:extLst>
          </p:cNvPr>
          <p:cNvGrpSpPr/>
          <p:nvPr/>
        </p:nvGrpSpPr>
        <p:grpSpPr>
          <a:xfrm>
            <a:off x="1928270" y="5117995"/>
            <a:ext cx="278280" cy="139680"/>
            <a:chOff x="1928270" y="5117995"/>
            <a:chExt cx="278280" cy="139680"/>
          </a:xfrm>
        </p:grpSpPr>
        <mc:AlternateContent xmlns:mc="http://schemas.openxmlformats.org/markup-compatibility/2006" xmlns:p14="http://schemas.microsoft.com/office/powerpoint/2010/main">
          <mc:Choice Requires="p14">
            <p:contentPart p14:bwMode="auto" r:id="rId35">
              <p14:nvContentPartPr>
                <p14:cNvPr id="23" name="Ink 22">
                  <a:extLst>
                    <a:ext uri="{FF2B5EF4-FFF2-40B4-BE49-F238E27FC236}">
                      <a16:creationId xmlns:a16="http://schemas.microsoft.com/office/drawing/2014/main" id="{FB94F55A-8DE5-F6FB-6DEB-89A04D55936B}"/>
                    </a:ext>
                  </a:extLst>
                </p14:cNvPr>
                <p14:cNvContentPartPr/>
                <p14:nvPr/>
              </p14:nvContentPartPr>
              <p14:xfrm>
                <a:off x="1928270" y="5247235"/>
                <a:ext cx="278280" cy="10440"/>
              </p14:xfrm>
            </p:contentPart>
          </mc:Choice>
          <mc:Fallback xmlns="">
            <p:pic>
              <p:nvPicPr>
                <p:cNvPr id="23" name="Ink 22">
                  <a:extLst>
                    <a:ext uri="{FF2B5EF4-FFF2-40B4-BE49-F238E27FC236}">
                      <a16:creationId xmlns:a16="http://schemas.microsoft.com/office/drawing/2014/main" id="{FB94F55A-8DE5-F6FB-6DEB-89A04D55936B}"/>
                    </a:ext>
                  </a:extLst>
                </p:cNvPr>
                <p:cNvPicPr/>
                <p:nvPr/>
              </p:nvPicPr>
              <p:blipFill>
                <a:blip r:embed="rId36"/>
                <a:stretch>
                  <a:fillRect/>
                </a:stretch>
              </p:blipFill>
              <p:spPr>
                <a:xfrm>
                  <a:off x="1922150" y="5241115"/>
                  <a:ext cx="29052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4" name="Ink 23">
                  <a:extLst>
                    <a:ext uri="{FF2B5EF4-FFF2-40B4-BE49-F238E27FC236}">
                      <a16:creationId xmlns:a16="http://schemas.microsoft.com/office/drawing/2014/main" id="{3659F269-3EDA-BA76-277D-DC9D13A28E34}"/>
                    </a:ext>
                  </a:extLst>
                </p14:cNvPr>
                <p14:cNvContentPartPr/>
                <p14:nvPr/>
              </p14:nvContentPartPr>
              <p14:xfrm>
                <a:off x="1977590" y="5117995"/>
                <a:ext cx="158400" cy="10440"/>
              </p14:xfrm>
            </p:contentPart>
          </mc:Choice>
          <mc:Fallback xmlns="">
            <p:pic>
              <p:nvPicPr>
                <p:cNvPr id="24" name="Ink 23">
                  <a:extLst>
                    <a:ext uri="{FF2B5EF4-FFF2-40B4-BE49-F238E27FC236}">
                      <a16:creationId xmlns:a16="http://schemas.microsoft.com/office/drawing/2014/main" id="{3659F269-3EDA-BA76-277D-DC9D13A28E34}"/>
                    </a:ext>
                  </a:extLst>
                </p:cNvPr>
                <p:cNvPicPr/>
                <p:nvPr/>
              </p:nvPicPr>
              <p:blipFill>
                <a:blip r:embed="rId38"/>
                <a:stretch>
                  <a:fillRect/>
                </a:stretch>
              </p:blipFill>
              <p:spPr>
                <a:xfrm>
                  <a:off x="1971470" y="5111875"/>
                  <a:ext cx="170640" cy="22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9">
            <p14:nvContentPartPr>
              <p14:cNvPr id="26" name="Ink 25">
                <a:extLst>
                  <a:ext uri="{FF2B5EF4-FFF2-40B4-BE49-F238E27FC236}">
                    <a16:creationId xmlns:a16="http://schemas.microsoft.com/office/drawing/2014/main" id="{0D91749F-DF48-98A7-E2F3-CFC490126EBC}"/>
                  </a:ext>
                </a:extLst>
              </p14:cNvPr>
              <p14:cNvContentPartPr/>
              <p14:nvPr/>
            </p14:nvContentPartPr>
            <p14:xfrm>
              <a:off x="1977590" y="4680595"/>
              <a:ext cx="289080" cy="11160"/>
            </p14:xfrm>
          </p:contentPart>
        </mc:Choice>
        <mc:Fallback xmlns="">
          <p:pic>
            <p:nvPicPr>
              <p:cNvPr id="26" name="Ink 25">
                <a:extLst>
                  <a:ext uri="{FF2B5EF4-FFF2-40B4-BE49-F238E27FC236}">
                    <a16:creationId xmlns:a16="http://schemas.microsoft.com/office/drawing/2014/main" id="{0D91749F-DF48-98A7-E2F3-CFC490126EBC}"/>
                  </a:ext>
                </a:extLst>
              </p:cNvPr>
              <p:cNvPicPr/>
              <p:nvPr/>
            </p:nvPicPr>
            <p:blipFill>
              <a:blip r:embed="rId40"/>
              <a:stretch>
                <a:fillRect/>
              </a:stretch>
            </p:blipFill>
            <p:spPr>
              <a:xfrm>
                <a:off x="1971470" y="4674475"/>
                <a:ext cx="30132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7" name="Ink 26">
                <a:extLst>
                  <a:ext uri="{FF2B5EF4-FFF2-40B4-BE49-F238E27FC236}">
                    <a16:creationId xmlns:a16="http://schemas.microsoft.com/office/drawing/2014/main" id="{21DC9D6B-E8CF-B4C3-CA08-89E5180A90E9}"/>
                  </a:ext>
                </a:extLst>
              </p14:cNvPr>
              <p14:cNvContentPartPr/>
              <p14:nvPr/>
            </p14:nvContentPartPr>
            <p14:xfrm>
              <a:off x="1948070" y="4392955"/>
              <a:ext cx="297360" cy="16920"/>
            </p14:xfrm>
          </p:contentPart>
        </mc:Choice>
        <mc:Fallback xmlns="">
          <p:pic>
            <p:nvPicPr>
              <p:cNvPr id="27" name="Ink 26">
                <a:extLst>
                  <a:ext uri="{FF2B5EF4-FFF2-40B4-BE49-F238E27FC236}">
                    <a16:creationId xmlns:a16="http://schemas.microsoft.com/office/drawing/2014/main" id="{21DC9D6B-E8CF-B4C3-CA08-89E5180A90E9}"/>
                  </a:ext>
                </a:extLst>
              </p:cNvPr>
              <p:cNvPicPr/>
              <p:nvPr/>
            </p:nvPicPr>
            <p:blipFill>
              <a:blip r:embed="rId42"/>
              <a:stretch>
                <a:fillRect/>
              </a:stretch>
            </p:blipFill>
            <p:spPr>
              <a:xfrm>
                <a:off x="1941950" y="4386835"/>
                <a:ext cx="309600" cy="29160"/>
              </a:xfrm>
              <a:prstGeom prst="rect">
                <a:avLst/>
              </a:prstGeom>
            </p:spPr>
          </p:pic>
        </mc:Fallback>
      </mc:AlternateContent>
    </p:spTree>
    <p:extLst>
      <p:ext uri="{BB962C8B-B14F-4D97-AF65-F5344CB8AC3E}">
        <p14:creationId xmlns:p14="http://schemas.microsoft.com/office/powerpoint/2010/main" val="146691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613452" y="-75504"/>
            <a:ext cx="9144000" cy="518055"/>
          </a:xfrm>
        </p:spPr>
        <p:txBody>
          <a:bodyPr>
            <a:normAutofit fontScale="90000"/>
          </a:bodyPr>
          <a:lstStyle/>
          <a:p>
            <a:r>
              <a:rPr lang="en-US" sz="3600" b="1" dirty="0">
                <a:solidFill>
                  <a:srgbClr val="FF0000"/>
                </a:solidFill>
              </a:rPr>
              <a:t>Descriptive Statistics for the Sample</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3"/>
          <a:stretch>
            <a:fillRect/>
          </a:stretch>
        </p:blipFill>
        <p:spPr>
          <a:xfrm>
            <a:off x="0" y="5734051"/>
            <a:ext cx="12192000" cy="1123950"/>
          </a:xfrm>
          <a:prstGeom prst="rect">
            <a:avLst/>
          </a:prstGeom>
        </p:spPr>
      </p:pic>
      <p:pic>
        <p:nvPicPr>
          <p:cNvPr id="3" name="Picture 2">
            <a:extLst>
              <a:ext uri="{FF2B5EF4-FFF2-40B4-BE49-F238E27FC236}">
                <a16:creationId xmlns:a16="http://schemas.microsoft.com/office/drawing/2014/main" id="{1EDD461E-4138-96B8-1772-C5088508C456}"/>
              </a:ext>
            </a:extLst>
          </p:cNvPr>
          <p:cNvPicPr>
            <a:picLocks noChangeAspect="1"/>
          </p:cNvPicPr>
          <p:nvPr/>
        </p:nvPicPr>
        <p:blipFill>
          <a:blip r:embed="rId4"/>
          <a:stretch>
            <a:fillRect/>
          </a:stretch>
        </p:blipFill>
        <p:spPr>
          <a:xfrm>
            <a:off x="69574" y="351596"/>
            <a:ext cx="10193173" cy="5944430"/>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81E36977-6A07-9D2C-0D01-6BD63DB70AEF}"/>
                  </a:ext>
                </a:extLst>
              </p14:cNvPr>
              <p14:cNvContentPartPr/>
              <p14:nvPr/>
            </p14:nvContentPartPr>
            <p14:xfrm>
              <a:off x="-1371490" y="4054915"/>
              <a:ext cx="360" cy="360"/>
            </p14:xfrm>
          </p:contentPart>
        </mc:Choice>
        <mc:Fallback xmlns="">
          <p:pic>
            <p:nvPicPr>
              <p:cNvPr id="2" name="Ink 1">
                <a:extLst>
                  <a:ext uri="{FF2B5EF4-FFF2-40B4-BE49-F238E27FC236}">
                    <a16:creationId xmlns:a16="http://schemas.microsoft.com/office/drawing/2014/main" id="{81E36977-6A07-9D2C-0D01-6BD63DB70AEF}"/>
                  </a:ext>
                </a:extLst>
              </p:cNvPr>
              <p:cNvPicPr/>
              <p:nvPr/>
            </p:nvPicPr>
            <p:blipFill>
              <a:blip r:embed="rId6"/>
              <a:stretch>
                <a:fillRect/>
              </a:stretch>
            </p:blipFill>
            <p:spPr>
              <a:xfrm>
                <a:off x="-1377610" y="4048795"/>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377032EF-C40C-CBA7-8099-6F91138D9B31}"/>
                  </a:ext>
                </a:extLst>
              </p14:cNvPr>
              <p14:cNvContentPartPr/>
              <p14:nvPr/>
            </p14:nvContentPartPr>
            <p14:xfrm>
              <a:off x="2891990" y="1350955"/>
              <a:ext cx="300960" cy="11160"/>
            </p14:xfrm>
          </p:contentPart>
        </mc:Choice>
        <mc:Fallback xmlns="">
          <p:pic>
            <p:nvPicPr>
              <p:cNvPr id="4" name="Ink 3">
                <a:extLst>
                  <a:ext uri="{FF2B5EF4-FFF2-40B4-BE49-F238E27FC236}">
                    <a16:creationId xmlns:a16="http://schemas.microsoft.com/office/drawing/2014/main" id="{377032EF-C40C-CBA7-8099-6F91138D9B31}"/>
                  </a:ext>
                </a:extLst>
              </p:cNvPr>
              <p:cNvPicPr/>
              <p:nvPr/>
            </p:nvPicPr>
            <p:blipFill>
              <a:blip r:embed="rId8"/>
              <a:stretch>
                <a:fillRect/>
              </a:stretch>
            </p:blipFill>
            <p:spPr>
              <a:xfrm>
                <a:off x="2885870" y="1344835"/>
                <a:ext cx="313200" cy="23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EE8E76F5-21D3-950A-81F2-0DBA6C670B0E}"/>
                  </a:ext>
                </a:extLst>
              </p14:cNvPr>
              <p14:cNvContentPartPr/>
              <p14:nvPr/>
            </p14:nvContentPartPr>
            <p14:xfrm>
              <a:off x="4482470" y="1321795"/>
              <a:ext cx="357120" cy="20520"/>
            </p14:xfrm>
          </p:contentPart>
        </mc:Choice>
        <mc:Fallback xmlns="">
          <p:pic>
            <p:nvPicPr>
              <p:cNvPr id="7" name="Ink 6">
                <a:extLst>
                  <a:ext uri="{FF2B5EF4-FFF2-40B4-BE49-F238E27FC236}">
                    <a16:creationId xmlns:a16="http://schemas.microsoft.com/office/drawing/2014/main" id="{EE8E76F5-21D3-950A-81F2-0DBA6C670B0E}"/>
                  </a:ext>
                </a:extLst>
              </p:cNvPr>
              <p:cNvPicPr/>
              <p:nvPr/>
            </p:nvPicPr>
            <p:blipFill>
              <a:blip r:embed="rId10"/>
              <a:stretch>
                <a:fillRect/>
              </a:stretch>
            </p:blipFill>
            <p:spPr>
              <a:xfrm>
                <a:off x="4476350" y="1315675"/>
                <a:ext cx="3693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1E62B158-50C0-8F4B-EE47-F30C1C60E90B}"/>
                  </a:ext>
                </a:extLst>
              </p14:cNvPr>
              <p14:cNvContentPartPr/>
              <p14:nvPr/>
            </p14:nvContentPartPr>
            <p14:xfrm>
              <a:off x="2812790" y="1191835"/>
              <a:ext cx="416160" cy="11160"/>
            </p14:xfrm>
          </p:contentPart>
        </mc:Choice>
        <mc:Fallback xmlns="">
          <p:pic>
            <p:nvPicPr>
              <p:cNvPr id="8" name="Ink 7">
                <a:extLst>
                  <a:ext uri="{FF2B5EF4-FFF2-40B4-BE49-F238E27FC236}">
                    <a16:creationId xmlns:a16="http://schemas.microsoft.com/office/drawing/2014/main" id="{1E62B158-50C0-8F4B-EE47-F30C1C60E90B}"/>
                  </a:ext>
                </a:extLst>
              </p:cNvPr>
              <p:cNvPicPr/>
              <p:nvPr/>
            </p:nvPicPr>
            <p:blipFill>
              <a:blip r:embed="rId12"/>
              <a:stretch>
                <a:fillRect/>
              </a:stretch>
            </p:blipFill>
            <p:spPr>
              <a:xfrm>
                <a:off x="2806670" y="1185715"/>
                <a:ext cx="428400" cy="23400"/>
              </a:xfrm>
              <a:prstGeom prst="rect">
                <a:avLst/>
              </a:prstGeom>
            </p:spPr>
          </p:pic>
        </mc:Fallback>
      </mc:AlternateContent>
      <p:grpSp>
        <p:nvGrpSpPr>
          <p:cNvPr id="13" name="Group 12">
            <a:extLst>
              <a:ext uri="{FF2B5EF4-FFF2-40B4-BE49-F238E27FC236}">
                <a16:creationId xmlns:a16="http://schemas.microsoft.com/office/drawing/2014/main" id="{466ECE6E-6368-2ECB-571F-16B70B70E3C2}"/>
              </a:ext>
            </a:extLst>
          </p:cNvPr>
          <p:cNvGrpSpPr/>
          <p:nvPr/>
        </p:nvGrpSpPr>
        <p:grpSpPr>
          <a:xfrm>
            <a:off x="2872190" y="2405395"/>
            <a:ext cx="520200" cy="167400"/>
            <a:chOff x="2872190" y="2405395"/>
            <a:chExt cx="520200" cy="167400"/>
          </a:xfrm>
        </p:grpSpPr>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A8D358EB-0FCB-96AA-81D4-0DDF75200B5E}"/>
                    </a:ext>
                  </a:extLst>
                </p14:cNvPr>
                <p14:cNvContentPartPr/>
                <p14:nvPr/>
              </p14:nvContentPartPr>
              <p14:xfrm>
                <a:off x="2882270" y="2479915"/>
                <a:ext cx="492840" cy="84600"/>
              </p14:xfrm>
            </p:contentPart>
          </mc:Choice>
          <mc:Fallback xmlns="">
            <p:pic>
              <p:nvPicPr>
                <p:cNvPr id="9" name="Ink 8">
                  <a:extLst>
                    <a:ext uri="{FF2B5EF4-FFF2-40B4-BE49-F238E27FC236}">
                      <a16:creationId xmlns:a16="http://schemas.microsoft.com/office/drawing/2014/main" id="{A8D358EB-0FCB-96AA-81D4-0DDF75200B5E}"/>
                    </a:ext>
                  </a:extLst>
                </p:cNvPr>
                <p:cNvPicPr/>
                <p:nvPr/>
              </p:nvPicPr>
              <p:blipFill>
                <a:blip r:embed="rId14"/>
                <a:stretch>
                  <a:fillRect/>
                </a:stretch>
              </p:blipFill>
              <p:spPr>
                <a:xfrm>
                  <a:off x="2876150" y="2473795"/>
                  <a:ext cx="50508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E24C02AE-EFD5-2AFC-CD80-AC06A8438386}"/>
                    </a:ext>
                  </a:extLst>
                </p14:cNvPr>
                <p14:cNvContentPartPr/>
                <p14:nvPr/>
              </p14:nvContentPartPr>
              <p14:xfrm>
                <a:off x="2872190" y="2434915"/>
                <a:ext cx="360" cy="137880"/>
              </p14:xfrm>
            </p:contentPart>
          </mc:Choice>
          <mc:Fallback xmlns="">
            <p:pic>
              <p:nvPicPr>
                <p:cNvPr id="10" name="Ink 9">
                  <a:extLst>
                    <a:ext uri="{FF2B5EF4-FFF2-40B4-BE49-F238E27FC236}">
                      <a16:creationId xmlns:a16="http://schemas.microsoft.com/office/drawing/2014/main" id="{E24C02AE-EFD5-2AFC-CD80-AC06A8438386}"/>
                    </a:ext>
                  </a:extLst>
                </p:cNvPr>
                <p:cNvPicPr/>
                <p:nvPr/>
              </p:nvPicPr>
              <p:blipFill>
                <a:blip r:embed="rId16"/>
                <a:stretch>
                  <a:fillRect/>
                </a:stretch>
              </p:blipFill>
              <p:spPr>
                <a:xfrm>
                  <a:off x="2866070" y="2428795"/>
                  <a:ext cx="1260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8BCECF2A-4450-7EF4-F105-A96D915A4A6B}"/>
                    </a:ext>
                  </a:extLst>
                </p14:cNvPr>
                <p14:cNvContentPartPr/>
                <p14:nvPr/>
              </p14:nvContentPartPr>
              <p14:xfrm>
                <a:off x="2882270" y="2405395"/>
                <a:ext cx="510120" cy="144720"/>
              </p14:xfrm>
            </p:contentPart>
          </mc:Choice>
          <mc:Fallback xmlns="">
            <p:pic>
              <p:nvPicPr>
                <p:cNvPr id="12" name="Ink 11">
                  <a:extLst>
                    <a:ext uri="{FF2B5EF4-FFF2-40B4-BE49-F238E27FC236}">
                      <a16:creationId xmlns:a16="http://schemas.microsoft.com/office/drawing/2014/main" id="{8BCECF2A-4450-7EF4-F105-A96D915A4A6B}"/>
                    </a:ext>
                  </a:extLst>
                </p:cNvPr>
                <p:cNvPicPr/>
                <p:nvPr/>
              </p:nvPicPr>
              <p:blipFill>
                <a:blip r:embed="rId18"/>
                <a:stretch>
                  <a:fillRect/>
                </a:stretch>
              </p:blipFill>
              <p:spPr>
                <a:xfrm>
                  <a:off x="2876150" y="2399275"/>
                  <a:ext cx="522360" cy="156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30BE813F-286E-514C-C3B1-573AD366584E}"/>
                  </a:ext>
                </a:extLst>
              </p14:cNvPr>
              <p14:cNvContentPartPr/>
              <p14:nvPr/>
            </p14:nvContentPartPr>
            <p14:xfrm>
              <a:off x="2832230" y="2186155"/>
              <a:ext cx="387720" cy="20520"/>
            </p14:xfrm>
          </p:contentPart>
        </mc:Choice>
        <mc:Fallback xmlns="">
          <p:pic>
            <p:nvPicPr>
              <p:cNvPr id="14" name="Ink 13">
                <a:extLst>
                  <a:ext uri="{FF2B5EF4-FFF2-40B4-BE49-F238E27FC236}">
                    <a16:creationId xmlns:a16="http://schemas.microsoft.com/office/drawing/2014/main" id="{30BE813F-286E-514C-C3B1-573AD366584E}"/>
                  </a:ext>
                </a:extLst>
              </p:cNvPr>
              <p:cNvPicPr/>
              <p:nvPr/>
            </p:nvPicPr>
            <p:blipFill>
              <a:blip r:embed="rId20"/>
              <a:stretch>
                <a:fillRect/>
              </a:stretch>
            </p:blipFill>
            <p:spPr>
              <a:xfrm>
                <a:off x="2826110" y="2180035"/>
                <a:ext cx="3999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5" name="Ink 14">
                <a:extLst>
                  <a:ext uri="{FF2B5EF4-FFF2-40B4-BE49-F238E27FC236}">
                    <a16:creationId xmlns:a16="http://schemas.microsoft.com/office/drawing/2014/main" id="{1D6DD6F6-4207-7577-AB4E-5CCBED078ACC}"/>
                  </a:ext>
                </a:extLst>
              </p14:cNvPr>
              <p14:cNvContentPartPr/>
              <p14:nvPr/>
            </p14:nvContentPartPr>
            <p14:xfrm>
              <a:off x="2842310" y="2325115"/>
              <a:ext cx="496440" cy="28440"/>
            </p14:xfrm>
          </p:contentPart>
        </mc:Choice>
        <mc:Fallback xmlns="">
          <p:pic>
            <p:nvPicPr>
              <p:cNvPr id="15" name="Ink 14">
                <a:extLst>
                  <a:ext uri="{FF2B5EF4-FFF2-40B4-BE49-F238E27FC236}">
                    <a16:creationId xmlns:a16="http://schemas.microsoft.com/office/drawing/2014/main" id="{1D6DD6F6-4207-7577-AB4E-5CCBED078ACC}"/>
                  </a:ext>
                </a:extLst>
              </p:cNvPr>
              <p:cNvPicPr/>
              <p:nvPr/>
            </p:nvPicPr>
            <p:blipFill>
              <a:blip r:embed="rId22"/>
              <a:stretch>
                <a:fillRect/>
              </a:stretch>
            </p:blipFill>
            <p:spPr>
              <a:xfrm>
                <a:off x="2836190" y="2318995"/>
                <a:ext cx="50868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6" name="Ink 15">
                <a:extLst>
                  <a:ext uri="{FF2B5EF4-FFF2-40B4-BE49-F238E27FC236}">
                    <a16:creationId xmlns:a16="http://schemas.microsoft.com/office/drawing/2014/main" id="{807A0F3D-C2A4-D706-E6B4-66A44F3CD0BC}"/>
                  </a:ext>
                </a:extLst>
              </p14:cNvPr>
              <p14:cNvContentPartPr/>
              <p14:nvPr/>
            </p14:nvContentPartPr>
            <p14:xfrm>
              <a:off x="2842310" y="2717155"/>
              <a:ext cx="398520" cy="16560"/>
            </p14:xfrm>
          </p:contentPart>
        </mc:Choice>
        <mc:Fallback xmlns="">
          <p:pic>
            <p:nvPicPr>
              <p:cNvPr id="16" name="Ink 15">
                <a:extLst>
                  <a:ext uri="{FF2B5EF4-FFF2-40B4-BE49-F238E27FC236}">
                    <a16:creationId xmlns:a16="http://schemas.microsoft.com/office/drawing/2014/main" id="{807A0F3D-C2A4-D706-E6B4-66A44F3CD0BC}"/>
                  </a:ext>
                </a:extLst>
              </p:cNvPr>
              <p:cNvPicPr/>
              <p:nvPr/>
            </p:nvPicPr>
            <p:blipFill>
              <a:blip r:embed="rId24"/>
              <a:stretch>
                <a:fillRect/>
              </a:stretch>
            </p:blipFill>
            <p:spPr>
              <a:xfrm>
                <a:off x="2836190" y="2711035"/>
                <a:ext cx="41076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 name="Ink 18">
                <a:extLst>
                  <a:ext uri="{FF2B5EF4-FFF2-40B4-BE49-F238E27FC236}">
                    <a16:creationId xmlns:a16="http://schemas.microsoft.com/office/drawing/2014/main" id="{8F706CBE-2857-D97B-24DA-DD1246E16E1C}"/>
                  </a:ext>
                </a:extLst>
              </p14:cNvPr>
              <p14:cNvContentPartPr/>
              <p14:nvPr/>
            </p14:nvContentPartPr>
            <p14:xfrm>
              <a:off x="2812790" y="3050875"/>
              <a:ext cx="504000" cy="11520"/>
            </p14:xfrm>
          </p:contentPart>
        </mc:Choice>
        <mc:Fallback xmlns="">
          <p:pic>
            <p:nvPicPr>
              <p:cNvPr id="19" name="Ink 18">
                <a:extLst>
                  <a:ext uri="{FF2B5EF4-FFF2-40B4-BE49-F238E27FC236}">
                    <a16:creationId xmlns:a16="http://schemas.microsoft.com/office/drawing/2014/main" id="{8F706CBE-2857-D97B-24DA-DD1246E16E1C}"/>
                  </a:ext>
                </a:extLst>
              </p:cNvPr>
              <p:cNvPicPr/>
              <p:nvPr/>
            </p:nvPicPr>
            <p:blipFill>
              <a:blip r:embed="rId26"/>
              <a:stretch>
                <a:fillRect/>
              </a:stretch>
            </p:blipFill>
            <p:spPr>
              <a:xfrm>
                <a:off x="2806670" y="3044755"/>
                <a:ext cx="51624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1" name="Ink 20">
                <a:extLst>
                  <a:ext uri="{FF2B5EF4-FFF2-40B4-BE49-F238E27FC236}">
                    <a16:creationId xmlns:a16="http://schemas.microsoft.com/office/drawing/2014/main" id="{B19C52D3-F6AC-2DA0-5EE2-DF592730BEA3}"/>
                  </a:ext>
                </a:extLst>
              </p14:cNvPr>
              <p14:cNvContentPartPr/>
              <p14:nvPr/>
            </p14:nvContentPartPr>
            <p14:xfrm>
              <a:off x="2870030" y="2742715"/>
              <a:ext cx="503280" cy="137880"/>
            </p14:xfrm>
          </p:contentPart>
        </mc:Choice>
        <mc:Fallback xmlns="">
          <p:pic>
            <p:nvPicPr>
              <p:cNvPr id="21" name="Ink 20">
                <a:extLst>
                  <a:ext uri="{FF2B5EF4-FFF2-40B4-BE49-F238E27FC236}">
                    <a16:creationId xmlns:a16="http://schemas.microsoft.com/office/drawing/2014/main" id="{B19C52D3-F6AC-2DA0-5EE2-DF592730BEA3}"/>
                  </a:ext>
                </a:extLst>
              </p:cNvPr>
              <p:cNvPicPr/>
              <p:nvPr/>
            </p:nvPicPr>
            <p:blipFill>
              <a:blip r:embed="rId28"/>
              <a:stretch>
                <a:fillRect/>
              </a:stretch>
            </p:blipFill>
            <p:spPr>
              <a:xfrm>
                <a:off x="2863910" y="2736595"/>
                <a:ext cx="515520" cy="150120"/>
              </a:xfrm>
              <a:prstGeom prst="rect">
                <a:avLst/>
              </a:prstGeom>
            </p:spPr>
          </p:pic>
        </mc:Fallback>
      </mc:AlternateContent>
    </p:spTree>
    <p:extLst>
      <p:ext uri="{BB962C8B-B14F-4D97-AF65-F5344CB8AC3E}">
        <p14:creationId xmlns:p14="http://schemas.microsoft.com/office/powerpoint/2010/main" val="4259995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613452" y="-75504"/>
            <a:ext cx="9144000" cy="518055"/>
          </a:xfrm>
        </p:spPr>
        <p:txBody>
          <a:bodyPr>
            <a:normAutofit fontScale="90000"/>
          </a:bodyPr>
          <a:lstStyle/>
          <a:p>
            <a:r>
              <a:rPr lang="en-US" sz="3600" b="1" dirty="0">
                <a:solidFill>
                  <a:srgbClr val="FF0000"/>
                </a:solidFill>
              </a:rPr>
              <a:t>Predicting mergers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3"/>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74E45ECF-5708-45FA-2ADC-AAB7D783E2A4}"/>
              </a:ext>
            </a:extLst>
          </p:cNvPr>
          <p:cNvPicPr>
            <a:picLocks noChangeAspect="1"/>
          </p:cNvPicPr>
          <p:nvPr/>
        </p:nvPicPr>
        <p:blipFill>
          <a:blip r:embed="rId4"/>
          <a:stretch>
            <a:fillRect/>
          </a:stretch>
        </p:blipFill>
        <p:spPr>
          <a:xfrm>
            <a:off x="0" y="442551"/>
            <a:ext cx="7725992" cy="6858000"/>
          </a:xfrm>
          <a:prstGeom prst="rect">
            <a:avLst/>
          </a:prstGeom>
        </p:spPr>
      </p:pic>
    </p:spTree>
    <p:extLst>
      <p:ext uri="{BB962C8B-B14F-4D97-AF65-F5344CB8AC3E}">
        <p14:creationId xmlns:p14="http://schemas.microsoft.com/office/powerpoint/2010/main" val="4159910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613452" y="-75504"/>
            <a:ext cx="9144000" cy="518055"/>
          </a:xfrm>
        </p:spPr>
        <p:txBody>
          <a:bodyPr>
            <a:normAutofit fontScale="90000"/>
          </a:bodyPr>
          <a:lstStyle/>
          <a:p>
            <a:r>
              <a:rPr lang="en-US" sz="3600" b="1" dirty="0">
                <a:solidFill>
                  <a:srgbClr val="FF0000"/>
                </a:solidFill>
              </a:rPr>
              <a:t>Predicting mergers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3"/>
          <a:stretch>
            <a:fillRect/>
          </a:stretch>
        </p:blipFill>
        <p:spPr>
          <a:xfrm>
            <a:off x="0" y="5734051"/>
            <a:ext cx="12192000" cy="1123950"/>
          </a:xfrm>
          <a:prstGeom prst="rect">
            <a:avLst/>
          </a:prstGeom>
        </p:spPr>
      </p:pic>
      <p:sp>
        <p:nvSpPr>
          <p:cNvPr id="7" name="TextBox 6">
            <a:extLst>
              <a:ext uri="{FF2B5EF4-FFF2-40B4-BE49-F238E27FC236}">
                <a16:creationId xmlns:a16="http://schemas.microsoft.com/office/drawing/2014/main" id="{166671D7-84C9-5CAA-6513-5D4334A94AE9}"/>
              </a:ext>
            </a:extLst>
          </p:cNvPr>
          <p:cNvSpPr txBox="1"/>
          <p:nvPr/>
        </p:nvSpPr>
        <p:spPr>
          <a:xfrm>
            <a:off x="0" y="442551"/>
            <a:ext cx="12085983" cy="369332"/>
          </a:xfrm>
          <a:prstGeom prst="rect">
            <a:avLst/>
          </a:prstGeom>
          <a:noFill/>
        </p:spPr>
        <p:txBody>
          <a:bodyPr wrap="square">
            <a:spAutoFit/>
          </a:bodyPr>
          <a:lstStyle/>
          <a:p>
            <a:r>
              <a:rPr lang="en-US" dirty="0"/>
              <a:t>T3 examines the influence of merger type on the relation between human capital relatedness and the probability of merger.</a:t>
            </a:r>
          </a:p>
        </p:txBody>
      </p:sp>
      <p:pic>
        <p:nvPicPr>
          <p:cNvPr id="11" name="Picture 10">
            <a:extLst>
              <a:ext uri="{FF2B5EF4-FFF2-40B4-BE49-F238E27FC236}">
                <a16:creationId xmlns:a16="http://schemas.microsoft.com/office/drawing/2014/main" id="{783608D3-CB51-FACE-26C0-E092843D5F0B}"/>
              </a:ext>
            </a:extLst>
          </p:cNvPr>
          <p:cNvPicPr>
            <a:picLocks noChangeAspect="1"/>
          </p:cNvPicPr>
          <p:nvPr/>
        </p:nvPicPr>
        <p:blipFill>
          <a:blip r:embed="rId4"/>
          <a:stretch>
            <a:fillRect/>
          </a:stretch>
        </p:blipFill>
        <p:spPr>
          <a:xfrm>
            <a:off x="0" y="811883"/>
            <a:ext cx="6231835" cy="6231835"/>
          </a:xfrm>
          <a:prstGeom prst="rect">
            <a:avLst/>
          </a:prstGeom>
        </p:spPr>
      </p:pic>
    </p:spTree>
    <p:extLst>
      <p:ext uri="{BB962C8B-B14F-4D97-AF65-F5344CB8AC3E}">
        <p14:creationId xmlns:p14="http://schemas.microsoft.com/office/powerpoint/2010/main" val="2676945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613452" y="-75504"/>
            <a:ext cx="9144000" cy="518055"/>
          </a:xfrm>
        </p:spPr>
        <p:txBody>
          <a:bodyPr>
            <a:normAutofit fontScale="90000"/>
          </a:bodyPr>
          <a:lstStyle/>
          <a:p>
            <a:r>
              <a:rPr lang="en-US" sz="3600" b="1" dirty="0">
                <a:solidFill>
                  <a:srgbClr val="FF0000"/>
                </a:solidFill>
              </a:rPr>
              <a:t>Merger synergy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3"/>
          <a:stretch>
            <a:fillRect/>
          </a:stretch>
        </p:blipFill>
        <p:spPr>
          <a:xfrm>
            <a:off x="0" y="5734051"/>
            <a:ext cx="12192000" cy="1123950"/>
          </a:xfrm>
          <a:prstGeom prst="rect">
            <a:avLst/>
          </a:prstGeom>
        </p:spPr>
      </p:pic>
      <p:sp>
        <p:nvSpPr>
          <p:cNvPr id="7" name="TextBox 6">
            <a:extLst>
              <a:ext uri="{FF2B5EF4-FFF2-40B4-BE49-F238E27FC236}">
                <a16:creationId xmlns:a16="http://schemas.microsoft.com/office/drawing/2014/main" id="{166671D7-84C9-5CAA-6513-5D4334A94AE9}"/>
              </a:ext>
            </a:extLst>
          </p:cNvPr>
          <p:cNvSpPr txBox="1"/>
          <p:nvPr/>
        </p:nvSpPr>
        <p:spPr>
          <a:xfrm>
            <a:off x="0" y="442551"/>
            <a:ext cx="12085983" cy="369332"/>
          </a:xfrm>
          <a:prstGeom prst="rect">
            <a:avLst/>
          </a:prstGeom>
          <a:noFill/>
        </p:spPr>
        <p:txBody>
          <a:bodyPr wrap="square">
            <a:spAutoFit/>
          </a:bodyPr>
          <a:lstStyle/>
          <a:p>
            <a:r>
              <a:rPr lang="en-US" dirty="0"/>
              <a:t>Table 4 The effect of human capital relatedness on the gains from merger. </a:t>
            </a:r>
          </a:p>
        </p:txBody>
      </p:sp>
      <p:pic>
        <p:nvPicPr>
          <p:cNvPr id="3" name="Picture 2">
            <a:extLst>
              <a:ext uri="{FF2B5EF4-FFF2-40B4-BE49-F238E27FC236}">
                <a16:creationId xmlns:a16="http://schemas.microsoft.com/office/drawing/2014/main" id="{CE88E3F6-D55E-F857-D6BF-9C1FEF161B7D}"/>
              </a:ext>
            </a:extLst>
          </p:cNvPr>
          <p:cNvPicPr>
            <a:picLocks noChangeAspect="1"/>
          </p:cNvPicPr>
          <p:nvPr/>
        </p:nvPicPr>
        <p:blipFill>
          <a:blip r:embed="rId4"/>
          <a:stretch>
            <a:fillRect/>
          </a:stretch>
        </p:blipFill>
        <p:spPr>
          <a:xfrm>
            <a:off x="0" y="811883"/>
            <a:ext cx="7911074" cy="6641068"/>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EE467A1D-5066-A19E-EEC6-0F4E897EB9AB}"/>
                  </a:ext>
                </a:extLst>
              </p14:cNvPr>
              <p14:cNvContentPartPr/>
              <p14:nvPr/>
            </p14:nvContentPartPr>
            <p14:xfrm>
              <a:off x="207690" y="3450240"/>
              <a:ext cx="1616040" cy="55080"/>
            </p14:xfrm>
          </p:contentPart>
        </mc:Choice>
        <mc:Fallback xmlns="">
          <p:pic>
            <p:nvPicPr>
              <p:cNvPr id="2" name="Ink 1">
                <a:extLst>
                  <a:ext uri="{FF2B5EF4-FFF2-40B4-BE49-F238E27FC236}">
                    <a16:creationId xmlns:a16="http://schemas.microsoft.com/office/drawing/2014/main" id="{EE467A1D-5066-A19E-EEC6-0F4E897EB9AB}"/>
                  </a:ext>
                </a:extLst>
              </p:cNvPr>
              <p:cNvPicPr/>
              <p:nvPr/>
            </p:nvPicPr>
            <p:blipFill>
              <a:blip r:embed="rId6"/>
              <a:stretch>
                <a:fillRect/>
              </a:stretch>
            </p:blipFill>
            <p:spPr>
              <a:xfrm>
                <a:off x="201570" y="3444120"/>
                <a:ext cx="162828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89E159CC-DD06-06C9-5836-6041596CE79D}"/>
                  </a:ext>
                </a:extLst>
              </p14:cNvPr>
              <p14:cNvContentPartPr/>
              <p14:nvPr/>
            </p14:nvContentPartPr>
            <p14:xfrm>
              <a:off x="228570" y="6314760"/>
              <a:ext cx="1517760" cy="93600"/>
            </p14:xfrm>
          </p:contentPart>
        </mc:Choice>
        <mc:Fallback xmlns="">
          <p:pic>
            <p:nvPicPr>
              <p:cNvPr id="8" name="Ink 7">
                <a:extLst>
                  <a:ext uri="{FF2B5EF4-FFF2-40B4-BE49-F238E27FC236}">
                    <a16:creationId xmlns:a16="http://schemas.microsoft.com/office/drawing/2014/main" id="{89E159CC-DD06-06C9-5836-6041596CE79D}"/>
                  </a:ext>
                </a:extLst>
              </p:cNvPr>
              <p:cNvPicPr/>
              <p:nvPr/>
            </p:nvPicPr>
            <p:blipFill>
              <a:blip r:embed="rId8"/>
              <a:stretch>
                <a:fillRect/>
              </a:stretch>
            </p:blipFill>
            <p:spPr>
              <a:xfrm>
                <a:off x="222450" y="6308640"/>
                <a:ext cx="153000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87670D83-F5F4-E54C-39C0-390DBFF83463}"/>
                  </a:ext>
                </a:extLst>
              </p14:cNvPr>
              <p14:cNvContentPartPr/>
              <p14:nvPr/>
            </p14:nvContentPartPr>
            <p14:xfrm>
              <a:off x="295170" y="4609080"/>
              <a:ext cx="1710000" cy="87120"/>
            </p14:xfrm>
          </p:contentPart>
        </mc:Choice>
        <mc:Fallback xmlns="">
          <p:pic>
            <p:nvPicPr>
              <p:cNvPr id="9" name="Ink 8">
                <a:extLst>
                  <a:ext uri="{FF2B5EF4-FFF2-40B4-BE49-F238E27FC236}">
                    <a16:creationId xmlns:a16="http://schemas.microsoft.com/office/drawing/2014/main" id="{87670D83-F5F4-E54C-39C0-390DBFF83463}"/>
                  </a:ext>
                </a:extLst>
              </p:cNvPr>
              <p:cNvPicPr/>
              <p:nvPr/>
            </p:nvPicPr>
            <p:blipFill>
              <a:blip r:embed="rId10"/>
              <a:stretch>
                <a:fillRect/>
              </a:stretch>
            </p:blipFill>
            <p:spPr>
              <a:xfrm>
                <a:off x="289050" y="4602960"/>
                <a:ext cx="172224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7EA15EC9-BD76-6774-413C-9BE06E4AF715}"/>
                  </a:ext>
                </a:extLst>
              </p14:cNvPr>
              <p14:cNvContentPartPr/>
              <p14:nvPr/>
            </p14:nvContentPartPr>
            <p14:xfrm>
              <a:off x="276090" y="2972880"/>
              <a:ext cx="1203840" cy="152280"/>
            </p14:xfrm>
          </p:contentPart>
        </mc:Choice>
        <mc:Fallback xmlns="">
          <p:pic>
            <p:nvPicPr>
              <p:cNvPr id="10" name="Ink 9">
                <a:extLst>
                  <a:ext uri="{FF2B5EF4-FFF2-40B4-BE49-F238E27FC236}">
                    <a16:creationId xmlns:a16="http://schemas.microsoft.com/office/drawing/2014/main" id="{7EA15EC9-BD76-6774-413C-9BE06E4AF715}"/>
                  </a:ext>
                </a:extLst>
              </p:cNvPr>
              <p:cNvPicPr/>
              <p:nvPr/>
            </p:nvPicPr>
            <p:blipFill>
              <a:blip r:embed="rId12"/>
              <a:stretch>
                <a:fillRect/>
              </a:stretch>
            </p:blipFill>
            <p:spPr>
              <a:xfrm>
                <a:off x="269970" y="2966760"/>
                <a:ext cx="121608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D76C375E-8EF8-277C-9E90-B6E47FE9651D}"/>
                  </a:ext>
                </a:extLst>
              </p14:cNvPr>
              <p14:cNvContentPartPr/>
              <p14:nvPr/>
            </p14:nvContentPartPr>
            <p14:xfrm>
              <a:off x="209490" y="2628000"/>
              <a:ext cx="690480" cy="20160"/>
            </p14:xfrm>
          </p:contentPart>
        </mc:Choice>
        <mc:Fallback xmlns="">
          <p:pic>
            <p:nvPicPr>
              <p:cNvPr id="11" name="Ink 10">
                <a:extLst>
                  <a:ext uri="{FF2B5EF4-FFF2-40B4-BE49-F238E27FC236}">
                    <a16:creationId xmlns:a16="http://schemas.microsoft.com/office/drawing/2014/main" id="{D76C375E-8EF8-277C-9E90-B6E47FE9651D}"/>
                  </a:ext>
                </a:extLst>
              </p:cNvPr>
              <p:cNvPicPr/>
              <p:nvPr/>
            </p:nvPicPr>
            <p:blipFill>
              <a:blip r:embed="rId14"/>
              <a:stretch>
                <a:fillRect/>
              </a:stretch>
            </p:blipFill>
            <p:spPr>
              <a:xfrm>
                <a:off x="191490" y="2592000"/>
                <a:ext cx="72612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025F7E56-CED0-E0B9-F82D-D5C8918EBB83}"/>
                  </a:ext>
                </a:extLst>
              </p14:cNvPr>
              <p14:cNvContentPartPr/>
              <p14:nvPr/>
            </p14:nvContentPartPr>
            <p14:xfrm>
              <a:off x="247650" y="5448240"/>
              <a:ext cx="1441080" cy="45000"/>
            </p14:xfrm>
          </p:contentPart>
        </mc:Choice>
        <mc:Fallback xmlns="">
          <p:pic>
            <p:nvPicPr>
              <p:cNvPr id="12" name="Ink 11">
                <a:extLst>
                  <a:ext uri="{FF2B5EF4-FFF2-40B4-BE49-F238E27FC236}">
                    <a16:creationId xmlns:a16="http://schemas.microsoft.com/office/drawing/2014/main" id="{025F7E56-CED0-E0B9-F82D-D5C8918EBB83}"/>
                  </a:ext>
                </a:extLst>
              </p:cNvPr>
              <p:cNvPicPr/>
              <p:nvPr/>
            </p:nvPicPr>
            <p:blipFill>
              <a:blip r:embed="rId16"/>
              <a:stretch>
                <a:fillRect/>
              </a:stretch>
            </p:blipFill>
            <p:spPr>
              <a:xfrm>
                <a:off x="241530" y="5442120"/>
                <a:ext cx="145332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5D5A5655-8019-81F6-9CDA-0FA61500BA41}"/>
                  </a:ext>
                </a:extLst>
              </p14:cNvPr>
              <p14:cNvContentPartPr/>
              <p14:nvPr/>
            </p14:nvContentPartPr>
            <p14:xfrm>
              <a:off x="142890" y="5037840"/>
              <a:ext cx="1733040" cy="39240"/>
            </p14:xfrm>
          </p:contentPart>
        </mc:Choice>
        <mc:Fallback xmlns="">
          <p:pic>
            <p:nvPicPr>
              <p:cNvPr id="13" name="Ink 12">
                <a:extLst>
                  <a:ext uri="{FF2B5EF4-FFF2-40B4-BE49-F238E27FC236}">
                    <a16:creationId xmlns:a16="http://schemas.microsoft.com/office/drawing/2014/main" id="{5D5A5655-8019-81F6-9CDA-0FA61500BA41}"/>
                  </a:ext>
                </a:extLst>
              </p:cNvPr>
              <p:cNvPicPr/>
              <p:nvPr/>
            </p:nvPicPr>
            <p:blipFill>
              <a:blip r:embed="rId18"/>
              <a:stretch>
                <a:fillRect/>
              </a:stretch>
            </p:blipFill>
            <p:spPr>
              <a:xfrm>
                <a:off x="124890" y="5001840"/>
                <a:ext cx="1768680" cy="110880"/>
              </a:xfrm>
              <a:prstGeom prst="rect">
                <a:avLst/>
              </a:prstGeom>
            </p:spPr>
          </p:pic>
        </mc:Fallback>
      </mc:AlternateContent>
    </p:spTree>
    <p:extLst>
      <p:ext uri="{BB962C8B-B14F-4D97-AF65-F5344CB8AC3E}">
        <p14:creationId xmlns:p14="http://schemas.microsoft.com/office/powerpoint/2010/main" val="2021433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613452" y="-75504"/>
            <a:ext cx="9144000" cy="518055"/>
          </a:xfrm>
        </p:spPr>
        <p:txBody>
          <a:bodyPr>
            <a:normAutofit fontScale="90000"/>
          </a:bodyPr>
          <a:lstStyle/>
          <a:p>
            <a:r>
              <a:rPr lang="en-US" sz="3600" b="1" dirty="0">
                <a:solidFill>
                  <a:srgbClr val="FF0000"/>
                </a:solidFill>
              </a:rPr>
              <a:t>Merger synergy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3"/>
          <a:stretch>
            <a:fillRect/>
          </a:stretch>
        </p:blipFill>
        <p:spPr>
          <a:xfrm>
            <a:off x="0" y="5734051"/>
            <a:ext cx="12192000" cy="1123950"/>
          </a:xfrm>
          <a:prstGeom prst="rect">
            <a:avLst/>
          </a:prstGeom>
        </p:spPr>
      </p:pic>
      <p:pic>
        <p:nvPicPr>
          <p:cNvPr id="4" name="Picture 3">
            <a:extLst>
              <a:ext uri="{FF2B5EF4-FFF2-40B4-BE49-F238E27FC236}">
                <a16:creationId xmlns:a16="http://schemas.microsoft.com/office/drawing/2014/main" id="{6871EEED-A45D-3C01-E3FD-A744F49D6D58}"/>
              </a:ext>
            </a:extLst>
          </p:cNvPr>
          <p:cNvPicPr>
            <a:picLocks noChangeAspect="1"/>
          </p:cNvPicPr>
          <p:nvPr/>
        </p:nvPicPr>
        <p:blipFill>
          <a:blip r:embed="rId4"/>
          <a:stretch>
            <a:fillRect/>
          </a:stretch>
        </p:blipFill>
        <p:spPr>
          <a:xfrm>
            <a:off x="0" y="442551"/>
            <a:ext cx="7719696" cy="6275968"/>
          </a:xfrm>
          <a:prstGeom prst="rect">
            <a:avLst/>
          </a:prstGeom>
        </p:spPr>
      </p:pic>
    </p:spTree>
    <p:extLst>
      <p:ext uri="{BB962C8B-B14F-4D97-AF65-F5344CB8AC3E}">
        <p14:creationId xmlns:p14="http://schemas.microsoft.com/office/powerpoint/2010/main" val="485550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620077" y="73219"/>
            <a:ext cx="9153939" cy="572682"/>
          </a:xfrm>
        </p:spPr>
        <p:txBody>
          <a:bodyPr>
            <a:normAutofit fontScale="90000"/>
          </a:bodyPr>
          <a:lstStyle/>
          <a:p>
            <a:r>
              <a:rPr lang="en-US" sz="3600" b="1" dirty="0">
                <a:solidFill>
                  <a:srgbClr val="FF0000"/>
                </a:solidFill>
              </a:rPr>
              <a:t>Merger synergy  </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3"/>
          <a:stretch>
            <a:fillRect/>
          </a:stretch>
        </p:blipFill>
        <p:spPr>
          <a:xfrm>
            <a:off x="0" y="5734051"/>
            <a:ext cx="12192000" cy="1123950"/>
          </a:xfrm>
          <a:prstGeom prst="rect">
            <a:avLst/>
          </a:prstGeom>
        </p:spPr>
      </p:pic>
      <p:sp>
        <p:nvSpPr>
          <p:cNvPr id="3" name="TextBox 2">
            <a:extLst>
              <a:ext uri="{FF2B5EF4-FFF2-40B4-BE49-F238E27FC236}">
                <a16:creationId xmlns:a16="http://schemas.microsoft.com/office/drawing/2014/main" id="{E25CA821-B9A5-60AA-F191-F6BD6A88C7D2}"/>
              </a:ext>
            </a:extLst>
          </p:cNvPr>
          <p:cNvSpPr txBox="1"/>
          <p:nvPr/>
        </p:nvSpPr>
        <p:spPr>
          <a:xfrm>
            <a:off x="216176" y="645901"/>
            <a:ext cx="11442424" cy="369332"/>
          </a:xfrm>
          <a:prstGeom prst="rect">
            <a:avLst/>
          </a:prstGeom>
          <a:noFill/>
        </p:spPr>
        <p:txBody>
          <a:bodyPr wrap="square">
            <a:spAutoFit/>
          </a:bodyPr>
          <a:lstStyle/>
          <a:p>
            <a:r>
              <a:rPr lang="en-US" dirty="0"/>
              <a:t>Table 6 The influence of merger type on the effect of human capital relatedness on the gains from merger. </a:t>
            </a:r>
          </a:p>
        </p:txBody>
      </p:sp>
      <p:pic>
        <p:nvPicPr>
          <p:cNvPr id="7" name="Picture 6">
            <a:extLst>
              <a:ext uri="{FF2B5EF4-FFF2-40B4-BE49-F238E27FC236}">
                <a16:creationId xmlns:a16="http://schemas.microsoft.com/office/drawing/2014/main" id="{88E5CC35-11C8-A5A1-D18F-C265627CE998}"/>
              </a:ext>
            </a:extLst>
          </p:cNvPr>
          <p:cNvPicPr>
            <a:picLocks noChangeAspect="1"/>
          </p:cNvPicPr>
          <p:nvPr/>
        </p:nvPicPr>
        <p:blipFill>
          <a:blip r:embed="rId4"/>
          <a:stretch>
            <a:fillRect/>
          </a:stretch>
        </p:blipFill>
        <p:spPr>
          <a:xfrm>
            <a:off x="0" y="1015233"/>
            <a:ext cx="6731123" cy="6121363"/>
          </a:xfrm>
          <a:prstGeom prst="rect">
            <a:avLst/>
          </a:prstGeom>
        </p:spPr>
      </p:pic>
    </p:spTree>
    <p:extLst>
      <p:ext uri="{BB962C8B-B14F-4D97-AF65-F5344CB8AC3E}">
        <p14:creationId xmlns:p14="http://schemas.microsoft.com/office/powerpoint/2010/main" val="1907787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2EF8E-9C94-5D58-B9E0-1A86760295A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2800F9D-EA9B-A3BE-3108-88A21ADCA0E5}"/>
              </a:ext>
            </a:extLst>
          </p:cNvPr>
          <p:cNvSpPr>
            <a:spLocks noGrp="1"/>
          </p:cNvSpPr>
          <p:nvPr>
            <p:ph type="ctrTitle"/>
          </p:nvPr>
        </p:nvSpPr>
        <p:spPr>
          <a:xfrm>
            <a:off x="1620077" y="73219"/>
            <a:ext cx="9153939" cy="572682"/>
          </a:xfrm>
        </p:spPr>
        <p:txBody>
          <a:bodyPr>
            <a:normAutofit fontScale="90000"/>
          </a:bodyPr>
          <a:lstStyle/>
          <a:p>
            <a:r>
              <a:rPr lang="en-US" sz="3600" b="1" dirty="0">
                <a:solidFill>
                  <a:srgbClr val="FF0000"/>
                </a:solidFill>
              </a:rPr>
              <a:t>Post-merger outcomes - Operating performance</a:t>
            </a:r>
          </a:p>
        </p:txBody>
      </p:sp>
      <p:pic>
        <p:nvPicPr>
          <p:cNvPr id="20" name="Picture 19">
            <a:extLst>
              <a:ext uri="{FF2B5EF4-FFF2-40B4-BE49-F238E27FC236}">
                <a16:creationId xmlns:a16="http://schemas.microsoft.com/office/drawing/2014/main" id="{D266E5AE-80B5-2C7E-8015-FBF4ACB52F6C}"/>
              </a:ext>
            </a:extLst>
          </p:cNvPr>
          <p:cNvPicPr>
            <a:picLocks noChangeAspect="1"/>
          </p:cNvPicPr>
          <p:nvPr/>
        </p:nvPicPr>
        <p:blipFill>
          <a:blip r:embed="rId3"/>
          <a:stretch>
            <a:fillRect/>
          </a:stretch>
        </p:blipFill>
        <p:spPr>
          <a:xfrm>
            <a:off x="0" y="5734051"/>
            <a:ext cx="12192000" cy="1123950"/>
          </a:xfrm>
          <a:prstGeom prst="rect">
            <a:avLst/>
          </a:prstGeom>
        </p:spPr>
      </p:pic>
      <p:sp>
        <p:nvSpPr>
          <p:cNvPr id="3" name="TextBox 2">
            <a:extLst>
              <a:ext uri="{FF2B5EF4-FFF2-40B4-BE49-F238E27FC236}">
                <a16:creationId xmlns:a16="http://schemas.microsoft.com/office/drawing/2014/main" id="{91CBC3CB-7E07-D01E-E87C-06B9C6A6CE55}"/>
              </a:ext>
            </a:extLst>
          </p:cNvPr>
          <p:cNvSpPr txBox="1"/>
          <p:nvPr/>
        </p:nvSpPr>
        <p:spPr>
          <a:xfrm>
            <a:off x="255933" y="645901"/>
            <a:ext cx="11442424" cy="369332"/>
          </a:xfrm>
          <a:prstGeom prst="rect">
            <a:avLst/>
          </a:prstGeom>
          <a:noFill/>
        </p:spPr>
        <p:txBody>
          <a:bodyPr wrap="square">
            <a:spAutoFit/>
          </a:bodyPr>
          <a:lstStyle/>
          <a:p>
            <a:r>
              <a:rPr lang="en-US" dirty="0"/>
              <a:t>Table 7 The effect of human capital relatedness on post-merger operating performance.</a:t>
            </a:r>
          </a:p>
        </p:txBody>
      </p:sp>
      <p:pic>
        <p:nvPicPr>
          <p:cNvPr id="4" name="Picture 3">
            <a:extLst>
              <a:ext uri="{FF2B5EF4-FFF2-40B4-BE49-F238E27FC236}">
                <a16:creationId xmlns:a16="http://schemas.microsoft.com/office/drawing/2014/main" id="{5B00A422-8FC3-59DD-6E84-F3D618CCC6B7}"/>
              </a:ext>
            </a:extLst>
          </p:cNvPr>
          <p:cNvPicPr>
            <a:picLocks noChangeAspect="1"/>
          </p:cNvPicPr>
          <p:nvPr/>
        </p:nvPicPr>
        <p:blipFill>
          <a:blip r:embed="rId4"/>
          <a:stretch>
            <a:fillRect/>
          </a:stretch>
        </p:blipFill>
        <p:spPr>
          <a:xfrm>
            <a:off x="139101" y="1047247"/>
            <a:ext cx="8837211" cy="5737534"/>
          </a:xfrm>
          <a:prstGeom prst="rect">
            <a:avLst/>
          </a:prstGeom>
        </p:spPr>
      </p:pic>
      <p:sp>
        <p:nvSpPr>
          <p:cNvPr id="6" name="TextBox 5">
            <a:extLst>
              <a:ext uri="{FF2B5EF4-FFF2-40B4-BE49-F238E27FC236}">
                <a16:creationId xmlns:a16="http://schemas.microsoft.com/office/drawing/2014/main" id="{A5722AC9-3BF1-989F-A598-6E8E39872DDE}"/>
              </a:ext>
            </a:extLst>
          </p:cNvPr>
          <p:cNvSpPr txBox="1"/>
          <p:nvPr/>
        </p:nvSpPr>
        <p:spPr>
          <a:xfrm flipH="1">
            <a:off x="8976311" y="974027"/>
            <a:ext cx="3215687" cy="4524315"/>
          </a:xfrm>
          <a:prstGeom prst="rect">
            <a:avLst/>
          </a:prstGeom>
          <a:noFill/>
        </p:spPr>
        <p:txBody>
          <a:bodyPr wrap="square">
            <a:spAutoFit/>
          </a:bodyPr>
          <a:lstStyle/>
          <a:p>
            <a:r>
              <a:rPr lang="en-US" sz="1800" dirty="0"/>
              <a:t>Industry-adjusted operating performance is the difference between a firm’s operating performance and the median operating performance of firms in the same three digit SIC code.</a:t>
            </a:r>
          </a:p>
          <a:p>
            <a:endParaRPr lang="en-US" dirty="0"/>
          </a:p>
          <a:p>
            <a:endParaRPr lang="en-US" dirty="0"/>
          </a:p>
          <a:p>
            <a:endParaRPr lang="en-US" dirty="0"/>
          </a:p>
          <a:p>
            <a:endParaRPr lang="en-US" dirty="0"/>
          </a:p>
          <a:p>
            <a:r>
              <a:rPr lang="en-US" dirty="0"/>
              <a:t>Regressions (3) and (6) exclude mergers between single segment firms in the same industry (i.e., cases in which HCR =1)</a:t>
            </a:r>
          </a:p>
        </p:txBody>
      </p:sp>
    </p:spTree>
    <p:extLst>
      <p:ext uri="{BB962C8B-B14F-4D97-AF65-F5344CB8AC3E}">
        <p14:creationId xmlns:p14="http://schemas.microsoft.com/office/powerpoint/2010/main" val="95560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645B0-CBB7-F2FC-D924-DF28EAD6431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414A2B3-A046-256B-AECD-7DF4C41A3824}"/>
              </a:ext>
            </a:extLst>
          </p:cNvPr>
          <p:cNvSpPr>
            <a:spLocks noGrp="1"/>
          </p:cNvSpPr>
          <p:nvPr>
            <p:ph type="ctrTitle"/>
          </p:nvPr>
        </p:nvSpPr>
        <p:spPr>
          <a:xfrm>
            <a:off x="1620077" y="73219"/>
            <a:ext cx="9153939" cy="572682"/>
          </a:xfrm>
        </p:spPr>
        <p:txBody>
          <a:bodyPr>
            <a:normAutofit fontScale="90000"/>
          </a:bodyPr>
          <a:lstStyle/>
          <a:p>
            <a:r>
              <a:rPr lang="en-US" sz="3600" b="1" dirty="0">
                <a:solidFill>
                  <a:srgbClr val="FF0000"/>
                </a:solidFill>
              </a:rPr>
              <a:t>Post-merger outcomes - Operating performance</a:t>
            </a:r>
          </a:p>
        </p:txBody>
      </p:sp>
      <p:pic>
        <p:nvPicPr>
          <p:cNvPr id="20" name="Picture 19">
            <a:extLst>
              <a:ext uri="{FF2B5EF4-FFF2-40B4-BE49-F238E27FC236}">
                <a16:creationId xmlns:a16="http://schemas.microsoft.com/office/drawing/2014/main" id="{00B7F0C0-4744-55DC-09EB-FB09850E4B64}"/>
              </a:ext>
            </a:extLst>
          </p:cNvPr>
          <p:cNvPicPr>
            <a:picLocks noChangeAspect="1"/>
          </p:cNvPicPr>
          <p:nvPr/>
        </p:nvPicPr>
        <p:blipFill>
          <a:blip r:embed="rId3"/>
          <a:stretch>
            <a:fillRect/>
          </a:stretch>
        </p:blipFill>
        <p:spPr>
          <a:xfrm>
            <a:off x="0" y="5734051"/>
            <a:ext cx="12192000" cy="1123950"/>
          </a:xfrm>
          <a:prstGeom prst="rect">
            <a:avLst/>
          </a:prstGeom>
        </p:spPr>
      </p:pic>
      <p:sp>
        <p:nvSpPr>
          <p:cNvPr id="3" name="TextBox 2">
            <a:extLst>
              <a:ext uri="{FF2B5EF4-FFF2-40B4-BE49-F238E27FC236}">
                <a16:creationId xmlns:a16="http://schemas.microsoft.com/office/drawing/2014/main" id="{2029E843-B0A6-1148-CF74-3E827CF6D1A4}"/>
              </a:ext>
            </a:extLst>
          </p:cNvPr>
          <p:cNvSpPr txBox="1"/>
          <p:nvPr/>
        </p:nvSpPr>
        <p:spPr>
          <a:xfrm>
            <a:off x="255933" y="645901"/>
            <a:ext cx="11442424" cy="369332"/>
          </a:xfrm>
          <a:prstGeom prst="rect">
            <a:avLst/>
          </a:prstGeom>
          <a:noFill/>
        </p:spPr>
        <p:txBody>
          <a:bodyPr wrap="square">
            <a:spAutoFit/>
          </a:bodyPr>
          <a:lstStyle/>
          <a:p>
            <a:r>
              <a:rPr lang="en-US" dirty="0"/>
              <a:t>Table 7 The effect of human capital relatedness on post-merger operating performance.</a:t>
            </a:r>
          </a:p>
        </p:txBody>
      </p:sp>
      <p:pic>
        <p:nvPicPr>
          <p:cNvPr id="6" name="Picture 5">
            <a:extLst>
              <a:ext uri="{FF2B5EF4-FFF2-40B4-BE49-F238E27FC236}">
                <a16:creationId xmlns:a16="http://schemas.microsoft.com/office/drawing/2014/main" id="{80E0BE8F-DDC0-C458-CE68-76E1D3AAEDCF}"/>
              </a:ext>
            </a:extLst>
          </p:cNvPr>
          <p:cNvPicPr>
            <a:picLocks noChangeAspect="1"/>
          </p:cNvPicPr>
          <p:nvPr/>
        </p:nvPicPr>
        <p:blipFill>
          <a:blip r:embed="rId4"/>
          <a:stretch>
            <a:fillRect/>
          </a:stretch>
        </p:blipFill>
        <p:spPr>
          <a:xfrm>
            <a:off x="0" y="1015232"/>
            <a:ext cx="8255734" cy="5842767"/>
          </a:xfrm>
          <a:prstGeom prst="rect">
            <a:avLst/>
          </a:prstGeom>
        </p:spPr>
      </p:pic>
    </p:spTree>
    <p:extLst>
      <p:ext uri="{BB962C8B-B14F-4D97-AF65-F5344CB8AC3E}">
        <p14:creationId xmlns:p14="http://schemas.microsoft.com/office/powerpoint/2010/main" val="12260896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3E91B-2DF1-27B6-C219-052CF8BC2AC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F3748F8-40AF-C75D-C073-DB59F3435B67}"/>
              </a:ext>
            </a:extLst>
          </p:cNvPr>
          <p:cNvSpPr>
            <a:spLocks noGrp="1"/>
          </p:cNvSpPr>
          <p:nvPr>
            <p:ph type="ctrTitle"/>
          </p:nvPr>
        </p:nvSpPr>
        <p:spPr>
          <a:xfrm>
            <a:off x="218660" y="0"/>
            <a:ext cx="11754680" cy="702365"/>
          </a:xfrm>
        </p:spPr>
        <p:txBody>
          <a:bodyPr>
            <a:normAutofit/>
          </a:bodyPr>
          <a:lstStyle/>
          <a:p>
            <a:r>
              <a:rPr lang="en-US" sz="2800" b="1" dirty="0">
                <a:solidFill>
                  <a:srgbClr val="FF0000"/>
                </a:solidFill>
              </a:rPr>
              <a:t>Post-merger - </a:t>
            </a:r>
            <a:r>
              <a:rPr lang="en-US" sz="2800" dirty="0"/>
              <a:t>. </a:t>
            </a:r>
            <a:r>
              <a:rPr lang="en-US" sz="2800" b="1" dirty="0">
                <a:solidFill>
                  <a:srgbClr val="FF0000"/>
                </a:solidFill>
              </a:rPr>
              <a:t>Changes in employment, wages, and labor productivity</a:t>
            </a:r>
          </a:p>
        </p:txBody>
      </p:sp>
      <p:pic>
        <p:nvPicPr>
          <p:cNvPr id="20" name="Picture 19">
            <a:extLst>
              <a:ext uri="{FF2B5EF4-FFF2-40B4-BE49-F238E27FC236}">
                <a16:creationId xmlns:a16="http://schemas.microsoft.com/office/drawing/2014/main" id="{C6ED56BB-4FC4-42EA-5AA3-62D0E4913DEB}"/>
              </a:ext>
            </a:extLst>
          </p:cNvPr>
          <p:cNvPicPr>
            <a:picLocks noChangeAspect="1"/>
          </p:cNvPicPr>
          <p:nvPr/>
        </p:nvPicPr>
        <p:blipFill>
          <a:blip r:embed="rId3"/>
          <a:stretch>
            <a:fillRect/>
          </a:stretch>
        </p:blipFill>
        <p:spPr>
          <a:xfrm>
            <a:off x="0" y="5734051"/>
            <a:ext cx="12192000" cy="1123950"/>
          </a:xfrm>
          <a:prstGeom prst="rect">
            <a:avLst/>
          </a:prstGeom>
        </p:spPr>
      </p:pic>
      <p:sp>
        <p:nvSpPr>
          <p:cNvPr id="4" name="TextBox 3">
            <a:extLst>
              <a:ext uri="{FF2B5EF4-FFF2-40B4-BE49-F238E27FC236}">
                <a16:creationId xmlns:a16="http://schemas.microsoft.com/office/drawing/2014/main" id="{4CA78BF3-E156-60EC-1E32-8F9669033814}"/>
              </a:ext>
            </a:extLst>
          </p:cNvPr>
          <p:cNvSpPr txBox="1"/>
          <p:nvPr/>
        </p:nvSpPr>
        <p:spPr>
          <a:xfrm>
            <a:off x="218660" y="702365"/>
            <a:ext cx="11582400" cy="369332"/>
          </a:xfrm>
          <a:prstGeom prst="rect">
            <a:avLst/>
          </a:prstGeom>
          <a:noFill/>
        </p:spPr>
        <p:txBody>
          <a:bodyPr wrap="square">
            <a:spAutoFit/>
          </a:bodyPr>
          <a:lstStyle/>
          <a:p>
            <a:r>
              <a:rPr lang="en-US" dirty="0"/>
              <a:t>Table 8 The effect of human capital relatedness on post-merger change in employment</a:t>
            </a:r>
          </a:p>
        </p:txBody>
      </p:sp>
      <p:sp>
        <p:nvSpPr>
          <p:cNvPr id="8" name="TextBox 7">
            <a:extLst>
              <a:ext uri="{FF2B5EF4-FFF2-40B4-BE49-F238E27FC236}">
                <a16:creationId xmlns:a16="http://schemas.microsoft.com/office/drawing/2014/main" id="{277CD776-9522-A930-EC25-A7118D488EFC}"/>
              </a:ext>
            </a:extLst>
          </p:cNvPr>
          <p:cNvSpPr txBox="1"/>
          <p:nvPr/>
        </p:nvSpPr>
        <p:spPr>
          <a:xfrm>
            <a:off x="9011478" y="1071698"/>
            <a:ext cx="2961862" cy="2862322"/>
          </a:xfrm>
          <a:prstGeom prst="rect">
            <a:avLst/>
          </a:prstGeom>
          <a:noFill/>
        </p:spPr>
        <p:txBody>
          <a:bodyPr wrap="square">
            <a:spAutoFit/>
          </a:bodyPr>
          <a:lstStyle/>
          <a:p>
            <a:r>
              <a:rPr lang="en-US" dirty="0"/>
              <a:t>The dependent variable is the average post-merger industry-adjusted number of employees in years +1 and +2 (or +1, +2, and +3) minus the premerger industry-adjusted number of employees in year −1, where year 0 is the merger announcement year. </a:t>
            </a:r>
          </a:p>
        </p:txBody>
      </p:sp>
      <p:pic>
        <p:nvPicPr>
          <p:cNvPr id="10" name="Picture 9">
            <a:extLst>
              <a:ext uri="{FF2B5EF4-FFF2-40B4-BE49-F238E27FC236}">
                <a16:creationId xmlns:a16="http://schemas.microsoft.com/office/drawing/2014/main" id="{891E7DA1-1C1F-D7BE-0336-772A699683C1}"/>
              </a:ext>
            </a:extLst>
          </p:cNvPr>
          <p:cNvPicPr>
            <a:picLocks noChangeAspect="1"/>
          </p:cNvPicPr>
          <p:nvPr/>
        </p:nvPicPr>
        <p:blipFill>
          <a:blip r:embed="rId4"/>
          <a:stretch>
            <a:fillRect/>
          </a:stretch>
        </p:blipFill>
        <p:spPr>
          <a:xfrm>
            <a:off x="0" y="1214488"/>
            <a:ext cx="9010624" cy="2666854"/>
          </a:xfrm>
          <a:prstGeom prst="rect">
            <a:avLst/>
          </a:prstGeom>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62D72FC0-CC28-BB37-90C2-C1BFC5CCC889}"/>
                  </a:ext>
                </a:extLst>
              </p14:cNvPr>
              <p14:cNvContentPartPr/>
              <p14:nvPr/>
            </p14:nvContentPartPr>
            <p14:xfrm>
              <a:off x="7439010" y="1675065"/>
              <a:ext cx="279000" cy="41040"/>
            </p14:xfrm>
          </p:contentPart>
        </mc:Choice>
        <mc:Fallback xmlns="">
          <p:pic>
            <p:nvPicPr>
              <p:cNvPr id="2" name="Ink 1">
                <a:extLst>
                  <a:ext uri="{FF2B5EF4-FFF2-40B4-BE49-F238E27FC236}">
                    <a16:creationId xmlns:a16="http://schemas.microsoft.com/office/drawing/2014/main" id="{62D72FC0-CC28-BB37-90C2-C1BFC5CCC889}"/>
                  </a:ext>
                </a:extLst>
              </p:cNvPr>
              <p:cNvPicPr/>
              <p:nvPr/>
            </p:nvPicPr>
            <p:blipFill>
              <a:blip r:embed="rId6"/>
              <a:stretch>
                <a:fillRect/>
              </a:stretch>
            </p:blipFill>
            <p:spPr>
              <a:xfrm>
                <a:off x="7432890" y="1668945"/>
                <a:ext cx="291240" cy="53280"/>
              </a:xfrm>
              <a:prstGeom prst="rect">
                <a:avLst/>
              </a:prstGeom>
            </p:spPr>
          </p:pic>
        </mc:Fallback>
      </mc:AlternateContent>
      <p:sp>
        <p:nvSpPr>
          <p:cNvPr id="6" name="TextBox 5">
            <a:extLst>
              <a:ext uri="{FF2B5EF4-FFF2-40B4-BE49-F238E27FC236}">
                <a16:creationId xmlns:a16="http://schemas.microsoft.com/office/drawing/2014/main" id="{E7BB1554-C8F9-FAA2-70C7-50390CDC14BB}"/>
              </a:ext>
            </a:extLst>
          </p:cNvPr>
          <p:cNvSpPr txBox="1"/>
          <p:nvPr/>
        </p:nvSpPr>
        <p:spPr>
          <a:xfrm>
            <a:off x="600074" y="4441389"/>
            <a:ext cx="9534525" cy="646331"/>
          </a:xfrm>
          <a:prstGeom prst="rect">
            <a:avLst/>
          </a:prstGeom>
          <a:noFill/>
        </p:spPr>
        <p:txBody>
          <a:bodyPr wrap="square">
            <a:spAutoFit/>
          </a:bodyPr>
          <a:lstStyle/>
          <a:p>
            <a:r>
              <a:rPr lang="en-US" dirty="0"/>
              <a:t>Regressions (3), (4), (7), and (8) exclude mergers between single segment firms in the same industry (i.e., cases in which HCR = 1)</a:t>
            </a:r>
          </a:p>
        </p:txBody>
      </p:sp>
    </p:spTree>
    <p:extLst>
      <p:ext uri="{BB962C8B-B14F-4D97-AF65-F5344CB8AC3E}">
        <p14:creationId xmlns:p14="http://schemas.microsoft.com/office/powerpoint/2010/main" val="30704331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D641E-CC1B-A403-6FDF-F9138093E59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5B45907-9099-5DD5-1EFB-9FA1E01FDD4B}"/>
              </a:ext>
            </a:extLst>
          </p:cNvPr>
          <p:cNvSpPr>
            <a:spLocks noGrp="1"/>
          </p:cNvSpPr>
          <p:nvPr>
            <p:ph type="ctrTitle"/>
          </p:nvPr>
        </p:nvSpPr>
        <p:spPr>
          <a:xfrm>
            <a:off x="218660" y="1"/>
            <a:ext cx="11754680" cy="576516"/>
          </a:xfrm>
        </p:spPr>
        <p:txBody>
          <a:bodyPr>
            <a:normAutofit/>
          </a:bodyPr>
          <a:lstStyle/>
          <a:p>
            <a:r>
              <a:rPr lang="en-US" sz="2800" b="1" dirty="0">
                <a:solidFill>
                  <a:srgbClr val="FF0000"/>
                </a:solidFill>
              </a:rPr>
              <a:t>Post-merger - </a:t>
            </a:r>
            <a:r>
              <a:rPr lang="en-US" sz="2800" dirty="0"/>
              <a:t>. </a:t>
            </a:r>
            <a:r>
              <a:rPr lang="en-US" sz="2800" b="1" dirty="0">
                <a:solidFill>
                  <a:srgbClr val="FF0000"/>
                </a:solidFill>
              </a:rPr>
              <a:t>Changes in employment, wages, and labor productivity</a:t>
            </a:r>
          </a:p>
        </p:txBody>
      </p:sp>
      <p:pic>
        <p:nvPicPr>
          <p:cNvPr id="20" name="Picture 19">
            <a:extLst>
              <a:ext uri="{FF2B5EF4-FFF2-40B4-BE49-F238E27FC236}">
                <a16:creationId xmlns:a16="http://schemas.microsoft.com/office/drawing/2014/main" id="{4900F20E-B5F9-C0F5-711D-F0A70D05BCC9}"/>
              </a:ext>
            </a:extLst>
          </p:cNvPr>
          <p:cNvPicPr>
            <a:picLocks noChangeAspect="1"/>
          </p:cNvPicPr>
          <p:nvPr/>
        </p:nvPicPr>
        <p:blipFill>
          <a:blip r:embed="rId3"/>
          <a:stretch>
            <a:fillRect/>
          </a:stretch>
        </p:blipFill>
        <p:spPr>
          <a:xfrm>
            <a:off x="0" y="5734051"/>
            <a:ext cx="12192000" cy="1123950"/>
          </a:xfrm>
          <a:prstGeom prst="rect">
            <a:avLst/>
          </a:prstGeom>
        </p:spPr>
      </p:pic>
      <p:sp>
        <p:nvSpPr>
          <p:cNvPr id="4" name="TextBox 3">
            <a:extLst>
              <a:ext uri="{FF2B5EF4-FFF2-40B4-BE49-F238E27FC236}">
                <a16:creationId xmlns:a16="http://schemas.microsoft.com/office/drawing/2014/main" id="{D2994D71-41AA-E58B-FB53-B54D755B4BD2}"/>
              </a:ext>
            </a:extLst>
          </p:cNvPr>
          <p:cNvSpPr txBox="1"/>
          <p:nvPr/>
        </p:nvSpPr>
        <p:spPr>
          <a:xfrm>
            <a:off x="218660" y="434945"/>
            <a:ext cx="11801060" cy="369332"/>
          </a:xfrm>
          <a:prstGeom prst="rect">
            <a:avLst/>
          </a:prstGeom>
          <a:noFill/>
        </p:spPr>
        <p:txBody>
          <a:bodyPr wrap="square">
            <a:spAutoFit/>
          </a:bodyPr>
          <a:lstStyle/>
          <a:p>
            <a:r>
              <a:rPr lang="en-US" dirty="0"/>
              <a:t>Table 8 The effect of human capital relatedness on post-merger change in employment</a:t>
            </a:r>
          </a:p>
        </p:txBody>
      </p:sp>
      <p:pic>
        <p:nvPicPr>
          <p:cNvPr id="3" name="Picture 2">
            <a:extLst>
              <a:ext uri="{FF2B5EF4-FFF2-40B4-BE49-F238E27FC236}">
                <a16:creationId xmlns:a16="http://schemas.microsoft.com/office/drawing/2014/main" id="{31D2FCBD-B01A-1CB6-10D6-0675367A30D6}"/>
              </a:ext>
            </a:extLst>
          </p:cNvPr>
          <p:cNvPicPr>
            <a:picLocks noChangeAspect="1"/>
          </p:cNvPicPr>
          <p:nvPr/>
        </p:nvPicPr>
        <p:blipFill>
          <a:blip r:embed="rId4"/>
          <a:stretch>
            <a:fillRect/>
          </a:stretch>
        </p:blipFill>
        <p:spPr>
          <a:xfrm>
            <a:off x="0" y="804277"/>
            <a:ext cx="9118561" cy="5927875"/>
          </a:xfrm>
          <a:prstGeom prst="rect">
            <a:avLst/>
          </a:prstGeom>
        </p:spPr>
      </p:pic>
    </p:spTree>
    <p:extLst>
      <p:ext uri="{BB962C8B-B14F-4D97-AF65-F5344CB8AC3E}">
        <p14:creationId xmlns:p14="http://schemas.microsoft.com/office/powerpoint/2010/main" val="14864068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BBD5C-0B3A-4632-35A8-2C5A0A44AFD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9DCFC34-0275-0D9E-D3F0-5A7408D0D182}"/>
              </a:ext>
            </a:extLst>
          </p:cNvPr>
          <p:cNvSpPr>
            <a:spLocks noGrp="1"/>
          </p:cNvSpPr>
          <p:nvPr>
            <p:ph type="ctrTitle"/>
          </p:nvPr>
        </p:nvSpPr>
        <p:spPr>
          <a:xfrm>
            <a:off x="218660" y="1"/>
            <a:ext cx="11754680" cy="576516"/>
          </a:xfrm>
        </p:spPr>
        <p:txBody>
          <a:bodyPr>
            <a:normAutofit/>
          </a:bodyPr>
          <a:lstStyle/>
          <a:p>
            <a:r>
              <a:rPr lang="en-US" sz="2800" b="1" dirty="0">
                <a:solidFill>
                  <a:srgbClr val="FF0000"/>
                </a:solidFill>
              </a:rPr>
              <a:t>Post-merger - </a:t>
            </a:r>
            <a:r>
              <a:rPr lang="en-US" sz="2800" dirty="0"/>
              <a:t>. </a:t>
            </a:r>
            <a:r>
              <a:rPr lang="en-US" sz="2800" b="1" dirty="0">
                <a:solidFill>
                  <a:srgbClr val="FF0000"/>
                </a:solidFill>
              </a:rPr>
              <a:t>Changes in employment, wages, and labor productivity</a:t>
            </a:r>
          </a:p>
        </p:txBody>
      </p:sp>
      <p:pic>
        <p:nvPicPr>
          <p:cNvPr id="20" name="Picture 19">
            <a:extLst>
              <a:ext uri="{FF2B5EF4-FFF2-40B4-BE49-F238E27FC236}">
                <a16:creationId xmlns:a16="http://schemas.microsoft.com/office/drawing/2014/main" id="{7DC648F3-8DD9-7A82-3578-DA9EE40C3222}"/>
              </a:ext>
            </a:extLst>
          </p:cNvPr>
          <p:cNvPicPr>
            <a:picLocks noChangeAspect="1"/>
          </p:cNvPicPr>
          <p:nvPr/>
        </p:nvPicPr>
        <p:blipFill>
          <a:blip r:embed="rId3"/>
          <a:stretch>
            <a:fillRect/>
          </a:stretch>
        </p:blipFill>
        <p:spPr>
          <a:xfrm>
            <a:off x="0" y="5734051"/>
            <a:ext cx="12192000" cy="1123950"/>
          </a:xfrm>
          <a:prstGeom prst="rect">
            <a:avLst/>
          </a:prstGeom>
        </p:spPr>
      </p:pic>
      <p:sp>
        <p:nvSpPr>
          <p:cNvPr id="4" name="TextBox 3">
            <a:extLst>
              <a:ext uri="{FF2B5EF4-FFF2-40B4-BE49-F238E27FC236}">
                <a16:creationId xmlns:a16="http://schemas.microsoft.com/office/drawing/2014/main" id="{F68D3D66-DBAE-3293-4C0D-E59EC7B83997}"/>
              </a:ext>
            </a:extLst>
          </p:cNvPr>
          <p:cNvSpPr txBox="1"/>
          <p:nvPr/>
        </p:nvSpPr>
        <p:spPr>
          <a:xfrm>
            <a:off x="218660" y="434945"/>
            <a:ext cx="11801060" cy="369332"/>
          </a:xfrm>
          <a:prstGeom prst="rect">
            <a:avLst/>
          </a:prstGeom>
          <a:noFill/>
        </p:spPr>
        <p:txBody>
          <a:bodyPr wrap="square">
            <a:spAutoFit/>
          </a:bodyPr>
          <a:lstStyle/>
          <a:p>
            <a:r>
              <a:rPr lang="en-US" dirty="0"/>
              <a:t>Table 9 The effect of human capital relatedness on </a:t>
            </a:r>
            <a:r>
              <a:rPr lang="en-US" dirty="0" err="1"/>
              <a:t>postmerger</a:t>
            </a:r>
            <a:r>
              <a:rPr lang="en-US" dirty="0"/>
              <a:t> change in selling, general, and administrative expense.</a:t>
            </a:r>
          </a:p>
        </p:txBody>
      </p:sp>
      <p:pic>
        <p:nvPicPr>
          <p:cNvPr id="6" name="Picture 5">
            <a:extLst>
              <a:ext uri="{FF2B5EF4-FFF2-40B4-BE49-F238E27FC236}">
                <a16:creationId xmlns:a16="http://schemas.microsoft.com/office/drawing/2014/main" id="{7CD08135-18BF-0969-B8D6-176CD12B3294}"/>
              </a:ext>
            </a:extLst>
          </p:cNvPr>
          <p:cNvPicPr>
            <a:picLocks noChangeAspect="1"/>
          </p:cNvPicPr>
          <p:nvPr/>
        </p:nvPicPr>
        <p:blipFill>
          <a:blip r:embed="rId4"/>
          <a:stretch>
            <a:fillRect/>
          </a:stretch>
        </p:blipFill>
        <p:spPr>
          <a:xfrm>
            <a:off x="218660" y="1239221"/>
            <a:ext cx="11755676" cy="3597822"/>
          </a:xfrm>
          <a:prstGeom prst="rect">
            <a:avLst/>
          </a:prstGeom>
        </p:spPr>
      </p:pic>
    </p:spTree>
    <p:extLst>
      <p:ext uri="{BB962C8B-B14F-4D97-AF65-F5344CB8AC3E}">
        <p14:creationId xmlns:p14="http://schemas.microsoft.com/office/powerpoint/2010/main" val="1553093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D7F08-F13D-4FC6-099E-49A26EFF747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8A8B3D8-AC83-6C01-F343-65493682E087}"/>
              </a:ext>
            </a:extLst>
          </p:cNvPr>
          <p:cNvSpPr>
            <a:spLocks noGrp="1"/>
          </p:cNvSpPr>
          <p:nvPr>
            <p:ph type="ctrTitle"/>
          </p:nvPr>
        </p:nvSpPr>
        <p:spPr>
          <a:xfrm>
            <a:off x="218660" y="1"/>
            <a:ext cx="11754680" cy="576516"/>
          </a:xfrm>
        </p:spPr>
        <p:txBody>
          <a:bodyPr>
            <a:normAutofit/>
          </a:bodyPr>
          <a:lstStyle/>
          <a:p>
            <a:r>
              <a:rPr lang="en-US" sz="2800" b="1" dirty="0">
                <a:solidFill>
                  <a:srgbClr val="FF0000"/>
                </a:solidFill>
              </a:rPr>
              <a:t>Post-merger - </a:t>
            </a:r>
            <a:r>
              <a:rPr lang="en-US" sz="2800" dirty="0"/>
              <a:t>. </a:t>
            </a:r>
            <a:r>
              <a:rPr lang="en-US" sz="2800" b="1" dirty="0">
                <a:solidFill>
                  <a:srgbClr val="FF0000"/>
                </a:solidFill>
              </a:rPr>
              <a:t>Changes in employment, wages, and labor productivity</a:t>
            </a:r>
          </a:p>
        </p:txBody>
      </p:sp>
      <p:pic>
        <p:nvPicPr>
          <p:cNvPr id="20" name="Picture 19">
            <a:extLst>
              <a:ext uri="{FF2B5EF4-FFF2-40B4-BE49-F238E27FC236}">
                <a16:creationId xmlns:a16="http://schemas.microsoft.com/office/drawing/2014/main" id="{0E64CECB-6604-004A-7679-EB739DED98B3}"/>
              </a:ext>
            </a:extLst>
          </p:cNvPr>
          <p:cNvPicPr>
            <a:picLocks noChangeAspect="1"/>
          </p:cNvPicPr>
          <p:nvPr/>
        </p:nvPicPr>
        <p:blipFill>
          <a:blip r:embed="rId3"/>
          <a:stretch>
            <a:fillRect/>
          </a:stretch>
        </p:blipFill>
        <p:spPr>
          <a:xfrm>
            <a:off x="0" y="5734051"/>
            <a:ext cx="12192000" cy="1123950"/>
          </a:xfrm>
          <a:prstGeom prst="rect">
            <a:avLst/>
          </a:prstGeom>
        </p:spPr>
      </p:pic>
      <p:sp>
        <p:nvSpPr>
          <p:cNvPr id="4" name="TextBox 3">
            <a:extLst>
              <a:ext uri="{FF2B5EF4-FFF2-40B4-BE49-F238E27FC236}">
                <a16:creationId xmlns:a16="http://schemas.microsoft.com/office/drawing/2014/main" id="{15C504A7-77C9-3D26-1478-540EFDFF9DA3}"/>
              </a:ext>
            </a:extLst>
          </p:cNvPr>
          <p:cNvSpPr txBox="1"/>
          <p:nvPr/>
        </p:nvSpPr>
        <p:spPr>
          <a:xfrm>
            <a:off x="218660" y="434945"/>
            <a:ext cx="11801060" cy="369332"/>
          </a:xfrm>
          <a:prstGeom prst="rect">
            <a:avLst/>
          </a:prstGeom>
          <a:noFill/>
        </p:spPr>
        <p:txBody>
          <a:bodyPr wrap="square">
            <a:spAutoFit/>
          </a:bodyPr>
          <a:lstStyle/>
          <a:p>
            <a:r>
              <a:rPr lang="en-US" dirty="0"/>
              <a:t>Table 9 The effect of human capital relatedness on </a:t>
            </a:r>
            <a:r>
              <a:rPr lang="en-US" dirty="0" err="1"/>
              <a:t>postmerger</a:t>
            </a:r>
            <a:r>
              <a:rPr lang="en-US" dirty="0"/>
              <a:t> change in selling, general, and administrative expense.</a:t>
            </a:r>
          </a:p>
        </p:txBody>
      </p:sp>
      <p:pic>
        <p:nvPicPr>
          <p:cNvPr id="3" name="Picture 2">
            <a:extLst>
              <a:ext uri="{FF2B5EF4-FFF2-40B4-BE49-F238E27FC236}">
                <a16:creationId xmlns:a16="http://schemas.microsoft.com/office/drawing/2014/main" id="{788B3CC9-8829-D524-FC98-6B064657AD9F}"/>
              </a:ext>
            </a:extLst>
          </p:cNvPr>
          <p:cNvPicPr>
            <a:picLocks noChangeAspect="1"/>
          </p:cNvPicPr>
          <p:nvPr/>
        </p:nvPicPr>
        <p:blipFill>
          <a:blip r:embed="rId4"/>
          <a:stretch>
            <a:fillRect/>
          </a:stretch>
        </p:blipFill>
        <p:spPr>
          <a:xfrm>
            <a:off x="0" y="804277"/>
            <a:ext cx="8998226" cy="6048896"/>
          </a:xfrm>
          <a:prstGeom prst="rect">
            <a:avLst/>
          </a:prstGeom>
        </p:spPr>
      </p:pic>
    </p:spTree>
    <p:extLst>
      <p:ext uri="{BB962C8B-B14F-4D97-AF65-F5344CB8AC3E}">
        <p14:creationId xmlns:p14="http://schemas.microsoft.com/office/powerpoint/2010/main" val="25372700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4968A-B407-D1C3-DB2E-88B7F6DE7F5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8DC5EEF-C351-B7D2-2A8F-A98A55FF73C8}"/>
              </a:ext>
            </a:extLst>
          </p:cNvPr>
          <p:cNvSpPr>
            <a:spLocks noGrp="1"/>
          </p:cNvSpPr>
          <p:nvPr>
            <p:ph type="ctrTitle"/>
          </p:nvPr>
        </p:nvSpPr>
        <p:spPr>
          <a:xfrm>
            <a:off x="218660" y="1"/>
            <a:ext cx="11754680" cy="576516"/>
          </a:xfrm>
        </p:spPr>
        <p:txBody>
          <a:bodyPr>
            <a:normAutofit/>
          </a:bodyPr>
          <a:lstStyle/>
          <a:p>
            <a:r>
              <a:rPr lang="en-US" sz="2800" b="1" dirty="0">
                <a:solidFill>
                  <a:srgbClr val="FF0000"/>
                </a:solidFill>
              </a:rPr>
              <a:t>A falsification test -Asset sales</a:t>
            </a:r>
          </a:p>
        </p:txBody>
      </p:sp>
      <p:pic>
        <p:nvPicPr>
          <p:cNvPr id="20" name="Picture 19">
            <a:extLst>
              <a:ext uri="{FF2B5EF4-FFF2-40B4-BE49-F238E27FC236}">
                <a16:creationId xmlns:a16="http://schemas.microsoft.com/office/drawing/2014/main" id="{72E611B7-30C2-1AA2-76D1-3053B877AF69}"/>
              </a:ext>
            </a:extLst>
          </p:cNvPr>
          <p:cNvPicPr>
            <a:picLocks noChangeAspect="1"/>
          </p:cNvPicPr>
          <p:nvPr/>
        </p:nvPicPr>
        <p:blipFill>
          <a:blip r:embed="rId3"/>
          <a:stretch>
            <a:fillRect/>
          </a:stretch>
        </p:blipFill>
        <p:spPr>
          <a:xfrm>
            <a:off x="0" y="5734051"/>
            <a:ext cx="12192000" cy="1123950"/>
          </a:xfrm>
          <a:prstGeom prst="rect">
            <a:avLst/>
          </a:prstGeom>
        </p:spPr>
      </p:pic>
      <p:pic>
        <p:nvPicPr>
          <p:cNvPr id="6" name="Picture 5">
            <a:extLst>
              <a:ext uri="{FF2B5EF4-FFF2-40B4-BE49-F238E27FC236}">
                <a16:creationId xmlns:a16="http://schemas.microsoft.com/office/drawing/2014/main" id="{7F0B562C-175A-ECFF-78F3-06F46A52798A}"/>
              </a:ext>
            </a:extLst>
          </p:cNvPr>
          <p:cNvPicPr>
            <a:picLocks noChangeAspect="1"/>
          </p:cNvPicPr>
          <p:nvPr/>
        </p:nvPicPr>
        <p:blipFill>
          <a:blip r:embed="rId4"/>
          <a:stretch>
            <a:fillRect/>
          </a:stretch>
        </p:blipFill>
        <p:spPr>
          <a:xfrm>
            <a:off x="218659" y="576517"/>
            <a:ext cx="11778499" cy="5370319"/>
          </a:xfrm>
          <a:prstGeom prst="rect">
            <a:avLst/>
          </a:prstGeom>
        </p:spPr>
      </p:pic>
    </p:spTree>
    <p:extLst>
      <p:ext uri="{BB962C8B-B14F-4D97-AF65-F5344CB8AC3E}">
        <p14:creationId xmlns:p14="http://schemas.microsoft.com/office/powerpoint/2010/main" val="2662946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F2C76-39AB-9EAD-EC12-82AE3F12387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9541314-E2E9-4285-BEBA-56B1B70C68ED}"/>
              </a:ext>
            </a:extLst>
          </p:cNvPr>
          <p:cNvSpPr>
            <a:spLocks noGrp="1"/>
          </p:cNvSpPr>
          <p:nvPr>
            <p:ph type="ctrTitle"/>
          </p:nvPr>
        </p:nvSpPr>
        <p:spPr>
          <a:xfrm>
            <a:off x="218660" y="1"/>
            <a:ext cx="11754680" cy="576516"/>
          </a:xfrm>
        </p:spPr>
        <p:txBody>
          <a:bodyPr>
            <a:normAutofit/>
          </a:bodyPr>
          <a:lstStyle/>
          <a:p>
            <a:r>
              <a:rPr lang="en-US" sz="2800" b="1" dirty="0">
                <a:solidFill>
                  <a:srgbClr val="FF0000"/>
                </a:solidFill>
              </a:rPr>
              <a:t>A falsification test -Asset sales</a:t>
            </a:r>
          </a:p>
        </p:txBody>
      </p:sp>
      <p:pic>
        <p:nvPicPr>
          <p:cNvPr id="20" name="Picture 19">
            <a:extLst>
              <a:ext uri="{FF2B5EF4-FFF2-40B4-BE49-F238E27FC236}">
                <a16:creationId xmlns:a16="http://schemas.microsoft.com/office/drawing/2014/main" id="{3189B51C-8108-6456-1E96-03CF227F8FC1}"/>
              </a:ext>
            </a:extLst>
          </p:cNvPr>
          <p:cNvPicPr>
            <a:picLocks noChangeAspect="1"/>
          </p:cNvPicPr>
          <p:nvPr/>
        </p:nvPicPr>
        <p:blipFill>
          <a:blip r:embed="rId3"/>
          <a:stretch>
            <a:fillRect/>
          </a:stretch>
        </p:blipFill>
        <p:spPr>
          <a:xfrm>
            <a:off x="0" y="5734051"/>
            <a:ext cx="12192000" cy="1123950"/>
          </a:xfrm>
          <a:prstGeom prst="rect">
            <a:avLst/>
          </a:prstGeom>
        </p:spPr>
      </p:pic>
      <p:sp>
        <p:nvSpPr>
          <p:cNvPr id="3" name="TextBox 2">
            <a:extLst>
              <a:ext uri="{FF2B5EF4-FFF2-40B4-BE49-F238E27FC236}">
                <a16:creationId xmlns:a16="http://schemas.microsoft.com/office/drawing/2014/main" id="{70E290F3-4A43-9F32-7D77-70EE23028453}"/>
              </a:ext>
            </a:extLst>
          </p:cNvPr>
          <p:cNvSpPr txBox="1"/>
          <p:nvPr/>
        </p:nvSpPr>
        <p:spPr>
          <a:xfrm>
            <a:off x="218660" y="657758"/>
            <a:ext cx="8925340" cy="369332"/>
          </a:xfrm>
          <a:prstGeom prst="rect">
            <a:avLst/>
          </a:prstGeom>
          <a:noFill/>
        </p:spPr>
        <p:txBody>
          <a:bodyPr wrap="square">
            <a:spAutoFit/>
          </a:bodyPr>
          <a:lstStyle/>
          <a:p>
            <a:r>
              <a:rPr lang="en-US" dirty="0"/>
              <a:t>Table 11 Acquirer returns in asset sales and parent employee transfer</a:t>
            </a:r>
          </a:p>
        </p:txBody>
      </p:sp>
      <p:pic>
        <p:nvPicPr>
          <p:cNvPr id="7" name="Picture 6">
            <a:extLst>
              <a:ext uri="{FF2B5EF4-FFF2-40B4-BE49-F238E27FC236}">
                <a16:creationId xmlns:a16="http://schemas.microsoft.com/office/drawing/2014/main" id="{B9F9FA46-2122-0EE8-97EC-9224F900DD02}"/>
              </a:ext>
            </a:extLst>
          </p:cNvPr>
          <p:cNvPicPr>
            <a:picLocks noChangeAspect="1"/>
          </p:cNvPicPr>
          <p:nvPr/>
        </p:nvPicPr>
        <p:blipFill>
          <a:blip r:embed="rId4"/>
          <a:stretch>
            <a:fillRect/>
          </a:stretch>
        </p:blipFill>
        <p:spPr>
          <a:xfrm>
            <a:off x="333724" y="1108330"/>
            <a:ext cx="11184090" cy="2708295"/>
          </a:xfrm>
          <a:prstGeom prst="rect">
            <a:avLst/>
          </a:prstGeom>
        </p:spPr>
      </p:pic>
      <p:sp>
        <p:nvSpPr>
          <p:cNvPr id="10" name="TextBox 9">
            <a:extLst>
              <a:ext uri="{FF2B5EF4-FFF2-40B4-BE49-F238E27FC236}">
                <a16:creationId xmlns:a16="http://schemas.microsoft.com/office/drawing/2014/main" id="{D155A619-F979-92AB-E06D-188C2EF37658}"/>
              </a:ext>
            </a:extLst>
          </p:cNvPr>
          <p:cNvSpPr txBox="1"/>
          <p:nvPr/>
        </p:nvSpPr>
        <p:spPr>
          <a:xfrm>
            <a:off x="218660" y="4061638"/>
            <a:ext cx="11754680" cy="646331"/>
          </a:xfrm>
          <a:prstGeom prst="rect">
            <a:avLst/>
          </a:prstGeom>
          <a:noFill/>
        </p:spPr>
        <p:txBody>
          <a:bodyPr wrap="square" rtlCol="0">
            <a:spAutoFit/>
          </a:bodyPr>
          <a:lstStyle/>
          <a:p>
            <a:r>
              <a:rPr lang="en-US" b="1" dirty="0"/>
              <a:t>Falsification Test: </a:t>
            </a:r>
            <a:r>
              <a:rPr lang="en-US" dirty="0"/>
              <a:t>the gains from merger are unlikely to be causally related to human capital relatedness if HCR predicts the gains to acquirers in asset sales when there is little or no transfer of employees.</a:t>
            </a:r>
          </a:p>
        </p:txBody>
      </p:sp>
    </p:spTree>
    <p:extLst>
      <p:ext uri="{BB962C8B-B14F-4D97-AF65-F5344CB8AC3E}">
        <p14:creationId xmlns:p14="http://schemas.microsoft.com/office/powerpoint/2010/main" val="7584644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F119A-4A3C-ED5E-0AEA-0812FD68A2A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137249E-7308-C002-EDF1-C4B19CCD8C53}"/>
              </a:ext>
            </a:extLst>
          </p:cNvPr>
          <p:cNvSpPr>
            <a:spLocks noGrp="1"/>
          </p:cNvSpPr>
          <p:nvPr>
            <p:ph type="ctrTitle"/>
          </p:nvPr>
        </p:nvSpPr>
        <p:spPr>
          <a:xfrm>
            <a:off x="218660" y="1"/>
            <a:ext cx="11754680" cy="576516"/>
          </a:xfrm>
        </p:spPr>
        <p:txBody>
          <a:bodyPr>
            <a:normAutofit/>
          </a:bodyPr>
          <a:lstStyle/>
          <a:p>
            <a:r>
              <a:rPr lang="en-US" sz="2800" b="1" dirty="0">
                <a:solidFill>
                  <a:srgbClr val="FF0000"/>
                </a:solidFill>
              </a:rPr>
              <a:t>A falsification test -Asset sales</a:t>
            </a:r>
          </a:p>
        </p:txBody>
      </p:sp>
      <p:pic>
        <p:nvPicPr>
          <p:cNvPr id="20" name="Picture 19">
            <a:extLst>
              <a:ext uri="{FF2B5EF4-FFF2-40B4-BE49-F238E27FC236}">
                <a16:creationId xmlns:a16="http://schemas.microsoft.com/office/drawing/2014/main" id="{E5B55387-34B0-3870-9536-27A6B77D477F}"/>
              </a:ext>
            </a:extLst>
          </p:cNvPr>
          <p:cNvPicPr>
            <a:picLocks noChangeAspect="1"/>
          </p:cNvPicPr>
          <p:nvPr/>
        </p:nvPicPr>
        <p:blipFill>
          <a:blip r:embed="rId3"/>
          <a:stretch>
            <a:fillRect/>
          </a:stretch>
        </p:blipFill>
        <p:spPr>
          <a:xfrm>
            <a:off x="0" y="5734051"/>
            <a:ext cx="12192000" cy="1123950"/>
          </a:xfrm>
          <a:prstGeom prst="rect">
            <a:avLst/>
          </a:prstGeom>
        </p:spPr>
      </p:pic>
      <p:sp>
        <p:nvSpPr>
          <p:cNvPr id="3" name="TextBox 2">
            <a:extLst>
              <a:ext uri="{FF2B5EF4-FFF2-40B4-BE49-F238E27FC236}">
                <a16:creationId xmlns:a16="http://schemas.microsoft.com/office/drawing/2014/main" id="{883803EE-8833-3DCE-45E0-B3C9FD2EBF87}"/>
              </a:ext>
            </a:extLst>
          </p:cNvPr>
          <p:cNvSpPr txBox="1"/>
          <p:nvPr/>
        </p:nvSpPr>
        <p:spPr>
          <a:xfrm>
            <a:off x="218660" y="473092"/>
            <a:ext cx="8925340" cy="369332"/>
          </a:xfrm>
          <a:prstGeom prst="rect">
            <a:avLst/>
          </a:prstGeom>
          <a:noFill/>
        </p:spPr>
        <p:txBody>
          <a:bodyPr wrap="square">
            <a:spAutoFit/>
          </a:bodyPr>
          <a:lstStyle/>
          <a:p>
            <a:r>
              <a:rPr lang="en-US" dirty="0"/>
              <a:t>Table 11 Acquirer returns in asset sales and parent employee transfer</a:t>
            </a:r>
          </a:p>
        </p:txBody>
      </p:sp>
      <p:pic>
        <p:nvPicPr>
          <p:cNvPr id="4" name="Picture 3">
            <a:extLst>
              <a:ext uri="{FF2B5EF4-FFF2-40B4-BE49-F238E27FC236}">
                <a16:creationId xmlns:a16="http://schemas.microsoft.com/office/drawing/2014/main" id="{18872269-600D-7E55-413A-F2AA6821F675}"/>
              </a:ext>
            </a:extLst>
          </p:cNvPr>
          <p:cNvPicPr>
            <a:picLocks noChangeAspect="1"/>
          </p:cNvPicPr>
          <p:nvPr/>
        </p:nvPicPr>
        <p:blipFill>
          <a:blip r:embed="rId4"/>
          <a:stretch>
            <a:fillRect/>
          </a:stretch>
        </p:blipFill>
        <p:spPr>
          <a:xfrm>
            <a:off x="47588" y="842424"/>
            <a:ext cx="11802473" cy="4891627"/>
          </a:xfrm>
          <a:prstGeom prst="rect">
            <a:avLst/>
          </a:prstGeom>
        </p:spPr>
      </p:pic>
    </p:spTree>
    <p:extLst>
      <p:ext uri="{BB962C8B-B14F-4D97-AF65-F5344CB8AC3E}">
        <p14:creationId xmlns:p14="http://schemas.microsoft.com/office/powerpoint/2010/main" val="6163164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397B05-2868-01CF-5915-644A9A5CFD2E}"/>
              </a:ext>
            </a:extLst>
          </p:cNvPr>
          <p:cNvSpPr>
            <a:spLocks noGrp="1"/>
          </p:cNvSpPr>
          <p:nvPr>
            <p:ph type="ctrTitle"/>
          </p:nvPr>
        </p:nvSpPr>
        <p:spPr>
          <a:xfrm>
            <a:off x="1524000" y="0"/>
            <a:ext cx="9144000" cy="477078"/>
          </a:xfrm>
        </p:spPr>
        <p:txBody>
          <a:bodyPr>
            <a:normAutofit fontScale="90000"/>
          </a:bodyPr>
          <a:lstStyle/>
          <a:p>
            <a:r>
              <a:rPr lang="en-US" sz="3600" b="1" dirty="0">
                <a:solidFill>
                  <a:srgbClr val="C00000"/>
                </a:solidFill>
                <a:latin typeface="Arial" panose="020B0604020202020204" pitchFamily="34" charset="0"/>
                <a:cs typeface="Arial" panose="020B0604020202020204" pitchFamily="34" charset="0"/>
              </a:rPr>
              <a:t>Conclusions</a:t>
            </a:r>
          </a:p>
        </p:txBody>
      </p:sp>
      <p:sp>
        <p:nvSpPr>
          <p:cNvPr id="3" name="Subtitle 2">
            <a:extLst>
              <a:ext uri="{FF2B5EF4-FFF2-40B4-BE49-F238E27FC236}">
                <a16:creationId xmlns:a16="http://schemas.microsoft.com/office/drawing/2014/main" id="{829828C6-6D41-BE5B-CC0A-8492B54C3375}"/>
              </a:ext>
            </a:extLst>
          </p:cNvPr>
          <p:cNvSpPr>
            <a:spLocks noGrp="1"/>
          </p:cNvSpPr>
          <p:nvPr>
            <p:ph type="subTitle" idx="1"/>
          </p:nvPr>
        </p:nvSpPr>
        <p:spPr>
          <a:xfrm>
            <a:off x="0" y="566530"/>
            <a:ext cx="11887200" cy="5167521"/>
          </a:xfrm>
        </p:spPr>
        <p:txBody>
          <a:bodyPr>
            <a:normAutofit/>
          </a:bodyPr>
          <a:lstStyle/>
          <a:p>
            <a:pPr marL="571500" indent="-571500" algn="l">
              <a:buFont typeface="Arial" panose="020B0604020202020204" pitchFamily="34" charset="0"/>
              <a:buChar char="•"/>
            </a:pPr>
            <a:r>
              <a:rPr lang="en-US" dirty="0"/>
              <a:t>The likelihood of merger is increasing in human capital relatedness</a:t>
            </a:r>
          </a:p>
          <a:p>
            <a:pPr marL="571500" indent="-571500" algn="l">
              <a:buFont typeface="Arial" panose="020B0604020202020204" pitchFamily="34" charset="0"/>
              <a:buChar char="•"/>
            </a:pPr>
            <a:r>
              <a:rPr lang="en-US" dirty="0"/>
              <a:t>Announcement returns and post-merger operating performance are higher when merging firms have closely related human capital</a:t>
            </a:r>
          </a:p>
          <a:p>
            <a:pPr marL="571500" indent="-571500" algn="l">
              <a:buFont typeface="Arial" panose="020B0604020202020204" pitchFamily="34" charset="0"/>
              <a:buChar char="•"/>
            </a:pPr>
            <a:r>
              <a:rPr lang="en-US" dirty="0"/>
              <a:t>The benefits from combining firms with complementary human capital accrue primarily to diversifying acquisitions</a:t>
            </a:r>
          </a:p>
          <a:p>
            <a:pPr marL="571500" indent="-571500" algn="l">
              <a:buFont typeface="Arial" panose="020B0604020202020204" pitchFamily="34" charset="0"/>
              <a:buChar char="•"/>
            </a:pPr>
            <a:r>
              <a:rPr lang="en-US" dirty="0"/>
              <a:t>A merger of firms with high human capital relatedness predicts a reduction in post-merger employment and labor costs</a:t>
            </a:r>
          </a:p>
        </p:txBody>
      </p:sp>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Tree>
    <p:extLst>
      <p:ext uri="{BB962C8B-B14F-4D97-AF65-F5344CB8AC3E}">
        <p14:creationId xmlns:p14="http://schemas.microsoft.com/office/powerpoint/2010/main" val="17944549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49F419D-A800-E75F-4E48-4FB3E8C57A33}"/>
              </a:ext>
            </a:extLst>
          </p:cNvPr>
          <p:cNvPicPr>
            <a:picLocks noChangeAspect="1"/>
          </p:cNvPicPr>
          <p:nvPr/>
        </p:nvPicPr>
        <p:blipFill>
          <a:blip r:embed="rId2"/>
          <a:stretch>
            <a:fillRect/>
          </a:stretch>
        </p:blipFill>
        <p:spPr>
          <a:xfrm>
            <a:off x="0" y="5734051"/>
            <a:ext cx="12192000" cy="1123950"/>
          </a:xfrm>
          <a:prstGeom prst="rect">
            <a:avLst/>
          </a:prstGeom>
        </p:spPr>
      </p:pic>
      <p:sp>
        <p:nvSpPr>
          <p:cNvPr id="4" name="Title 3">
            <a:extLst>
              <a:ext uri="{FF2B5EF4-FFF2-40B4-BE49-F238E27FC236}">
                <a16:creationId xmlns:a16="http://schemas.microsoft.com/office/drawing/2014/main" id="{5A21D306-94C6-13E1-545F-46C526B992F5}"/>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73506574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7103</TotalTime>
  <Words>2429</Words>
  <Application>Microsoft Office PowerPoint</Application>
  <PresentationFormat>Widescreen</PresentationFormat>
  <Paragraphs>136</Paragraphs>
  <Slides>23</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Calisto MT</vt:lpstr>
      <vt:lpstr>Open Sans</vt:lpstr>
      <vt:lpstr>Wingdings 2</vt:lpstr>
      <vt:lpstr>Slate</vt:lpstr>
      <vt:lpstr>Human capital relatedness and mergers and acquisitions</vt:lpstr>
      <vt:lpstr>Research Question:</vt:lpstr>
      <vt:lpstr>Hypotheses</vt:lpstr>
      <vt:lpstr>Data and Variables</vt:lpstr>
      <vt:lpstr>Human capital relatedness</vt:lpstr>
      <vt:lpstr>Descriptive Statistics for the Sample</vt:lpstr>
      <vt:lpstr>Descriptive Statistics for the Sample</vt:lpstr>
      <vt:lpstr>Predicting mergers </vt:lpstr>
      <vt:lpstr>Predicting mergers </vt:lpstr>
      <vt:lpstr>Merger synergy  </vt:lpstr>
      <vt:lpstr>Merger synergy  </vt:lpstr>
      <vt:lpstr>Merger synergy  </vt:lpstr>
      <vt:lpstr>Post-merger outcomes - Operating performance</vt:lpstr>
      <vt:lpstr>Post-merger outcomes - Operating performance</vt:lpstr>
      <vt:lpstr>Post-merger - . Changes in employment, wages, and labor productivity</vt:lpstr>
      <vt:lpstr>Post-merger - . Changes in employment, wages, and labor productivity</vt:lpstr>
      <vt:lpstr>Post-merger - . Changes in employment, wages, and labor productivity</vt:lpstr>
      <vt:lpstr>Post-merger - . Changes in employment, wages, and labor productivity</vt:lpstr>
      <vt:lpstr>A falsification test -Asset sales</vt:lpstr>
      <vt:lpstr>A falsification test -Asset sales</vt:lpstr>
      <vt:lpstr>A falsification test -Asset sales</vt:lpstr>
      <vt:lpstr>Conclusions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Primary Hypotheses</dc:title>
  <dc:creator>Yan Li</dc:creator>
  <cp:lastModifiedBy>Yan Li</cp:lastModifiedBy>
  <cp:revision>458</cp:revision>
  <dcterms:created xsi:type="dcterms:W3CDTF">2024-01-18T13:26:59Z</dcterms:created>
  <dcterms:modified xsi:type="dcterms:W3CDTF">2024-10-29T13:45:57Z</dcterms:modified>
</cp:coreProperties>
</file>