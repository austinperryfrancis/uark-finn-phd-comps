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notesSlides/notesSlide3.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notesSlides/notesSlide4.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notesSlides/notesSlide5.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6.xml" ContentType="application/vnd.openxmlformats-officedocument.presentationml.notesSlide+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notesSlides/notesSlide7.xml" ContentType="application/vnd.openxmlformats-officedocument.presentationml.notesSlide+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8.xml" ContentType="application/vnd.openxmlformats-officedocument.presentationml.notesSlide+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notesSlides/notesSlide9.xml" ContentType="application/vnd.openxmlformats-officedocument.presentationml.notesSlide+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notesSlides/notesSlide10.xml" ContentType="application/vnd.openxmlformats-officedocument.presentationml.notesSlide+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notesSlides/notesSlide11.xml" ContentType="application/vnd.openxmlformats-officedocument.presentationml.notesSlide+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notesSlides/notesSlide12.xml" ContentType="application/vnd.openxmlformats-officedocument.presentationml.notesSlide+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notesSlides/notesSlide13.xml" ContentType="application/vnd.openxmlformats-officedocument.presentationml.notesSlide+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notesSlides/notesSlide14.xml" ContentType="application/vnd.openxmlformats-officedocument.presentationml.notesSlide+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notesSlides/notesSlide15.xml" ContentType="application/vnd.openxmlformats-officedocument.presentationml.notesSlide+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notesSlides/notesSlide16.xml" ContentType="application/vnd.openxmlformats-officedocument.presentationml.notesSlide+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notesSlides/notesSlide17.xml" ContentType="application/vnd.openxmlformats-officedocument.presentationml.notesSlide+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notesSlides/notesSlide18.xml" ContentType="application/vnd.openxmlformats-officedocument.presentationml.notesSlide+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notesSlides/notesSlide19.xml" ContentType="application/vnd.openxmlformats-officedocument.presentationml.notesSlide+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9"/>
  </p:notesMasterIdLst>
  <p:sldIdLst>
    <p:sldId id="291" r:id="rId2"/>
    <p:sldId id="292" r:id="rId3"/>
    <p:sldId id="295" r:id="rId4"/>
    <p:sldId id="296" r:id="rId5"/>
    <p:sldId id="297" r:id="rId6"/>
    <p:sldId id="298" r:id="rId7"/>
    <p:sldId id="301" r:id="rId8"/>
    <p:sldId id="302" r:id="rId9"/>
    <p:sldId id="303" r:id="rId10"/>
    <p:sldId id="304" r:id="rId11"/>
    <p:sldId id="305" r:id="rId12"/>
    <p:sldId id="306" r:id="rId13"/>
    <p:sldId id="308" r:id="rId14"/>
    <p:sldId id="307" r:id="rId15"/>
    <p:sldId id="309" r:id="rId16"/>
    <p:sldId id="310" r:id="rId17"/>
    <p:sldId id="311" r:id="rId18"/>
    <p:sldId id="312" r:id="rId19"/>
    <p:sldId id="313" r:id="rId20"/>
    <p:sldId id="319" r:id="rId21"/>
    <p:sldId id="314" r:id="rId22"/>
    <p:sldId id="316" r:id="rId23"/>
    <p:sldId id="315" r:id="rId24"/>
    <p:sldId id="317" r:id="rId25"/>
    <p:sldId id="318" r:id="rId26"/>
    <p:sldId id="293" r:id="rId27"/>
    <p:sldId id="29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A87FB5-F0EB-4FBA-8A5E-FAAD43B7474B}">
          <p14:sldIdLst>
            <p14:sldId id="291"/>
            <p14:sldId id="292"/>
            <p14:sldId id="295"/>
            <p14:sldId id="296"/>
            <p14:sldId id="297"/>
            <p14:sldId id="298"/>
            <p14:sldId id="301"/>
            <p14:sldId id="302"/>
            <p14:sldId id="303"/>
            <p14:sldId id="304"/>
            <p14:sldId id="305"/>
            <p14:sldId id="306"/>
            <p14:sldId id="308"/>
            <p14:sldId id="307"/>
            <p14:sldId id="309"/>
            <p14:sldId id="310"/>
            <p14:sldId id="311"/>
            <p14:sldId id="312"/>
            <p14:sldId id="313"/>
            <p14:sldId id="319"/>
            <p14:sldId id="314"/>
            <p14:sldId id="316"/>
            <p14:sldId id="315"/>
            <p14:sldId id="317"/>
            <p14:sldId id="318"/>
          </p14:sldIdLst>
        </p14:section>
        <p14:section name="Untitled Section" id="{43869892-F9B2-4101-B346-C564C3AD44BA}">
          <p14:sldIdLst>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91" autoAdjust="0"/>
    <p:restoredTop sz="84625" autoAdjust="0"/>
  </p:normalViewPr>
  <p:slideViewPr>
    <p:cSldViewPr snapToGrid="0">
      <p:cViewPr varScale="1">
        <p:scale>
          <a:sx n="107" d="100"/>
          <a:sy n="107" d="100"/>
        </p:scale>
        <p:origin x="109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8c31b902-5b3a-4bc1-a03f-ce296c1668b4" providerId="ADAL" clId="{6F9A3FD9-75E6-48B4-8622-40F229F05D29}"/>
    <pc:docChg chg="undo custSel addSld delSld modSld sldOrd">
      <pc:chgData name="Yan Li" userId="8c31b902-5b3a-4bc1-a03f-ce296c1668b4" providerId="ADAL" clId="{6F9A3FD9-75E6-48B4-8622-40F229F05D29}" dt="2024-09-12T19:03:07.450" v="908" actId="14100"/>
      <pc:docMkLst>
        <pc:docMk/>
      </pc:docMkLst>
      <pc:sldChg chg="modSp mod">
        <pc:chgData name="Yan Li" userId="8c31b902-5b3a-4bc1-a03f-ce296c1668b4" providerId="ADAL" clId="{6F9A3FD9-75E6-48B4-8622-40F229F05D29}" dt="2024-09-11T14:31:51.268" v="118" actId="20577"/>
        <pc:sldMkLst>
          <pc:docMk/>
          <pc:sldMk cId="811220229" sldId="291"/>
        </pc:sldMkLst>
        <pc:spChg chg="mod">
          <ac:chgData name="Yan Li" userId="8c31b902-5b3a-4bc1-a03f-ce296c1668b4" providerId="ADAL" clId="{6F9A3FD9-75E6-48B4-8622-40F229F05D29}" dt="2024-09-11T14:25:29.871" v="18" actId="27636"/>
          <ac:spMkLst>
            <pc:docMk/>
            <pc:sldMk cId="811220229" sldId="291"/>
            <ac:spMk id="2" creationId="{A0B2FD85-87AA-4580-1FB4-0EBB0A967AA9}"/>
          </ac:spMkLst>
        </pc:spChg>
        <pc:spChg chg="mod">
          <ac:chgData name="Yan Li" userId="8c31b902-5b3a-4bc1-a03f-ce296c1668b4" providerId="ADAL" clId="{6F9A3FD9-75E6-48B4-8622-40F229F05D29}" dt="2024-09-11T14:31:51.268" v="118" actId="20577"/>
          <ac:spMkLst>
            <pc:docMk/>
            <pc:sldMk cId="811220229" sldId="291"/>
            <ac:spMk id="3" creationId="{829828C6-6D41-BE5B-CC0A-8492B54C3375}"/>
          </ac:spMkLst>
        </pc:spChg>
      </pc:sldChg>
      <pc:sldChg chg="modSp mod">
        <pc:chgData name="Yan Li" userId="8c31b902-5b3a-4bc1-a03f-ce296c1668b4" providerId="ADAL" clId="{6F9A3FD9-75E6-48B4-8622-40F229F05D29}" dt="2024-09-11T14:37:29.706" v="184" actId="20577"/>
        <pc:sldMkLst>
          <pc:docMk/>
          <pc:sldMk cId="2783577023" sldId="292"/>
        </pc:sldMkLst>
        <pc:spChg chg="mod">
          <ac:chgData name="Yan Li" userId="8c31b902-5b3a-4bc1-a03f-ce296c1668b4" providerId="ADAL" clId="{6F9A3FD9-75E6-48B4-8622-40F229F05D29}" dt="2024-09-11T14:37:16.594" v="176" actId="20577"/>
          <ac:spMkLst>
            <pc:docMk/>
            <pc:sldMk cId="2783577023" sldId="292"/>
            <ac:spMk id="3" creationId="{829828C6-6D41-BE5B-CC0A-8492B54C3375}"/>
          </ac:spMkLst>
        </pc:spChg>
        <pc:spChg chg="mod">
          <ac:chgData name="Yan Li" userId="8c31b902-5b3a-4bc1-a03f-ce296c1668b4" providerId="ADAL" clId="{6F9A3FD9-75E6-48B4-8622-40F229F05D29}" dt="2024-09-11T14:37:29.706" v="184" actId="20577"/>
          <ac:spMkLst>
            <pc:docMk/>
            <pc:sldMk cId="2783577023" sldId="292"/>
            <ac:spMk id="5" creationId="{87397B05-2868-01CF-5915-644A9A5CFD2E}"/>
          </ac:spMkLst>
        </pc:spChg>
      </pc:sldChg>
      <pc:sldChg chg="modSp mod">
        <pc:chgData name="Yan Li" userId="8c31b902-5b3a-4bc1-a03f-ce296c1668b4" providerId="ADAL" clId="{6F9A3FD9-75E6-48B4-8622-40F229F05D29}" dt="2024-09-11T14:35:49.649" v="137" actId="20577"/>
        <pc:sldMkLst>
          <pc:docMk/>
          <pc:sldMk cId="1794454954" sldId="293"/>
        </pc:sldMkLst>
        <pc:spChg chg="mod">
          <ac:chgData name="Yan Li" userId="8c31b902-5b3a-4bc1-a03f-ce296c1668b4" providerId="ADAL" clId="{6F9A3FD9-75E6-48B4-8622-40F229F05D29}" dt="2024-09-11T14:35:49.649" v="137" actId="20577"/>
          <ac:spMkLst>
            <pc:docMk/>
            <pc:sldMk cId="1794454954" sldId="293"/>
            <ac:spMk id="3" creationId="{829828C6-6D41-BE5B-CC0A-8492B54C3375}"/>
          </ac:spMkLst>
        </pc:spChg>
      </pc:sldChg>
      <pc:sldChg chg="addSp delSp modSp mod">
        <pc:chgData name="Yan Li" userId="8c31b902-5b3a-4bc1-a03f-ce296c1668b4" providerId="ADAL" clId="{6F9A3FD9-75E6-48B4-8622-40F229F05D29}" dt="2024-09-11T14:25:07.823" v="12" actId="478"/>
        <pc:sldMkLst>
          <pc:docMk/>
          <pc:sldMk cId="735065743" sldId="294"/>
        </pc:sldMkLst>
        <pc:spChg chg="del mod">
          <ac:chgData name="Yan Li" userId="8c31b902-5b3a-4bc1-a03f-ce296c1668b4" providerId="ADAL" clId="{6F9A3FD9-75E6-48B4-8622-40F229F05D29}" dt="2024-09-11T14:25:07.823" v="12" actId="478"/>
          <ac:spMkLst>
            <pc:docMk/>
            <pc:sldMk cId="735065743" sldId="294"/>
            <ac:spMk id="3" creationId="{829828C6-6D41-BE5B-CC0A-8492B54C3375}"/>
          </ac:spMkLst>
        </pc:spChg>
        <pc:spChg chg="add mod">
          <ac:chgData name="Yan Li" userId="8c31b902-5b3a-4bc1-a03f-ce296c1668b4" providerId="ADAL" clId="{6F9A3FD9-75E6-48B4-8622-40F229F05D29}" dt="2024-09-11T14:24:56.120" v="11" actId="20577"/>
          <ac:spMkLst>
            <pc:docMk/>
            <pc:sldMk cId="735065743" sldId="294"/>
            <ac:spMk id="4" creationId="{5A21D306-94C6-13E1-545F-46C526B992F5}"/>
          </ac:spMkLst>
        </pc:spChg>
        <pc:spChg chg="del">
          <ac:chgData name="Yan Li" userId="8c31b902-5b3a-4bc1-a03f-ce296c1668b4" providerId="ADAL" clId="{6F9A3FD9-75E6-48B4-8622-40F229F05D29}" dt="2024-09-11T14:24:51.695" v="1" actId="478"/>
          <ac:spMkLst>
            <pc:docMk/>
            <pc:sldMk cId="735065743" sldId="294"/>
            <ac:spMk id="5" creationId="{87397B05-2868-01CF-5915-644A9A5CFD2E}"/>
          </ac:spMkLst>
        </pc:spChg>
      </pc:sldChg>
      <pc:sldChg chg="modSp mod">
        <pc:chgData name="Yan Li" userId="8c31b902-5b3a-4bc1-a03f-ce296c1668b4" providerId="ADAL" clId="{6F9A3FD9-75E6-48B4-8622-40F229F05D29}" dt="2024-09-11T15:18:14.562" v="420"/>
        <pc:sldMkLst>
          <pc:docMk/>
          <pc:sldMk cId="39364166" sldId="336"/>
        </pc:sldMkLst>
        <pc:spChg chg="mod">
          <ac:chgData name="Yan Li" userId="8c31b902-5b3a-4bc1-a03f-ce296c1668b4" providerId="ADAL" clId="{6F9A3FD9-75E6-48B4-8622-40F229F05D29}" dt="2024-09-11T15:18:14.562" v="420"/>
          <ac:spMkLst>
            <pc:docMk/>
            <pc:sldMk cId="39364166" sldId="336"/>
            <ac:spMk id="4" creationId="{9AB0BF49-E80D-DBCB-4C42-05CFFE57A525}"/>
          </ac:spMkLst>
        </pc:spChg>
        <pc:spChg chg="mod">
          <ac:chgData name="Yan Li" userId="8c31b902-5b3a-4bc1-a03f-ce296c1668b4" providerId="ADAL" clId="{6F9A3FD9-75E6-48B4-8622-40F229F05D29}" dt="2024-09-11T14:44:35.143" v="190" actId="20577"/>
          <ac:spMkLst>
            <pc:docMk/>
            <pc:sldMk cId="39364166" sldId="336"/>
            <ac:spMk id="5" creationId="{87397B05-2868-01CF-5915-644A9A5CFD2E}"/>
          </ac:spMkLst>
        </pc:spChg>
      </pc:sldChg>
      <pc:sldChg chg="addSp delSp modSp mod">
        <pc:chgData name="Yan Li" userId="8c31b902-5b3a-4bc1-a03f-ce296c1668b4" providerId="ADAL" clId="{6F9A3FD9-75E6-48B4-8622-40F229F05D29}" dt="2024-09-11T21:29:47.318" v="850" actId="20577"/>
        <pc:sldMkLst>
          <pc:docMk/>
          <pc:sldMk cId="1672721486" sldId="353"/>
        </pc:sldMkLst>
        <pc:spChg chg="mod">
          <ac:chgData name="Yan Li" userId="8c31b902-5b3a-4bc1-a03f-ce296c1668b4" providerId="ADAL" clId="{6F9A3FD9-75E6-48B4-8622-40F229F05D29}" dt="2024-09-11T21:29:47.318" v="850" actId="20577"/>
          <ac:spMkLst>
            <pc:docMk/>
            <pc:sldMk cId="1672721486" sldId="353"/>
            <ac:spMk id="5" creationId="{87397B05-2868-01CF-5915-644A9A5CFD2E}"/>
          </ac:spMkLst>
        </pc:spChg>
        <pc:spChg chg="del">
          <ac:chgData name="Yan Li" userId="8c31b902-5b3a-4bc1-a03f-ce296c1668b4" providerId="ADAL" clId="{6F9A3FD9-75E6-48B4-8622-40F229F05D29}" dt="2024-09-11T20:10:06.964" v="526" actId="478"/>
          <ac:spMkLst>
            <pc:docMk/>
            <pc:sldMk cId="1672721486" sldId="353"/>
            <ac:spMk id="8" creationId="{0160CDDE-8B8A-47B1-6D47-8E6BF547EEA2}"/>
          </ac:spMkLst>
        </pc:spChg>
        <pc:picChg chg="del">
          <ac:chgData name="Yan Li" userId="8c31b902-5b3a-4bc1-a03f-ce296c1668b4" providerId="ADAL" clId="{6F9A3FD9-75E6-48B4-8622-40F229F05D29}" dt="2024-09-11T20:09:58.610" v="524" actId="478"/>
          <ac:picMkLst>
            <pc:docMk/>
            <pc:sldMk cId="1672721486" sldId="353"/>
            <ac:picMk id="3" creationId="{FE977112-40CB-FBCD-38A6-0799E4D9B6CF}"/>
          </ac:picMkLst>
        </pc:picChg>
        <pc:picChg chg="add mod">
          <ac:chgData name="Yan Li" userId="8c31b902-5b3a-4bc1-a03f-ce296c1668b4" providerId="ADAL" clId="{6F9A3FD9-75E6-48B4-8622-40F229F05D29}" dt="2024-09-11T20:10:39.077" v="535" actId="14100"/>
          <ac:picMkLst>
            <pc:docMk/>
            <pc:sldMk cId="1672721486" sldId="353"/>
            <ac:picMk id="4" creationId="{66D71068-19D8-FCE8-C3D8-B7F8F0B2602E}"/>
          </ac:picMkLst>
        </pc:picChg>
        <pc:picChg chg="add mod">
          <ac:chgData name="Yan Li" userId="8c31b902-5b3a-4bc1-a03f-ce296c1668b4" providerId="ADAL" clId="{6F9A3FD9-75E6-48B4-8622-40F229F05D29}" dt="2024-09-11T20:11:05.697" v="539" actId="14100"/>
          <ac:picMkLst>
            <pc:docMk/>
            <pc:sldMk cId="1672721486" sldId="353"/>
            <ac:picMk id="7" creationId="{9FF394D2-AEC5-45B5-182F-F6EAF175061A}"/>
          </ac:picMkLst>
        </pc:picChg>
        <pc:picChg chg="add mod">
          <ac:chgData name="Yan Li" userId="8c31b902-5b3a-4bc1-a03f-ce296c1668b4" providerId="ADAL" clId="{6F9A3FD9-75E6-48B4-8622-40F229F05D29}" dt="2024-09-11T20:11:11.803" v="540" actId="14100"/>
          <ac:picMkLst>
            <pc:docMk/>
            <pc:sldMk cId="1672721486" sldId="353"/>
            <ac:picMk id="10" creationId="{4ABF265F-2465-2972-71AB-3B53C06BD6CC}"/>
          </ac:picMkLst>
        </pc:picChg>
      </pc:sldChg>
      <pc:sldChg chg="del">
        <pc:chgData name="Yan Li" userId="8c31b902-5b3a-4bc1-a03f-ce296c1668b4" providerId="ADAL" clId="{6F9A3FD9-75E6-48B4-8622-40F229F05D29}" dt="2024-09-11T20:14:41.715" v="583" actId="2696"/>
        <pc:sldMkLst>
          <pc:docMk/>
          <pc:sldMk cId="1992345357" sldId="354"/>
        </pc:sldMkLst>
      </pc:sldChg>
      <pc:sldChg chg="addSp delSp modSp mod">
        <pc:chgData name="Yan Li" userId="8c31b902-5b3a-4bc1-a03f-ce296c1668b4" providerId="ADAL" clId="{6F9A3FD9-75E6-48B4-8622-40F229F05D29}" dt="2024-09-11T20:08:27.934" v="523" actId="14100"/>
        <pc:sldMkLst>
          <pc:docMk/>
          <pc:sldMk cId="2389474902" sldId="362"/>
        </pc:sldMkLst>
        <pc:spChg chg="mod">
          <ac:chgData name="Yan Li" userId="8c31b902-5b3a-4bc1-a03f-ce296c1668b4" providerId="ADAL" clId="{6F9A3FD9-75E6-48B4-8622-40F229F05D29}" dt="2024-09-11T20:04:03.526" v="515" actId="20577"/>
          <ac:spMkLst>
            <pc:docMk/>
            <pc:sldMk cId="2389474902" sldId="362"/>
            <ac:spMk id="5" creationId="{87397B05-2868-01CF-5915-644A9A5CFD2E}"/>
          </ac:spMkLst>
        </pc:spChg>
        <pc:spChg chg="del">
          <ac:chgData name="Yan Li" userId="8c31b902-5b3a-4bc1-a03f-ce296c1668b4" providerId="ADAL" clId="{6F9A3FD9-75E6-48B4-8622-40F229F05D29}" dt="2024-09-11T20:03:57.175" v="512" actId="478"/>
          <ac:spMkLst>
            <pc:docMk/>
            <pc:sldMk cId="2389474902" sldId="362"/>
            <ac:spMk id="11" creationId="{E65F6242-B1DD-FB3E-7288-A430926B0532}"/>
          </ac:spMkLst>
        </pc:spChg>
        <pc:spChg chg="del">
          <ac:chgData name="Yan Li" userId="8c31b902-5b3a-4bc1-a03f-ce296c1668b4" providerId="ADAL" clId="{6F9A3FD9-75E6-48B4-8622-40F229F05D29}" dt="2024-09-11T20:03:59.499" v="513" actId="478"/>
          <ac:spMkLst>
            <pc:docMk/>
            <pc:sldMk cId="2389474902" sldId="362"/>
            <ac:spMk id="14" creationId="{51C5A95B-C155-9A4C-ABA6-39802806D910}"/>
          </ac:spMkLst>
        </pc:spChg>
        <pc:picChg chg="add mod">
          <ac:chgData name="Yan Li" userId="8c31b902-5b3a-4bc1-a03f-ce296c1668b4" providerId="ADAL" clId="{6F9A3FD9-75E6-48B4-8622-40F229F05D29}" dt="2024-09-11T20:08:27.934" v="523" actId="14100"/>
          <ac:picMkLst>
            <pc:docMk/>
            <pc:sldMk cId="2389474902" sldId="362"/>
            <ac:picMk id="3" creationId="{84FAFC4A-9DFB-B88B-FB17-CEE8E95E6FF2}"/>
          </ac:picMkLst>
        </pc:picChg>
        <pc:picChg chg="del">
          <ac:chgData name="Yan Li" userId="8c31b902-5b3a-4bc1-a03f-ce296c1668b4" providerId="ADAL" clId="{6F9A3FD9-75E6-48B4-8622-40F229F05D29}" dt="2024-09-11T20:03:54.224" v="511" actId="478"/>
          <ac:picMkLst>
            <pc:docMk/>
            <pc:sldMk cId="2389474902" sldId="362"/>
            <ac:picMk id="4" creationId="{23889084-B2E1-067C-B5FF-27B6C955487D}"/>
          </ac:picMkLst>
        </pc:picChg>
        <pc:picChg chg="del">
          <ac:chgData name="Yan Li" userId="8c31b902-5b3a-4bc1-a03f-ce296c1668b4" providerId="ADAL" clId="{6F9A3FD9-75E6-48B4-8622-40F229F05D29}" dt="2024-09-11T20:03:52.667" v="510" actId="478"/>
          <ac:picMkLst>
            <pc:docMk/>
            <pc:sldMk cId="2389474902" sldId="362"/>
            <ac:picMk id="8" creationId="{CA59E1EA-A92F-2881-A947-568663F6FCCD}"/>
          </ac:picMkLst>
        </pc:picChg>
      </pc:sldChg>
      <pc:sldChg chg="addSp delSp modSp mod">
        <pc:chgData name="Yan Li" userId="8c31b902-5b3a-4bc1-a03f-ce296c1668b4" providerId="ADAL" clId="{6F9A3FD9-75E6-48B4-8622-40F229F05D29}" dt="2024-09-11T15:29:30.996" v="473" actId="14100"/>
        <pc:sldMkLst>
          <pc:docMk/>
          <pc:sldMk cId="4040327365" sldId="363"/>
        </pc:sldMkLst>
        <pc:spChg chg="del mod">
          <ac:chgData name="Yan Li" userId="8c31b902-5b3a-4bc1-a03f-ce296c1668b4" providerId="ADAL" clId="{6F9A3FD9-75E6-48B4-8622-40F229F05D29}" dt="2024-09-11T14:56:40.621" v="406" actId="478"/>
          <ac:spMkLst>
            <pc:docMk/>
            <pc:sldMk cId="4040327365" sldId="363"/>
            <ac:spMk id="4" creationId="{9AB0BF49-E80D-DBCB-4C42-05CFFE57A525}"/>
          </ac:spMkLst>
        </pc:spChg>
        <pc:spChg chg="mod">
          <ac:chgData name="Yan Li" userId="8c31b902-5b3a-4bc1-a03f-ce296c1668b4" providerId="ADAL" clId="{6F9A3FD9-75E6-48B4-8622-40F229F05D29}" dt="2024-09-11T14:57:27.264" v="413"/>
          <ac:spMkLst>
            <pc:docMk/>
            <pc:sldMk cId="4040327365" sldId="363"/>
            <ac:spMk id="5" creationId="{87397B05-2868-01CF-5915-644A9A5CFD2E}"/>
          </ac:spMkLst>
        </pc:spChg>
        <pc:spChg chg="del">
          <ac:chgData name="Yan Li" userId="8c31b902-5b3a-4bc1-a03f-ce296c1668b4" providerId="ADAL" clId="{6F9A3FD9-75E6-48B4-8622-40F229F05D29}" dt="2024-09-11T14:56:42.145" v="407" actId="478"/>
          <ac:spMkLst>
            <pc:docMk/>
            <pc:sldMk cId="4040327365" sldId="363"/>
            <ac:spMk id="6" creationId="{EBDE8F8F-1E69-637B-C7AE-A04DDE82AF07}"/>
          </ac:spMkLst>
        </pc:spChg>
        <pc:spChg chg="del">
          <ac:chgData name="Yan Li" userId="8c31b902-5b3a-4bc1-a03f-ce296c1668b4" providerId="ADAL" clId="{6F9A3FD9-75E6-48B4-8622-40F229F05D29}" dt="2024-09-11T14:56:44.657" v="408" actId="478"/>
          <ac:spMkLst>
            <pc:docMk/>
            <pc:sldMk cId="4040327365" sldId="363"/>
            <ac:spMk id="8" creationId="{EA0D4854-5387-B9AA-72E7-8E07F595390E}"/>
          </ac:spMkLst>
        </pc:spChg>
        <pc:spChg chg="add del mod">
          <ac:chgData name="Yan Li" userId="8c31b902-5b3a-4bc1-a03f-ce296c1668b4" providerId="ADAL" clId="{6F9A3FD9-75E6-48B4-8622-40F229F05D29}" dt="2024-09-11T15:28:46.887" v="463" actId="478"/>
          <ac:spMkLst>
            <pc:docMk/>
            <pc:sldMk cId="4040327365" sldId="363"/>
            <ac:spMk id="10" creationId="{4F036EC2-E650-EC80-F2A9-D2525366FFAB}"/>
          </ac:spMkLst>
        </pc:spChg>
        <pc:spChg chg="add mod">
          <ac:chgData name="Yan Li" userId="8c31b902-5b3a-4bc1-a03f-ce296c1668b4" providerId="ADAL" clId="{6F9A3FD9-75E6-48B4-8622-40F229F05D29}" dt="2024-09-11T15:29:25.417" v="472" actId="14100"/>
          <ac:spMkLst>
            <pc:docMk/>
            <pc:sldMk cId="4040327365" sldId="363"/>
            <ac:spMk id="11" creationId="{73471EBA-6BC0-0DD0-04E4-4A2D385A71F7}"/>
          </ac:spMkLst>
        </pc:spChg>
        <pc:spChg chg="add mod">
          <ac:chgData name="Yan Li" userId="8c31b902-5b3a-4bc1-a03f-ce296c1668b4" providerId="ADAL" clId="{6F9A3FD9-75E6-48B4-8622-40F229F05D29}" dt="2024-09-11T15:29:30.996" v="473" actId="14100"/>
          <ac:spMkLst>
            <pc:docMk/>
            <pc:sldMk cId="4040327365" sldId="363"/>
            <ac:spMk id="12" creationId="{5D58AEDB-C825-A4AD-DECD-1719F885D9F9}"/>
          </ac:spMkLst>
        </pc:spChg>
        <pc:picChg chg="del">
          <ac:chgData name="Yan Li" userId="8c31b902-5b3a-4bc1-a03f-ce296c1668b4" providerId="ADAL" clId="{6F9A3FD9-75E6-48B4-8622-40F229F05D29}" dt="2024-09-11T14:56:37.823" v="404" actId="478"/>
          <ac:picMkLst>
            <pc:docMk/>
            <pc:sldMk cId="4040327365" sldId="363"/>
            <ac:picMk id="3" creationId="{E66D0882-ECA8-545C-9C86-E2A8E77C0240}"/>
          </ac:picMkLst>
        </pc:picChg>
        <pc:picChg chg="add mod">
          <ac:chgData name="Yan Li" userId="8c31b902-5b3a-4bc1-a03f-ce296c1668b4" providerId="ADAL" clId="{6F9A3FD9-75E6-48B4-8622-40F229F05D29}" dt="2024-09-11T15:29:11.258" v="469" actId="1076"/>
          <ac:picMkLst>
            <pc:docMk/>
            <pc:sldMk cId="4040327365" sldId="363"/>
            <ac:picMk id="7" creationId="{5AB8F1CD-14B4-5B0F-CAD2-48C4388CA5A4}"/>
          </ac:picMkLst>
        </pc:picChg>
      </pc:sldChg>
      <pc:sldChg chg="addSp delSp modSp mod">
        <pc:chgData name="Yan Li" userId="8c31b902-5b3a-4bc1-a03f-ce296c1668b4" providerId="ADAL" clId="{6F9A3FD9-75E6-48B4-8622-40F229F05D29}" dt="2024-09-11T19:18:40.651" v="509" actId="1076"/>
        <pc:sldMkLst>
          <pc:docMk/>
          <pc:sldMk cId="900937590" sldId="364"/>
        </pc:sldMkLst>
        <pc:spChg chg="del">
          <ac:chgData name="Yan Li" userId="8c31b902-5b3a-4bc1-a03f-ce296c1668b4" providerId="ADAL" clId="{6F9A3FD9-75E6-48B4-8622-40F229F05D29}" dt="2024-09-11T19:18:34.445" v="506" actId="478"/>
          <ac:spMkLst>
            <pc:docMk/>
            <pc:sldMk cId="900937590" sldId="364"/>
            <ac:spMk id="10" creationId="{AD30A36A-AE0F-8D04-FB26-22FB8C6292D1}"/>
          </ac:spMkLst>
        </pc:spChg>
        <pc:spChg chg="del">
          <ac:chgData name="Yan Li" userId="8c31b902-5b3a-4bc1-a03f-ce296c1668b4" providerId="ADAL" clId="{6F9A3FD9-75E6-48B4-8622-40F229F05D29}" dt="2024-09-11T19:18:27.673" v="503" actId="478"/>
          <ac:spMkLst>
            <pc:docMk/>
            <pc:sldMk cId="900937590" sldId="364"/>
            <ac:spMk id="11" creationId="{954508ED-3D8B-B544-A34C-04F5693BC94F}"/>
          </ac:spMkLst>
        </pc:spChg>
        <pc:spChg chg="del">
          <ac:chgData name="Yan Li" userId="8c31b902-5b3a-4bc1-a03f-ce296c1668b4" providerId="ADAL" clId="{6F9A3FD9-75E6-48B4-8622-40F229F05D29}" dt="2024-09-11T19:18:25.746" v="502" actId="478"/>
          <ac:spMkLst>
            <pc:docMk/>
            <pc:sldMk cId="900937590" sldId="364"/>
            <ac:spMk id="12" creationId="{0BE13F01-6E8F-8FDB-EA31-5064696E53B8}"/>
          </ac:spMkLst>
        </pc:spChg>
        <pc:spChg chg="del">
          <ac:chgData name="Yan Li" userId="8c31b902-5b3a-4bc1-a03f-ce296c1668b4" providerId="ADAL" clId="{6F9A3FD9-75E6-48B4-8622-40F229F05D29}" dt="2024-09-11T19:18:29.592" v="504" actId="478"/>
          <ac:spMkLst>
            <pc:docMk/>
            <pc:sldMk cId="900937590" sldId="364"/>
            <ac:spMk id="13" creationId="{DD9963AE-A340-84B8-4432-36B1BB59C6E7}"/>
          </ac:spMkLst>
        </pc:spChg>
        <pc:spChg chg="del">
          <ac:chgData name="Yan Li" userId="8c31b902-5b3a-4bc1-a03f-ce296c1668b4" providerId="ADAL" clId="{6F9A3FD9-75E6-48B4-8622-40F229F05D29}" dt="2024-09-11T19:18:31.554" v="505" actId="478"/>
          <ac:spMkLst>
            <pc:docMk/>
            <pc:sldMk cId="900937590" sldId="364"/>
            <ac:spMk id="14" creationId="{8C41A0C1-EA6A-3E5B-608D-6ABCFD0AA2C5}"/>
          </ac:spMkLst>
        </pc:spChg>
        <pc:picChg chg="add mod">
          <ac:chgData name="Yan Li" userId="8c31b902-5b3a-4bc1-a03f-ce296c1668b4" providerId="ADAL" clId="{6F9A3FD9-75E6-48B4-8622-40F229F05D29}" dt="2024-09-11T19:18:40.651" v="509" actId="1076"/>
          <ac:picMkLst>
            <pc:docMk/>
            <pc:sldMk cId="900937590" sldId="364"/>
            <ac:picMk id="3" creationId="{42845F6E-488A-4D89-CC72-399212D87002}"/>
          </ac:picMkLst>
        </pc:picChg>
        <pc:picChg chg="del">
          <ac:chgData name="Yan Li" userId="8c31b902-5b3a-4bc1-a03f-ce296c1668b4" providerId="ADAL" clId="{6F9A3FD9-75E6-48B4-8622-40F229F05D29}" dt="2024-09-11T19:18:23.661" v="501" actId="478"/>
          <ac:picMkLst>
            <pc:docMk/>
            <pc:sldMk cId="900937590" sldId="364"/>
            <ac:picMk id="6" creationId="{1FB89782-536A-B55F-9529-EB7FF81F8731}"/>
          </ac:picMkLst>
        </pc:picChg>
        <pc:picChg chg="del">
          <ac:chgData name="Yan Li" userId="8c31b902-5b3a-4bc1-a03f-ce296c1668b4" providerId="ADAL" clId="{6F9A3FD9-75E6-48B4-8622-40F229F05D29}" dt="2024-09-11T19:18:36.940" v="507" actId="478"/>
          <ac:picMkLst>
            <pc:docMk/>
            <pc:sldMk cId="900937590" sldId="364"/>
            <ac:picMk id="8" creationId="{41EBD8C9-DFFA-ADED-FAE7-C7060392A233}"/>
          </ac:picMkLst>
        </pc:picChg>
      </pc:sldChg>
      <pc:sldChg chg="addSp delSp modSp mod">
        <pc:chgData name="Yan Li" userId="8c31b902-5b3a-4bc1-a03f-ce296c1668b4" providerId="ADAL" clId="{6F9A3FD9-75E6-48B4-8622-40F229F05D29}" dt="2024-09-11T14:57:18.764" v="412" actId="1076"/>
        <pc:sldMkLst>
          <pc:docMk/>
          <pc:sldMk cId="3307445110" sldId="365"/>
        </pc:sldMkLst>
        <pc:spChg chg="del mod">
          <ac:chgData name="Yan Li" userId="8c31b902-5b3a-4bc1-a03f-ce296c1668b4" providerId="ADAL" clId="{6F9A3FD9-75E6-48B4-8622-40F229F05D29}" dt="2024-09-11T14:53:18.544" v="325" actId="478"/>
          <ac:spMkLst>
            <pc:docMk/>
            <pc:sldMk cId="3307445110" sldId="365"/>
            <ac:spMk id="4" creationId="{9AB0BF49-E80D-DBCB-4C42-05CFFE57A525}"/>
          </ac:spMkLst>
        </pc:spChg>
        <pc:spChg chg="mod">
          <ac:chgData name="Yan Li" userId="8c31b902-5b3a-4bc1-a03f-ce296c1668b4" providerId="ADAL" clId="{6F9A3FD9-75E6-48B4-8622-40F229F05D29}" dt="2024-09-11T14:57:18.764" v="412" actId="1076"/>
          <ac:spMkLst>
            <pc:docMk/>
            <pc:sldMk cId="3307445110" sldId="365"/>
            <ac:spMk id="5" creationId="{87397B05-2868-01CF-5915-644A9A5CFD2E}"/>
          </ac:spMkLst>
        </pc:spChg>
        <pc:spChg chg="add mod">
          <ac:chgData name="Yan Li" userId="8c31b902-5b3a-4bc1-a03f-ce296c1668b4" providerId="ADAL" clId="{6F9A3FD9-75E6-48B4-8622-40F229F05D29}" dt="2024-09-11T14:56:32.115" v="403" actId="6549"/>
          <ac:spMkLst>
            <pc:docMk/>
            <pc:sldMk cId="3307445110" sldId="365"/>
            <ac:spMk id="6" creationId="{1054AD48-5DC1-AFF8-5D83-A751E6D9B3DF}"/>
          </ac:spMkLst>
        </pc:spChg>
        <pc:picChg chg="add mod">
          <ac:chgData name="Yan Li" userId="8c31b902-5b3a-4bc1-a03f-ce296c1668b4" providerId="ADAL" clId="{6F9A3FD9-75E6-48B4-8622-40F229F05D29}" dt="2024-09-11T14:54:24.891" v="327" actId="1076"/>
          <ac:picMkLst>
            <pc:docMk/>
            <pc:sldMk cId="3307445110" sldId="365"/>
            <ac:picMk id="3" creationId="{03BBAAE9-ABF8-F153-45D9-9AED61E92F16}"/>
          </ac:picMkLst>
        </pc:picChg>
      </pc:sldChg>
      <pc:sldChg chg="addSp delSp modSp mod ord">
        <pc:chgData name="Yan Li" userId="8c31b902-5b3a-4bc1-a03f-ce296c1668b4" providerId="ADAL" clId="{6F9A3FD9-75E6-48B4-8622-40F229F05D29}" dt="2024-09-11T21:34:55.724" v="893" actId="20577"/>
        <pc:sldMkLst>
          <pc:docMk/>
          <pc:sldMk cId="1795160791" sldId="366"/>
        </pc:sldMkLst>
        <pc:spChg chg="add del mod">
          <ac:chgData name="Yan Li" userId="8c31b902-5b3a-4bc1-a03f-ce296c1668b4" providerId="ADAL" clId="{6F9A3FD9-75E6-48B4-8622-40F229F05D29}" dt="2024-09-11T20:12:32.274" v="555" actId="478"/>
          <ac:spMkLst>
            <pc:docMk/>
            <pc:sldMk cId="1795160791" sldId="366"/>
            <ac:spMk id="3" creationId="{1725F5B2-AD6B-CA52-3260-DD0D9C0F1576}"/>
          </ac:spMkLst>
        </pc:spChg>
        <pc:spChg chg="del">
          <ac:chgData name="Yan Li" userId="8c31b902-5b3a-4bc1-a03f-ce296c1668b4" providerId="ADAL" clId="{6F9A3FD9-75E6-48B4-8622-40F229F05D29}" dt="2024-09-11T20:11:59.088" v="551" actId="478"/>
          <ac:spMkLst>
            <pc:docMk/>
            <pc:sldMk cId="1795160791" sldId="366"/>
            <ac:spMk id="5" creationId="{87397B05-2868-01CF-5915-644A9A5CFD2E}"/>
          </ac:spMkLst>
        </pc:spChg>
        <pc:spChg chg="add mod">
          <ac:chgData name="Yan Li" userId="8c31b902-5b3a-4bc1-a03f-ce296c1668b4" providerId="ADAL" clId="{6F9A3FD9-75E6-48B4-8622-40F229F05D29}" dt="2024-09-11T21:34:55.724" v="893" actId="20577"/>
          <ac:spMkLst>
            <pc:docMk/>
            <pc:sldMk cId="1795160791" sldId="366"/>
            <ac:spMk id="8" creationId="{4E818595-8F84-CDC7-458C-1886E7FAE27A}"/>
          </ac:spMkLst>
        </pc:spChg>
        <pc:spChg chg="add mod">
          <ac:chgData name="Yan Li" userId="8c31b902-5b3a-4bc1-a03f-ce296c1668b4" providerId="ADAL" clId="{6F9A3FD9-75E6-48B4-8622-40F229F05D29}" dt="2024-09-11T21:29:08.220" v="817" actId="14100"/>
          <ac:spMkLst>
            <pc:docMk/>
            <pc:sldMk cId="1795160791" sldId="366"/>
            <ac:spMk id="9" creationId="{F7B1927F-7384-F7DE-0721-DF59F4DEBF0E}"/>
          </ac:spMkLst>
        </pc:spChg>
        <pc:spChg chg="del">
          <ac:chgData name="Yan Li" userId="8c31b902-5b3a-4bc1-a03f-ce296c1668b4" providerId="ADAL" clId="{6F9A3FD9-75E6-48B4-8622-40F229F05D29}" dt="2024-09-11T20:12:05.905" v="553" actId="478"/>
          <ac:spMkLst>
            <pc:docMk/>
            <pc:sldMk cId="1795160791" sldId="366"/>
            <ac:spMk id="10" creationId="{F4232FD8-CFAD-9746-E3E4-DE49F831408F}"/>
          </ac:spMkLst>
        </pc:spChg>
        <pc:spChg chg="del">
          <ac:chgData name="Yan Li" userId="8c31b902-5b3a-4bc1-a03f-ce296c1668b4" providerId="ADAL" clId="{6F9A3FD9-75E6-48B4-8622-40F229F05D29}" dt="2024-09-11T20:12:02.738" v="552" actId="478"/>
          <ac:spMkLst>
            <pc:docMk/>
            <pc:sldMk cId="1795160791" sldId="366"/>
            <ac:spMk id="12" creationId="{C08A3E29-1372-340D-0912-C1B178A9EB91}"/>
          </ac:spMkLst>
        </pc:spChg>
        <pc:picChg chg="add mod">
          <ac:chgData name="Yan Li" userId="8c31b902-5b3a-4bc1-a03f-ce296c1668b4" providerId="ADAL" clId="{6F9A3FD9-75E6-48B4-8622-40F229F05D29}" dt="2024-09-11T20:12:41.809" v="558" actId="14100"/>
          <ac:picMkLst>
            <pc:docMk/>
            <pc:sldMk cId="1795160791" sldId="366"/>
            <ac:picMk id="6" creationId="{C0AC18D4-6BE8-1E94-2582-534892753F0F}"/>
          </ac:picMkLst>
        </pc:picChg>
        <pc:picChg chg="del">
          <ac:chgData name="Yan Li" userId="8c31b902-5b3a-4bc1-a03f-ce296c1668b4" providerId="ADAL" clId="{6F9A3FD9-75E6-48B4-8622-40F229F05D29}" dt="2024-09-11T20:11:54.134" v="550" actId="478"/>
          <ac:picMkLst>
            <pc:docMk/>
            <pc:sldMk cId="1795160791" sldId="366"/>
            <ac:picMk id="7" creationId="{E099CDF4-B651-0365-77A0-695CE11A6964}"/>
          </ac:picMkLst>
        </pc:picChg>
      </pc:sldChg>
      <pc:sldChg chg="del">
        <pc:chgData name="Yan Li" userId="8c31b902-5b3a-4bc1-a03f-ce296c1668b4" providerId="ADAL" clId="{6F9A3FD9-75E6-48B4-8622-40F229F05D29}" dt="2024-09-11T20:14:39.554" v="582" actId="2696"/>
        <pc:sldMkLst>
          <pc:docMk/>
          <pc:sldMk cId="1701158441" sldId="367"/>
        </pc:sldMkLst>
      </pc:sldChg>
      <pc:sldChg chg="del">
        <pc:chgData name="Yan Li" userId="8c31b902-5b3a-4bc1-a03f-ce296c1668b4" providerId="ADAL" clId="{6F9A3FD9-75E6-48B4-8622-40F229F05D29}" dt="2024-09-11T20:14:37.008" v="581" actId="2696"/>
        <pc:sldMkLst>
          <pc:docMk/>
          <pc:sldMk cId="3496130074" sldId="368"/>
        </pc:sldMkLst>
      </pc:sldChg>
      <pc:sldChg chg="del">
        <pc:chgData name="Yan Li" userId="8c31b902-5b3a-4bc1-a03f-ce296c1668b4" providerId="ADAL" clId="{6F9A3FD9-75E6-48B4-8622-40F229F05D29}" dt="2024-09-11T20:14:27.454" v="579" actId="2696"/>
        <pc:sldMkLst>
          <pc:docMk/>
          <pc:sldMk cId="809149955" sldId="369"/>
        </pc:sldMkLst>
      </pc:sldChg>
      <pc:sldChg chg="del">
        <pc:chgData name="Yan Li" userId="8c31b902-5b3a-4bc1-a03f-ce296c1668b4" providerId="ADAL" clId="{6F9A3FD9-75E6-48B4-8622-40F229F05D29}" dt="2024-09-11T20:14:32.466" v="580" actId="2696"/>
        <pc:sldMkLst>
          <pc:docMk/>
          <pc:sldMk cId="1469367766" sldId="370"/>
        </pc:sldMkLst>
      </pc:sldChg>
      <pc:sldChg chg="del">
        <pc:chgData name="Yan Li" userId="8c31b902-5b3a-4bc1-a03f-ce296c1668b4" providerId="ADAL" clId="{6F9A3FD9-75E6-48B4-8622-40F229F05D29}" dt="2024-09-11T20:14:44.021" v="584" actId="2696"/>
        <pc:sldMkLst>
          <pc:docMk/>
          <pc:sldMk cId="3816998467" sldId="371"/>
        </pc:sldMkLst>
      </pc:sldChg>
      <pc:sldChg chg="del">
        <pc:chgData name="Yan Li" userId="8c31b902-5b3a-4bc1-a03f-ce296c1668b4" providerId="ADAL" clId="{6F9A3FD9-75E6-48B4-8622-40F229F05D29}" dt="2024-09-11T20:14:46.603" v="585" actId="2696"/>
        <pc:sldMkLst>
          <pc:docMk/>
          <pc:sldMk cId="1823488101" sldId="372"/>
        </pc:sldMkLst>
      </pc:sldChg>
      <pc:sldChg chg="del">
        <pc:chgData name="Yan Li" userId="8c31b902-5b3a-4bc1-a03f-ce296c1668b4" providerId="ADAL" clId="{6F9A3FD9-75E6-48B4-8622-40F229F05D29}" dt="2024-09-11T20:14:49.819" v="586" actId="2696"/>
        <pc:sldMkLst>
          <pc:docMk/>
          <pc:sldMk cId="3343509872" sldId="373"/>
        </pc:sldMkLst>
      </pc:sldChg>
      <pc:sldChg chg="del">
        <pc:chgData name="Yan Li" userId="8c31b902-5b3a-4bc1-a03f-ce296c1668b4" providerId="ADAL" clId="{6F9A3FD9-75E6-48B4-8622-40F229F05D29}" dt="2024-09-11T20:14:51.649" v="587" actId="2696"/>
        <pc:sldMkLst>
          <pc:docMk/>
          <pc:sldMk cId="3218294921" sldId="375"/>
        </pc:sldMkLst>
      </pc:sldChg>
      <pc:sldChg chg="addSp delSp modSp add mod">
        <pc:chgData name="Yan Li" userId="8c31b902-5b3a-4bc1-a03f-ce296c1668b4" providerId="ADAL" clId="{6F9A3FD9-75E6-48B4-8622-40F229F05D29}" dt="2024-09-11T15:20:24.533" v="444" actId="14100"/>
        <pc:sldMkLst>
          <pc:docMk/>
          <pc:sldMk cId="1171648086" sldId="376"/>
        </pc:sldMkLst>
        <pc:spChg chg="del mod">
          <ac:chgData name="Yan Li" userId="8c31b902-5b3a-4bc1-a03f-ce296c1668b4" providerId="ADAL" clId="{6F9A3FD9-75E6-48B4-8622-40F229F05D29}" dt="2024-09-11T15:20:18.604" v="442" actId="478"/>
          <ac:spMkLst>
            <pc:docMk/>
            <pc:sldMk cId="1171648086" sldId="376"/>
            <ac:spMk id="10" creationId="{4F036EC2-E650-EC80-F2A9-D2525366FFAB}"/>
          </ac:spMkLst>
        </pc:spChg>
        <pc:picChg chg="add mod">
          <ac:chgData name="Yan Li" userId="8c31b902-5b3a-4bc1-a03f-ce296c1668b4" providerId="ADAL" clId="{6F9A3FD9-75E6-48B4-8622-40F229F05D29}" dt="2024-09-11T15:20:24.533" v="444" actId="14100"/>
          <ac:picMkLst>
            <pc:docMk/>
            <pc:sldMk cId="1171648086" sldId="376"/>
            <ac:picMk id="3" creationId="{18F7B82B-3D27-5B00-8A80-60ED13C8DA84}"/>
          </ac:picMkLst>
        </pc:picChg>
        <pc:picChg chg="del">
          <ac:chgData name="Yan Li" userId="8c31b902-5b3a-4bc1-a03f-ce296c1668b4" providerId="ADAL" clId="{6F9A3FD9-75E6-48B4-8622-40F229F05D29}" dt="2024-09-11T15:20:08.802" v="438" actId="478"/>
          <ac:picMkLst>
            <pc:docMk/>
            <pc:sldMk cId="1171648086" sldId="376"/>
            <ac:picMk id="7" creationId="{5AB8F1CD-14B4-5B0F-CAD2-48C4388CA5A4}"/>
          </ac:picMkLst>
        </pc:picChg>
      </pc:sldChg>
      <pc:sldChg chg="addSp delSp modSp add mod">
        <pc:chgData name="Yan Li" userId="8c31b902-5b3a-4bc1-a03f-ce296c1668b4" providerId="ADAL" clId="{6F9A3FD9-75E6-48B4-8622-40F229F05D29}" dt="2024-09-11T15:30:23.469" v="500" actId="14100"/>
        <pc:sldMkLst>
          <pc:docMk/>
          <pc:sldMk cId="237069390" sldId="377"/>
        </pc:sldMkLst>
        <pc:spChg chg="add mod">
          <ac:chgData name="Yan Li" userId="8c31b902-5b3a-4bc1-a03f-ce296c1668b4" providerId="ADAL" clId="{6F9A3FD9-75E6-48B4-8622-40F229F05D29}" dt="2024-09-11T15:30:23.469" v="500" actId="14100"/>
          <ac:spMkLst>
            <pc:docMk/>
            <pc:sldMk cId="237069390" sldId="377"/>
            <ac:spMk id="3" creationId="{5FB5493A-AFB9-A974-23B5-83D35B62AE3F}"/>
          </ac:spMkLst>
        </pc:spChg>
        <pc:spChg chg="mod">
          <ac:chgData name="Yan Li" userId="8c31b902-5b3a-4bc1-a03f-ce296c1668b4" providerId="ADAL" clId="{6F9A3FD9-75E6-48B4-8622-40F229F05D29}" dt="2024-09-11T15:29:54.030" v="495" actId="20577"/>
          <ac:spMkLst>
            <pc:docMk/>
            <pc:sldMk cId="237069390" sldId="377"/>
            <ac:spMk id="5" creationId="{87397B05-2868-01CF-5915-644A9A5CFD2E}"/>
          </ac:spMkLst>
        </pc:spChg>
        <pc:spChg chg="del mod">
          <ac:chgData name="Yan Li" userId="8c31b902-5b3a-4bc1-a03f-ce296c1668b4" providerId="ADAL" clId="{6F9A3FD9-75E6-48B4-8622-40F229F05D29}" dt="2024-09-11T15:28:35.503" v="457"/>
          <ac:spMkLst>
            <pc:docMk/>
            <pc:sldMk cId="237069390" sldId="377"/>
            <ac:spMk id="10" creationId="{4F036EC2-E650-EC80-F2A9-D2525366FFAB}"/>
          </ac:spMkLst>
        </pc:spChg>
        <pc:spChg chg="del">
          <ac:chgData name="Yan Li" userId="8c31b902-5b3a-4bc1-a03f-ce296c1668b4" providerId="ADAL" clId="{6F9A3FD9-75E6-48B4-8622-40F229F05D29}" dt="2024-09-11T15:28:39.289" v="460" actId="478"/>
          <ac:spMkLst>
            <pc:docMk/>
            <pc:sldMk cId="237069390" sldId="377"/>
            <ac:spMk id="11" creationId="{73471EBA-6BC0-0DD0-04E4-4A2D385A71F7}"/>
          </ac:spMkLst>
        </pc:spChg>
        <pc:spChg chg="del">
          <ac:chgData name="Yan Li" userId="8c31b902-5b3a-4bc1-a03f-ce296c1668b4" providerId="ADAL" clId="{6F9A3FD9-75E6-48B4-8622-40F229F05D29}" dt="2024-09-11T15:28:40.808" v="461" actId="478"/>
          <ac:spMkLst>
            <pc:docMk/>
            <pc:sldMk cId="237069390" sldId="377"/>
            <ac:spMk id="12" creationId="{5D58AEDB-C825-A4AD-DECD-1719F885D9F9}"/>
          </ac:spMkLst>
        </pc:spChg>
        <pc:picChg chg="del">
          <ac:chgData name="Yan Li" userId="8c31b902-5b3a-4bc1-a03f-ce296c1668b4" providerId="ADAL" clId="{6F9A3FD9-75E6-48B4-8622-40F229F05D29}" dt="2024-09-11T15:28:36.764" v="458" actId="478"/>
          <ac:picMkLst>
            <pc:docMk/>
            <pc:sldMk cId="237069390" sldId="377"/>
            <ac:picMk id="7" creationId="{5AB8F1CD-14B4-5B0F-CAD2-48C4388CA5A4}"/>
          </ac:picMkLst>
        </pc:picChg>
      </pc:sldChg>
      <pc:sldChg chg="addSp delSp modSp add mod">
        <pc:chgData name="Yan Li" userId="8c31b902-5b3a-4bc1-a03f-ce296c1668b4" providerId="ADAL" clId="{6F9A3FD9-75E6-48B4-8622-40F229F05D29}" dt="2024-09-11T20:04:36.557" v="522" actId="14100"/>
        <pc:sldMkLst>
          <pc:docMk/>
          <pc:sldMk cId="3062616720" sldId="378"/>
        </pc:sldMkLst>
        <pc:picChg chg="del">
          <ac:chgData name="Yan Li" userId="8c31b902-5b3a-4bc1-a03f-ce296c1668b4" providerId="ADAL" clId="{6F9A3FD9-75E6-48B4-8622-40F229F05D29}" dt="2024-09-11T20:04:29.828" v="518" actId="478"/>
          <ac:picMkLst>
            <pc:docMk/>
            <pc:sldMk cId="3062616720" sldId="378"/>
            <ac:picMk id="3" creationId="{84FAFC4A-9DFB-B88B-FB17-CEE8E95E6FF2}"/>
          </ac:picMkLst>
        </pc:picChg>
        <pc:picChg chg="add mod">
          <ac:chgData name="Yan Li" userId="8c31b902-5b3a-4bc1-a03f-ce296c1668b4" providerId="ADAL" clId="{6F9A3FD9-75E6-48B4-8622-40F229F05D29}" dt="2024-09-11T20:04:36.557" v="522" actId="14100"/>
          <ac:picMkLst>
            <pc:docMk/>
            <pc:sldMk cId="3062616720" sldId="378"/>
            <ac:picMk id="4" creationId="{E23597E9-F3B0-5EFB-FD3A-8F0CF203B943}"/>
          </ac:picMkLst>
        </pc:picChg>
      </pc:sldChg>
      <pc:sldChg chg="addSp delSp modSp add mod">
        <pc:chgData name="Yan Li" userId="8c31b902-5b3a-4bc1-a03f-ce296c1668b4" providerId="ADAL" clId="{6F9A3FD9-75E6-48B4-8622-40F229F05D29}" dt="2024-09-11T21:29:59.670" v="881" actId="20577"/>
        <pc:sldMkLst>
          <pc:docMk/>
          <pc:sldMk cId="1802307800" sldId="379"/>
        </pc:sldMkLst>
        <pc:spChg chg="mod">
          <ac:chgData name="Yan Li" userId="8c31b902-5b3a-4bc1-a03f-ce296c1668b4" providerId="ADAL" clId="{6F9A3FD9-75E6-48B4-8622-40F229F05D29}" dt="2024-09-11T21:29:59.670" v="881" actId="20577"/>
          <ac:spMkLst>
            <pc:docMk/>
            <pc:sldMk cId="1802307800" sldId="379"/>
            <ac:spMk id="5" creationId="{87397B05-2868-01CF-5915-644A9A5CFD2E}"/>
          </ac:spMkLst>
        </pc:spChg>
        <pc:picChg chg="add mod">
          <ac:chgData name="Yan Li" userId="8c31b902-5b3a-4bc1-a03f-ce296c1668b4" providerId="ADAL" clId="{6F9A3FD9-75E6-48B4-8622-40F229F05D29}" dt="2024-09-11T20:11:44.886" v="549" actId="14100"/>
          <ac:picMkLst>
            <pc:docMk/>
            <pc:sldMk cId="1802307800" sldId="379"/>
            <ac:picMk id="3" creationId="{BE3E5651-956D-A988-0F09-D05F7896F863}"/>
          </ac:picMkLst>
        </pc:picChg>
        <pc:picChg chg="del">
          <ac:chgData name="Yan Li" userId="8c31b902-5b3a-4bc1-a03f-ce296c1668b4" providerId="ADAL" clId="{6F9A3FD9-75E6-48B4-8622-40F229F05D29}" dt="2024-09-11T20:11:20.258" v="543" actId="478"/>
          <ac:picMkLst>
            <pc:docMk/>
            <pc:sldMk cId="1802307800" sldId="379"/>
            <ac:picMk id="4" creationId="{66D71068-19D8-FCE8-C3D8-B7F8F0B2602E}"/>
          </ac:picMkLst>
        </pc:picChg>
        <pc:picChg chg="del">
          <ac:chgData name="Yan Li" userId="8c31b902-5b3a-4bc1-a03f-ce296c1668b4" providerId="ADAL" clId="{6F9A3FD9-75E6-48B4-8622-40F229F05D29}" dt="2024-09-11T20:11:21.763" v="544" actId="478"/>
          <ac:picMkLst>
            <pc:docMk/>
            <pc:sldMk cId="1802307800" sldId="379"/>
            <ac:picMk id="7" creationId="{9FF394D2-AEC5-45B5-182F-F6EAF175061A}"/>
          </ac:picMkLst>
        </pc:picChg>
        <pc:picChg chg="del">
          <ac:chgData name="Yan Li" userId="8c31b902-5b3a-4bc1-a03f-ce296c1668b4" providerId="ADAL" clId="{6F9A3FD9-75E6-48B4-8622-40F229F05D29}" dt="2024-09-11T20:11:18.799" v="542" actId="478"/>
          <ac:picMkLst>
            <pc:docMk/>
            <pc:sldMk cId="1802307800" sldId="379"/>
            <ac:picMk id="10" creationId="{4ABF265F-2465-2972-71AB-3B53C06BD6CC}"/>
          </ac:picMkLst>
        </pc:picChg>
      </pc:sldChg>
      <pc:sldChg chg="addSp delSp modSp add mod">
        <pc:chgData name="Yan Li" userId="8c31b902-5b3a-4bc1-a03f-ce296c1668b4" providerId="ADAL" clId="{6F9A3FD9-75E6-48B4-8622-40F229F05D29}" dt="2024-09-11T21:22:39.617" v="770" actId="207"/>
        <pc:sldMkLst>
          <pc:docMk/>
          <pc:sldMk cId="2457219249" sldId="380"/>
        </pc:sldMkLst>
        <pc:spChg chg="add del">
          <ac:chgData name="Yan Li" userId="8c31b902-5b3a-4bc1-a03f-ce296c1668b4" providerId="ADAL" clId="{6F9A3FD9-75E6-48B4-8622-40F229F05D29}" dt="2024-09-11T21:21:50.313" v="709" actId="11529"/>
          <ac:spMkLst>
            <pc:docMk/>
            <pc:sldMk cId="2457219249" sldId="380"/>
            <ac:spMk id="4" creationId="{A56FD78F-8D42-4249-010E-B7F4543D15F3}"/>
          </ac:spMkLst>
        </pc:spChg>
        <pc:spChg chg="add del mod">
          <ac:chgData name="Yan Li" userId="8c31b902-5b3a-4bc1-a03f-ce296c1668b4" providerId="ADAL" clId="{6F9A3FD9-75E6-48B4-8622-40F229F05D29}" dt="2024-09-11T21:22:23.749" v="762"/>
          <ac:spMkLst>
            <pc:docMk/>
            <pc:sldMk cId="2457219249" sldId="380"/>
            <ac:spMk id="5" creationId="{AB2745BB-4FB7-AE7A-4BE4-086D361E520D}"/>
          </ac:spMkLst>
        </pc:spChg>
        <pc:spChg chg="add mod">
          <ac:chgData name="Yan Li" userId="8c31b902-5b3a-4bc1-a03f-ce296c1668b4" providerId="ADAL" clId="{6F9A3FD9-75E6-48B4-8622-40F229F05D29}" dt="2024-09-11T21:22:39.617" v="770" actId="207"/>
          <ac:spMkLst>
            <pc:docMk/>
            <pc:sldMk cId="2457219249" sldId="380"/>
            <ac:spMk id="7" creationId="{FCB68779-F731-AF46-27E9-7DDB234EE987}"/>
          </ac:spMkLst>
        </pc:spChg>
        <pc:picChg chg="add mod">
          <ac:chgData name="Yan Li" userId="8c31b902-5b3a-4bc1-a03f-ce296c1668b4" providerId="ADAL" clId="{6F9A3FD9-75E6-48B4-8622-40F229F05D29}" dt="2024-09-11T21:21:36.415" v="707" actId="14100"/>
          <ac:picMkLst>
            <pc:docMk/>
            <pc:sldMk cId="2457219249" sldId="380"/>
            <ac:picMk id="3" creationId="{380F0D2A-1E8C-B585-75F7-CDEF67FF29D9}"/>
          </ac:picMkLst>
        </pc:picChg>
        <pc:picChg chg="del">
          <ac:chgData name="Yan Li" userId="8c31b902-5b3a-4bc1-a03f-ce296c1668b4" providerId="ADAL" clId="{6F9A3FD9-75E6-48B4-8622-40F229F05D29}" dt="2024-09-11T20:13:05.507" v="560" actId="478"/>
          <ac:picMkLst>
            <pc:docMk/>
            <pc:sldMk cId="2457219249" sldId="380"/>
            <ac:picMk id="6" creationId="{C0AC18D4-6BE8-1E94-2582-534892753F0F}"/>
          </ac:picMkLst>
        </pc:picChg>
      </pc:sldChg>
      <pc:sldChg chg="addSp delSp modSp add mod">
        <pc:chgData name="Yan Li" userId="8c31b902-5b3a-4bc1-a03f-ce296c1668b4" providerId="ADAL" clId="{6F9A3FD9-75E6-48B4-8622-40F229F05D29}" dt="2024-09-12T19:03:07.450" v="908" actId="14100"/>
        <pc:sldMkLst>
          <pc:docMk/>
          <pc:sldMk cId="4201203152" sldId="381"/>
        </pc:sldMkLst>
        <pc:picChg chg="del">
          <ac:chgData name="Yan Li" userId="8c31b902-5b3a-4bc1-a03f-ce296c1668b4" providerId="ADAL" clId="{6F9A3FD9-75E6-48B4-8622-40F229F05D29}" dt="2024-09-11T20:13:42.803" v="568" actId="478"/>
          <ac:picMkLst>
            <pc:docMk/>
            <pc:sldMk cId="4201203152" sldId="381"/>
            <ac:picMk id="3" creationId="{380F0D2A-1E8C-B585-75F7-CDEF67FF29D9}"/>
          </ac:picMkLst>
        </pc:picChg>
        <pc:picChg chg="add mod">
          <ac:chgData name="Yan Li" userId="8c31b902-5b3a-4bc1-a03f-ce296c1668b4" providerId="ADAL" clId="{6F9A3FD9-75E6-48B4-8622-40F229F05D29}" dt="2024-09-12T19:03:07.450" v="908" actId="14100"/>
          <ac:picMkLst>
            <pc:docMk/>
            <pc:sldMk cId="4201203152" sldId="381"/>
            <ac:picMk id="4" creationId="{9AE54620-C18D-4671-CA7E-AEFC02432EC8}"/>
          </ac:picMkLst>
        </pc:picChg>
      </pc:sldChg>
      <pc:sldChg chg="addSp delSp modSp add mod">
        <pc:chgData name="Yan Li" userId="8c31b902-5b3a-4bc1-a03f-ce296c1668b4" providerId="ADAL" clId="{6F9A3FD9-75E6-48B4-8622-40F229F05D29}" dt="2024-09-12T19:02:05.062" v="907" actId="255"/>
        <pc:sldMkLst>
          <pc:docMk/>
          <pc:sldMk cId="3207380264" sldId="382"/>
        </pc:sldMkLst>
        <pc:spChg chg="add mod">
          <ac:chgData name="Yan Li" userId="8c31b902-5b3a-4bc1-a03f-ce296c1668b4" providerId="ADAL" clId="{6F9A3FD9-75E6-48B4-8622-40F229F05D29}" dt="2024-09-12T19:02:05.062" v="907" actId="255"/>
          <ac:spMkLst>
            <pc:docMk/>
            <pc:sldMk cId="3207380264" sldId="382"/>
            <ac:spMk id="4" creationId="{D231FD1C-BDD1-CC9C-3CCB-A088E8D33FF3}"/>
          </ac:spMkLst>
        </pc:spChg>
        <pc:spChg chg="add mod">
          <ac:chgData name="Yan Li" userId="8c31b902-5b3a-4bc1-a03f-ce296c1668b4" providerId="ADAL" clId="{6F9A3FD9-75E6-48B4-8622-40F229F05D29}" dt="2024-09-12T19:01:39.301" v="901" actId="208"/>
          <ac:spMkLst>
            <pc:docMk/>
            <pc:sldMk cId="3207380264" sldId="382"/>
            <ac:spMk id="5" creationId="{A89EAC3A-6CCE-31F9-0E76-C4A500394563}"/>
          </ac:spMkLst>
        </pc:spChg>
        <pc:picChg chg="add mod">
          <ac:chgData name="Yan Li" userId="8c31b902-5b3a-4bc1-a03f-ce296c1668b4" providerId="ADAL" clId="{6F9A3FD9-75E6-48B4-8622-40F229F05D29}" dt="2024-09-11T20:14:19.763" v="578" actId="14100"/>
          <ac:picMkLst>
            <pc:docMk/>
            <pc:sldMk cId="3207380264" sldId="382"/>
            <ac:picMk id="3" creationId="{0731F19B-13F5-9A52-D0EC-0F4B5C081E37}"/>
          </ac:picMkLst>
        </pc:picChg>
        <pc:picChg chg="del">
          <ac:chgData name="Yan Li" userId="8c31b902-5b3a-4bc1-a03f-ce296c1668b4" providerId="ADAL" clId="{6F9A3FD9-75E6-48B4-8622-40F229F05D29}" dt="2024-09-11T20:14:08.793" v="574" actId="478"/>
          <ac:picMkLst>
            <pc:docMk/>
            <pc:sldMk cId="3207380264" sldId="382"/>
            <ac:picMk id="4" creationId="{9AE54620-C18D-4671-CA7E-AEFC02432EC8}"/>
          </ac:picMkLst>
        </pc:picChg>
      </pc:sldChg>
    </pc:docChg>
  </pc:docChgLst>
  <pc:docChgLst>
    <pc:chgData name="Yan Li" userId="8c31b902-5b3a-4bc1-a03f-ce296c1668b4" providerId="ADAL" clId="{C4E2F155-1101-4902-976B-AD814EDA6EB0}"/>
    <pc:docChg chg="undo custSel addSld delSld modSld modSection">
      <pc:chgData name="Yan Li" userId="8c31b902-5b3a-4bc1-a03f-ce296c1668b4" providerId="ADAL" clId="{C4E2F155-1101-4902-976B-AD814EDA6EB0}" dt="2024-11-08T23:18:42.048" v="1353" actId="20577"/>
      <pc:docMkLst>
        <pc:docMk/>
      </pc:docMkLst>
      <pc:sldChg chg="modSp mod">
        <pc:chgData name="Yan Li" userId="8c31b902-5b3a-4bc1-a03f-ce296c1668b4" providerId="ADAL" clId="{C4E2F155-1101-4902-976B-AD814EDA6EB0}" dt="2024-11-05T14:34:50.018" v="173" actId="20577"/>
        <pc:sldMkLst>
          <pc:docMk/>
          <pc:sldMk cId="811220229" sldId="291"/>
        </pc:sldMkLst>
        <pc:spChg chg="mod">
          <ac:chgData name="Yan Li" userId="8c31b902-5b3a-4bc1-a03f-ce296c1668b4" providerId="ADAL" clId="{C4E2F155-1101-4902-976B-AD814EDA6EB0}" dt="2024-11-05T14:32:58.315" v="118" actId="14100"/>
          <ac:spMkLst>
            <pc:docMk/>
            <pc:sldMk cId="811220229" sldId="291"/>
            <ac:spMk id="2" creationId="{A0B2FD85-87AA-4580-1FB4-0EBB0A967AA9}"/>
          </ac:spMkLst>
        </pc:spChg>
        <pc:spChg chg="mod">
          <ac:chgData name="Yan Li" userId="8c31b902-5b3a-4bc1-a03f-ce296c1668b4" providerId="ADAL" clId="{C4E2F155-1101-4902-976B-AD814EDA6EB0}" dt="2024-11-05T14:34:50.018" v="173" actId="20577"/>
          <ac:spMkLst>
            <pc:docMk/>
            <pc:sldMk cId="811220229" sldId="291"/>
            <ac:spMk id="3" creationId="{829828C6-6D41-BE5B-CC0A-8492B54C3375}"/>
          </ac:spMkLst>
        </pc:spChg>
      </pc:sldChg>
      <pc:sldChg chg="modSp mod">
        <pc:chgData name="Yan Li" userId="8c31b902-5b3a-4bc1-a03f-ce296c1668b4" providerId="ADAL" clId="{C4E2F155-1101-4902-976B-AD814EDA6EB0}" dt="2024-11-05T14:38:25.898" v="179" actId="20577"/>
        <pc:sldMkLst>
          <pc:docMk/>
          <pc:sldMk cId="2783577023" sldId="292"/>
        </pc:sldMkLst>
        <pc:spChg chg="mod">
          <ac:chgData name="Yan Li" userId="8c31b902-5b3a-4bc1-a03f-ce296c1668b4" providerId="ADAL" clId="{C4E2F155-1101-4902-976B-AD814EDA6EB0}" dt="2024-11-05T14:38:25.898" v="179" actId="20577"/>
          <ac:spMkLst>
            <pc:docMk/>
            <pc:sldMk cId="2783577023" sldId="292"/>
            <ac:spMk id="3" creationId="{829828C6-6D41-BE5B-CC0A-8492B54C3375}"/>
          </ac:spMkLst>
        </pc:spChg>
        <pc:spChg chg="mod">
          <ac:chgData name="Yan Li" userId="8c31b902-5b3a-4bc1-a03f-ce296c1668b4" providerId="ADAL" clId="{C4E2F155-1101-4902-976B-AD814EDA6EB0}" dt="2024-11-05T14:35:28.331" v="175" actId="6549"/>
          <ac:spMkLst>
            <pc:docMk/>
            <pc:sldMk cId="2783577023" sldId="292"/>
            <ac:spMk id="5" creationId="{87397B05-2868-01CF-5915-644A9A5CFD2E}"/>
          </ac:spMkLst>
        </pc:spChg>
      </pc:sldChg>
      <pc:sldChg chg="modSp mod">
        <pc:chgData name="Yan Li" userId="8c31b902-5b3a-4bc1-a03f-ce296c1668b4" providerId="ADAL" clId="{C4E2F155-1101-4902-976B-AD814EDA6EB0}" dt="2024-11-06T14:23:18.071" v="1122" actId="20577"/>
        <pc:sldMkLst>
          <pc:docMk/>
          <pc:sldMk cId="1794454954" sldId="293"/>
        </pc:sldMkLst>
        <pc:spChg chg="mod">
          <ac:chgData name="Yan Li" userId="8c31b902-5b3a-4bc1-a03f-ce296c1668b4" providerId="ADAL" clId="{C4E2F155-1101-4902-976B-AD814EDA6EB0}" dt="2024-11-06T14:23:18.071" v="1122" actId="20577"/>
          <ac:spMkLst>
            <pc:docMk/>
            <pc:sldMk cId="1794454954" sldId="293"/>
            <ac:spMk id="3" creationId="{829828C6-6D41-BE5B-CC0A-8492B54C3375}"/>
          </ac:spMkLst>
        </pc:spChg>
      </pc:sldChg>
      <pc:sldChg chg="addSp delSp modSp mod">
        <pc:chgData name="Yan Li" userId="8c31b902-5b3a-4bc1-a03f-ce296c1668b4" providerId="ADAL" clId="{C4E2F155-1101-4902-976B-AD814EDA6EB0}" dt="2024-11-05T15:01:25.385" v="239" actId="5793"/>
        <pc:sldMkLst>
          <pc:docMk/>
          <pc:sldMk cId="3269129918" sldId="295"/>
        </pc:sldMkLst>
        <pc:spChg chg="del mod">
          <ac:chgData name="Yan Li" userId="8c31b902-5b3a-4bc1-a03f-ce296c1668b4" providerId="ADAL" clId="{C4E2F155-1101-4902-976B-AD814EDA6EB0}" dt="2024-11-05T14:48:42.864" v="181" actId="478"/>
          <ac:spMkLst>
            <pc:docMk/>
            <pc:sldMk cId="3269129918" sldId="295"/>
            <ac:spMk id="3" creationId="{829828C6-6D41-BE5B-CC0A-8492B54C3375}"/>
          </ac:spMkLst>
        </pc:spChg>
        <pc:spChg chg="add mod">
          <ac:chgData name="Yan Li" userId="8c31b902-5b3a-4bc1-a03f-ce296c1668b4" providerId="ADAL" clId="{C4E2F155-1101-4902-976B-AD814EDA6EB0}" dt="2024-11-05T15:01:25.385" v="239" actId="5793"/>
          <ac:spMkLst>
            <pc:docMk/>
            <pc:sldMk cId="3269129918" sldId="295"/>
            <ac:spMk id="4" creationId="{FFA41813-DCCE-D6FC-ACEB-F911154E3D57}"/>
          </ac:spMkLst>
        </pc:spChg>
        <pc:spChg chg="mod">
          <ac:chgData name="Yan Li" userId="8c31b902-5b3a-4bc1-a03f-ce296c1668b4" providerId="ADAL" clId="{C4E2F155-1101-4902-976B-AD814EDA6EB0}" dt="2024-11-05T14:53:11.413" v="201" actId="20577"/>
          <ac:spMkLst>
            <pc:docMk/>
            <pc:sldMk cId="3269129918" sldId="295"/>
            <ac:spMk id="5" creationId="{87397B05-2868-01CF-5915-644A9A5CFD2E}"/>
          </ac:spMkLst>
        </pc:spChg>
        <pc:picChg chg="mod">
          <ac:chgData name="Yan Li" userId="8c31b902-5b3a-4bc1-a03f-ce296c1668b4" providerId="ADAL" clId="{C4E2F155-1101-4902-976B-AD814EDA6EB0}" dt="2024-11-05T15:01:15.287" v="236" actId="14100"/>
          <ac:picMkLst>
            <pc:docMk/>
            <pc:sldMk cId="3269129918" sldId="295"/>
            <ac:picMk id="20" creationId="{249F419D-A800-E75F-4E48-4FB3E8C57A33}"/>
          </ac:picMkLst>
        </pc:picChg>
      </pc:sldChg>
      <pc:sldChg chg="addSp delSp modSp mod">
        <pc:chgData name="Yan Li" userId="8c31b902-5b3a-4bc1-a03f-ce296c1668b4" providerId="ADAL" clId="{C4E2F155-1101-4902-976B-AD814EDA6EB0}" dt="2024-11-05T15:19:02.434" v="346" actId="20577"/>
        <pc:sldMkLst>
          <pc:docMk/>
          <pc:sldMk cId="696899848" sldId="300"/>
        </pc:sldMkLst>
        <pc:spChg chg="mod">
          <ac:chgData name="Yan Li" userId="8c31b902-5b3a-4bc1-a03f-ce296c1668b4" providerId="ADAL" clId="{C4E2F155-1101-4902-976B-AD814EDA6EB0}" dt="2024-11-05T15:19:02.434" v="346" actId="20577"/>
          <ac:spMkLst>
            <pc:docMk/>
            <pc:sldMk cId="696899848" sldId="300"/>
            <ac:spMk id="3" creationId="{829828C6-6D41-BE5B-CC0A-8492B54C3375}"/>
          </ac:spMkLst>
        </pc:spChg>
        <pc:spChg chg="mod">
          <ac:chgData name="Yan Li" userId="8c31b902-5b3a-4bc1-a03f-ce296c1668b4" providerId="ADAL" clId="{C4E2F155-1101-4902-976B-AD814EDA6EB0}" dt="2024-11-05T15:02:39.189" v="273" actId="20577"/>
          <ac:spMkLst>
            <pc:docMk/>
            <pc:sldMk cId="696899848" sldId="300"/>
            <ac:spMk id="5" creationId="{87397B05-2868-01CF-5915-644A9A5CFD2E}"/>
          </ac:spMkLst>
        </pc:spChg>
        <pc:picChg chg="add del mod">
          <ac:chgData name="Yan Li" userId="8c31b902-5b3a-4bc1-a03f-ce296c1668b4" providerId="ADAL" clId="{C4E2F155-1101-4902-976B-AD814EDA6EB0}" dt="2024-11-05T15:07:00.848" v="286" actId="478"/>
          <ac:picMkLst>
            <pc:docMk/>
            <pc:sldMk cId="696899848" sldId="300"/>
            <ac:picMk id="4" creationId="{214D76E7-093B-BBC8-0E12-F8C62F1D0E49}"/>
          </ac:picMkLst>
        </pc:picChg>
        <pc:picChg chg="add mod">
          <ac:chgData name="Yan Li" userId="8c31b902-5b3a-4bc1-a03f-ce296c1668b4" providerId="ADAL" clId="{C4E2F155-1101-4902-976B-AD814EDA6EB0}" dt="2024-11-05T15:17:51.683" v="345" actId="1076"/>
          <ac:picMkLst>
            <pc:docMk/>
            <pc:sldMk cId="696899848" sldId="300"/>
            <ac:picMk id="7" creationId="{C4AC479D-25B1-D3F3-0FA5-0416B039DDA3}"/>
          </ac:picMkLst>
        </pc:picChg>
        <pc:picChg chg="mod">
          <ac:chgData name="Yan Li" userId="8c31b902-5b3a-4bc1-a03f-ce296c1668b4" providerId="ADAL" clId="{C4E2F155-1101-4902-976B-AD814EDA6EB0}" dt="2024-11-05T15:12:46.209" v="326" actId="14100"/>
          <ac:picMkLst>
            <pc:docMk/>
            <pc:sldMk cId="696899848" sldId="300"/>
            <ac:picMk id="20" creationId="{249F419D-A800-E75F-4E48-4FB3E8C57A33}"/>
          </ac:picMkLst>
        </pc:picChg>
      </pc:sldChg>
      <pc:sldChg chg="modSp mod">
        <pc:chgData name="Yan Li" userId="8c31b902-5b3a-4bc1-a03f-ce296c1668b4" providerId="ADAL" clId="{C4E2F155-1101-4902-976B-AD814EDA6EB0}" dt="2024-11-06T13:00:04" v="901" actId="20577"/>
        <pc:sldMkLst>
          <pc:docMk/>
          <pc:sldMk cId="3436863494" sldId="319"/>
        </pc:sldMkLst>
        <pc:spChg chg="mod">
          <ac:chgData name="Yan Li" userId="8c31b902-5b3a-4bc1-a03f-ce296c1668b4" providerId="ADAL" clId="{C4E2F155-1101-4902-976B-AD814EDA6EB0}" dt="2024-11-06T13:00:04" v="901" actId="20577"/>
          <ac:spMkLst>
            <pc:docMk/>
            <pc:sldMk cId="3436863494" sldId="319"/>
            <ac:spMk id="4" creationId="{30951C18-5F04-0ADC-AA5B-F9361C27145B}"/>
          </ac:spMkLst>
        </pc:spChg>
        <pc:spChg chg="mod">
          <ac:chgData name="Yan Li" userId="8c31b902-5b3a-4bc1-a03f-ce296c1668b4" providerId="ADAL" clId="{C4E2F155-1101-4902-976B-AD814EDA6EB0}" dt="2024-11-06T11:43:15.688" v="444" actId="20577"/>
          <ac:spMkLst>
            <pc:docMk/>
            <pc:sldMk cId="3436863494" sldId="319"/>
            <ac:spMk id="5" creationId="{7149A279-22E5-008F-CE27-2439FEF45226}"/>
          </ac:spMkLst>
        </pc:spChg>
      </pc:sldChg>
      <pc:sldChg chg="addSp delSp modSp mod">
        <pc:chgData name="Yan Li" userId="8c31b902-5b3a-4bc1-a03f-ce296c1668b4" providerId="ADAL" clId="{C4E2F155-1101-4902-976B-AD814EDA6EB0}" dt="2024-11-06T11:43:25.875" v="446"/>
        <pc:sldMkLst>
          <pc:docMk/>
          <pc:sldMk cId="1098509633" sldId="321"/>
        </pc:sldMkLst>
        <pc:spChg chg="del">
          <ac:chgData name="Yan Li" userId="8c31b902-5b3a-4bc1-a03f-ce296c1668b4" providerId="ADAL" clId="{C4E2F155-1101-4902-976B-AD814EDA6EB0}" dt="2024-11-06T11:33:33.596" v="403" actId="478"/>
          <ac:spMkLst>
            <pc:docMk/>
            <pc:sldMk cId="1098509633" sldId="321"/>
            <ac:spMk id="3" creationId="{82E84098-41FA-CAB6-9D42-471B7E8D89F7}"/>
          </ac:spMkLst>
        </pc:spChg>
        <pc:spChg chg="mod">
          <ac:chgData name="Yan Li" userId="8c31b902-5b3a-4bc1-a03f-ce296c1668b4" providerId="ADAL" clId="{C4E2F155-1101-4902-976B-AD814EDA6EB0}" dt="2024-11-06T11:43:25.875" v="446"/>
          <ac:spMkLst>
            <pc:docMk/>
            <pc:sldMk cId="1098509633" sldId="321"/>
            <ac:spMk id="5" creationId="{832E6F5A-1799-BE8F-02B6-2C8DB4861D8F}"/>
          </ac:spMkLst>
        </pc:spChg>
        <pc:spChg chg="add mod">
          <ac:chgData name="Yan Li" userId="8c31b902-5b3a-4bc1-a03f-ce296c1668b4" providerId="ADAL" clId="{C4E2F155-1101-4902-976B-AD814EDA6EB0}" dt="2024-11-06T11:42:11.305" v="432" actId="1076"/>
          <ac:spMkLst>
            <pc:docMk/>
            <pc:sldMk cId="1098509633" sldId="321"/>
            <ac:spMk id="7" creationId="{95ED1CE4-F2AF-E657-17ED-8CE3B5AA5F6A}"/>
          </ac:spMkLst>
        </pc:spChg>
        <pc:picChg chg="add mod">
          <ac:chgData name="Yan Li" userId="8c31b902-5b3a-4bc1-a03f-ce296c1668b4" providerId="ADAL" clId="{C4E2F155-1101-4902-976B-AD814EDA6EB0}" dt="2024-11-06T11:42:13.586" v="433" actId="1076"/>
          <ac:picMkLst>
            <pc:docMk/>
            <pc:sldMk cId="1098509633" sldId="321"/>
            <ac:picMk id="4" creationId="{E5DCC34A-A0E4-E281-D5C5-8858C7A46EB1}"/>
          </ac:picMkLst>
        </pc:picChg>
        <pc:picChg chg="mod">
          <ac:chgData name="Yan Li" userId="8c31b902-5b3a-4bc1-a03f-ce296c1668b4" providerId="ADAL" clId="{C4E2F155-1101-4902-976B-AD814EDA6EB0}" dt="2024-11-06T11:37:03.821" v="412" actId="14100"/>
          <ac:picMkLst>
            <pc:docMk/>
            <pc:sldMk cId="1098509633" sldId="321"/>
            <ac:picMk id="20" creationId="{019DE354-C5E6-FC88-AF38-3B88A1426EAA}"/>
          </ac:picMkLst>
        </pc:picChg>
      </pc:sldChg>
      <pc:sldChg chg="del">
        <pc:chgData name="Yan Li" userId="8c31b902-5b3a-4bc1-a03f-ce296c1668b4" providerId="ADAL" clId="{C4E2F155-1101-4902-976B-AD814EDA6EB0}" dt="2024-11-06T12:09:38.720" v="618" actId="2696"/>
        <pc:sldMkLst>
          <pc:docMk/>
          <pc:sldMk cId="691252314" sldId="322"/>
        </pc:sldMkLst>
      </pc:sldChg>
      <pc:sldChg chg="del">
        <pc:chgData name="Yan Li" userId="8c31b902-5b3a-4bc1-a03f-ce296c1668b4" providerId="ADAL" clId="{C4E2F155-1101-4902-976B-AD814EDA6EB0}" dt="2024-11-06T12:09:38.720" v="618" actId="2696"/>
        <pc:sldMkLst>
          <pc:docMk/>
          <pc:sldMk cId="1850744412" sldId="323"/>
        </pc:sldMkLst>
      </pc:sldChg>
      <pc:sldChg chg="del">
        <pc:chgData name="Yan Li" userId="8c31b902-5b3a-4bc1-a03f-ce296c1668b4" providerId="ADAL" clId="{C4E2F155-1101-4902-976B-AD814EDA6EB0}" dt="2024-11-06T12:09:46.871" v="619" actId="2696"/>
        <pc:sldMkLst>
          <pc:docMk/>
          <pc:sldMk cId="741622981" sldId="324"/>
        </pc:sldMkLst>
      </pc:sldChg>
      <pc:sldChg chg="del">
        <pc:chgData name="Yan Li" userId="8c31b902-5b3a-4bc1-a03f-ce296c1668b4" providerId="ADAL" clId="{C4E2F155-1101-4902-976B-AD814EDA6EB0}" dt="2024-11-06T12:10:06.607" v="621" actId="2696"/>
        <pc:sldMkLst>
          <pc:docMk/>
          <pc:sldMk cId="4079775847" sldId="325"/>
        </pc:sldMkLst>
      </pc:sldChg>
      <pc:sldChg chg="del">
        <pc:chgData name="Yan Li" userId="8c31b902-5b3a-4bc1-a03f-ce296c1668b4" providerId="ADAL" clId="{C4E2F155-1101-4902-976B-AD814EDA6EB0}" dt="2024-11-06T12:09:55.478" v="620" actId="2696"/>
        <pc:sldMkLst>
          <pc:docMk/>
          <pc:sldMk cId="615808774" sldId="326"/>
        </pc:sldMkLst>
      </pc:sldChg>
      <pc:sldChg chg="del">
        <pc:chgData name="Yan Li" userId="8c31b902-5b3a-4bc1-a03f-ce296c1668b4" providerId="ADAL" clId="{C4E2F155-1101-4902-976B-AD814EDA6EB0}" dt="2024-11-06T12:10:11.834" v="622" actId="2696"/>
        <pc:sldMkLst>
          <pc:docMk/>
          <pc:sldMk cId="996495019" sldId="327"/>
        </pc:sldMkLst>
      </pc:sldChg>
      <pc:sldChg chg="del">
        <pc:chgData name="Yan Li" userId="8c31b902-5b3a-4bc1-a03f-ce296c1668b4" providerId="ADAL" clId="{C4E2F155-1101-4902-976B-AD814EDA6EB0}" dt="2024-11-06T12:09:38.720" v="618" actId="2696"/>
        <pc:sldMkLst>
          <pc:docMk/>
          <pc:sldMk cId="1882390377" sldId="328"/>
        </pc:sldMkLst>
      </pc:sldChg>
      <pc:sldChg chg="del">
        <pc:chgData name="Yan Li" userId="8c31b902-5b3a-4bc1-a03f-ce296c1668b4" providerId="ADAL" clId="{C4E2F155-1101-4902-976B-AD814EDA6EB0}" dt="2024-11-06T12:09:38.720" v="618" actId="2696"/>
        <pc:sldMkLst>
          <pc:docMk/>
          <pc:sldMk cId="387663868" sldId="329"/>
        </pc:sldMkLst>
      </pc:sldChg>
      <pc:sldChg chg="del">
        <pc:chgData name="Yan Li" userId="8c31b902-5b3a-4bc1-a03f-ce296c1668b4" providerId="ADAL" clId="{C4E2F155-1101-4902-976B-AD814EDA6EB0}" dt="2024-11-06T12:09:46.871" v="619" actId="2696"/>
        <pc:sldMkLst>
          <pc:docMk/>
          <pc:sldMk cId="2816459871" sldId="330"/>
        </pc:sldMkLst>
      </pc:sldChg>
      <pc:sldChg chg="del">
        <pc:chgData name="Yan Li" userId="8c31b902-5b3a-4bc1-a03f-ce296c1668b4" providerId="ADAL" clId="{C4E2F155-1101-4902-976B-AD814EDA6EB0}" dt="2024-11-06T12:09:46.871" v="619" actId="2696"/>
        <pc:sldMkLst>
          <pc:docMk/>
          <pc:sldMk cId="3731506154" sldId="331"/>
        </pc:sldMkLst>
      </pc:sldChg>
      <pc:sldChg chg="del">
        <pc:chgData name="Yan Li" userId="8c31b902-5b3a-4bc1-a03f-ce296c1668b4" providerId="ADAL" clId="{C4E2F155-1101-4902-976B-AD814EDA6EB0}" dt="2024-11-06T12:10:06.607" v="621" actId="2696"/>
        <pc:sldMkLst>
          <pc:docMk/>
          <pc:sldMk cId="3283541475" sldId="332"/>
        </pc:sldMkLst>
      </pc:sldChg>
      <pc:sldChg chg="del">
        <pc:chgData name="Yan Li" userId="8c31b902-5b3a-4bc1-a03f-ce296c1668b4" providerId="ADAL" clId="{C4E2F155-1101-4902-976B-AD814EDA6EB0}" dt="2024-11-06T12:10:06.607" v="621" actId="2696"/>
        <pc:sldMkLst>
          <pc:docMk/>
          <pc:sldMk cId="1257242487" sldId="333"/>
        </pc:sldMkLst>
      </pc:sldChg>
      <pc:sldChg chg="del">
        <pc:chgData name="Yan Li" userId="8c31b902-5b3a-4bc1-a03f-ce296c1668b4" providerId="ADAL" clId="{C4E2F155-1101-4902-976B-AD814EDA6EB0}" dt="2024-11-06T12:10:06.607" v="621" actId="2696"/>
        <pc:sldMkLst>
          <pc:docMk/>
          <pc:sldMk cId="4267529664" sldId="334"/>
        </pc:sldMkLst>
      </pc:sldChg>
      <pc:sldChg chg="del">
        <pc:chgData name="Yan Li" userId="8c31b902-5b3a-4bc1-a03f-ce296c1668b4" providerId="ADAL" clId="{C4E2F155-1101-4902-976B-AD814EDA6EB0}" dt="2024-11-06T12:09:22.684" v="617" actId="2696"/>
        <pc:sldMkLst>
          <pc:docMk/>
          <pc:sldMk cId="2879821114" sldId="335"/>
        </pc:sldMkLst>
      </pc:sldChg>
      <pc:sldChg chg="del">
        <pc:chgData name="Yan Li" userId="8c31b902-5b3a-4bc1-a03f-ce296c1668b4" providerId="ADAL" clId="{C4E2F155-1101-4902-976B-AD814EDA6EB0}" dt="2024-11-06T12:09:22.684" v="617" actId="2696"/>
        <pc:sldMkLst>
          <pc:docMk/>
          <pc:sldMk cId="3978917725" sldId="336"/>
        </pc:sldMkLst>
      </pc:sldChg>
      <pc:sldChg chg="del">
        <pc:chgData name="Yan Li" userId="8c31b902-5b3a-4bc1-a03f-ce296c1668b4" providerId="ADAL" clId="{C4E2F155-1101-4902-976B-AD814EDA6EB0}" dt="2024-11-06T12:09:22.684" v="617" actId="2696"/>
        <pc:sldMkLst>
          <pc:docMk/>
          <pc:sldMk cId="376288019" sldId="337"/>
        </pc:sldMkLst>
      </pc:sldChg>
      <pc:sldChg chg="del">
        <pc:chgData name="Yan Li" userId="8c31b902-5b3a-4bc1-a03f-ce296c1668b4" providerId="ADAL" clId="{C4E2F155-1101-4902-976B-AD814EDA6EB0}" dt="2024-11-06T12:09:22.684" v="617" actId="2696"/>
        <pc:sldMkLst>
          <pc:docMk/>
          <pc:sldMk cId="3560696774" sldId="338"/>
        </pc:sldMkLst>
      </pc:sldChg>
      <pc:sldChg chg="del">
        <pc:chgData name="Yan Li" userId="8c31b902-5b3a-4bc1-a03f-ce296c1668b4" providerId="ADAL" clId="{C4E2F155-1101-4902-976B-AD814EDA6EB0}" dt="2024-11-06T12:09:22.684" v="617" actId="2696"/>
        <pc:sldMkLst>
          <pc:docMk/>
          <pc:sldMk cId="1690535253" sldId="339"/>
        </pc:sldMkLst>
      </pc:sldChg>
      <pc:sldChg chg="addSp delSp modSp add mod">
        <pc:chgData name="Yan Li" userId="8c31b902-5b3a-4bc1-a03f-ce296c1668b4" providerId="ADAL" clId="{C4E2F155-1101-4902-976B-AD814EDA6EB0}" dt="2024-11-06T12:00:30.629" v="566"/>
        <pc:sldMkLst>
          <pc:docMk/>
          <pc:sldMk cId="4010491535" sldId="340"/>
        </pc:sldMkLst>
        <pc:spChg chg="del">
          <ac:chgData name="Yan Li" userId="8c31b902-5b3a-4bc1-a03f-ce296c1668b4" providerId="ADAL" clId="{C4E2F155-1101-4902-976B-AD814EDA6EB0}" dt="2024-11-06T11:54:59.750" v="536" actId="478"/>
          <ac:spMkLst>
            <pc:docMk/>
            <pc:sldMk cId="4010491535" sldId="340"/>
            <ac:spMk id="3" creationId="{33673D7E-6576-2034-B957-7D4889B88292}"/>
          </ac:spMkLst>
        </pc:spChg>
        <pc:spChg chg="mod">
          <ac:chgData name="Yan Li" userId="8c31b902-5b3a-4bc1-a03f-ce296c1668b4" providerId="ADAL" clId="{C4E2F155-1101-4902-976B-AD814EDA6EB0}" dt="2024-11-06T11:59:53.714" v="558" actId="27636"/>
          <ac:spMkLst>
            <pc:docMk/>
            <pc:sldMk cId="4010491535" sldId="340"/>
            <ac:spMk id="5" creationId="{DCF120EF-D26C-7C04-0503-5CCCECF649DF}"/>
          </ac:spMkLst>
        </pc:spChg>
        <pc:picChg chg="add mod">
          <ac:chgData name="Yan Li" userId="8c31b902-5b3a-4bc1-a03f-ce296c1668b4" providerId="ADAL" clId="{C4E2F155-1101-4902-976B-AD814EDA6EB0}" dt="2024-11-06T11:59:58.734" v="561" actId="14100"/>
          <ac:picMkLst>
            <pc:docMk/>
            <pc:sldMk cId="4010491535" sldId="340"/>
            <ac:picMk id="4" creationId="{58562801-C781-9A2B-B41E-DE196CA7062A}"/>
          </ac:picMkLst>
        </pc:picChg>
        <pc:picChg chg="add mod">
          <ac:chgData name="Yan Li" userId="8c31b902-5b3a-4bc1-a03f-ce296c1668b4" providerId="ADAL" clId="{C4E2F155-1101-4902-976B-AD814EDA6EB0}" dt="2024-11-06T11:59:33.950" v="550" actId="1076"/>
          <ac:picMkLst>
            <pc:docMk/>
            <pc:sldMk cId="4010491535" sldId="340"/>
            <ac:picMk id="7" creationId="{D0744402-9D22-B93F-6A02-D6A7C9A23EA6}"/>
          </ac:picMkLst>
        </pc:picChg>
        <pc:picChg chg="add mod">
          <ac:chgData name="Yan Li" userId="8c31b902-5b3a-4bc1-a03f-ce296c1668b4" providerId="ADAL" clId="{C4E2F155-1101-4902-976B-AD814EDA6EB0}" dt="2024-11-06T12:00:01.104" v="562" actId="14100"/>
          <ac:picMkLst>
            <pc:docMk/>
            <pc:sldMk cId="4010491535" sldId="340"/>
            <ac:picMk id="9" creationId="{DED7DADC-8243-8D6A-64F6-54BB8E036650}"/>
          </ac:picMkLst>
        </pc:picChg>
        <pc:inkChg chg="add del">
          <ac:chgData name="Yan Li" userId="8c31b902-5b3a-4bc1-a03f-ce296c1668b4" providerId="ADAL" clId="{C4E2F155-1101-4902-976B-AD814EDA6EB0}" dt="2024-11-06T12:00:30.629" v="566"/>
          <ac:inkMkLst>
            <pc:docMk/>
            <pc:sldMk cId="4010491535" sldId="340"/>
            <ac:inkMk id="10" creationId="{35707569-BE62-CDC7-53C8-272E05E435F6}"/>
          </ac:inkMkLst>
        </pc:inkChg>
        <pc:inkChg chg="add">
          <ac:chgData name="Yan Li" userId="8c31b902-5b3a-4bc1-a03f-ce296c1668b4" providerId="ADAL" clId="{C4E2F155-1101-4902-976B-AD814EDA6EB0}" dt="2024-11-06T12:00:17.718" v="564" actId="9405"/>
          <ac:inkMkLst>
            <pc:docMk/>
            <pc:sldMk cId="4010491535" sldId="340"/>
            <ac:inkMk id="11" creationId="{183D8827-27C1-9EB7-70E5-342E24F6B1C3}"/>
          </ac:inkMkLst>
        </pc:inkChg>
        <pc:inkChg chg="add">
          <ac:chgData name="Yan Li" userId="8c31b902-5b3a-4bc1-a03f-ce296c1668b4" providerId="ADAL" clId="{C4E2F155-1101-4902-976B-AD814EDA6EB0}" dt="2024-11-06T12:00:24.199" v="565" actId="9405"/>
          <ac:inkMkLst>
            <pc:docMk/>
            <pc:sldMk cId="4010491535" sldId="340"/>
            <ac:inkMk id="12" creationId="{42BD0030-93EB-EFB7-75E2-F76F0D3BBB00}"/>
          </ac:inkMkLst>
        </pc:inkChg>
      </pc:sldChg>
      <pc:sldChg chg="addSp delSp modSp add mod">
        <pc:chgData name="Yan Li" userId="8c31b902-5b3a-4bc1-a03f-ce296c1668b4" providerId="ADAL" clId="{C4E2F155-1101-4902-976B-AD814EDA6EB0}" dt="2024-11-06T11:50:19.457" v="465" actId="6549"/>
        <pc:sldMkLst>
          <pc:docMk/>
          <pc:sldMk cId="2729922169" sldId="341"/>
        </pc:sldMkLst>
        <pc:spChg chg="del">
          <ac:chgData name="Yan Li" userId="8c31b902-5b3a-4bc1-a03f-ce296c1668b4" providerId="ADAL" clId="{C4E2F155-1101-4902-976B-AD814EDA6EB0}" dt="2024-11-06T11:47:26.647" v="452" actId="478"/>
          <ac:spMkLst>
            <pc:docMk/>
            <pc:sldMk cId="2729922169" sldId="341"/>
            <ac:spMk id="4" creationId="{AEA61332-F43B-C50E-7637-63A870D36E95}"/>
          </ac:spMkLst>
        </pc:spChg>
        <pc:spChg chg="mod">
          <ac:chgData name="Yan Li" userId="8c31b902-5b3a-4bc1-a03f-ce296c1668b4" providerId="ADAL" clId="{C4E2F155-1101-4902-976B-AD814EDA6EB0}" dt="2024-11-06T11:46:45.297" v="451" actId="255"/>
          <ac:spMkLst>
            <pc:docMk/>
            <pc:sldMk cId="2729922169" sldId="341"/>
            <ac:spMk id="5" creationId="{7029AFA8-6431-BEDF-594C-103C8641DCC2}"/>
          </ac:spMkLst>
        </pc:spChg>
        <pc:spChg chg="add mod">
          <ac:chgData name="Yan Li" userId="8c31b902-5b3a-4bc1-a03f-ce296c1668b4" providerId="ADAL" clId="{C4E2F155-1101-4902-976B-AD814EDA6EB0}" dt="2024-11-06T11:50:19.457" v="465" actId="6549"/>
          <ac:spMkLst>
            <pc:docMk/>
            <pc:sldMk cId="2729922169" sldId="341"/>
            <ac:spMk id="7" creationId="{39A0A748-E077-9A75-75B7-E96C6FA110CA}"/>
          </ac:spMkLst>
        </pc:spChg>
        <pc:picChg chg="add mod">
          <ac:chgData name="Yan Li" userId="8c31b902-5b3a-4bc1-a03f-ce296c1668b4" providerId="ADAL" clId="{C4E2F155-1101-4902-976B-AD814EDA6EB0}" dt="2024-11-06T11:47:29.559" v="454" actId="1076"/>
          <ac:picMkLst>
            <pc:docMk/>
            <pc:sldMk cId="2729922169" sldId="341"/>
            <ac:picMk id="3" creationId="{6B360DF2-682E-E99B-1A9D-493BAC136C37}"/>
          </ac:picMkLst>
        </pc:picChg>
        <pc:picChg chg="mod">
          <ac:chgData name="Yan Li" userId="8c31b902-5b3a-4bc1-a03f-ce296c1668b4" providerId="ADAL" clId="{C4E2F155-1101-4902-976B-AD814EDA6EB0}" dt="2024-11-06T11:47:32.822" v="455" actId="14100"/>
          <ac:picMkLst>
            <pc:docMk/>
            <pc:sldMk cId="2729922169" sldId="341"/>
            <ac:picMk id="20" creationId="{E41D744F-C1C5-E628-D31C-7916F5EC9BD1}"/>
          </ac:picMkLst>
        </pc:picChg>
      </pc:sldChg>
      <pc:sldChg chg="addSp delSp modSp add mod">
        <pc:chgData name="Yan Li" userId="8c31b902-5b3a-4bc1-a03f-ce296c1668b4" providerId="ADAL" clId="{C4E2F155-1101-4902-976B-AD814EDA6EB0}" dt="2024-11-06T11:43:29.853" v="447"/>
        <pc:sldMkLst>
          <pc:docMk/>
          <pc:sldMk cId="615902538" sldId="342"/>
        </pc:sldMkLst>
        <pc:spChg chg="mod">
          <ac:chgData name="Yan Li" userId="8c31b902-5b3a-4bc1-a03f-ce296c1668b4" providerId="ADAL" clId="{C4E2F155-1101-4902-976B-AD814EDA6EB0}" dt="2024-11-06T11:43:29.853" v="447"/>
          <ac:spMkLst>
            <pc:docMk/>
            <pc:sldMk cId="615902538" sldId="342"/>
            <ac:spMk id="5" creationId="{C6400C43-C22C-AC72-67C6-2CD8FDBE5AEC}"/>
          </ac:spMkLst>
        </pc:spChg>
        <pc:spChg chg="del">
          <ac:chgData name="Yan Li" userId="8c31b902-5b3a-4bc1-a03f-ce296c1668b4" providerId="ADAL" clId="{C4E2F155-1101-4902-976B-AD814EDA6EB0}" dt="2024-11-06T11:37:16.625" v="416" actId="478"/>
          <ac:spMkLst>
            <pc:docMk/>
            <pc:sldMk cId="615902538" sldId="342"/>
            <ac:spMk id="7" creationId="{821BA218-14C8-76BE-8388-742FCC5510DC}"/>
          </ac:spMkLst>
        </pc:spChg>
        <pc:spChg chg="add mod">
          <ac:chgData name="Yan Li" userId="8c31b902-5b3a-4bc1-a03f-ce296c1668b4" providerId="ADAL" clId="{C4E2F155-1101-4902-976B-AD814EDA6EB0}" dt="2024-11-06T11:38:02.575" v="423" actId="1076"/>
          <ac:spMkLst>
            <pc:docMk/>
            <pc:sldMk cId="615902538" sldId="342"/>
            <ac:spMk id="8" creationId="{990660CE-A4E7-F477-8606-F1C18A70A1E7}"/>
          </ac:spMkLst>
        </pc:spChg>
        <pc:picChg chg="add mod">
          <ac:chgData name="Yan Li" userId="8c31b902-5b3a-4bc1-a03f-ce296c1668b4" providerId="ADAL" clId="{C4E2F155-1101-4902-976B-AD814EDA6EB0}" dt="2024-11-06T11:37:42.768" v="421" actId="14100"/>
          <ac:picMkLst>
            <pc:docMk/>
            <pc:sldMk cId="615902538" sldId="342"/>
            <ac:picMk id="3" creationId="{1DC67ADA-BEF6-2688-5A38-98C66EE46EF5}"/>
          </ac:picMkLst>
        </pc:picChg>
        <pc:picChg chg="del">
          <ac:chgData name="Yan Li" userId="8c31b902-5b3a-4bc1-a03f-ce296c1668b4" providerId="ADAL" clId="{C4E2F155-1101-4902-976B-AD814EDA6EB0}" dt="2024-11-06T11:37:13.182" v="415" actId="478"/>
          <ac:picMkLst>
            <pc:docMk/>
            <pc:sldMk cId="615902538" sldId="342"/>
            <ac:picMk id="4" creationId="{D46930CC-1F77-D6CD-0F7C-6D6ED706F0C7}"/>
          </ac:picMkLst>
        </pc:picChg>
      </pc:sldChg>
      <pc:sldChg chg="addSp delSp modSp add mod">
        <pc:chgData name="Yan Li" userId="8c31b902-5b3a-4bc1-a03f-ce296c1668b4" providerId="ADAL" clId="{C4E2F155-1101-4902-976B-AD814EDA6EB0}" dt="2024-11-08T18:42:43.343" v="1203" actId="9405"/>
        <pc:sldMkLst>
          <pc:docMk/>
          <pc:sldMk cId="1596888733" sldId="343"/>
        </pc:sldMkLst>
        <pc:spChg chg="mod">
          <ac:chgData name="Yan Li" userId="8c31b902-5b3a-4bc1-a03f-ce296c1668b4" providerId="ADAL" clId="{C4E2F155-1101-4902-976B-AD814EDA6EB0}" dt="2024-11-06T12:04:32.836" v="608" actId="20577"/>
          <ac:spMkLst>
            <pc:docMk/>
            <pc:sldMk cId="1596888733" sldId="343"/>
            <ac:spMk id="5" creationId="{FC6E9D25-EEEF-B999-D7D7-14A6B2955DEA}"/>
          </ac:spMkLst>
        </pc:spChg>
        <pc:picChg chg="add mod">
          <ac:chgData name="Yan Li" userId="8c31b902-5b3a-4bc1-a03f-ce296c1668b4" providerId="ADAL" clId="{C4E2F155-1101-4902-976B-AD814EDA6EB0}" dt="2024-11-06T12:07:55.475" v="613" actId="1076"/>
          <ac:picMkLst>
            <pc:docMk/>
            <pc:sldMk cId="1596888733" sldId="343"/>
            <ac:picMk id="3" creationId="{AA105B26-82CC-8717-EA67-C5CC43A85FDF}"/>
          </ac:picMkLst>
        </pc:picChg>
        <pc:picChg chg="del">
          <ac:chgData name="Yan Li" userId="8c31b902-5b3a-4bc1-a03f-ce296c1668b4" providerId="ADAL" clId="{C4E2F155-1101-4902-976B-AD814EDA6EB0}" dt="2024-11-06T12:06:12.051" v="609" actId="478"/>
          <ac:picMkLst>
            <pc:docMk/>
            <pc:sldMk cId="1596888733" sldId="343"/>
            <ac:picMk id="4" creationId="{40D89701-E2F6-E402-B821-3BE95EAB5579}"/>
          </ac:picMkLst>
        </pc:picChg>
        <pc:picChg chg="del">
          <ac:chgData name="Yan Li" userId="8c31b902-5b3a-4bc1-a03f-ce296c1668b4" providerId="ADAL" clId="{C4E2F155-1101-4902-976B-AD814EDA6EB0}" dt="2024-11-06T12:06:16.458" v="611" actId="478"/>
          <ac:picMkLst>
            <pc:docMk/>
            <pc:sldMk cId="1596888733" sldId="343"/>
            <ac:picMk id="7" creationId="{009A3800-BA6F-61E2-E580-6CEDCF1085D3}"/>
          </ac:picMkLst>
        </pc:picChg>
        <pc:picChg chg="add mod">
          <ac:chgData name="Yan Li" userId="8c31b902-5b3a-4bc1-a03f-ce296c1668b4" providerId="ADAL" clId="{C4E2F155-1101-4902-976B-AD814EDA6EB0}" dt="2024-11-06T12:08:19.538" v="616" actId="14100"/>
          <ac:picMkLst>
            <pc:docMk/>
            <pc:sldMk cId="1596888733" sldId="343"/>
            <ac:picMk id="8" creationId="{B69C4DC1-6CFF-F7DB-0C86-A52F751ADD61}"/>
          </ac:picMkLst>
        </pc:picChg>
        <pc:picChg chg="del">
          <ac:chgData name="Yan Li" userId="8c31b902-5b3a-4bc1-a03f-ce296c1668b4" providerId="ADAL" clId="{C4E2F155-1101-4902-976B-AD814EDA6EB0}" dt="2024-11-06T12:06:14.876" v="610" actId="478"/>
          <ac:picMkLst>
            <pc:docMk/>
            <pc:sldMk cId="1596888733" sldId="343"/>
            <ac:picMk id="9" creationId="{11AE0821-058A-E40D-11EF-1D01173C888E}"/>
          </ac:picMkLst>
        </pc:picChg>
        <pc:inkChg chg="add del">
          <ac:chgData name="Yan Li" userId="8c31b902-5b3a-4bc1-a03f-ce296c1668b4" providerId="ADAL" clId="{C4E2F155-1101-4902-976B-AD814EDA6EB0}" dt="2024-11-08T18:42:25.304" v="1199" actId="9405"/>
          <ac:inkMkLst>
            <pc:docMk/>
            <pc:sldMk cId="1596888733" sldId="343"/>
            <ac:inkMk id="2" creationId="{6D0973FC-9B8E-CC73-BFAA-DDA2EAD34A08}"/>
          </ac:inkMkLst>
        </pc:inkChg>
        <pc:inkChg chg="add">
          <ac:chgData name="Yan Li" userId="8c31b902-5b3a-4bc1-a03f-ce296c1668b4" providerId="ADAL" clId="{C4E2F155-1101-4902-976B-AD814EDA6EB0}" dt="2024-11-08T18:42:30.163" v="1200" actId="9405"/>
          <ac:inkMkLst>
            <pc:docMk/>
            <pc:sldMk cId="1596888733" sldId="343"/>
            <ac:inkMk id="4" creationId="{F83A9111-550B-FCA6-28B4-F34F19B86FD2}"/>
          </ac:inkMkLst>
        </pc:inkChg>
        <pc:inkChg chg="add">
          <ac:chgData name="Yan Li" userId="8c31b902-5b3a-4bc1-a03f-ce296c1668b4" providerId="ADAL" clId="{C4E2F155-1101-4902-976B-AD814EDA6EB0}" dt="2024-11-08T18:42:34.154" v="1201" actId="9405"/>
          <ac:inkMkLst>
            <pc:docMk/>
            <pc:sldMk cId="1596888733" sldId="343"/>
            <ac:inkMk id="6" creationId="{57203EED-5F6D-2FBD-0504-D6605DF2A926}"/>
          </ac:inkMkLst>
        </pc:inkChg>
        <pc:inkChg chg="add">
          <ac:chgData name="Yan Li" userId="8c31b902-5b3a-4bc1-a03f-ce296c1668b4" providerId="ADAL" clId="{C4E2F155-1101-4902-976B-AD814EDA6EB0}" dt="2024-11-08T18:42:38.506" v="1202" actId="9405"/>
          <ac:inkMkLst>
            <pc:docMk/>
            <pc:sldMk cId="1596888733" sldId="343"/>
            <ac:inkMk id="7" creationId="{7F69D1CD-8380-E76B-10B0-2519BFA76FE7}"/>
          </ac:inkMkLst>
        </pc:inkChg>
        <pc:inkChg chg="add">
          <ac:chgData name="Yan Li" userId="8c31b902-5b3a-4bc1-a03f-ce296c1668b4" providerId="ADAL" clId="{C4E2F155-1101-4902-976B-AD814EDA6EB0}" dt="2024-11-08T18:42:43.343" v="1203" actId="9405"/>
          <ac:inkMkLst>
            <pc:docMk/>
            <pc:sldMk cId="1596888733" sldId="343"/>
            <ac:inkMk id="9" creationId="{9C57FA07-26F1-E781-30E9-49EFB2421D94}"/>
          </ac:inkMkLst>
        </pc:inkChg>
      </pc:sldChg>
      <pc:sldChg chg="addSp delSp modSp add mod">
        <pc:chgData name="Yan Li" userId="8c31b902-5b3a-4bc1-a03f-ce296c1668b4" providerId="ADAL" clId="{C4E2F155-1101-4902-976B-AD814EDA6EB0}" dt="2024-11-06T12:23:45.257" v="725" actId="113"/>
        <pc:sldMkLst>
          <pc:docMk/>
          <pc:sldMk cId="2204446780" sldId="344"/>
        </pc:sldMkLst>
        <pc:spChg chg="mod">
          <ac:chgData name="Yan Li" userId="8c31b902-5b3a-4bc1-a03f-ce296c1668b4" providerId="ADAL" clId="{C4E2F155-1101-4902-976B-AD814EDA6EB0}" dt="2024-11-06T12:11:48.196" v="669" actId="20577"/>
          <ac:spMkLst>
            <pc:docMk/>
            <pc:sldMk cId="2204446780" sldId="344"/>
            <ac:spMk id="5" creationId="{DB8A720A-238E-E828-8374-2DFCF55DD9B5}"/>
          </ac:spMkLst>
        </pc:spChg>
        <pc:spChg chg="add mod">
          <ac:chgData name="Yan Li" userId="8c31b902-5b3a-4bc1-a03f-ce296c1668b4" providerId="ADAL" clId="{C4E2F155-1101-4902-976B-AD814EDA6EB0}" dt="2024-11-06T12:23:45.257" v="725" actId="113"/>
          <ac:spMkLst>
            <pc:docMk/>
            <pc:sldMk cId="2204446780" sldId="344"/>
            <ac:spMk id="7" creationId="{669BCB69-F4A5-7B32-7E9F-B395E842B703}"/>
          </ac:spMkLst>
        </pc:spChg>
        <pc:picChg chg="del">
          <ac:chgData name="Yan Li" userId="8c31b902-5b3a-4bc1-a03f-ce296c1668b4" providerId="ADAL" clId="{C4E2F155-1101-4902-976B-AD814EDA6EB0}" dt="2024-11-06T12:11:58.611" v="670" actId="478"/>
          <ac:picMkLst>
            <pc:docMk/>
            <pc:sldMk cId="2204446780" sldId="344"/>
            <ac:picMk id="3" creationId="{B5A5983C-EBE0-BF0F-CFFF-0F6FDAC1ED99}"/>
          </ac:picMkLst>
        </pc:picChg>
        <pc:picChg chg="add mod">
          <ac:chgData name="Yan Li" userId="8c31b902-5b3a-4bc1-a03f-ce296c1668b4" providerId="ADAL" clId="{C4E2F155-1101-4902-976B-AD814EDA6EB0}" dt="2024-11-06T12:21:20.297" v="691" actId="14100"/>
          <ac:picMkLst>
            <pc:docMk/>
            <pc:sldMk cId="2204446780" sldId="344"/>
            <ac:picMk id="4" creationId="{A2468185-DB1E-0601-A639-6524F5D3678A}"/>
          </ac:picMkLst>
        </pc:picChg>
        <pc:picChg chg="del">
          <ac:chgData name="Yan Li" userId="8c31b902-5b3a-4bc1-a03f-ce296c1668b4" providerId="ADAL" clId="{C4E2F155-1101-4902-976B-AD814EDA6EB0}" dt="2024-11-06T12:12:00.788" v="671" actId="478"/>
          <ac:picMkLst>
            <pc:docMk/>
            <pc:sldMk cId="2204446780" sldId="344"/>
            <ac:picMk id="8" creationId="{032C63C5-A240-5630-90F5-9941CB1630A4}"/>
          </ac:picMkLst>
        </pc:picChg>
        <pc:picChg chg="mod">
          <ac:chgData name="Yan Li" userId="8c31b902-5b3a-4bc1-a03f-ce296c1668b4" providerId="ADAL" clId="{C4E2F155-1101-4902-976B-AD814EDA6EB0}" dt="2024-11-06T12:12:04.232" v="672" actId="14100"/>
          <ac:picMkLst>
            <pc:docMk/>
            <pc:sldMk cId="2204446780" sldId="344"/>
            <ac:picMk id="20" creationId="{3F7E7502-B34D-AF79-0F65-2684B19D47D1}"/>
          </ac:picMkLst>
        </pc:picChg>
        <pc:inkChg chg="add">
          <ac:chgData name="Yan Li" userId="8c31b902-5b3a-4bc1-a03f-ce296c1668b4" providerId="ADAL" clId="{C4E2F155-1101-4902-976B-AD814EDA6EB0}" dt="2024-11-06T12:18:28.211" v="684" actId="9405"/>
          <ac:inkMkLst>
            <pc:docMk/>
            <pc:sldMk cId="2204446780" sldId="344"/>
            <ac:inkMk id="9" creationId="{576DCE90-05A1-1BC5-0C11-DED66520FCAC}"/>
          </ac:inkMkLst>
        </pc:inkChg>
        <pc:inkChg chg="add">
          <ac:chgData name="Yan Li" userId="8c31b902-5b3a-4bc1-a03f-ce296c1668b4" providerId="ADAL" clId="{C4E2F155-1101-4902-976B-AD814EDA6EB0}" dt="2024-11-06T12:18:30.112" v="685" actId="9405"/>
          <ac:inkMkLst>
            <pc:docMk/>
            <pc:sldMk cId="2204446780" sldId="344"/>
            <ac:inkMk id="10" creationId="{F7C5E3EA-25D5-CD6A-660B-5554008EF9DE}"/>
          </ac:inkMkLst>
        </pc:inkChg>
        <pc:inkChg chg="del">
          <ac:chgData name="Yan Li" userId="8c31b902-5b3a-4bc1-a03f-ce296c1668b4" providerId="ADAL" clId="{C4E2F155-1101-4902-976B-AD814EDA6EB0}" dt="2024-11-06T12:21:24.631" v="692"/>
          <ac:inkMkLst>
            <pc:docMk/>
            <pc:sldMk cId="2204446780" sldId="344"/>
            <ac:inkMk id="11" creationId="{ED261A93-967C-05B9-83F2-6234025E630F}"/>
          </ac:inkMkLst>
        </pc:inkChg>
        <pc:inkChg chg="add">
          <ac:chgData name="Yan Li" userId="8c31b902-5b3a-4bc1-a03f-ce296c1668b4" providerId="ADAL" clId="{C4E2F155-1101-4902-976B-AD814EDA6EB0}" dt="2024-11-06T12:18:31.674" v="686" actId="9405"/>
          <ac:inkMkLst>
            <pc:docMk/>
            <pc:sldMk cId="2204446780" sldId="344"/>
            <ac:inkMk id="13" creationId="{21768317-4EEC-2B84-16E3-74C76E747095}"/>
          </ac:inkMkLst>
        </pc:inkChg>
        <pc:inkChg chg="add">
          <ac:chgData name="Yan Li" userId="8c31b902-5b3a-4bc1-a03f-ce296c1668b4" providerId="ADAL" clId="{C4E2F155-1101-4902-976B-AD814EDA6EB0}" dt="2024-11-06T12:18:34.025" v="687" actId="9405"/>
          <ac:inkMkLst>
            <pc:docMk/>
            <pc:sldMk cId="2204446780" sldId="344"/>
            <ac:inkMk id="14" creationId="{408F6EDB-067E-E09D-1695-8E43C0669D16}"/>
          </ac:inkMkLst>
        </pc:inkChg>
        <pc:inkChg chg="add">
          <ac:chgData name="Yan Li" userId="8c31b902-5b3a-4bc1-a03f-ce296c1668b4" providerId="ADAL" clId="{C4E2F155-1101-4902-976B-AD814EDA6EB0}" dt="2024-11-06T12:18:41.966" v="688" actId="9405"/>
          <ac:inkMkLst>
            <pc:docMk/>
            <pc:sldMk cId="2204446780" sldId="344"/>
            <ac:inkMk id="15" creationId="{A8682C6D-2E67-857A-8192-0CFA44342C4B}"/>
          </ac:inkMkLst>
        </pc:inkChg>
      </pc:sldChg>
      <pc:sldChg chg="addSp delSp modSp add mod">
        <pc:chgData name="Yan Li" userId="8c31b902-5b3a-4bc1-a03f-ce296c1668b4" providerId="ADAL" clId="{C4E2F155-1101-4902-976B-AD814EDA6EB0}" dt="2024-11-06T12:32:15.196" v="808" actId="20577"/>
        <pc:sldMkLst>
          <pc:docMk/>
          <pc:sldMk cId="4103872209" sldId="345"/>
        </pc:sldMkLst>
        <pc:spChg chg="add del">
          <ac:chgData name="Yan Li" userId="8c31b902-5b3a-4bc1-a03f-ce296c1668b4" providerId="ADAL" clId="{C4E2F155-1101-4902-976B-AD814EDA6EB0}" dt="2024-11-06T12:25:52.974" v="784" actId="478"/>
          <ac:spMkLst>
            <pc:docMk/>
            <pc:sldMk cId="4103872209" sldId="345"/>
            <ac:spMk id="3" creationId="{32248175-29CA-DE52-8183-47744F2D4A51}"/>
          </ac:spMkLst>
        </pc:spChg>
        <pc:spChg chg="mod">
          <ac:chgData name="Yan Li" userId="8c31b902-5b3a-4bc1-a03f-ce296c1668b4" providerId="ADAL" clId="{C4E2F155-1101-4902-976B-AD814EDA6EB0}" dt="2024-11-06T12:25:50.515" v="783" actId="20577"/>
          <ac:spMkLst>
            <pc:docMk/>
            <pc:sldMk cId="4103872209" sldId="345"/>
            <ac:spMk id="5" creationId="{36A749C9-589F-52E1-9B30-7C92319FD82A}"/>
          </ac:spMkLst>
        </pc:spChg>
        <pc:spChg chg="del mod">
          <ac:chgData name="Yan Li" userId="8c31b902-5b3a-4bc1-a03f-ce296c1668b4" providerId="ADAL" clId="{C4E2F155-1101-4902-976B-AD814EDA6EB0}" dt="2024-11-06T12:25:31.003" v="732" actId="478"/>
          <ac:spMkLst>
            <pc:docMk/>
            <pc:sldMk cId="4103872209" sldId="345"/>
            <ac:spMk id="7" creationId="{4054F1DF-202F-91A0-DFA8-CC0D999AA32B}"/>
          </ac:spMkLst>
        </pc:spChg>
        <pc:spChg chg="add mod">
          <ac:chgData name="Yan Li" userId="8c31b902-5b3a-4bc1-a03f-ce296c1668b4" providerId="ADAL" clId="{C4E2F155-1101-4902-976B-AD814EDA6EB0}" dt="2024-11-06T12:30:23.564" v="799"/>
          <ac:spMkLst>
            <pc:docMk/>
            <pc:sldMk cId="4103872209" sldId="345"/>
            <ac:spMk id="16" creationId="{B54DC373-163F-1ED8-CEFF-A6EF9F3780A8}"/>
          </ac:spMkLst>
        </pc:spChg>
        <pc:spChg chg="add mod">
          <ac:chgData name="Yan Li" userId="8c31b902-5b3a-4bc1-a03f-ce296c1668b4" providerId="ADAL" clId="{C4E2F155-1101-4902-976B-AD814EDA6EB0}" dt="2024-11-06T12:32:15.196" v="808" actId="20577"/>
          <ac:spMkLst>
            <pc:docMk/>
            <pc:sldMk cId="4103872209" sldId="345"/>
            <ac:spMk id="18" creationId="{C4D501CE-C865-8EC4-6196-1EBCA591C052}"/>
          </ac:spMkLst>
        </pc:spChg>
        <pc:picChg chg="del">
          <ac:chgData name="Yan Li" userId="8c31b902-5b3a-4bc1-a03f-ce296c1668b4" providerId="ADAL" clId="{C4E2F155-1101-4902-976B-AD814EDA6EB0}" dt="2024-11-06T12:25:22.975" v="727" actId="478"/>
          <ac:picMkLst>
            <pc:docMk/>
            <pc:sldMk cId="4103872209" sldId="345"/>
            <ac:picMk id="4" creationId="{7CB5DD45-ED2E-7892-5B36-20C0C82BB13E}"/>
          </ac:picMkLst>
        </pc:picChg>
        <pc:picChg chg="add mod">
          <ac:chgData name="Yan Li" userId="8c31b902-5b3a-4bc1-a03f-ce296c1668b4" providerId="ADAL" clId="{C4E2F155-1101-4902-976B-AD814EDA6EB0}" dt="2024-11-06T12:27:34.730" v="796" actId="1076"/>
          <ac:picMkLst>
            <pc:docMk/>
            <pc:sldMk cId="4103872209" sldId="345"/>
            <ac:picMk id="8" creationId="{715B71A6-92CB-7E2F-5813-C002931A6D62}"/>
          </ac:picMkLst>
        </pc:picChg>
        <pc:picChg chg="del mod">
          <ac:chgData name="Yan Li" userId="8c31b902-5b3a-4bc1-a03f-ce296c1668b4" providerId="ADAL" clId="{C4E2F155-1101-4902-976B-AD814EDA6EB0}" dt="2024-11-06T12:26:37.208" v="789" actId="478"/>
          <ac:picMkLst>
            <pc:docMk/>
            <pc:sldMk cId="4103872209" sldId="345"/>
            <ac:picMk id="20" creationId="{AF9D8600-7ED9-58EA-8AAD-5FF54FD3E1BE}"/>
          </ac:picMkLst>
        </pc:picChg>
        <pc:inkChg chg="del">
          <ac:chgData name="Yan Li" userId="8c31b902-5b3a-4bc1-a03f-ce296c1668b4" providerId="ADAL" clId="{C4E2F155-1101-4902-976B-AD814EDA6EB0}" dt="2024-11-06T12:25:25.287" v="728" actId="478"/>
          <ac:inkMkLst>
            <pc:docMk/>
            <pc:sldMk cId="4103872209" sldId="345"/>
            <ac:inkMk id="9" creationId="{83E9AB43-8890-BE4C-FA13-A0B172A95367}"/>
          </ac:inkMkLst>
        </pc:inkChg>
        <pc:inkChg chg="del">
          <ac:chgData name="Yan Li" userId="8c31b902-5b3a-4bc1-a03f-ce296c1668b4" providerId="ADAL" clId="{C4E2F155-1101-4902-976B-AD814EDA6EB0}" dt="2024-11-06T12:25:27.420" v="729" actId="478"/>
          <ac:inkMkLst>
            <pc:docMk/>
            <pc:sldMk cId="4103872209" sldId="345"/>
            <ac:inkMk id="10" creationId="{40CD1A70-B59A-292E-10EB-735A4619C044}"/>
          </ac:inkMkLst>
        </pc:inkChg>
        <pc:inkChg chg="del">
          <ac:chgData name="Yan Li" userId="8c31b902-5b3a-4bc1-a03f-ce296c1668b4" providerId="ADAL" clId="{C4E2F155-1101-4902-976B-AD814EDA6EB0}" dt="2024-11-06T12:27:30.510" v="795" actId="478"/>
          <ac:inkMkLst>
            <pc:docMk/>
            <pc:sldMk cId="4103872209" sldId="345"/>
            <ac:inkMk id="14" creationId="{FE0BF58F-122F-2FFB-DA01-6BCD23E8BA03}"/>
          </ac:inkMkLst>
        </pc:inkChg>
        <pc:inkChg chg="del">
          <ac:chgData name="Yan Li" userId="8c31b902-5b3a-4bc1-a03f-ce296c1668b4" providerId="ADAL" clId="{C4E2F155-1101-4902-976B-AD814EDA6EB0}" dt="2024-11-06T12:25:28.431" v="730" actId="478"/>
          <ac:inkMkLst>
            <pc:docMk/>
            <pc:sldMk cId="4103872209" sldId="345"/>
            <ac:inkMk id="15" creationId="{2FCF35B1-3064-120A-3E44-1FA0BFA47A75}"/>
          </ac:inkMkLst>
        </pc:inkChg>
      </pc:sldChg>
      <pc:sldChg chg="addSp delSp modSp add mod modNotesTx">
        <pc:chgData name="Yan Li" userId="8c31b902-5b3a-4bc1-a03f-ce296c1668b4" providerId="ADAL" clId="{C4E2F155-1101-4902-976B-AD814EDA6EB0}" dt="2024-11-06T12:51:23.928" v="839" actId="6549"/>
        <pc:sldMkLst>
          <pc:docMk/>
          <pc:sldMk cId="740735938" sldId="346"/>
        </pc:sldMkLst>
        <pc:spChg chg="add del mod">
          <ac:chgData name="Yan Li" userId="8c31b902-5b3a-4bc1-a03f-ce296c1668b4" providerId="ADAL" clId="{C4E2F155-1101-4902-976B-AD814EDA6EB0}" dt="2024-11-06T12:51:17.956" v="837"/>
          <ac:spMkLst>
            <pc:docMk/>
            <pc:sldMk cId="740735938" sldId="346"/>
            <ac:spMk id="6" creationId="{C3FD8612-B650-7656-A880-983336DB2867}"/>
          </ac:spMkLst>
        </pc:spChg>
        <pc:spChg chg="add mod">
          <ac:chgData name="Yan Li" userId="8c31b902-5b3a-4bc1-a03f-ce296c1668b4" providerId="ADAL" clId="{C4E2F155-1101-4902-976B-AD814EDA6EB0}" dt="2024-11-06T12:51:23.928" v="839" actId="6549"/>
          <ac:spMkLst>
            <pc:docMk/>
            <pc:sldMk cId="740735938" sldId="346"/>
            <ac:spMk id="9" creationId="{4DCCD58A-A70C-4164-0423-AE640D0A5DC5}"/>
          </ac:spMkLst>
        </pc:spChg>
        <pc:spChg chg="del">
          <ac:chgData name="Yan Li" userId="8c31b902-5b3a-4bc1-a03f-ce296c1668b4" providerId="ADAL" clId="{C4E2F155-1101-4902-976B-AD814EDA6EB0}" dt="2024-11-06T12:33:10.733" v="814" actId="478"/>
          <ac:spMkLst>
            <pc:docMk/>
            <pc:sldMk cId="740735938" sldId="346"/>
            <ac:spMk id="16" creationId="{C025A5A0-57BA-4492-463A-457929B10E03}"/>
          </ac:spMkLst>
        </pc:spChg>
        <pc:spChg chg="del">
          <ac:chgData name="Yan Li" userId="8c31b902-5b3a-4bc1-a03f-ce296c1668b4" providerId="ADAL" clId="{C4E2F155-1101-4902-976B-AD814EDA6EB0}" dt="2024-11-06T12:33:09.443" v="813" actId="478"/>
          <ac:spMkLst>
            <pc:docMk/>
            <pc:sldMk cId="740735938" sldId="346"/>
            <ac:spMk id="18" creationId="{200735A9-80F7-5ACC-78C4-691D6F48044D}"/>
          </ac:spMkLst>
        </pc:spChg>
        <pc:picChg chg="add mod">
          <ac:chgData name="Yan Li" userId="8c31b902-5b3a-4bc1-a03f-ce296c1668b4" providerId="ADAL" clId="{C4E2F155-1101-4902-976B-AD814EDA6EB0}" dt="2024-11-06T12:33:24.640" v="819" actId="14100"/>
          <ac:picMkLst>
            <pc:docMk/>
            <pc:sldMk cId="740735938" sldId="346"/>
            <ac:picMk id="3" creationId="{D6446A6E-4D61-9C15-9A9D-261667CD57BB}"/>
          </ac:picMkLst>
        </pc:picChg>
        <pc:picChg chg="del">
          <ac:chgData name="Yan Li" userId="8c31b902-5b3a-4bc1-a03f-ce296c1668b4" providerId="ADAL" clId="{C4E2F155-1101-4902-976B-AD814EDA6EB0}" dt="2024-11-06T12:33:03.010" v="810" actId="478"/>
          <ac:picMkLst>
            <pc:docMk/>
            <pc:sldMk cId="740735938" sldId="346"/>
            <ac:picMk id="8" creationId="{52B37E52-5864-6D03-EE68-3FE6905CB21A}"/>
          </ac:picMkLst>
        </pc:picChg>
      </pc:sldChg>
      <pc:sldChg chg="addSp delSp modSp add mod modNotesTx">
        <pc:chgData name="Yan Li" userId="8c31b902-5b3a-4bc1-a03f-ce296c1668b4" providerId="ADAL" clId="{C4E2F155-1101-4902-976B-AD814EDA6EB0}" dt="2024-11-06T12:54:23.933" v="882" actId="20577"/>
        <pc:sldMkLst>
          <pc:docMk/>
          <pc:sldMk cId="95849322" sldId="347"/>
        </pc:sldMkLst>
        <pc:spChg chg="mod">
          <ac:chgData name="Yan Li" userId="8c31b902-5b3a-4bc1-a03f-ce296c1668b4" providerId="ADAL" clId="{C4E2F155-1101-4902-976B-AD814EDA6EB0}" dt="2024-11-06T12:53:24.495" v="870" actId="20577"/>
          <ac:spMkLst>
            <pc:docMk/>
            <pc:sldMk cId="95849322" sldId="347"/>
            <ac:spMk id="5" creationId="{A53A78C3-62CD-5DC0-FF6B-6DCF22F5F5B2}"/>
          </ac:spMkLst>
        </pc:spChg>
        <pc:spChg chg="add mod">
          <ac:chgData name="Yan Li" userId="8c31b902-5b3a-4bc1-a03f-ce296c1668b4" providerId="ADAL" clId="{C4E2F155-1101-4902-976B-AD814EDA6EB0}" dt="2024-11-06T12:54:19.788" v="881" actId="14100"/>
          <ac:spMkLst>
            <pc:docMk/>
            <pc:sldMk cId="95849322" sldId="347"/>
            <ac:spMk id="7" creationId="{CFC62301-4F9A-5123-A09E-CC8B5DF385F6}"/>
          </ac:spMkLst>
        </pc:spChg>
        <pc:spChg chg="del">
          <ac:chgData name="Yan Li" userId="8c31b902-5b3a-4bc1-a03f-ce296c1668b4" providerId="ADAL" clId="{C4E2F155-1101-4902-976B-AD814EDA6EB0}" dt="2024-11-06T12:52:49.509" v="843" actId="478"/>
          <ac:spMkLst>
            <pc:docMk/>
            <pc:sldMk cId="95849322" sldId="347"/>
            <ac:spMk id="9" creationId="{33417E22-15C9-D54B-2597-2AD96F98BD3E}"/>
          </ac:spMkLst>
        </pc:spChg>
        <pc:picChg chg="del">
          <ac:chgData name="Yan Li" userId="8c31b902-5b3a-4bc1-a03f-ce296c1668b4" providerId="ADAL" clId="{C4E2F155-1101-4902-976B-AD814EDA6EB0}" dt="2024-11-06T12:52:46.666" v="841" actId="478"/>
          <ac:picMkLst>
            <pc:docMk/>
            <pc:sldMk cId="95849322" sldId="347"/>
            <ac:picMk id="3" creationId="{17FBE22C-883E-67DF-B0EF-5464B9A12A3E}"/>
          </ac:picMkLst>
        </pc:picChg>
        <pc:picChg chg="add mod">
          <ac:chgData name="Yan Li" userId="8c31b902-5b3a-4bc1-a03f-ce296c1668b4" providerId="ADAL" clId="{C4E2F155-1101-4902-976B-AD814EDA6EB0}" dt="2024-11-06T12:52:51.715" v="844" actId="1076"/>
          <ac:picMkLst>
            <pc:docMk/>
            <pc:sldMk cId="95849322" sldId="347"/>
            <ac:picMk id="4" creationId="{20C686BA-3885-B2D2-D44A-A8B3FDCE2665}"/>
          </ac:picMkLst>
        </pc:picChg>
      </pc:sldChg>
      <pc:sldChg chg="addSp delSp modSp add mod modNotesTx">
        <pc:chgData name="Yan Li" userId="8c31b902-5b3a-4bc1-a03f-ce296c1668b4" providerId="ADAL" clId="{C4E2F155-1101-4902-976B-AD814EDA6EB0}" dt="2024-11-06T13:57:02.106" v="937" actId="1076"/>
        <pc:sldMkLst>
          <pc:docMk/>
          <pc:sldMk cId="2456608100" sldId="348"/>
        </pc:sldMkLst>
        <pc:spChg chg="mod">
          <ac:chgData name="Yan Li" userId="8c31b902-5b3a-4bc1-a03f-ce296c1668b4" providerId="ADAL" clId="{C4E2F155-1101-4902-976B-AD814EDA6EB0}" dt="2024-11-06T13:40:23.041" v="923" actId="20577"/>
          <ac:spMkLst>
            <pc:docMk/>
            <pc:sldMk cId="2456608100" sldId="348"/>
            <ac:spMk id="5" creationId="{8C0FAC39-7209-C4AA-3A2D-E7D143F99BB9}"/>
          </ac:spMkLst>
        </pc:spChg>
        <pc:spChg chg="del">
          <ac:chgData name="Yan Li" userId="8c31b902-5b3a-4bc1-a03f-ce296c1668b4" providerId="ADAL" clId="{C4E2F155-1101-4902-976B-AD814EDA6EB0}" dt="2024-11-06T12:55:40.068" v="889" actId="478"/>
          <ac:spMkLst>
            <pc:docMk/>
            <pc:sldMk cId="2456608100" sldId="348"/>
            <ac:spMk id="7" creationId="{26EFD454-04E2-3429-1B61-F671B507F257}"/>
          </ac:spMkLst>
        </pc:spChg>
        <pc:spChg chg="add del mod">
          <ac:chgData name="Yan Li" userId="8c31b902-5b3a-4bc1-a03f-ce296c1668b4" providerId="ADAL" clId="{C4E2F155-1101-4902-976B-AD814EDA6EB0}" dt="2024-11-06T13:55:45.079" v="930"/>
          <ac:spMkLst>
            <pc:docMk/>
            <pc:sldMk cId="2456608100" sldId="348"/>
            <ac:spMk id="10" creationId="{3DA0289D-A19A-6E01-408C-D6DEBDDA9841}"/>
          </ac:spMkLst>
        </pc:spChg>
        <pc:picChg chg="add mod">
          <ac:chgData name="Yan Li" userId="8c31b902-5b3a-4bc1-a03f-ce296c1668b4" providerId="ADAL" clId="{C4E2F155-1101-4902-976B-AD814EDA6EB0}" dt="2024-11-06T13:56:49.198" v="933" actId="1076"/>
          <ac:picMkLst>
            <pc:docMk/>
            <pc:sldMk cId="2456608100" sldId="348"/>
            <ac:picMk id="3" creationId="{3D8BF638-6A06-F074-F117-CCA7C95CEFF3}"/>
          </ac:picMkLst>
        </pc:picChg>
        <pc:picChg chg="del">
          <ac:chgData name="Yan Li" userId="8c31b902-5b3a-4bc1-a03f-ce296c1668b4" providerId="ADAL" clId="{C4E2F155-1101-4902-976B-AD814EDA6EB0}" dt="2024-11-06T12:55:33.426" v="884" actId="478"/>
          <ac:picMkLst>
            <pc:docMk/>
            <pc:sldMk cId="2456608100" sldId="348"/>
            <ac:picMk id="4" creationId="{0157C405-A6EC-BF6F-085B-20439385ACD2}"/>
          </ac:picMkLst>
        </pc:picChg>
        <pc:inkChg chg="add mod">
          <ac:chgData name="Yan Li" userId="8c31b902-5b3a-4bc1-a03f-ce296c1668b4" providerId="ADAL" clId="{C4E2F155-1101-4902-976B-AD814EDA6EB0}" dt="2024-11-06T13:57:00.108" v="936" actId="1076"/>
          <ac:inkMkLst>
            <pc:docMk/>
            <pc:sldMk cId="2456608100" sldId="348"/>
            <ac:inkMk id="6" creationId="{DC9F73CA-539E-EF7D-C7AD-9D9899DAD59E}"/>
          </ac:inkMkLst>
        </pc:inkChg>
        <pc:inkChg chg="add mod">
          <ac:chgData name="Yan Li" userId="8c31b902-5b3a-4bc1-a03f-ce296c1668b4" providerId="ADAL" clId="{C4E2F155-1101-4902-976B-AD814EDA6EB0}" dt="2024-11-06T13:57:02.106" v="937" actId="1076"/>
          <ac:inkMkLst>
            <pc:docMk/>
            <pc:sldMk cId="2456608100" sldId="348"/>
            <ac:inkMk id="8" creationId="{0BE5C1BC-F782-DA9F-91E8-F897C8467102}"/>
          </ac:inkMkLst>
        </pc:inkChg>
      </pc:sldChg>
      <pc:sldChg chg="addSp delSp modSp add del mod">
        <pc:chgData name="Yan Li" userId="8c31b902-5b3a-4bc1-a03f-ce296c1668b4" providerId="ADAL" clId="{C4E2F155-1101-4902-976B-AD814EDA6EB0}" dt="2024-11-06T14:01:19.258" v="955" actId="2696"/>
        <pc:sldMkLst>
          <pc:docMk/>
          <pc:sldMk cId="1723694887" sldId="349"/>
        </pc:sldMkLst>
        <pc:picChg chg="del">
          <ac:chgData name="Yan Li" userId="8c31b902-5b3a-4bc1-a03f-ce296c1668b4" providerId="ADAL" clId="{C4E2F155-1101-4902-976B-AD814EDA6EB0}" dt="2024-11-06T13:57:39.073" v="939" actId="478"/>
          <ac:picMkLst>
            <pc:docMk/>
            <pc:sldMk cId="1723694887" sldId="349"/>
            <ac:picMk id="3" creationId="{5E93203F-8165-E2C4-8FBC-77586EFE42D4}"/>
          </ac:picMkLst>
        </pc:picChg>
        <pc:picChg chg="add mod">
          <ac:chgData name="Yan Li" userId="8c31b902-5b3a-4bc1-a03f-ce296c1668b4" providerId="ADAL" clId="{C4E2F155-1101-4902-976B-AD814EDA6EB0}" dt="2024-11-06T13:57:46.948" v="944" actId="1076"/>
          <ac:picMkLst>
            <pc:docMk/>
            <pc:sldMk cId="1723694887" sldId="349"/>
            <ac:picMk id="4" creationId="{59784EE3-8BFB-F200-7244-A32733BD35C8}"/>
          </ac:picMkLst>
        </pc:picChg>
        <pc:picChg chg="add del mod">
          <ac:chgData name="Yan Li" userId="8c31b902-5b3a-4bc1-a03f-ce296c1668b4" providerId="ADAL" clId="{C4E2F155-1101-4902-976B-AD814EDA6EB0}" dt="2024-11-06T13:59:05.338" v="947" actId="478"/>
          <ac:picMkLst>
            <pc:docMk/>
            <pc:sldMk cId="1723694887" sldId="349"/>
            <ac:picMk id="9" creationId="{5A5D1F8D-F830-A794-D074-61B2E60B4176}"/>
          </ac:picMkLst>
        </pc:picChg>
        <pc:inkChg chg="del">
          <ac:chgData name="Yan Li" userId="8c31b902-5b3a-4bc1-a03f-ce296c1668b4" providerId="ADAL" clId="{C4E2F155-1101-4902-976B-AD814EDA6EB0}" dt="2024-11-06T13:57:43.189" v="942" actId="478"/>
          <ac:inkMkLst>
            <pc:docMk/>
            <pc:sldMk cId="1723694887" sldId="349"/>
            <ac:inkMk id="6" creationId="{49A37841-9051-3D94-7C5F-D91A5F942FC9}"/>
          </ac:inkMkLst>
        </pc:inkChg>
        <pc:inkChg chg="del">
          <ac:chgData name="Yan Li" userId="8c31b902-5b3a-4bc1-a03f-ce296c1668b4" providerId="ADAL" clId="{C4E2F155-1101-4902-976B-AD814EDA6EB0}" dt="2024-11-06T13:57:43.855" v="943" actId="478"/>
          <ac:inkMkLst>
            <pc:docMk/>
            <pc:sldMk cId="1723694887" sldId="349"/>
            <ac:inkMk id="8" creationId="{75E4F16E-6B13-D3B7-C431-33D4ADBDEA5C}"/>
          </ac:inkMkLst>
        </pc:inkChg>
      </pc:sldChg>
      <pc:sldChg chg="addSp delSp modSp add del mod modNotesTx">
        <pc:chgData name="Yan Li" userId="8c31b902-5b3a-4bc1-a03f-ce296c1668b4" providerId="ADAL" clId="{C4E2F155-1101-4902-976B-AD814EDA6EB0}" dt="2024-11-08T18:36:15.526" v="1196" actId="20577"/>
        <pc:sldMkLst>
          <pc:docMk/>
          <pc:sldMk cId="2797633320" sldId="350"/>
        </pc:sldMkLst>
        <pc:spChg chg="add del mod">
          <ac:chgData name="Yan Li" userId="8c31b902-5b3a-4bc1-a03f-ce296c1668b4" providerId="ADAL" clId="{C4E2F155-1101-4902-976B-AD814EDA6EB0}" dt="2024-11-08T18:32:34.529" v="1193"/>
          <ac:spMkLst>
            <pc:docMk/>
            <pc:sldMk cId="2797633320" sldId="350"/>
            <ac:spMk id="4" creationId="{57B1101B-F9CC-1FF1-6BE8-6B587C6A3FD5}"/>
          </ac:spMkLst>
        </pc:spChg>
        <pc:picChg chg="add mod">
          <ac:chgData name="Yan Li" userId="8c31b902-5b3a-4bc1-a03f-ce296c1668b4" providerId="ADAL" clId="{C4E2F155-1101-4902-976B-AD814EDA6EB0}" dt="2024-11-06T13:59:58.159" v="954" actId="1076"/>
          <ac:picMkLst>
            <pc:docMk/>
            <pc:sldMk cId="2797633320" sldId="350"/>
            <ac:picMk id="2" creationId="{EC7587B7-6570-36B5-8CD4-7559F3AF5180}"/>
          </ac:picMkLst>
        </pc:picChg>
        <pc:picChg chg="del">
          <ac:chgData name="Yan Li" userId="8c31b902-5b3a-4bc1-a03f-ce296c1668b4" providerId="ADAL" clId="{C4E2F155-1101-4902-976B-AD814EDA6EB0}" dt="2024-11-06T13:59:11.763" v="949" actId="478"/>
          <ac:picMkLst>
            <pc:docMk/>
            <pc:sldMk cId="2797633320" sldId="350"/>
            <ac:picMk id="4" creationId="{804EB754-7BDA-C21B-8CB1-441B7DE247D1}"/>
          </ac:picMkLst>
        </pc:picChg>
        <pc:picChg chg="add mod">
          <ac:chgData name="Yan Li" userId="8c31b902-5b3a-4bc1-a03f-ce296c1668b4" providerId="ADAL" clId="{C4E2F155-1101-4902-976B-AD814EDA6EB0}" dt="2024-11-06T13:59:55.630" v="953" actId="1076"/>
          <ac:picMkLst>
            <pc:docMk/>
            <pc:sldMk cId="2797633320" sldId="350"/>
            <ac:picMk id="6" creationId="{5D14AE1D-953B-7A67-5A62-F53FF97F1B0C}"/>
          </ac:picMkLst>
        </pc:picChg>
        <pc:inkChg chg="add">
          <ac:chgData name="Yan Li" userId="8c31b902-5b3a-4bc1-a03f-ce296c1668b4" providerId="ADAL" clId="{C4E2F155-1101-4902-976B-AD814EDA6EB0}" dt="2024-11-08T18:34:51.994" v="1194" actId="9405"/>
          <ac:inkMkLst>
            <pc:docMk/>
            <pc:sldMk cId="2797633320" sldId="350"/>
            <ac:inkMk id="7" creationId="{B142992B-7F95-879C-389A-1DB13B4B3797}"/>
          </ac:inkMkLst>
        </pc:inkChg>
      </pc:sldChg>
      <pc:sldChg chg="addSp delSp modSp add mod">
        <pc:chgData name="Yan Li" userId="8c31b902-5b3a-4bc1-a03f-ce296c1668b4" providerId="ADAL" clId="{C4E2F155-1101-4902-976B-AD814EDA6EB0}" dt="2024-11-08T18:44:22.161" v="1205" actId="20577"/>
        <pc:sldMkLst>
          <pc:docMk/>
          <pc:sldMk cId="2886962638" sldId="351"/>
        </pc:sldMkLst>
        <pc:spChg chg="add mod">
          <ac:chgData name="Yan Li" userId="8c31b902-5b3a-4bc1-a03f-ce296c1668b4" providerId="ADAL" clId="{C4E2F155-1101-4902-976B-AD814EDA6EB0}" dt="2024-11-08T18:44:22.161" v="1205" actId="20577"/>
          <ac:spMkLst>
            <pc:docMk/>
            <pc:sldMk cId="2886962638" sldId="351"/>
            <ac:spMk id="8" creationId="{F0E8C5E4-4C4D-FA5D-A81F-E9E2DF352512}"/>
          </ac:spMkLst>
        </pc:spChg>
        <pc:picChg chg="del">
          <ac:chgData name="Yan Li" userId="8c31b902-5b3a-4bc1-a03f-ce296c1668b4" providerId="ADAL" clId="{C4E2F155-1101-4902-976B-AD814EDA6EB0}" dt="2024-11-06T14:01:54.504" v="962" actId="478"/>
          <ac:picMkLst>
            <pc:docMk/>
            <pc:sldMk cId="2886962638" sldId="351"/>
            <ac:picMk id="2" creationId="{B2A63650-FF01-F59A-1209-49E9071E37D0}"/>
          </ac:picMkLst>
        </pc:picChg>
        <pc:picChg chg="add mod">
          <ac:chgData name="Yan Li" userId="8c31b902-5b3a-4bc1-a03f-ce296c1668b4" providerId="ADAL" clId="{C4E2F155-1101-4902-976B-AD814EDA6EB0}" dt="2024-11-06T14:01:53.482" v="961" actId="1076"/>
          <ac:picMkLst>
            <pc:docMk/>
            <pc:sldMk cId="2886962638" sldId="351"/>
            <ac:picMk id="4" creationId="{420B408E-6DBE-E1E1-E61E-150E13960CA3}"/>
          </ac:picMkLst>
        </pc:picChg>
        <pc:picChg chg="del">
          <ac:chgData name="Yan Li" userId="8c31b902-5b3a-4bc1-a03f-ce296c1668b4" providerId="ADAL" clId="{C4E2F155-1101-4902-976B-AD814EDA6EB0}" dt="2024-11-06T14:01:51.469" v="959" actId="478"/>
          <ac:picMkLst>
            <pc:docMk/>
            <pc:sldMk cId="2886962638" sldId="351"/>
            <ac:picMk id="6" creationId="{CF9B05C8-EE2E-13A8-0190-ACB99768ECCC}"/>
          </ac:picMkLst>
        </pc:picChg>
      </pc:sldChg>
      <pc:sldChg chg="addSp delSp modSp add mod">
        <pc:chgData name="Yan Li" userId="8c31b902-5b3a-4bc1-a03f-ce296c1668b4" providerId="ADAL" clId="{C4E2F155-1101-4902-976B-AD814EDA6EB0}" dt="2024-11-06T14:05:02.848" v="1028" actId="14100"/>
        <pc:sldMkLst>
          <pc:docMk/>
          <pc:sldMk cId="3206716361" sldId="352"/>
        </pc:sldMkLst>
        <pc:spChg chg="mod">
          <ac:chgData name="Yan Li" userId="8c31b902-5b3a-4bc1-a03f-ce296c1668b4" providerId="ADAL" clId="{C4E2F155-1101-4902-976B-AD814EDA6EB0}" dt="2024-11-06T14:04:20.600" v="1025" actId="20577"/>
          <ac:spMkLst>
            <pc:docMk/>
            <pc:sldMk cId="3206716361" sldId="352"/>
            <ac:spMk id="5" creationId="{20D26A33-BF8D-E1AD-A8B1-679FCC8D7C1A}"/>
          </ac:spMkLst>
        </pc:spChg>
        <pc:spChg chg="del">
          <ac:chgData name="Yan Li" userId="8c31b902-5b3a-4bc1-a03f-ce296c1668b4" providerId="ADAL" clId="{C4E2F155-1101-4902-976B-AD814EDA6EB0}" dt="2024-11-06T14:03:59.854" v="968" actId="478"/>
          <ac:spMkLst>
            <pc:docMk/>
            <pc:sldMk cId="3206716361" sldId="352"/>
            <ac:spMk id="8" creationId="{90B67AC9-0935-5C60-2790-516D237F2277}"/>
          </ac:spMkLst>
        </pc:spChg>
        <pc:picChg chg="add mod">
          <ac:chgData name="Yan Li" userId="8c31b902-5b3a-4bc1-a03f-ce296c1668b4" providerId="ADAL" clId="{C4E2F155-1101-4902-976B-AD814EDA6EB0}" dt="2024-11-06T14:04:01.594" v="970" actId="1076"/>
          <ac:picMkLst>
            <pc:docMk/>
            <pc:sldMk cId="3206716361" sldId="352"/>
            <ac:picMk id="3" creationId="{65E4E6AF-9603-5845-1E4A-F26E05F03CA1}"/>
          </ac:picMkLst>
        </pc:picChg>
        <pc:picChg chg="del">
          <ac:chgData name="Yan Li" userId="8c31b902-5b3a-4bc1-a03f-ce296c1668b4" providerId="ADAL" clId="{C4E2F155-1101-4902-976B-AD814EDA6EB0}" dt="2024-11-06T14:03:57.152" v="967" actId="478"/>
          <ac:picMkLst>
            <pc:docMk/>
            <pc:sldMk cId="3206716361" sldId="352"/>
            <ac:picMk id="4" creationId="{D4583A17-0200-E372-700E-58C42E97526C}"/>
          </ac:picMkLst>
        </pc:picChg>
        <pc:picChg chg="add mod">
          <ac:chgData name="Yan Li" userId="8c31b902-5b3a-4bc1-a03f-ce296c1668b4" providerId="ADAL" clId="{C4E2F155-1101-4902-976B-AD814EDA6EB0}" dt="2024-11-06T14:05:02.848" v="1028" actId="14100"/>
          <ac:picMkLst>
            <pc:docMk/>
            <pc:sldMk cId="3206716361" sldId="352"/>
            <ac:picMk id="7" creationId="{7FCFF239-2628-05BC-8CC2-F1B1402FBEA0}"/>
          </ac:picMkLst>
        </pc:picChg>
      </pc:sldChg>
      <pc:sldChg chg="addSp delSp modSp add mod">
        <pc:chgData name="Yan Li" userId="8c31b902-5b3a-4bc1-a03f-ce296c1668b4" providerId="ADAL" clId="{C4E2F155-1101-4902-976B-AD814EDA6EB0}" dt="2024-11-08T18:53:20.665" v="1239" actId="1076"/>
        <pc:sldMkLst>
          <pc:docMk/>
          <pc:sldMk cId="1369785346" sldId="353"/>
        </pc:sldMkLst>
        <pc:spChg chg="add mod">
          <ac:chgData name="Yan Li" userId="8c31b902-5b3a-4bc1-a03f-ce296c1668b4" providerId="ADAL" clId="{C4E2F155-1101-4902-976B-AD814EDA6EB0}" dt="2024-11-08T18:53:08.196" v="1235" actId="20577"/>
          <ac:spMkLst>
            <pc:docMk/>
            <pc:sldMk cId="1369785346" sldId="353"/>
            <ac:spMk id="8" creationId="{13F6804C-1FC0-BE5C-335E-3F27DD49BD78}"/>
          </ac:spMkLst>
        </pc:spChg>
        <pc:picChg chg="add mod">
          <ac:chgData name="Yan Li" userId="8c31b902-5b3a-4bc1-a03f-ce296c1668b4" providerId="ADAL" clId="{C4E2F155-1101-4902-976B-AD814EDA6EB0}" dt="2024-11-08T18:53:20.665" v="1239" actId="1076"/>
          <ac:picMkLst>
            <pc:docMk/>
            <pc:sldMk cId="1369785346" sldId="353"/>
            <ac:picMk id="3" creationId="{32F3A390-2327-FFD6-872A-46403F2AFE5C}"/>
          </ac:picMkLst>
        </pc:picChg>
        <pc:picChg chg="del">
          <ac:chgData name="Yan Li" userId="8c31b902-5b3a-4bc1-a03f-ce296c1668b4" providerId="ADAL" clId="{C4E2F155-1101-4902-976B-AD814EDA6EB0}" dt="2024-11-06T14:06:03.978" v="1030" actId="478"/>
          <ac:picMkLst>
            <pc:docMk/>
            <pc:sldMk cId="1369785346" sldId="353"/>
            <ac:picMk id="3" creationId="{E2B7F6F7-B540-E027-7D63-6989D927099C}"/>
          </ac:picMkLst>
        </pc:picChg>
        <pc:picChg chg="add mod">
          <ac:chgData name="Yan Li" userId="8c31b902-5b3a-4bc1-a03f-ce296c1668b4" providerId="ADAL" clId="{C4E2F155-1101-4902-976B-AD814EDA6EB0}" dt="2024-11-06T14:06:13.899" v="1036" actId="14100"/>
          <ac:picMkLst>
            <pc:docMk/>
            <pc:sldMk cId="1369785346" sldId="353"/>
            <ac:picMk id="4" creationId="{4376C590-4E1C-79C3-2ECA-BBA17BBE642B}"/>
          </ac:picMkLst>
        </pc:picChg>
        <pc:picChg chg="del">
          <ac:chgData name="Yan Li" userId="8c31b902-5b3a-4bc1-a03f-ce296c1668b4" providerId="ADAL" clId="{C4E2F155-1101-4902-976B-AD814EDA6EB0}" dt="2024-11-06T14:06:05.490" v="1031" actId="478"/>
          <ac:picMkLst>
            <pc:docMk/>
            <pc:sldMk cId="1369785346" sldId="353"/>
            <ac:picMk id="7" creationId="{C8884FA6-EB18-9EBD-10A5-955134DCA6C4}"/>
          </ac:picMkLst>
        </pc:picChg>
      </pc:sldChg>
      <pc:sldChg chg="addSp delSp modSp add mod">
        <pc:chgData name="Yan Li" userId="8c31b902-5b3a-4bc1-a03f-ce296c1668b4" providerId="ADAL" clId="{C4E2F155-1101-4902-976B-AD814EDA6EB0}" dt="2024-11-08T18:59:01.237" v="1247" actId="6549"/>
        <pc:sldMkLst>
          <pc:docMk/>
          <pc:sldMk cId="887676391" sldId="354"/>
        </pc:sldMkLst>
        <pc:spChg chg="add mod">
          <ac:chgData name="Yan Li" userId="8c31b902-5b3a-4bc1-a03f-ce296c1668b4" providerId="ADAL" clId="{C4E2F155-1101-4902-976B-AD814EDA6EB0}" dt="2024-11-08T18:59:01.237" v="1247" actId="6549"/>
          <ac:spMkLst>
            <pc:docMk/>
            <pc:sldMk cId="887676391" sldId="354"/>
            <ac:spMk id="7" creationId="{88FCABE0-CCC1-C286-6339-7D9E96A3A2D0}"/>
          </ac:spMkLst>
        </pc:spChg>
        <pc:spChg chg="del mod">
          <ac:chgData name="Yan Li" userId="8c31b902-5b3a-4bc1-a03f-ce296c1668b4" providerId="ADAL" clId="{C4E2F155-1101-4902-976B-AD814EDA6EB0}" dt="2024-11-06T14:07:52.432" v="1050" actId="478"/>
          <ac:spMkLst>
            <pc:docMk/>
            <pc:sldMk cId="887676391" sldId="354"/>
            <ac:spMk id="8" creationId="{6AA258FF-B68D-810B-E4D8-9B0D2E8CBF8B}"/>
          </ac:spMkLst>
        </pc:spChg>
        <pc:picChg chg="add mod">
          <ac:chgData name="Yan Li" userId="8c31b902-5b3a-4bc1-a03f-ce296c1668b4" providerId="ADAL" clId="{C4E2F155-1101-4902-976B-AD814EDA6EB0}" dt="2024-11-06T14:07:59.426" v="1052" actId="14100"/>
          <ac:picMkLst>
            <pc:docMk/>
            <pc:sldMk cId="887676391" sldId="354"/>
            <ac:picMk id="3" creationId="{084FA850-F844-3A26-CDB8-8306C700887C}"/>
          </ac:picMkLst>
        </pc:picChg>
        <pc:picChg chg="del">
          <ac:chgData name="Yan Li" userId="8c31b902-5b3a-4bc1-a03f-ce296c1668b4" providerId="ADAL" clId="{C4E2F155-1101-4902-976B-AD814EDA6EB0}" dt="2024-11-06T14:07:32.559" v="1046" actId="478"/>
          <ac:picMkLst>
            <pc:docMk/>
            <pc:sldMk cId="887676391" sldId="354"/>
            <ac:picMk id="4" creationId="{024AE188-60AE-5A21-8ADF-EE9B60FFD50D}"/>
          </ac:picMkLst>
        </pc:picChg>
      </pc:sldChg>
      <pc:sldChg chg="addSp delSp modSp add mod">
        <pc:chgData name="Yan Li" userId="8c31b902-5b3a-4bc1-a03f-ce296c1668b4" providerId="ADAL" clId="{C4E2F155-1101-4902-976B-AD814EDA6EB0}" dt="2024-11-08T19:04:44.104" v="1249" actId="20577"/>
        <pc:sldMkLst>
          <pc:docMk/>
          <pc:sldMk cId="4139893082" sldId="355"/>
        </pc:sldMkLst>
        <pc:spChg chg="del mod">
          <ac:chgData name="Yan Li" userId="8c31b902-5b3a-4bc1-a03f-ce296c1668b4" providerId="ADAL" clId="{C4E2F155-1101-4902-976B-AD814EDA6EB0}" dt="2024-11-06T14:11:45.792" v="1065" actId="478"/>
          <ac:spMkLst>
            <pc:docMk/>
            <pc:sldMk cId="4139893082" sldId="355"/>
            <ac:spMk id="7" creationId="{393CD5C5-4B6B-F3C5-6B40-2EA4F75C6BD2}"/>
          </ac:spMkLst>
        </pc:spChg>
        <pc:spChg chg="add mod">
          <ac:chgData name="Yan Li" userId="8c31b902-5b3a-4bc1-a03f-ce296c1668b4" providerId="ADAL" clId="{C4E2F155-1101-4902-976B-AD814EDA6EB0}" dt="2024-11-08T19:04:44.104" v="1249" actId="20577"/>
          <ac:spMkLst>
            <pc:docMk/>
            <pc:sldMk cId="4139893082" sldId="355"/>
            <ac:spMk id="8" creationId="{D5F38BA6-A002-29C0-5E75-06B88EBABBD8}"/>
          </ac:spMkLst>
        </pc:spChg>
        <pc:picChg chg="del">
          <ac:chgData name="Yan Li" userId="8c31b902-5b3a-4bc1-a03f-ce296c1668b4" providerId="ADAL" clId="{C4E2F155-1101-4902-976B-AD814EDA6EB0}" dt="2024-11-06T14:11:07.489" v="1060" actId="478"/>
          <ac:picMkLst>
            <pc:docMk/>
            <pc:sldMk cId="4139893082" sldId="355"/>
            <ac:picMk id="3" creationId="{6157217D-A822-4824-2C2D-732B73BB018E}"/>
          </ac:picMkLst>
        </pc:picChg>
        <pc:picChg chg="add mod">
          <ac:chgData name="Yan Li" userId="8c31b902-5b3a-4bc1-a03f-ce296c1668b4" providerId="ADAL" clId="{C4E2F155-1101-4902-976B-AD814EDA6EB0}" dt="2024-11-06T14:11:25.845" v="1063" actId="14100"/>
          <ac:picMkLst>
            <pc:docMk/>
            <pc:sldMk cId="4139893082" sldId="355"/>
            <ac:picMk id="4" creationId="{562255E0-17FF-61DF-8723-BCDB72FB0167}"/>
          </ac:picMkLst>
        </pc:picChg>
      </pc:sldChg>
      <pc:sldChg chg="addSp delSp modSp add mod">
        <pc:chgData name="Yan Li" userId="8c31b902-5b3a-4bc1-a03f-ce296c1668b4" providerId="ADAL" clId="{C4E2F155-1101-4902-976B-AD814EDA6EB0}" dt="2024-11-08T19:07:18.920" v="1260" actId="20577"/>
        <pc:sldMkLst>
          <pc:docMk/>
          <pc:sldMk cId="2477572494" sldId="356"/>
        </pc:sldMkLst>
        <pc:spChg chg="mod">
          <ac:chgData name="Yan Li" userId="8c31b902-5b3a-4bc1-a03f-ce296c1668b4" providerId="ADAL" clId="{C4E2F155-1101-4902-976B-AD814EDA6EB0}" dt="2024-11-08T19:07:18.920" v="1260" actId="20577"/>
          <ac:spMkLst>
            <pc:docMk/>
            <pc:sldMk cId="2477572494" sldId="356"/>
            <ac:spMk id="5" creationId="{0574D3B7-E8A4-7976-B5EA-A29C495F656E}"/>
          </ac:spMkLst>
        </pc:spChg>
        <pc:spChg chg="mod">
          <ac:chgData name="Yan Li" userId="8c31b902-5b3a-4bc1-a03f-ce296c1668b4" providerId="ADAL" clId="{C4E2F155-1101-4902-976B-AD814EDA6EB0}" dt="2024-11-06T14:14:18.387" v="1081"/>
          <ac:spMkLst>
            <pc:docMk/>
            <pc:sldMk cId="2477572494" sldId="356"/>
            <ac:spMk id="8" creationId="{C663D973-AEDA-348A-C9D6-1EF31D56AB07}"/>
          </ac:spMkLst>
        </pc:spChg>
        <pc:picChg chg="add mod">
          <ac:chgData name="Yan Li" userId="8c31b902-5b3a-4bc1-a03f-ce296c1668b4" providerId="ADAL" clId="{C4E2F155-1101-4902-976B-AD814EDA6EB0}" dt="2024-11-06T14:12:55.921" v="1074" actId="14100"/>
          <ac:picMkLst>
            <pc:docMk/>
            <pc:sldMk cId="2477572494" sldId="356"/>
            <ac:picMk id="3" creationId="{E2CE0692-8997-A6B2-7240-D540E6FC5E58}"/>
          </ac:picMkLst>
        </pc:picChg>
        <pc:picChg chg="del">
          <ac:chgData name="Yan Li" userId="8c31b902-5b3a-4bc1-a03f-ce296c1668b4" providerId="ADAL" clId="{C4E2F155-1101-4902-976B-AD814EDA6EB0}" dt="2024-11-06T14:12:49.792" v="1071" actId="478"/>
          <ac:picMkLst>
            <pc:docMk/>
            <pc:sldMk cId="2477572494" sldId="356"/>
            <ac:picMk id="4" creationId="{DF9E4CAD-DD0E-4C95-3324-AF0A176038EB}"/>
          </ac:picMkLst>
        </pc:picChg>
      </pc:sldChg>
      <pc:sldChg chg="addSp delSp modSp add mod modNotesTx">
        <pc:chgData name="Yan Li" userId="8c31b902-5b3a-4bc1-a03f-ce296c1668b4" providerId="ADAL" clId="{C4E2F155-1101-4902-976B-AD814EDA6EB0}" dt="2024-11-08T23:18:42.048" v="1353" actId="20577"/>
        <pc:sldMkLst>
          <pc:docMk/>
          <pc:sldMk cId="250488333" sldId="357"/>
        </pc:sldMkLst>
        <pc:spChg chg="mod">
          <ac:chgData name="Yan Li" userId="8c31b902-5b3a-4bc1-a03f-ce296c1668b4" providerId="ADAL" clId="{C4E2F155-1101-4902-976B-AD814EDA6EB0}" dt="2024-11-08T23:17:26.702" v="1309" actId="20577"/>
          <ac:spMkLst>
            <pc:docMk/>
            <pc:sldMk cId="250488333" sldId="357"/>
            <ac:spMk id="5" creationId="{F4EDBD5D-77AE-ECDE-273B-2798A0E3C5EA}"/>
          </ac:spMkLst>
        </pc:spChg>
        <pc:spChg chg="del mod">
          <ac:chgData name="Yan Li" userId="8c31b902-5b3a-4bc1-a03f-ce296c1668b4" providerId="ADAL" clId="{C4E2F155-1101-4902-976B-AD814EDA6EB0}" dt="2024-11-06T14:18:28.485" v="1101"/>
          <ac:spMkLst>
            <pc:docMk/>
            <pc:sldMk cId="250488333" sldId="357"/>
            <ac:spMk id="8" creationId="{DF26940A-420A-7C54-9B26-0ABE5A4046C6}"/>
          </ac:spMkLst>
        </pc:spChg>
        <pc:spChg chg="add mod">
          <ac:chgData name="Yan Li" userId="8c31b902-5b3a-4bc1-a03f-ce296c1668b4" providerId="ADAL" clId="{C4E2F155-1101-4902-976B-AD814EDA6EB0}" dt="2024-11-08T23:18:42.048" v="1353" actId="20577"/>
          <ac:spMkLst>
            <pc:docMk/>
            <pc:sldMk cId="250488333" sldId="357"/>
            <ac:spMk id="10" creationId="{0DF36FA8-11D5-7C2D-96CF-E593166DEFA0}"/>
          </ac:spMkLst>
        </pc:spChg>
        <pc:picChg chg="del">
          <ac:chgData name="Yan Li" userId="8c31b902-5b3a-4bc1-a03f-ce296c1668b4" providerId="ADAL" clId="{C4E2F155-1101-4902-976B-AD814EDA6EB0}" dt="2024-11-06T14:15:08.970" v="1083" actId="478"/>
          <ac:picMkLst>
            <pc:docMk/>
            <pc:sldMk cId="250488333" sldId="357"/>
            <ac:picMk id="3" creationId="{A7615D2F-A636-177E-C678-7354BD8A5A6C}"/>
          </ac:picMkLst>
        </pc:picChg>
        <pc:picChg chg="add del mod">
          <ac:chgData name="Yan Li" userId="8c31b902-5b3a-4bc1-a03f-ce296c1668b4" providerId="ADAL" clId="{C4E2F155-1101-4902-976B-AD814EDA6EB0}" dt="2024-11-06T14:15:57.863" v="1091" actId="478"/>
          <ac:picMkLst>
            <pc:docMk/>
            <pc:sldMk cId="250488333" sldId="357"/>
            <ac:picMk id="4" creationId="{A889F414-6F92-6DDC-BA9D-4122920C502D}"/>
          </ac:picMkLst>
        </pc:picChg>
        <pc:picChg chg="add mod">
          <ac:chgData name="Yan Li" userId="8c31b902-5b3a-4bc1-a03f-ce296c1668b4" providerId="ADAL" clId="{C4E2F155-1101-4902-976B-AD814EDA6EB0}" dt="2024-11-06T14:16:07.389" v="1097" actId="1076"/>
          <ac:picMkLst>
            <pc:docMk/>
            <pc:sldMk cId="250488333" sldId="357"/>
            <ac:picMk id="7" creationId="{7FCE43A1-F1CA-9ECD-DCC4-833919BCD5DC}"/>
          </ac:picMkLst>
        </pc:picChg>
      </pc:sldChg>
      <pc:sldChg chg="addSp delSp modSp add mod modNotesTx">
        <pc:chgData name="Yan Li" userId="8c31b902-5b3a-4bc1-a03f-ce296c1668b4" providerId="ADAL" clId="{C4E2F155-1101-4902-976B-AD814EDA6EB0}" dt="2024-11-08T23:18:02.864" v="1352" actId="20577"/>
        <pc:sldMkLst>
          <pc:docMk/>
          <pc:sldMk cId="3713084313" sldId="358"/>
        </pc:sldMkLst>
        <pc:spChg chg="mod">
          <ac:chgData name="Yan Li" userId="8c31b902-5b3a-4bc1-a03f-ce296c1668b4" providerId="ADAL" clId="{C4E2F155-1101-4902-976B-AD814EDA6EB0}" dt="2024-11-08T23:18:02.864" v="1352" actId="20577"/>
          <ac:spMkLst>
            <pc:docMk/>
            <pc:sldMk cId="3713084313" sldId="358"/>
            <ac:spMk id="5" creationId="{57EFB648-A1F6-9A35-D0A9-C720C9D58991}"/>
          </ac:spMkLst>
        </pc:spChg>
        <pc:spChg chg="mod">
          <ac:chgData name="Yan Li" userId="8c31b902-5b3a-4bc1-a03f-ce296c1668b4" providerId="ADAL" clId="{C4E2F155-1101-4902-976B-AD814EDA6EB0}" dt="2024-11-08T18:18:36.560" v="1187" actId="20577"/>
          <ac:spMkLst>
            <pc:docMk/>
            <pc:sldMk cId="3713084313" sldId="358"/>
            <ac:spMk id="10" creationId="{3A1539DF-91CF-958F-3B4D-1F25C37A52C5}"/>
          </ac:spMkLst>
        </pc:spChg>
        <pc:picChg chg="add mod">
          <ac:chgData name="Yan Li" userId="8c31b902-5b3a-4bc1-a03f-ce296c1668b4" providerId="ADAL" clId="{C4E2F155-1101-4902-976B-AD814EDA6EB0}" dt="2024-11-06T14:19:14.467" v="1110" actId="14100"/>
          <ac:picMkLst>
            <pc:docMk/>
            <pc:sldMk cId="3713084313" sldId="358"/>
            <ac:picMk id="3" creationId="{BFF3C776-3357-855E-4C84-3C8622E5A562}"/>
          </ac:picMkLst>
        </pc:picChg>
        <pc:picChg chg="del">
          <ac:chgData name="Yan Li" userId="8c31b902-5b3a-4bc1-a03f-ce296c1668b4" providerId="ADAL" clId="{C4E2F155-1101-4902-976B-AD814EDA6EB0}" dt="2024-11-06T14:19:06.092" v="1105" actId="478"/>
          <ac:picMkLst>
            <pc:docMk/>
            <pc:sldMk cId="3713084313" sldId="358"/>
            <ac:picMk id="7" creationId="{45995A51-9FBC-8A77-A039-7674BFD54D64}"/>
          </ac:picMkLst>
        </pc:picChg>
      </pc:sldChg>
    </pc:docChg>
  </pc:docChgLst>
  <pc:docChgLst>
    <pc:chgData name="Yan Li" userId="8c31b902-5b3a-4bc1-a03f-ce296c1668b4" providerId="ADAL" clId="{8DBCA75A-D556-49E8-B6F6-1D78308D8DED}"/>
    <pc:docChg chg="undo custSel addSld delSld modSld modSection">
      <pc:chgData name="Yan Li" userId="8c31b902-5b3a-4bc1-a03f-ce296c1668b4" providerId="ADAL" clId="{8DBCA75A-D556-49E8-B6F6-1D78308D8DED}" dt="2024-11-01T10:58:02.553" v="1178" actId="2696"/>
      <pc:docMkLst>
        <pc:docMk/>
      </pc:docMkLst>
      <pc:sldChg chg="modSp mod">
        <pc:chgData name="Yan Li" userId="8c31b902-5b3a-4bc1-a03f-ce296c1668b4" providerId="ADAL" clId="{8DBCA75A-D556-49E8-B6F6-1D78308D8DED}" dt="2024-10-30T13:16:38.761" v="101" actId="27636"/>
        <pc:sldMkLst>
          <pc:docMk/>
          <pc:sldMk cId="811220229" sldId="291"/>
        </pc:sldMkLst>
        <pc:spChg chg="mod">
          <ac:chgData name="Yan Li" userId="8c31b902-5b3a-4bc1-a03f-ce296c1668b4" providerId="ADAL" clId="{8DBCA75A-D556-49E8-B6F6-1D78308D8DED}" dt="2024-10-30T13:15:03.825" v="83" actId="20577"/>
          <ac:spMkLst>
            <pc:docMk/>
            <pc:sldMk cId="811220229" sldId="291"/>
            <ac:spMk id="2" creationId="{A0B2FD85-87AA-4580-1FB4-0EBB0A967AA9}"/>
          </ac:spMkLst>
        </pc:spChg>
        <pc:spChg chg="mod">
          <ac:chgData name="Yan Li" userId="8c31b902-5b3a-4bc1-a03f-ce296c1668b4" providerId="ADAL" clId="{8DBCA75A-D556-49E8-B6F6-1D78308D8DED}" dt="2024-10-30T13:16:38.761" v="101" actId="27636"/>
          <ac:spMkLst>
            <pc:docMk/>
            <pc:sldMk cId="811220229" sldId="291"/>
            <ac:spMk id="3" creationId="{829828C6-6D41-BE5B-CC0A-8492B54C3375}"/>
          </ac:spMkLst>
        </pc:spChg>
      </pc:sldChg>
      <pc:sldChg chg="modSp mod">
        <pc:chgData name="Yan Li" userId="8c31b902-5b3a-4bc1-a03f-ce296c1668b4" providerId="ADAL" clId="{8DBCA75A-D556-49E8-B6F6-1D78308D8DED}" dt="2024-10-30T13:19:15.923" v="116" actId="20577"/>
        <pc:sldMkLst>
          <pc:docMk/>
          <pc:sldMk cId="2783577023" sldId="292"/>
        </pc:sldMkLst>
        <pc:spChg chg="mod">
          <ac:chgData name="Yan Li" userId="8c31b902-5b3a-4bc1-a03f-ce296c1668b4" providerId="ADAL" clId="{8DBCA75A-D556-49E8-B6F6-1D78308D8DED}" dt="2024-10-30T13:19:15.923" v="116" actId="20577"/>
          <ac:spMkLst>
            <pc:docMk/>
            <pc:sldMk cId="2783577023" sldId="292"/>
            <ac:spMk id="3" creationId="{829828C6-6D41-BE5B-CC0A-8492B54C3375}"/>
          </ac:spMkLst>
        </pc:spChg>
      </pc:sldChg>
      <pc:sldChg chg="modSp mod">
        <pc:chgData name="Yan Li" userId="8c31b902-5b3a-4bc1-a03f-ce296c1668b4" providerId="ADAL" clId="{8DBCA75A-D556-49E8-B6F6-1D78308D8DED}" dt="2024-10-30T13:20:58.175" v="123" actId="20577"/>
        <pc:sldMkLst>
          <pc:docMk/>
          <pc:sldMk cId="1794454954" sldId="293"/>
        </pc:sldMkLst>
        <pc:spChg chg="mod">
          <ac:chgData name="Yan Li" userId="8c31b902-5b3a-4bc1-a03f-ce296c1668b4" providerId="ADAL" clId="{8DBCA75A-D556-49E8-B6F6-1D78308D8DED}" dt="2024-10-30T13:20:58.175" v="123" actId="20577"/>
          <ac:spMkLst>
            <pc:docMk/>
            <pc:sldMk cId="1794454954" sldId="293"/>
            <ac:spMk id="3" creationId="{829828C6-6D41-BE5B-CC0A-8492B54C3375}"/>
          </ac:spMkLst>
        </pc:spChg>
      </pc:sldChg>
      <pc:sldChg chg="modSp mod">
        <pc:chgData name="Yan Li" userId="8c31b902-5b3a-4bc1-a03f-ce296c1668b4" providerId="ADAL" clId="{8DBCA75A-D556-49E8-B6F6-1D78308D8DED}" dt="2024-11-01T10:45:19.940" v="1131" actId="20577"/>
        <pc:sldMkLst>
          <pc:docMk/>
          <pc:sldMk cId="3269129918" sldId="295"/>
        </pc:sldMkLst>
        <pc:spChg chg="mod">
          <ac:chgData name="Yan Li" userId="8c31b902-5b3a-4bc1-a03f-ce296c1668b4" providerId="ADAL" clId="{8DBCA75A-D556-49E8-B6F6-1D78308D8DED}" dt="2024-11-01T10:45:19.940" v="1131" actId="20577"/>
          <ac:spMkLst>
            <pc:docMk/>
            <pc:sldMk cId="3269129918" sldId="295"/>
            <ac:spMk id="3" creationId="{829828C6-6D41-BE5B-CC0A-8492B54C3375}"/>
          </ac:spMkLst>
        </pc:spChg>
        <pc:spChg chg="mod">
          <ac:chgData name="Yan Li" userId="8c31b902-5b3a-4bc1-a03f-ce296c1668b4" providerId="ADAL" clId="{8DBCA75A-D556-49E8-B6F6-1D78308D8DED}" dt="2024-11-01T10:41:21.967" v="1084" actId="27636"/>
          <ac:spMkLst>
            <pc:docMk/>
            <pc:sldMk cId="3269129918" sldId="295"/>
            <ac:spMk id="5" creationId="{87397B05-2868-01CF-5915-644A9A5CFD2E}"/>
          </ac:spMkLst>
        </pc:spChg>
      </pc:sldChg>
      <pc:sldChg chg="del">
        <pc:chgData name="Yan Li" userId="8c31b902-5b3a-4bc1-a03f-ce296c1668b4" providerId="ADAL" clId="{8DBCA75A-D556-49E8-B6F6-1D78308D8DED}" dt="2024-10-30T14:08:59.670" v="631" actId="2696"/>
        <pc:sldMkLst>
          <pc:docMk/>
          <pc:sldMk cId="1996953553" sldId="296"/>
        </pc:sldMkLst>
      </pc:sldChg>
      <pc:sldChg chg="del">
        <pc:chgData name="Yan Li" userId="8c31b902-5b3a-4bc1-a03f-ce296c1668b4" providerId="ADAL" clId="{8DBCA75A-D556-49E8-B6F6-1D78308D8DED}" dt="2024-10-30T14:08:59.670" v="631" actId="2696"/>
        <pc:sldMkLst>
          <pc:docMk/>
          <pc:sldMk cId="1126493822" sldId="297"/>
        </pc:sldMkLst>
      </pc:sldChg>
      <pc:sldChg chg="del">
        <pc:chgData name="Yan Li" userId="8c31b902-5b3a-4bc1-a03f-ce296c1668b4" providerId="ADAL" clId="{8DBCA75A-D556-49E8-B6F6-1D78308D8DED}" dt="2024-10-30T14:08:59.670" v="631" actId="2696"/>
        <pc:sldMkLst>
          <pc:docMk/>
          <pc:sldMk cId="786866253" sldId="298"/>
        </pc:sldMkLst>
      </pc:sldChg>
      <pc:sldChg chg="del">
        <pc:chgData name="Yan Li" userId="8c31b902-5b3a-4bc1-a03f-ce296c1668b4" providerId="ADAL" clId="{8DBCA75A-D556-49E8-B6F6-1D78308D8DED}" dt="2024-10-30T14:08:59.670" v="631" actId="2696"/>
        <pc:sldMkLst>
          <pc:docMk/>
          <pc:sldMk cId="3130871541" sldId="299"/>
        </pc:sldMkLst>
      </pc:sldChg>
      <pc:sldChg chg="modSp mod">
        <pc:chgData name="Yan Li" userId="8c31b902-5b3a-4bc1-a03f-ce296c1668b4" providerId="ADAL" clId="{8DBCA75A-D556-49E8-B6F6-1D78308D8DED}" dt="2024-11-01T10:49:17.633" v="1149" actId="255"/>
        <pc:sldMkLst>
          <pc:docMk/>
          <pc:sldMk cId="696899848" sldId="300"/>
        </pc:sldMkLst>
        <pc:spChg chg="mod">
          <ac:chgData name="Yan Li" userId="8c31b902-5b3a-4bc1-a03f-ce296c1668b4" providerId="ADAL" clId="{8DBCA75A-D556-49E8-B6F6-1D78308D8DED}" dt="2024-11-01T10:49:17.633" v="1149" actId="255"/>
          <ac:spMkLst>
            <pc:docMk/>
            <pc:sldMk cId="696899848" sldId="300"/>
            <ac:spMk id="3" creationId="{829828C6-6D41-BE5B-CC0A-8492B54C3375}"/>
          </ac:spMkLst>
        </pc:spChg>
        <pc:spChg chg="mod">
          <ac:chgData name="Yan Li" userId="8c31b902-5b3a-4bc1-a03f-ce296c1668b4" providerId="ADAL" clId="{8DBCA75A-D556-49E8-B6F6-1D78308D8DED}" dt="2024-11-01T10:46:16.804" v="1145" actId="20577"/>
          <ac:spMkLst>
            <pc:docMk/>
            <pc:sldMk cId="696899848" sldId="300"/>
            <ac:spMk id="5" creationId="{87397B05-2868-01CF-5915-644A9A5CFD2E}"/>
          </ac:spMkLst>
        </pc:spChg>
      </pc:sldChg>
      <pc:sldChg chg="del">
        <pc:chgData name="Yan Li" userId="8c31b902-5b3a-4bc1-a03f-ce296c1668b4" providerId="ADAL" clId="{8DBCA75A-D556-49E8-B6F6-1D78308D8DED}" dt="2024-10-30T14:08:59.670" v="631" actId="2696"/>
        <pc:sldMkLst>
          <pc:docMk/>
          <pc:sldMk cId="803970066" sldId="301"/>
        </pc:sldMkLst>
      </pc:sldChg>
      <pc:sldChg chg="del">
        <pc:chgData name="Yan Li" userId="8c31b902-5b3a-4bc1-a03f-ce296c1668b4" providerId="ADAL" clId="{8DBCA75A-D556-49E8-B6F6-1D78308D8DED}" dt="2024-10-30T14:08:59.670" v="631" actId="2696"/>
        <pc:sldMkLst>
          <pc:docMk/>
          <pc:sldMk cId="1889604675" sldId="302"/>
        </pc:sldMkLst>
      </pc:sldChg>
      <pc:sldChg chg="del">
        <pc:chgData name="Yan Li" userId="8c31b902-5b3a-4bc1-a03f-ce296c1668b4" providerId="ADAL" clId="{8DBCA75A-D556-49E8-B6F6-1D78308D8DED}" dt="2024-10-30T14:08:59.670" v="631" actId="2696"/>
        <pc:sldMkLst>
          <pc:docMk/>
          <pc:sldMk cId="4023181562" sldId="303"/>
        </pc:sldMkLst>
      </pc:sldChg>
      <pc:sldChg chg="del">
        <pc:chgData name="Yan Li" userId="8c31b902-5b3a-4bc1-a03f-ce296c1668b4" providerId="ADAL" clId="{8DBCA75A-D556-49E8-B6F6-1D78308D8DED}" dt="2024-10-30T14:08:59.670" v="631" actId="2696"/>
        <pc:sldMkLst>
          <pc:docMk/>
          <pc:sldMk cId="4209502522" sldId="304"/>
        </pc:sldMkLst>
      </pc:sldChg>
      <pc:sldChg chg="del">
        <pc:chgData name="Yan Li" userId="8c31b902-5b3a-4bc1-a03f-ce296c1668b4" providerId="ADAL" clId="{8DBCA75A-D556-49E8-B6F6-1D78308D8DED}" dt="2024-10-30T14:08:59.670" v="631" actId="2696"/>
        <pc:sldMkLst>
          <pc:docMk/>
          <pc:sldMk cId="1808473525" sldId="305"/>
        </pc:sldMkLst>
      </pc:sldChg>
      <pc:sldChg chg="del">
        <pc:chgData name="Yan Li" userId="8c31b902-5b3a-4bc1-a03f-ce296c1668b4" providerId="ADAL" clId="{8DBCA75A-D556-49E8-B6F6-1D78308D8DED}" dt="2024-10-30T14:08:59.670" v="631" actId="2696"/>
        <pc:sldMkLst>
          <pc:docMk/>
          <pc:sldMk cId="1990799681" sldId="306"/>
        </pc:sldMkLst>
      </pc:sldChg>
      <pc:sldChg chg="del">
        <pc:chgData name="Yan Li" userId="8c31b902-5b3a-4bc1-a03f-ce296c1668b4" providerId="ADAL" clId="{8DBCA75A-D556-49E8-B6F6-1D78308D8DED}" dt="2024-10-30T14:08:59.670" v="631" actId="2696"/>
        <pc:sldMkLst>
          <pc:docMk/>
          <pc:sldMk cId="2007051764" sldId="307"/>
        </pc:sldMkLst>
      </pc:sldChg>
      <pc:sldChg chg="del">
        <pc:chgData name="Yan Li" userId="8c31b902-5b3a-4bc1-a03f-ce296c1668b4" providerId="ADAL" clId="{8DBCA75A-D556-49E8-B6F6-1D78308D8DED}" dt="2024-10-30T14:08:59.670" v="631" actId="2696"/>
        <pc:sldMkLst>
          <pc:docMk/>
          <pc:sldMk cId="1526794193" sldId="308"/>
        </pc:sldMkLst>
      </pc:sldChg>
      <pc:sldChg chg="del">
        <pc:chgData name="Yan Li" userId="8c31b902-5b3a-4bc1-a03f-ce296c1668b4" providerId="ADAL" clId="{8DBCA75A-D556-49E8-B6F6-1D78308D8DED}" dt="2024-10-30T14:08:59.670" v="631" actId="2696"/>
        <pc:sldMkLst>
          <pc:docMk/>
          <pc:sldMk cId="2657599769" sldId="309"/>
        </pc:sldMkLst>
      </pc:sldChg>
      <pc:sldChg chg="del">
        <pc:chgData name="Yan Li" userId="8c31b902-5b3a-4bc1-a03f-ce296c1668b4" providerId="ADAL" clId="{8DBCA75A-D556-49E8-B6F6-1D78308D8DED}" dt="2024-10-30T14:08:59.670" v="631" actId="2696"/>
        <pc:sldMkLst>
          <pc:docMk/>
          <pc:sldMk cId="1402056185" sldId="310"/>
        </pc:sldMkLst>
      </pc:sldChg>
      <pc:sldChg chg="del">
        <pc:chgData name="Yan Li" userId="8c31b902-5b3a-4bc1-a03f-ce296c1668b4" providerId="ADAL" clId="{8DBCA75A-D556-49E8-B6F6-1D78308D8DED}" dt="2024-10-30T14:08:59.670" v="631" actId="2696"/>
        <pc:sldMkLst>
          <pc:docMk/>
          <pc:sldMk cId="3731821078" sldId="311"/>
        </pc:sldMkLst>
      </pc:sldChg>
      <pc:sldChg chg="del">
        <pc:chgData name="Yan Li" userId="8c31b902-5b3a-4bc1-a03f-ce296c1668b4" providerId="ADAL" clId="{8DBCA75A-D556-49E8-B6F6-1D78308D8DED}" dt="2024-10-30T14:08:59.670" v="631" actId="2696"/>
        <pc:sldMkLst>
          <pc:docMk/>
          <pc:sldMk cId="1548950697" sldId="312"/>
        </pc:sldMkLst>
      </pc:sldChg>
      <pc:sldChg chg="del">
        <pc:chgData name="Yan Li" userId="8c31b902-5b3a-4bc1-a03f-ce296c1668b4" providerId="ADAL" clId="{8DBCA75A-D556-49E8-B6F6-1D78308D8DED}" dt="2024-10-30T14:08:59.670" v="631" actId="2696"/>
        <pc:sldMkLst>
          <pc:docMk/>
          <pc:sldMk cId="2076971930" sldId="313"/>
        </pc:sldMkLst>
      </pc:sldChg>
      <pc:sldChg chg="del">
        <pc:chgData name="Yan Li" userId="8c31b902-5b3a-4bc1-a03f-ce296c1668b4" providerId="ADAL" clId="{8DBCA75A-D556-49E8-B6F6-1D78308D8DED}" dt="2024-10-30T14:08:59.670" v="631" actId="2696"/>
        <pc:sldMkLst>
          <pc:docMk/>
          <pc:sldMk cId="2509449045" sldId="314"/>
        </pc:sldMkLst>
      </pc:sldChg>
      <pc:sldChg chg="del">
        <pc:chgData name="Yan Li" userId="8c31b902-5b3a-4bc1-a03f-ce296c1668b4" providerId="ADAL" clId="{8DBCA75A-D556-49E8-B6F6-1D78308D8DED}" dt="2024-10-30T14:08:59.670" v="631" actId="2696"/>
        <pc:sldMkLst>
          <pc:docMk/>
          <pc:sldMk cId="982341569" sldId="315"/>
        </pc:sldMkLst>
      </pc:sldChg>
      <pc:sldChg chg="del">
        <pc:chgData name="Yan Li" userId="8c31b902-5b3a-4bc1-a03f-ce296c1668b4" providerId="ADAL" clId="{8DBCA75A-D556-49E8-B6F6-1D78308D8DED}" dt="2024-10-30T14:08:59.670" v="631" actId="2696"/>
        <pc:sldMkLst>
          <pc:docMk/>
          <pc:sldMk cId="2842522988" sldId="316"/>
        </pc:sldMkLst>
      </pc:sldChg>
      <pc:sldChg chg="del">
        <pc:chgData name="Yan Li" userId="8c31b902-5b3a-4bc1-a03f-ce296c1668b4" providerId="ADAL" clId="{8DBCA75A-D556-49E8-B6F6-1D78308D8DED}" dt="2024-10-30T14:08:59.670" v="631" actId="2696"/>
        <pc:sldMkLst>
          <pc:docMk/>
          <pc:sldMk cId="14103070" sldId="317"/>
        </pc:sldMkLst>
      </pc:sldChg>
      <pc:sldChg chg="add del">
        <pc:chgData name="Yan Li" userId="8c31b902-5b3a-4bc1-a03f-ce296c1668b4" providerId="ADAL" clId="{8DBCA75A-D556-49E8-B6F6-1D78308D8DED}" dt="2024-10-30T13:27:20.969" v="185" actId="2696"/>
        <pc:sldMkLst>
          <pc:docMk/>
          <pc:sldMk cId="459149584" sldId="318"/>
        </pc:sldMkLst>
      </pc:sldChg>
      <pc:sldChg chg="addSp delSp modSp add mod">
        <pc:chgData name="Yan Li" userId="8c31b902-5b3a-4bc1-a03f-ce296c1668b4" providerId="ADAL" clId="{8DBCA75A-D556-49E8-B6F6-1D78308D8DED}" dt="2024-11-01T10:57:05.378" v="1177" actId="6549"/>
        <pc:sldMkLst>
          <pc:docMk/>
          <pc:sldMk cId="3436863494" sldId="319"/>
        </pc:sldMkLst>
        <pc:spChg chg="del mod">
          <ac:chgData name="Yan Li" userId="8c31b902-5b3a-4bc1-a03f-ce296c1668b4" providerId="ADAL" clId="{8DBCA75A-D556-49E8-B6F6-1D78308D8DED}" dt="2024-11-01T10:50:50.291" v="1153" actId="478"/>
          <ac:spMkLst>
            <pc:docMk/>
            <pc:sldMk cId="3436863494" sldId="319"/>
            <ac:spMk id="3" creationId="{B2C3CF9D-1FBA-3A7C-AA29-D26D7CBA7634}"/>
          </ac:spMkLst>
        </pc:spChg>
        <pc:spChg chg="add mod">
          <ac:chgData name="Yan Li" userId="8c31b902-5b3a-4bc1-a03f-ce296c1668b4" providerId="ADAL" clId="{8DBCA75A-D556-49E8-B6F6-1D78308D8DED}" dt="2024-11-01T10:57:05.378" v="1177" actId="6549"/>
          <ac:spMkLst>
            <pc:docMk/>
            <pc:sldMk cId="3436863494" sldId="319"/>
            <ac:spMk id="4" creationId="{30951C18-5F04-0ADC-AA5B-F9361C27145B}"/>
          </ac:spMkLst>
        </pc:spChg>
        <pc:spChg chg="mod">
          <ac:chgData name="Yan Li" userId="8c31b902-5b3a-4bc1-a03f-ce296c1668b4" providerId="ADAL" clId="{8DBCA75A-D556-49E8-B6F6-1D78308D8DED}" dt="2024-10-30T13:27:03.226" v="182" actId="6549"/>
          <ac:spMkLst>
            <pc:docMk/>
            <pc:sldMk cId="3436863494" sldId="319"/>
            <ac:spMk id="5" creationId="{7149A279-22E5-008F-CE27-2439FEF45226}"/>
          </ac:spMkLst>
        </pc:spChg>
      </pc:sldChg>
      <pc:sldChg chg="add del">
        <pc:chgData name="Yan Li" userId="8c31b902-5b3a-4bc1-a03f-ce296c1668b4" providerId="ADAL" clId="{8DBCA75A-D556-49E8-B6F6-1D78308D8DED}" dt="2024-11-01T10:58:02.553" v="1178" actId="2696"/>
        <pc:sldMkLst>
          <pc:docMk/>
          <pc:sldMk cId="2600452871" sldId="320"/>
        </pc:sldMkLst>
      </pc:sldChg>
      <pc:sldChg chg="modSp add mod">
        <pc:chgData name="Yan Li" userId="8c31b902-5b3a-4bc1-a03f-ce296c1668b4" providerId="ADAL" clId="{8DBCA75A-D556-49E8-B6F6-1D78308D8DED}" dt="2024-10-30T13:28:27.933" v="198" actId="20577"/>
        <pc:sldMkLst>
          <pc:docMk/>
          <pc:sldMk cId="1098509633" sldId="321"/>
        </pc:sldMkLst>
        <pc:spChg chg="mod">
          <ac:chgData name="Yan Li" userId="8c31b902-5b3a-4bc1-a03f-ce296c1668b4" providerId="ADAL" clId="{8DBCA75A-D556-49E8-B6F6-1D78308D8DED}" dt="2024-10-30T13:28:27.933" v="198" actId="20577"/>
          <ac:spMkLst>
            <pc:docMk/>
            <pc:sldMk cId="1098509633" sldId="321"/>
            <ac:spMk id="5" creationId="{832E6F5A-1799-BE8F-02B6-2C8DB4861D8F}"/>
          </ac:spMkLst>
        </pc:spChg>
      </pc:sldChg>
      <pc:sldChg chg="addSp delSp modSp add mod">
        <pc:chgData name="Yan Li" userId="8c31b902-5b3a-4bc1-a03f-ce296c1668b4" providerId="ADAL" clId="{8DBCA75A-D556-49E8-B6F6-1D78308D8DED}" dt="2024-10-30T14:11:58.157" v="662" actId="1076"/>
        <pc:sldMkLst>
          <pc:docMk/>
          <pc:sldMk cId="691252314" sldId="322"/>
        </pc:sldMkLst>
        <pc:spChg chg="del">
          <ac:chgData name="Yan Li" userId="8c31b902-5b3a-4bc1-a03f-ce296c1668b4" providerId="ADAL" clId="{8DBCA75A-D556-49E8-B6F6-1D78308D8DED}" dt="2024-10-30T14:10:12.854" v="634" actId="478"/>
          <ac:spMkLst>
            <pc:docMk/>
            <pc:sldMk cId="691252314" sldId="322"/>
            <ac:spMk id="3" creationId="{78189D62-3390-715F-083A-70354C586945}"/>
          </ac:spMkLst>
        </pc:spChg>
        <pc:spChg chg="mod">
          <ac:chgData name="Yan Li" userId="8c31b902-5b3a-4bc1-a03f-ce296c1668b4" providerId="ADAL" clId="{8DBCA75A-D556-49E8-B6F6-1D78308D8DED}" dt="2024-10-30T14:10:31.855" v="642" actId="14100"/>
          <ac:spMkLst>
            <pc:docMk/>
            <pc:sldMk cId="691252314" sldId="322"/>
            <ac:spMk id="5" creationId="{17D34F25-63A1-609A-94ED-018B50B1A141}"/>
          </ac:spMkLst>
        </pc:spChg>
        <pc:picChg chg="add del mod">
          <ac:chgData name="Yan Li" userId="8c31b902-5b3a-4bc1-a03f-ce296c1668b4" providerId="ADAL" clId="{8DBCA75A-D556-49E8-B6F6-1D78308D8DED}" dt="2024-10-30T14:11:11.771" v="650" actId="478"/>
          <ac:picMkLst>
            <pc:docMk/>
            <pc:sldMk cId="691252314" sldId="322"/>
            <ac:picMk id="4" creationId="{0BFA68A7-583C-ED28-A079-ACCBB8BAB415}"/>
          </ac:picMkLst>
        </pc:picChg>
        <pc:picChg chg="add mod">
          <ac:chgData name="Yan Li" userId="8c31b902-5b3a-4bc1-a03f-ce296c1668b4" providerId="ADAL" clId="{8DBCA75A-D556-49E8-B6F6-1D78308D8DED}" dt="2024-10-30T14:11:51.762" v="659" actId="14100"/>
          <ac:picMkLst>
            <pc:docMk/>
            <pc:sldMk cId="691252314" sldId="322"/>
            <ac:picMk id="7" creationId="{FD710F82-4EDB-8C01-E2F3-469B40675935}"/>
          </ac:picMkLst>
        </pc:picChg>
        <pc:picChg chg="add mod">
          <ac:chgData name="Yan Li" userId="8c31b902-5b3a-4bc1-a03f-ce296c1668b4" providerId="ADAL" clId="{8DBCA75A-D556-49E8-B6F6-1D78308D8DED}" dt="2024-10-30T14:11:58.157" v="662" actId="1076"/>
          <ac:picMkLst>
            <pc:docMk/>
            <pc:sldMk cId="691252314" sldId="322"/>
            <ac:picMk id="9" creationId="{F8E90181-3E16-D2FB-2808-A52BB9142A16}"/>
          </ac:picMkLst>
        </pc:picChg>
      </pc:sldChg>
      <pc:sldChg chg="addSp delSp modSp add mod">
        <pc:chgData name="Yan Li" userId="8c31b902-5b3a-4bc1-a03f-ce296c1668b4" providerId="ADAL" clId="{8DBCA75A-D556-49E8-B6F6-1D78308D8DED}" dt="2024-10-30T14:14:21.901" v="685" actId="1076"/>
        <pc:sldMkLst>
          <pc:docMk/>
          <pc:sldMk cId="1850744412" sldId="323"/>
        </pc:sldMkLst>
        <pc:spChg chg="del">
          <ac:chgData name="Yan Li" userId="8c31b902-5b3a-4bc1-a03f-ce296c1668b4" providerId="ADAL" clId="{8DBCA75A-D556-49E8-B6F6-1D78308D8DED}" dt="2024-10-30T14:14:01.875" v="683" actId="478"/>
          <ac:spMkLst>
            <pc:docMk/>
            <pc:sldMk cId="1850744412" sldId="323"/>
            <ac:spMk id="3" creationId="{7FE7B82C-86FF-F826-F57A-1CC5598628A2}"/>
          </ac:spMkLst>
        </pc:spChg>
        <pc:spChg chg="mod">
          <ac:chgData name="Yan Li" userId="8c31b902-5b3a-4bc1-a03f-ce296c1668b4" providerId="ADAL" clId="{8DBCA75A-D556-49E8-B6F6-1D78308D8DED}" dt="2024-10-30T13:30:42.226" v="437" actId="14100"/>
          <ac:spMkLst>
            <pc:docMk/>
            <pc:sldMk cId="1850744412" sldId="323"/>
            <ac:spMk id="5" creationId="{F84351BB-4725-7CC0-A941-6F20AE532745}"/>
          </ac:spMkLst>
        </pc:spChg>
        <pc:picChg chg="add mod">
          <ac:chgData name="Yan Li" userId="8c31b902-5b3a-4bc1-a03f-ce296c1668b4" providerId="ADAL" clId="{8DBCA75A-D556-49E8-B6F6-1D78308D8DED}" dt="2024-10-30T14:14:21.901" v="685" actId="1076"/>
          <ac:picMkLst>
            <pc:docMk/>
            <pc:sldMk cId="1850744412" sldId="323"/>
            <ac:picMk id="4" creationId="{599E9F33-4DC8-948F-7715-AF7339E7B281}"/>
          </ac:picMkLst>
        </pc:picChg>
      </pc:sldChg>
      <pc:sldChg chg="addSp delSp modSp add mod">
        <pc:chgData name="Yan Li" userId="8c31b902-5b3a-4bc1-a03f-ce296c1668b4" providerId="ADAL" clId="{8DBCA75A-D556-49E8-B6F6-1D78308D8DED}" dt="2024-10-30T14:21:58.967" v="839" actId="20577"/>
        <pc:sldMkLst>
          <pc:docMk/>
          <pc:sldMk cId="741622981" sldId="324"/>
        </pc:sldMkLst>
        <pc:spChg chg="del">
          <ac:chgData name="Yan Li" userId="8c31b902-5b3a-4bc1-a03f-ce296c1668b4" providerId="ADAL" clId="{8DBCA75A-D556-49E8-B6F6-1D78308D8DED}" dt="2024-10-30T14:15:50.095" v="688" actId="478"/>
          <ac:spMkLst>
            <pc:docMk/>
            <pc:sldMk cId="741622981" sldId="324"/>
            <ac:spMk id="3" creationId="{35A1E6DD-F689-8A5F-0F61-3871F7BD83C3}"/>
          </ac:spMkLst>
        </pc:spChg>
        <pc:spChg chg="mod">
          <ac:chgData name="Yan Li" userId="8c31b902-5b3a-4bc1-a03f-ce296c1668b4" providerId="ADAL" clId="{8DBCA75A-D556-49E8-B6F6-1D78308D8DED}" dt="2024-10-30T14:21:58.967" v="839" actId="20577"/>
          <ac:spMkLst>
            <pc:docMk/>
            <pc:sldMk cId="741622981" sldId="324"/>
            <ac:spMk id="5" creationId="{5A175DA7-CF7F-EA4F-5FB9-25D03A4A2AED}"/>
          </ac:spMkLst>
        </pc:spChg>
        <pc:picChg chg="add del mod">
          <ac:chgData name="Yan Li" userId="8c31b902-5b3a-4bc1-a03f-ce296c1668b4" providerId="ADAL" clId="{8DBCA75A-D556-49E8-B6F6-1D78308D8DED}" dt="2024-10-30T14:16:45.128" v="703" actId="478"/>
          <ac:picMkLst>
            <pc:docMk/>
            <pc:sldMk cId="741622981" sldId="324"/>
            <ac:picMk id="4" creationId="{60E21305-7CA5-50F9-95AF-4D2C77C2F43F}"/>
          </ac:picMkLst>
        </pc:picChg>
        <pc:picChg chg="add mod">
          <ac:chgData name="Yan Li" userId="8c31b902-5b3a-4bc1-a03f-ce296c1668b4" providerId="ADAL" clId="{8DBCA75A-D556-49E8-B6F6-1D78308D8DED}" dt="2024-10-30T14:17:10.009" v="717" actId="14100"/>
          <ac:picMkLst>
            <pc:docMk/>
            <pc:sldMk cId="741622981" sldId="324"/>
            <ac:picMk id="7" creationId="{902FCA49-4B96-292D-DBBC-093BBC1D6B4B}"/>
          </ac:picMkLst>
        </pc:picChg>
        <pc:picChg chg="add mod">
          <ac:chgData name="Yan Li" userId="8c31b902-5b3a-4bc1-a03f-ce296c1668b4" providerId="ADAL" clId="{8DBCA75A-D556-49E8-B6F6-1D78308D8DED}" dt="2024-10-30T14:18:51.854" v="736" actId="1076"/>
          <ac:picMkLst>
            <pc:docMk/>
            <pc:sldMk cId="741622981" sldId="324"/>
            <ac:picMk id="9" creationId="{EB60DA3D-E195-6069-6F4A-E452A5C9DAB0}"/>
          </ac:picMkLst>
        </pc:picChg>
        <pc:picChg chg="add mod">
          <ac:chgData name="Yan Li" userId="8c31b902-5b3a-4bc1-a03f-ce296c1668b4" providerId="ADAL" clId="{8DBCA75A-D556-49E8-B6F6-1D78308D8DED}" dt="2024-10-30T14:18:57.728" v="737" actId="14100"/>
          <ac:picMkLst>
            <pc:docMk/>
            <pc:sldMk cId="741622981" sldId="324"/>
            <ac:picMk id="11" creationId="{DD76CD88-2DC4-7DA4-C856-304A19BEB403}"/>
          </ac:picMkLst>
        </pc:picChg>
      </pc:sldChg>
      <pc:sldChg chg="addSp delSp modSp add mod">
        <pc:chgData name="Yan Li" userId="8c31b902-5b3a-4bc1-a03f-ce296c1668b4" providerId="ADAL" clId="{8DBCA75A-D556-49E8-B6F6-1D78308D8DED}" dt="2024-10-30T14:29:35.366" v="914" actId="14100"/>
        <pc:sldMkLst>
          <pc:docMk/>
          <pc:sldMk cId="4079775847" sldId="325"/>
        </pc:sldMkLst>
        <pc:spChg chg="del">
          <ac:chgData name="Yan Li" userId="8c31b902-5b3a-4bc1-a03f-ce296c1668b4" providerId="ADAL" clId="{8DBCA75A-D556-49E8-B6F6-1D78308D8DED}" dt="2024-10-30T14:28:17.629" v="896" actId="478"/>
          <ac:spMkLst>
            <pc:docMk/>
            <pc:sldMk cId="4079775847" sldId="325"/>
            <ac:spMk id="3" creationId="{6A255432-754F-6116-AD12-6ABFC6CC0BCD}"/>
          </ac:spMkLst>
        </pc:spChg>
        <pc:spChg chg="mod">
          <ac:chgData name="Yan Li" userId="8c31b902-5b3a-4bc1-a03f-ce296c1668b4" providerId="ADAL" clId="{8DBCA75A-D556-49E8-B6F6-1D78308D8DED}" dt="2024-10-30T14:28:38.893" v="908" actId="27636"/>
          <ac:spMkLst>
            <pc:docMk/>
            <pc:sldMk cId="4079775847" sldId="325"/>
            <ac:spMk id="5" creationId="{41028FB1-5FB7-11D5-B2CB-332095D08F74}"/>
          </ac:spMkLst>
        </pc:spChg>
        <pc:picChg chg="add mod">
          <ac:chgData name="Yan Li" userId="8c31b902-5b3a-4bc1-a03f-ce296c1668b4" providerId="ADAL" clId="{8DBCA75A-D556-49E8-B6F6-1D78308D8DED}" dt="2024-10-30T14:28:42.299" v="909" actId="1076"/>
          <ac:picMkLst>
            <pc:docMk/>
            <pc:sldMk cId="4079775847" sldId="325"/>
            <ac:picMk id="4" creationId="{618CCFF3-D596-5DF7-D9B9-D1E75D944500}"/>
          </ac:picMkLst>
        </pc:picChg>
        <pc:picChg chg="add mod">
          <ac:chgData name="Yan Li" userId="8c31b902-5b3a-4bc1-a03f-ce296c1668b4" providerId="ADAL" clId="{8DBCA75A-D556-49E8-B6F6-1D78308D8DED}" dt="2024-10-30T14:29:06.797" v="911" actId="1076"/>
          <ac:picMkLst>
            <pc:docMk/>
            <pc:sldMk cId="4079775847" sldId="325"/>
            <ac:picMk id="7" creationId="{A443D574-9512-3831-25F4-7973FC250F4B}"/>
          </ac:picMkLst>
        </pc:picChg>
        <pc:picChg chg="add mod">
          <ac:chgData name="Yan Li" userId="8c31b902-5b3a-4bc1-a03f-ce296c1668b4" providerId="ADAL" clId="{8DBCA75A-D556-49E8-B6F6-1D78308D8DED}" dt="2024-10-30T14:29:35.366" v="914" actId="14100"/>
          <ac:picMkLst>
            <pc:docMk/>
            <pc:sldMk cId="4079775847" sldId="325"/>
            <ac:picMk id="9" creationId="{E941FAAD-7BC7-9E22-B5FE-8AB5DF3EB3F8}"/>
          </ac:picMkLst>
        </pc:picChg>
      </pc:sldChg>
      <pc:sldChg chg="addSp delSp modSp add mod">
        <pc:chgData name="Yan Li" userId="8c31b902-5b3a-4bc1-a03f-ce296c1668b4" providerId="ADAL" clId="{8DBCA75A-D556-49E8-B6F6-1D78308D8DED}" dt="2024-10-30T14:30:38.659" v="923" actId="1076"/>
        <pc:sldMkLst>
          <pc:docMk/>
          <pc:sldMk cId="615808774" sldId="326"/>
        </pc:sldMkLst>
        <pc:spChg chg="del">
          <ac:chgData name="Yan Li" userId="8c31b902-5b3a-4bc1-a03f-ce296c1668b4" providerId="ADAL" clId="{8DBCA75A-D556-49E8-B6F6-1D78308D8DED}" dt="2024-10-30T14:29:53.442" v="915" actId="478"/>
          <ac:spMkLst>
            <pc:docMk/>
            <pc:sldMk cId="615808774" sldId="326"/>
            <ac:spMk id="3" creationId="{4B9679A5-429B-FA8D-45E4-B31EB6FA9C95}"/>
          </ac:spMkLst>
        </pc:spChg>
        <pc:spChg chg="mod">
          <ac:chgData name="Yan Li" userId="8c31b902-5b3a-4bc1-a03f-ce296c1668b4" providerId="ADAL" clId="{8DBCA75A-D556-49E8-B6F6-1D78308D8DED}" dt="2024-10-30T14:07:57.202" v="569" actId="20577"/>
          <ac:spMkLst>
            <pc:docMk/>
            <pc:sldMk cId="615808774" sldId="326"/>
            <ac:spMk id="5" creationId="{FE27BB53-9C4C-5923-DA40-0905DE472C7F}"/>
          </ac:spMkLst>
        </pc:spChg>
        <pc:picChg chg="add mod">
          <ac:chgData name="Yan Li" userId="8c31b902-5b3a-4bc1-a03f-ce296c1668b4" providerId="ADAL" clId="{8DBCA75A-D556-49E8-B6F6-1D78308D8DED}" dt="2024-10-30T14:30:35.032" v="922" actId="1076"/>
          <ac:picMkLst>
            <pc:docMk/>
            <pc:sldMk cId="615808774" sldId="326"/>
            <ac:picMk id="4" creationId="{ED39844F-BAA2-C4B0-7AB5-26CF0FF0CA8A}"/>
          </ac:picMkLst>
        </pc:picChg>
        <pc:picChg chg="add mod">
          <ac:chgData name="Yan Li" userId="8c31b902-5b3a-4bc1-a03f-ce296c1668b4" providerId="ADAL" clId="{8DBCA75A-D556-49E8-B6F6-1D78308D8DED}" dt="2024-10-30T14:30:38.659" v="923" actId="1076"/>
          <ac:picMkLst>
            <pc:docMk/>
            <pc:sldMk cId="615808774" sldId="326"/>
            <ac:picMk id="7" creationId="{68E894D1-8CE8-9422-515C-0E43DC97FBF9}"/>
          </ac:picMkLst>
        </pc:picChg>
      </pc:sldChg>
      <pc:sldChg chg="modSp add mod">
        <pc:chgData name="Yan Li" userId="8c31b902-5b3a-4bc1-a03f-ce296c1668b4" providerId="ADAL" clId="{8DBCA75A-D556-49E8-B6F6-1D78308D8DED}" dt="2024-10-30T14:08:45.139" v="630" actId="20577"/>
        <pc:sldMkLst>
          <pc:docMk/>
          <pc:sldMk cId="996495019" sldId="327"/>
        </pc:sldMkLst>
        <pc:spChg chg="mod">
          <ac:chgData name="Yan Li" userId="8c31b902-5b3a-4bc1-a03f-ce296c1668b4" providerId="ADAL" clId="{8DBCA75A-D556-49E8-B6F6-1D78308D8DED}" dt="2024-10-30T14:08:45.139" v="630" actId="20577"/>
          <ac:spMkLst>
            <pc:docMk/>
            <pc:sldMk cId="996495019" sldId="327"/>
            <ac:spMk id="5" creationId="{7AA31E11-CE22-408E-B794-B8CA79D96705}"/>
          </ac:spMkLst>
        </pc:spChg>
      </pc:sldChg>
      <pc:sldChg chg="addSp delSp modSp add mod">
        <pc:chgData name="Yan Li" userId="8c31b902-5b3a-4bc1-a03f-ce296c1668b4" providerId="ADAL" clId="{8DBCA75A-D556-49E8-B6F6-1D78308D8DED}" dt="2024-10-30T14:12:39.137" v="671" actId="1076"/>
        <pc:sldMkLst>
          <pc:docMk/>
          <pc:sldMk cId="1882390377" sldId="328"/>
        </pc:sldMkLst>
        <pc:picChg chg="add mod">
          <ac:chgData name="Yan Li" userId="8c31b902-5b3a-4bc1-a03f-ce296c1668b4" providerId="ADAL" clId="{8DBCA75A-D556-49E8-B6F6-1D78308D8DED}" dt="2024-10-30T14:12:39.137" v="671" actId="1076"/>
          <ac:picMkLst>
            <pc:docMk/>
            <pc:sldMk cId="1882390377" sldId="328"/>
            <ac:picMk id="3" creationId="{70BA18CD-E3EB-A128-5E96-F2481ABB5245}"/>
          </ac:picMkLst>
        </pc:picChg>
        <pc:picChg chg="del">
          <ac:chgData name="Yan Li" userId="8c31b902-5b3a-4bc1-a03f-ce296c1668b4" providerId="ADAL" clId="{8DBCA75A-D556-49E8-B6F6-1D78308D8DED}" dt="2024-10-30T14:12:28.939" v="664" actId="478"/>
          <ac:picMkLst>
            <pc:docMk/>
            <pc:sldMk cId="1882390377" sldId="328"/>
            <ac:picMk id="7" creationId="{CFA89BDD-60BB-3BE6-E0EA-FB7A1841FFB9}"/>
          </ac:picMkLst>
        </pc:picChg>
        <pc:picChg chg="del">
          <ac:chgData name="Yan Li" userId="8c31b902-5b3a-4bc1-a03f-ce296c1668b4" providerId="ADAL" clId="{8DBCA75A-D556-49E8-B6F6-1D78308D8DED}" dt="2024-10-30T14:12:30.556" v="665" actId="478"/>
          <ac:picMkLst>
            <pc:docMk/>
            <pc:sldMk cId="1882390377" sldId="328"/>
            <ac:picMk id="9" creationId="{EDBC4036-3DA7-1B6A-B51B-5E44745707B8}"/>
          </ac:picMkLst>
        </pc:picChg>
      </pc:sldChg>
      <pc:sldChg chg="addSp delSp modSp add mod">
        <pc:chgData name="Yan Li" userId="8c31b902-5b3a-4bc1-a03f-ce296c1668b4" providerId="ADAL" clId="{8DBCA75A-D556-49E8-B6F6-1D78308D8DED}" dt="2024-10-30T14:13:19.022" v="681" actId="1076"/>
        <pc:sldMkLst>
          <pc:docMk/>
          <pc:sldMk cId="387663868" sldId="329"/>
        </pc:sldMkLst>
        <pc:picChg chg="del">
          <ac:chgData name="Yan Li" userId="8c31b902-5b3a-4bc1-a03f-ce296c1668b4" providerId="ADAL" clId="{8DBCA75A-D556-49E8-B6F6-1D78308D8DED}" dt="2024-10-30T14:12:54.026" v="673" actId="478"/>
          <ac:picMkLst>
            <pc:docMk/>
            <pc:sldMk cId="387663868" sldId="329"/>
            <ac:picMk id="3" creationId="{67AEFEC0-34EB-1D29-6498-4A9737839972}"/>
          </ac:picMkLst>
        </pc:picChg>
        <pc:picChg chg="add mod">
          <ac:chgData name="Yan Li" userId="8c31b902-5b3a-4bc1-a03f-ce296c1668b4" providerId="ADAL" clId="{8DBCA75A-D556-49E8-B6F6-1D78308D8DED}" dt="2024-10-30T14:13:19.022" v="681" actId="1076"/>
          <ac:picMkLst>
            <pc:docMk/>
            <pc:sldMk cId="387663868" sldId="329"/>
            <ac:picMk id="4" creationId="{26E9B427-52D8-8E77-65BA-1B2D0D275594}"/>
          </ac:picMkLst>
        </pc:picChg>
      </pc:sldChg>
      <pc:sldChg chg="addSp delSp modSp add mod">
        <pc:chgData name="Yan Li" userId="8c31b902-5b3a-4bc1-a03f-ce296c1668b4" providerId="ADAL" clId="{8DBCA75A-D556-49E8-B6F6-1D78308D8DED}" dt="2024-10-30T14:21:45.649" v="802" actId="20577"/>
        <pc:sldMkLst>
          <pc:docMk/>
          <pc:sldMk cId="2816459871" sldId="330"/>
        </pc:sldMkLst>
        <pc:spChg chg="mod">
          <ac:chgData name="Yan Li" userId="8c31b902-5b3a-4bc1-a03f-ce296c1668b4" providerId="ADAL" clId="{8DBCA75A-D556-49E8-B6F6-1D78308D8DED}" dt="2024-10-30T14:21:45.649" v="802" actId="20577"/>
          <ac:spMkLst>
            <pc:docMk/>
            <pc:sldMk cId="2816459871" sldId="330"/>
            <ac:spMk id="5" creationId="{97275393-441C-07DB-C737-879A30B19216}"/>
          </ac:spMkLst>
        </pc:spChg>
        <pc:picChg chg="add mod">
          <ac:chgData name="Yan Li" userId="8c31b902-5b3a-4bc1-a03f-ce296c1668b4" providerId="ADAL" clId="{8DBCA75A-D556-49E8-B6F6-1D78308D8DED}" dt="2024-10-30T14:20:01.621" v="754" actId="1076"/>
          <ac:picMkLst>
            <pc:docMk/>
            <pc:sldMk cId="2816459871" sldId="330"/>
            <ac:picMk id="3" creationId="{B9E8EFB8-110B-32ED-8ABD-3D6C4CB69A1E}"/>
          </ac:picMkLst>
        </pc:picChg>
        <pc:picChg chg="add mod">
          <ac:chgData name="Yan Li" userId="8c31b902-5b3a-4bc1-a03f-ce296c1668b4" providerId="ADAL" clId="{8DBCA75A-D556-49E8-B6F6-1D78308D8DED}" dt="2024-10-30T14:20:24.048" v="757" actId="14100"/>
          <ac:picMkLst>
            <pc:docMk/>
            <pc:sldMk cId="2816459871" sldId="330"/>
            <ac:picMk id="6" creationId="{FE52A18D-3779-966D-57C6-0F49AA5AF074}"/>
          </ac:picMkLst>
        </pc:picChg>
        <pc:picChg chg="del">
          <ac:chgData name="Yan Li" userId="8c31b902-5b3a-4bc1-a03f-ce296c1668b4" providerId="ADAL" clId="{8DBCA75A-D556-49E8-B6F6-1D78308D8DED}" dt="2024-10-30T14:19:31.915" v="739" actId="478"/>
          <ac:picMkLst>
            <pc:docMk/>
            <pc:sldMk cId="2816459871" sldId="330"/>
            <ac:picMk id="7" creationId="{39A74BD7-CDE5-26E1-222E-BC7187CE14B0}"/>
          </ac:picMkLst>
        </pc:picChg>
        <pc:picChg chg="del">
          <ac:chgData name="Yan Li" userId="8c31b902-5b3a-4bc1-a03f-ce296c1668b4" providerId="ADAL" clId="{8DBCA75A-D556-49E8-B6F6-1D78308D8DED}" dt="2024-10-30T14:19:43.731" v="746" actId="478"/>
          <ac:picMkLst>
            <pc:docMk/>
            <pc:sldMk cId="2816459871" sldId="330"/>
            <ac:picMk id="9" creationId="{520C881D-CA0B-D552-A83E-2102C4B8EBC2}"/>
          </ac:picMkLst>
        </pc:picChg>
        <pc:picChg chg="add mod">
          <ac:chgData name="Yan Li" userId="8c31b902-5b3a-4bc1-a03f-ce296c1668b4" providerId="ADAL" clId="{8DBCA75A-D556-49E8-B6F6-1D78308D8DED}" dt="2024-10-30T14:20:55.922" v="763" actId="1076"/>
          <ac:picMkLst>
            <pc:docMk/>
            <pc:sldMk cId="2816459871" sldId="330"/>
            <ac:picMk id="10" creationId="{3ED043DF-A7E4-FB5B-5666-DCA5DB222198}"/>
          </ac:picMkLst>
        </pc:picChg>
        <pc:picChg chg="del">
          <ac:chgData name="Yan Li" userId="8c31b902-5b3a-4bc1-a03f-ce296c1668b4" providerId="ADAL" clId="{8DBCA75A-D556-49E8-B6F6-1D78308D8DED}" dt="2024-10-30T14:19:45.465" v="747" actId="478"/>
          <ac:picMkLst>
            <pc:docMk/>
            <pc:sldMk cId="2816459871" sldId="330"/>
            <ac:picMk id="11" creationId="{ECA2B079-2C44-ABA7-98AD-71C3C0B1EC5B}"/>
          </ac:picMkLst>
        </pc:picChg>
      </pc:sldChg>
      <pc:sldChg chg="addSp delSp modSp add mod">
        <pc:chgData name="Yan Li" userId="8c31b902-5b3a-4bc1-a03f-ce296c1668b4" providerId="ADAL" clId="{8DBCA75A-D556-49E8-B6F6-1D78308D8DED}" dt="2024-10-30T14:22:53.775" v="856" actId="1076"/>
        <pc:sldMkLst>
          <pc:docMk/>
          <pc:sldMk cId="3731506154" sldId="331"/>
        </pc:sldMkLst>
        <pc:spChg chg="mod">
          <ac:chgData name="Yan Li" userId="8c31b902-5b3a-4bc1-a03f-ce296c1668b4" providerId="ADAL" clId="{8DBCA75A-D556-49E8-B6F6-1D78308D8DED}" dt="2024-10-30T14:22:34.751" v="851" actId="20577"/>
          <ac:spMkLst>
            <pc:docMk/>
            <pc:sldMk cId="3731506154" sldId="331"/>
            <ac:spMk id="5" creationId="{D307BDB9-0A95-94F5-77BF-BB537CF7CAC6}"/>
          </ac:spMkLst>
        </pc:spChg>
        <pc:picChg chg="del">
          <ac:chgData name="Yan Li" userId="8c31b902-5b3a-4bc1-a03f-ce296c1668b4" providerId="ADAL" clId="{8DBCA75A-D556-49E8-B6F6-1D78308D8DED}" dt="2024-10-30T14:22:36.835" v="852" actId="478"/>
          <ac:picMkLst>
            <pc:docMk/>
            <pc:sldMk cId="3731506154" sldId="331"/>
            <ac:picMk id="3" creationId="{5C55D4C3-96AE-1411-F0EE-BF8F4EEB4469}"/>
          </ac:picMkLst>
        </pc:picChg>
        <pc:picChg chg="add mod">
          <ac:chgData name="Yan Li" userId="8c31b902-5b3a-4bc1-a03f-ce296c1668b4" providerId="ADAL" clId="{8DBCA75A-D556-49E8-B6F6-1D78308D8DED}" dt="2024-10-30T14:22:53.775" v="856" actId="1076"/>
          <ac:picMkLst>
            <pc:docMk/>
            <pc:sldMk cId="3731506154" sldId="331"/>
            <ac:picMk id="4" creationId="{4275D7CE-0422-9586-17A4-E935D71C09B4}"/>
          </ac:picMkLst>
        </pc:picChg>
        <pc:picChg chg="del">
          <ac:chgData name="Yan Li" userId="8c31b902-5b3a-4bc1-a03f-ce296c1668b4" providerId="ADAL" clId="{8DBCA75A-D556-49E8-B6F6-1D78308D8DED}" dt="2024-10-30T14:22:38.318" v="853" actId="478"/>
          <ac:picMkLst>
            <pc:docMk/>
            <pc:sldMk cId="3731506154" sldId="331"/>
            <ac:picMk id="6" creationId="{5B096502-7AE4-C452-BF95-FF2394D23CFF}"/>
          </ac:picMkLst>
        </pc:picChg>
        <pc:picChg chg="del">
          <ac:chgData name="Yan Li" userId="8c31b902-5b3a-4bc1-a03f-ce296c1668b4" providerId="ADAL" clId="{8DBCA75A-D556-49E8-B6F6-1D78308D8DED}" dt="2024-10-30T14:22:39.752" v="854" actId="478"/>
          <ac:picMkLst>
            <pc:docMk/>
            <pc:sldMk cId="3731506154" sldId="331"/>
            <ac:picMk id="10" creationId="{8AFAC310-3AB5-2E76-FB00-EF49CF8F3175}"/>
          </ac:picMkLst>
        </pc:picChg>
      </pc:sldChg>
      <pc:sldChg chg="addSp delSp modSp add mod">
        <pc:chgData name="Yan Li" userId="8c31b902-5b3a-4bc1-a03f-ce296c1668b4" providerId="ADAL" clId="{8DBCA75A-D556-49E8-B6F6-1D78308D8DED}" dt="2024-10-30T14:23:57.327" v="864" actId="14100"/>
        <pc:sldMkLst>
          <pc:docMk/>
          <pc:sldMk cId="3283541475" sldId="332"/>
        </pc:sldMkLst>
        <pc:picChg chg="add mod">
          <ac:chgData name="Yan Li" userId="8c31b902-5b3a-4bc1-a03f-ce296c1668b4" providerId="ADAL" clId="{8DBCA75A-D556-49E8-B6F6-1D78308D8DED}" dt="2024-10-30T14:23:57.327" v="864" actId="14100"/>
          <ac:picMkLst>
            <pc:docMk/>
            <pc:sldMk cId="3283541475" sldId="332"/>
            <ac:picMk id="3" creationId="{D5D64EBE-7AF7-DD24-DB09-3C1672D30D12}"/>
          </ac:picMkLst>
        </pc:picChg>
        <pc:picChg chg="del">
          <ac:chgData name="Yan Li" userId="8c31b902-5b3a-4bc1-a03f-ce296c1668b4" providerId="ADAL" clId="{8DBCA75A-D556-49E8-B6F6-1D78308D8DED}" dt="2024-10-30T14:23:11.335" v="858" actId="478"/>
          <ac:picMkLst>
            <pc:docMk/>
            <pc:sldMk cId="3283541475" sldId="332"/>
            <ac:picMk id="4" creationId="{C65414C8-01E9-C571-D446-EFCD2203D581}"/>
          </ac:picMkLst>
        </pc:picChg>
      </pc:sldChg>
      <pc:sldChg chg="addSp delSp modSp add mod">
        <pc:chgData name="Yan Li" userId="8c31b902-5b3a-4bc1-a03f-ce296c1668b4" providerId="ADAL" clId="{8DBCA75A-D556-49E8-B6F6-1D78308D8DED}" dt="2024-10-30T14:27:27.611" v="895" actId="1076"/>
        <pc:sldMkLst>
          <pc:docMk/>
          <pc:sldMk cId="1257242487" sldId="333"/>
        </pc:sldMkLst>
        <pc:picChg chg="del">
          <ac:chgData name="Yan Li" userId="8c31b902-5b3a-4bc1-a03f-ce296c1668b4" providerId="ADAL" clId="{8DBCA75A-D556-49E8-B6F6-1D78308D8DED}" dt="2024-10-30T14:24:05.536" v="866" actId="478"/>
          <ac:picMkLst>
            <pc:docMk/>
            <pc:sldMk cId="1257242487" sldId="333"/>
            <ac:picMk id="3" creationId="{0F1C5F52-5D38-3E05-CDA4-56D5FCB86748}"/>
          </ac:picMkLst>
        </pc:picChg>
        <pc:picChg chg="add mod">
          <ac:chgData name="Yan Li" userId="8c31b902-5b3a-4bc1-a03f-ce296c1668b4" providerId="ADAL" clId="{8DBCA75A-D556-49E8-B6F6-1D78308D8DED}" dt="2024-10-30T14:25:26.295" v="875" actId="1076"/>
          <ac:picMkLst>
            <pc:docMk/>
            <pc:sldMk cId="1257242487" sldId="333"/>
            <ac:picMk id="4" creationId="{1E1CE9CC-CAE2-DA3A-AF5B-1A88A22F8855}"/>
          </ac:picMkLst>
        </pc:picChg>
        <pc:picChg chg="add del mod">
          <ac:chgData name="Yan Li" userId="8c31b902-5b3a-4bc1-a03f-ce296c1668b4" providerId="ADAL" clId="{8DBCA75A-D556-49E8-B6F6-1D78308D8DED}" dt="2024-10-30T14:25:51.289" v="877" actId="478"/>
          <ac:picMkLst>
            <pc:docMk/>
            <pc:sldMk cId="1257242487" sldId="333"/>
            <ac:picMk id="7" creationId="{269F2C79-255A-5392-8100-E429B2590C4B}"/>
          </ac:picMkLst>
        </pc:picChg>
        <pc:picChg chg="add mod">
          <ac:chgData name="Yan Li" userId="8c31b902-5b3a-4bc1-a03f-ce296c1668b4" providerId="ADAL" clId="{8DBCA75A-D556-49E8-B6F6-1D78308D8DED}" dt="2024-10-30T14:26:03.906" v="882" actId="14100"/>
          <ac:picMkLst>
            <pc:docMk/>
            <pc:sldMk cId="1257242487" sldId="333"/>
            <ac:picMk id="9" creationId="{FED553C3-E9CD-2BF1-6F77-D08B102282ED}"/>
          </ac:picMkLst>
        </pc:picChg>
        <pc:picChg chg="add mod">
          <ac:chgData name="Yan Li" userId="8c31b902-5b3a-4bc1-a03f-ce296c1668b4" providerId="ADAL" clId="{8DBCA75A-D556-49E8-B6F6-1D78308D8DED}" dt="2024-10-30T14:27:25.709" v="894" actId="1076"/>
          <ac:picMkLst>
            <pc:docMk/>
            <pc:sldMk cId="1257242487" sldId="333"/>
            <ac:picMk id="11" creationId="{1E40C423-8F23-96AC-47BE-CF596E60249D}"/>
          </ac:picMkLst>
        </pc:picChg>
        <pc:picChg chg="add mod">
          <ac:chgData name="Yan Li" userId="8c31b902-5b3a-4bc1-a03f-ce296c1668b4" providerId="ADAL" clId="{8DBCA75A-D556-49E8-B6F6-1D78308D8DED}" dt="2024-10-30T14:27:27.611" v="895" actId="1076"/>
          <ac:picMkLst>
            <pc:docMk/>
            <pc:sldMk cId="1257242487" sldId="333"/>
            <ac:picMk id="13" creationId="{E944B663-D177-EEB3-74BF-BF6CF6BE0C8E}"/>
          </ac:picMkLst>
        </pc:picChg>
      </pc:sldChg>
      <pc:sldChg chg="addSp delSp modSp add mod">
        <pc:chgData name="Yan Li" userId="8c31b902-5b3a-4bc1-a03f-ce296c1668b4" providerId="ADAL" clId="{8DBCA75A-D556-49E8-B6F6-1D78308D8DED}" dt="2024-10-30T14:36:26.098" v="1012" actId="27636"/>
        <pc:sldMkLst>
          <pc:docMk/>
          <pc:sldMk cId="4267529664" sldId="334"/>
        </pc:sldMkLst>
        <pc:spChg chg="mod">
          <ac:chgData name="Yan Li" userId="8c31b902-5b3a-4bc1-a03f-ce296c1668b4" providerId="ADAL" clId="{8DBCA75A-D556-49E8-B6F6-1D78308D8DED}" dt="2024-10-30T14:36:26.098" v="1012" actId="27636"/>
          <ac:spMkLst>
            <pc:docMk/>
            <pc:sldMk cId="4267529664" sldId="334"/>
            <ac:spMk id="5" creationId="{33FFC50C-3476-F52F-BA72-6523C630A7BB}"/>
          </ac:spMkLst>
        </pc:spChg>
        <pc:picChg chg="add mod">
          <ac:chgData name="Yan Li" userId="8c31b902-5b3a-4bc1-a03f-ce296c1668b4" providerId="ADAL" clId="{8DBCA75A-D556-49E8-B6F6-1D78308D8DED}" dt="2024-10-30T14:31:23.418" v="925" actId="1076"/>
          <ac:picMkLst>
            <pc:docMk/>
            <pc:sldMk cId="4267529664" sldId="334"/>
            <ac:picMk id="3" creationId="{73B9FD17-096E-92D8-17C6-27D5691A6CB7}"/>
          </ac:picMkLst>
        </pc:picChg>
        <pc:picChg chg="del">
          <ac:chgData name="Yan Li" userId="8c31b902-5b3a-4bc1-a03f-ce296c1668b4" providerId="ADAL" clId="{8DBCA75A-D556-49E8-B6F6-1D78308D8DED}" dt="2024-10-30T14:30:15.227" v="918" actId="478"/>
          <ac:picMkLst>
            <pc:docMk/>
            <pc:sldMk cId="4267529664" sldId="334"/>
            <ac:picMk id="4" creationId="{4D1DBDA4-342A-7F81-9030-7DFAA4A970F8}"/>
          </ac:picMkLst>
        </pc:picChg>
      </pc:sldChg>
      <pc:sldChg chg="addSp delSp modSp add mod">
        <pc:chgData name="Yan Li" userId="8c31b902-5b3a-4bc1-a03f-ce296c1668b4" providerId="ADAL" clId="{8DBCA75A-D556-49E8-B6F6-1D78308D8DED}" dt="2024-10-30T14:36:42.649" v="1015" actId="255"/>
        <pc:sldMkLst>
          <pc:docMk/>
          <pc:sldMk cId="2879821114" sldId="335"/>
        </pc:sldMkLst>
        <pc:spChg chg="mod">
          <ac:chgData name="Yan Li" userId="8c31b902-5b3a-4bc1-a03f-ce296c1668b4" providerId="ADAL" clId="{8DBCA75A-D556-49E8-B6F6-1D78308D8DED}" dt="2024-10-30T14:36:42.649" v="1015" actId="255"/>
          <ac:spMkLst>
            <pc:docMk/>
            <pc:sldMk cId="2879821114" sldId="335"/>
            <ac:spMk id="5" creationId="{D895344F-AC14-360E-D65D-E8876892B94C}"/>
          </ac:spMkLst>
        </pc:spChg>
        <pc:picChg chg="del">
          <ac:chgData name="Yan Li" userId="8c31b902-5b3a-4bc1-a03f-ce296c1668b4" providerId="ADAL" clId="{8DBCA75A-D556-49E8-B6F6-1D78308D8DED}" dt="2024-10-30T14:31:27.491" v="927" actId="478"/>
          <ac:picMkLst>
            <pc:docMk/>
            <pc:sldMk cId="2879821114" sldId="335"/>
            <ac:picMk id="3" creationId="{9A131B3E-EE2C-6193-0302-52486F654D6E}"/>
          </ac:picMkLst>
        </pc:picChg>
        <pc:picChg chg="add mod">
          <ac:chgData name="Yan Li" userId="8c31b902-5b3a-4bc1-a03f-ce296c1668b4" providerId="ADAL" clId="{8DBCA75A-D556-49E8-B6F6-1D78308D8DED}" dt="2024-10-30T14:31:44.191" v="929" actId="1076"/>
          <ac:picMkLst>
            <pc:docMk/>
            <pc:sldMk cId="2879821114" sldId="335"/>
            <ac:picMk id="4" creationId="{1F6C4CA0-CCB5-42EE-A6F2-139F096F9B03}"/>
          </ac:picMkLst>
        </pc:picChg>
        <pc:picChg chg="add mod">
          <ac:chgData name="Yan Li" userId="8c31b902-5b3a-4bc1-a03f-ce296c1668b4" providerId="ADAL" clId="{8DBCA75A-D556-49E8-B6F6-1D78308D8DED}" dt="2024-10-30T14:32:21.736" v="933" actId="14100"/>
          <ac:picMkLst>
            <pc:docMk/>
            <pc:sldMk cId="2879821114" sldId="335"/>
            <ac:picMk id="7" creationId="{DD1FF4D4-7695-89BE-E22C-75682A32D8BF}"/>
          </ac:picMkLst>
        </pc:picChg>
      </pc:sldChg>
      <pc:sldChg chg="addSp delSp modSp add mod">
        <pc:chgData name="Yan Li" userId="8c31b902-5b3a-4bc1-a03f-ce296c1668b4" providerId="ADAL" clId="{8DBCA75A-D556-49E8-B6F6-1D78308D8DED}" dt="2024-10-30T14:36:54.835" v="1016" actId="255"/>
        <pc:sldMkLst>
          <pc:docMk/>
          <pc:sldMk cId="3978917725" sldId="336"/>
        </pc:sldMkLst>
        <pc:spChg chg="mod">
          <ac:chgData name="Yan Li" userId="8c31b902-5b3a-4bc1-a03f-ce296c1668b4" providerId="ADAL" clId="{8DBCA75A-D556-49E8-B6F6-1D78308D8DED}" dt="2024-10-30T14:36:54.835" v="1016" actId="255"/>
          <ac:spMkLst>
            <pc:docMk/>
            <pc:sldMk cId="3978917725" sldId="336"/>
            <ac:spMk id="5" creationId="{C1D96CA1-197C-6C33-D51F-355B60935A31}"/>
          </ac:spMkLst>
        </pc:spChg>
        <pc:picChg chg="add mod">
          <ac:chgData name="Yan Li" userId="8c31b902-5b3a-4bc1-a03f-ce296c1668b4" providerId="ADAL" clId="{8DBCA75A-D556-49E8-B6F6-1D78308D8DED}" dt="2024-10-30T14:32:57.919" v="940" actId="1076"/>
          <ac:picMkLst>
            <pc:docMk/>
            <pc:sldMk cId="3978917725" sldId="336"/>
            <ac:picMk id="3" creationId="{C012C606-F06A-A5E3-8361-FB01249F7CF2}"/>
          </ac:picMkLst>
        </pc:picChg>
        <pc:picChg chg="del">
          <ac:chgData name="Yan Li" userId="8c31b902-5b3a-4bc1-a03f-ce296c1668b4" providerId="ADAL" clId="{8DBCA75A-D556-49E8-B6F6-1D78308D8DED}" dt="2024-10-30T14:32:51.363" v="936" actId="478"/>
          <ac:picMkLst>
            <pc:docMk/>
            <pc:sldMk cId="3978917725" sldId="336"/>
            <ac:picMk id="4" creationId="{F7CA83F5-B2B0-C121-7F0D-BB29AD6311BE}"/>
          </ac:picMkLst>
        </pc:picChg>
        <pc:picChg chg="del">
          <ac:chgData name="Yan Li" userId="8c31b902-5b3a-4bc1-a03f-ce296c1668b4" providerId="ADAL" clId="{8DBCA75A-D556-49E8-B6F6-1D78308D8DED}" dt="2024-10-30T14:32:49.770" v="935" actId="478"/>
          <ac:picMkLst>
            <pc:docMk/>
            <pc:sldMk cId="3978917725" sldId="336"/>
            <ac:picMk id="7" creationId="{BF10C3F7-23FC-9B8B-5551-6CC5A4A4B160}"/>
          </ac:picMkLst>
        </pc:picChg>
        <pc:picChg chg="add mod">
          <ac:chgData name="Yan Li" userId="8c31b902-5b3a-4bc1-a03f-ce296c1668b4" providerId="ADAL" clId="{8DBCA75A-D556-49E8-B6F6-1D78308D8DED}" dt="2024-10-30T14:33:17.621" v="943" actId="14100"/>
          <ac:picMkLst>
            <pc:docMk/>
            <pc:sldMk cId="3978917725" sldId="336"/>
            <ac:picMk id="8" creationId="{9BC642F2-DBBC-4C1D-1EE7-10DE7BC156E1}"/>
          </ac:picMkLst>
        </pc:picChg>
      </pc:sldChg>
      <pc:sldChg chg="addSp delSp modSp add mod">
        <pc:chgData name="Yan Li" userId="8c31b902-5b3a-4bc1-a03f-ce296c1668b4" providerId="ADAL" clId="{8DBCA75A-D556-49E8-B6F6-1D78308D8DED}" dt="2024-10-30T14:39:37.796" v="1050" actId="1076"/>
        <pc:sldMkLst>
          <pc:docMk/>
          <pc:sldMk cId="376288019" sldId="337"/>
        </pc:sldMkLst>
        <pc:spChg chg="mod">
          <ac:chgData name="Yan Li" userId="8c31b902-5b3a-4bc1-a03f-ce296c1668b4" providerId="ADAL" clId="{8DBCA75A-D556-49E8-B6F6-1D78308D8DED}" dt="2024-10-30T14:37:37.468" v="1031" actId="20577"/>
          <ac:spMkLst>
            <pc:docMk/>
            <pc:sldMk cId="376288019" sldId="337"/>
            <ac:spMk id="5" creationId="{1E7CF0D0-E033-9524-CC25-30272AAE4480}"/>
          </ac:spMkLst>
        </pc:spChg>
        <pc:picChg chg="del">
          <ac:chgData name="Yan Li" userId="8c31b902-5b3a-4bc1-a03f-ce296c1668b4" providerId="ADAL" clId="{8DBCA75A-D556-49E8-B6F6-1D78308D8DED}" dt="2024-10-30T14:37:39.401" v="1032" actId="478"/>
          <ac:picMkLst>
            <pc:docMk/>
            <pc:sldMk cId="376288019" sldId="337"/>
            <ac:picMk id="3" creationId="{AF49B60A-851B-8737-66BC-4A6C1DAABF6D}"/>
          </ac:picMkLst>
        </pc:picChg>
        <pc:picChg chg="add mod">
          <ac:chgData name="Yan Li" userId="8c31b902-5b3a-4bc1-a03f-ce296c1668b4" providerId="ADAL" clId="{8DBCA75A-D556-49E8-B6F6-1D78308D8DED}" dt="2024-10-30T14:39:37.796" v="1050" actId="1076"/>
          <ac:picMkLst>
            <pc:docMk/>
            <pc:sldMk cId="376288019" sldId="337"/>
            <ac:picMk id="4" creationId="{F56C99E2-D295-34A8-86E5-453057F17E24}"/>
          </ac:picMkLst>
        </pc:picChg>
        <pc:picChg chg="del mod">
          <ac:chgData name="Yan Li" userId="8c31b902-5b3a-4bc1-a03f-ce296c1668b4" providerId="ADAL" clId="{8DBCA75A-D556-49E8-B6F6-1D78308D8DED}" dt="2024-10-30T14:37:41.168" v="1034" actId="478"/>
          <ac:picMkLst>
            <pc:docMk/>
            <pc:sldMk cId="376288019" sldId="337"/>
            <ac:picMk id="8" creationId="{1990221E-F6C4-F2E8-358A-D0BC22BE239E}"/>
          </ac:picMkLst>
        </pc:picChg>
      </pc:sldChg>
      <pc:sldChg chg="addSp delSp modSp add mod">
        <pc:chgData name="Yan Li" userId="8c31b902-5b3a-4bc1-a03f-ce296c1668b4" providerId="ADAL" clId="{8DBCA75A-D556-49E8-B6F6-1D78308D8DED}" dt="2024-10-30T14:38:18.276" v="1039" actId="1076"/>
        <pc:sldMkLst>
          <pc:docMk/>
          <pc:sldMk cId="3560696774" sldId="338"/>
        </pc:sldMkLst>
        <pc:picChg chg="add mod">
          <ac:chgData name="Yan Li" userId="8c31b902-5b3a-4bc1-a03f-ce296c1668b4" providerId="ADAL" clId="{8DBCA75A-D556-49E8-B6F6-1D78308D8DED}" dt="2024-10-30T14:38:18.276" v="1039" actId="1076"/>
          <ac:picMkLst>
            <pc:docMk/>
            <pc:sldMk cId="3560696774" sldId="338"/>
            <ac:picMk id="3" creationId="{15F38EF7-EBEE-7C3B-A155-05EC7475AA2E}"/>
          </ac:picMkLst>
        </pc:picChg>
        <pc:picChg chg="del">
          <ac:chgData name="Yan Li" userId="8c31b902-5b3a-4bc1-a03f-ce296c1668b4" providerId="ADAL" clId="{8DBCA75A-D556-49E8-B6F6-1D78308D8DED}" dt="2024-10-30T14:38:01.901" v="1037" actId="478"/>
          <ac:picMkLst>
            <pc:docMk/>
            <pc:sldMk cId="3560696774" sldId="338"/>
            <ac:picMk id="4" creationId="{61214FAE-84AA-7B26-2176-30A4B32323ED}"/>
          </ac:picMkLst>
        </pc:picChg>
      </pc:sldChg>
      <pc:sldChg chg="addSp delSp modSp add mod">
        <pc:chgData name="Yan Li" userId="8c31b902-5b3a-4bc1-a03f-ce296c1668b4" providerId="ADAL" clId="{8DBCA75A-D556-49E8-B6F6-1D78308D8DED}" dt="2024-10-30T14:39:24.447" v="1049" actId="14100"/>
        <pc:sldMkLst>
          <pc:docMk/>
          <pc:sldMk cId="1690535253" sldId="339"/>
        </pc:sldMkLst>
        <pc:spChg chg="mod">
          <ac:chgData name="Yan Li" userId="8c31b902-5b3a-4bc1-a03f-ce296c1668b4" providerId="ADAL" clId="{8DBCA75A-D556-49E8-B6F6-1D78308D8DED}" dt="2024-10-30T14:39:24.447" v="1049" actId="14100"/>
          <ac:spMkLst>
            <pc:docMk/>
            <pc:sldMk cId="1690535253" sldId="339"/>
            <ac:spMk id="5" creationId="{675E2DB1-F43E-530B-4DA4-F25B7DDB583B}"/>
          </ac:spMkLst>
        </pc:spChg>
        <pc:picChg chg="del">
          <ac:chgData name="Yan Li" userId="8c31b902-5b3a-4bc1-a03f-ce296c1668b4" providerId="ADAL" clId="{8DBCA75A-D556-49E8-B6F6-1D78308D8DED}" dt="2024-10-30T14:38:22.651" v="1041" actId="478"/>
          <ac:picMkLst>
            <pc:docMk/>
            <pc:sldMk cId="1690535253" sldId="339"/>
            <ac:picMk id="3" creationId="{AD2FBF6F-B77E-F702-4D85-B9B0D02B4001}"/>
          </ac:picMkLst>
        </pc:picChg>
        <pc:picChg chg="add mod">
          <ac:chgData name="Yan Li" userId="8c31b902-5b3a-4bc1-a03f-ce296c1668b4" providerId="ADAL" clId="{8DBCA75A-D556-49E8-B6F6-1D78308D8DED}" dt="2024-10-30T14:38:40.125" v="1043" actId="1076"/>
          <ac:picMkLst>
            <pc:docMk/>
            <pc:sldMk cId="1690535253" sldId="339"/>
            <ac:picMk id="4" creationId="{12A3454E-9788-03B4-41D0-2DF8067A743C}"/>
          </ac:picMkLst>
        </pc:picChg>
        <pc:picChg chg="add mod">
          <ac:chgData name="Yan Li" userId="8c31b902-5b3a-4bc1-a03f-ce296c1668b4" providerId="ADAL" clId="{8DBCA75A-D556-49E8-B6F6-1D78308D8DED}" dt="2024-10-30T14:39:09.130" v="1047" actId="1076"/>
          <ac:picMkLst>
            <pc:docMk/>
            <pc:sldMk cId="1690535253" sldId="339"/>
            <ac:picMk id="7" creationId="{E986C137-F0A5-7133-0D66-C7185F1B936F}"/>
          </ac:picMkLst>
        </pc:picChg>
      </pc:sldChg>
    </pc:docChg>
  </pc:docChgLst>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docChgLst>
    <pc:chgData name="Yan Li" userId="8c31b902-5b3a-4bc1-a03f-ce296c1668b4" providerId="ADAL" clId="{8BB577EA-DC10-45F4-8888-0697B819262A}"/>
    <pc:docChg chg="undo redo custSel addSld delSld modSld sldOrd modSection">
      <pc:chgData name="Yan Li" userId="8c31b902-5b3a-4bc1-a03f-ce296c1668b4" providerId="ADAL" clId="{8BB577EA-DC10-45F4-8888-0697B819262A}" dt="2024-11-14T14:30:10.779" v="1831" actId="20577"/>
      <pc:docMkLst>
        <pc:docMk/>
      </pc:docMkLst>
      <pc:sldChg chg="modSp mod">
        <pc:chgData name="Yan Li" userId="8c31b902-5b3a-4bc1-a03f-ce296c1668b4" providerId="ADAL" clId="{8BB577EA-DC10-45F4-8888-0697B819262A}" dt="2024-11-14T14:30:10.779" v="1831" actId="20577"/>
        <pc:sldMkLst>
          <pc:docMk/>
          <pc:sldMk cId="811220229" sldId="291"/>
        </pc:sldMkLst>
        <pc:spChg chg="mod">
          <ac:chgData name="Yan Li" userId="8c31b902-5b3a-4bc1-a03f-ce296c1668b4" providerId="ADAL" clId="{8BB577EA-DC10-45F4-8888-0697B819262A}" dt="2024-11-10T16:51:51.391" v="66" actId="20577"/>
          <ac:spMkLst>
            <pc:docMk/>
            <pc:sldMk cId="811220229" sldId="291"/>
            <ac:spMk id="2" creationId="{A0B2FD85-87AA-4580-1FB4-0EBB0A967AA9}"/>
          </ac:spMkLst>
        </pc:spChg>
        <pc:spChg chg="mod">
          <ac:chgData name="Yan Li" userId="8c31b902-5b3a-4bc1-a03f-ce296c1668b4" providerId="ADAL" clId="{8BB577EA-DC10-45F4-8888-0697B819262A}" dt="2024-11-14T14:30:10.779" v="1831" actId="20577"/>
          <ac:spMkLst>
            <pc:docMk/>
            <pc:sldMk cId="811220229" sldId="291"/>
            <ac:spMk id="3" creationId="{829828C6-6D41-BE5B-CC0A-8492B54C3375}"/>
          </ac:spMkLst>
        </pc:spChg>
      </pc:sldChg>
      <pc:sldChg chg="modSp mod">
        <pc:chgData name="Yan Li" userId="8c31b902-5b3a-4bc1-a03f-ce296c1668b4" providerId="ADAL" clId="{8BB577EA-DC10-45F4-8888-0697B819262A}" dt="2024-11-10T16:59:55.509" v="192" actId="20577"/>
        <pc:sldMkLst>
          <pc:docMk/>
          <pc:sldMk cId="2783577023" sldId="292"/>
        </pc:sldMkLst>
        <pc:spChg chg="mod">
          <ac:chgData name="Yan Li" userId="8c31b902-5b3a-4bc1-a03f-ce296c1668b4" providerId="ADAL" clId="{8BB577EA-DC10-45F4-8888-0697B819262A}" dt="2024-11-10T16:59:55.509" v="192" actId="20577"/>
          <ac:spMkLst>
            <pc:docMk/>
            <pc:sldMk cId="2783577023" sldId="292"/>
            <ac:spMk id="3" creationId="{829828C6-6D41-BE5B-CC0A-8492B54C3375}"/>
          </ac:spMkLst>
        </pc:spChg>
      </pc:sldChg>
      <pc:sldChg chg="modSp mod">
        <pc:chgData name="Yan Li" userId="8c31b902-5b3a-4bc1-a03f-ce296c1668b4" providerId="ADAL" clId="{8BB577EA-DC10-45F4-8888-0697B819262A}" dt="2024-11-10T17:11:08.790" v="211"/>
        <pc:sldMkLst>
          <pc:docMk/>
          <pc:sldMk cId="1794454954" sldId="293"/>
        </pc:sldMkLst>
        <pc:spChg chg="mod">
          <ac:chgData name="Yan Li" userId="8c31b902-5b3a-4bc1-a03f-ce296c1668b4" providerId="ADAL" clId="{8BB577EA-DC10-45F4-8888-0697B819262A}" dt="2024-11-10T17:11:08.790" v="211"/>
          <ac:spMkLst>
            <pc:docMk/>
            <pc:sldMk cId="1794454954" sldId="293"/>
            <ac:spMk id="3" creationId="{829828C6-6D41-BE5B-CC0A-8492B54C3375}"/>
          </ac:spMkLst>
        </pc:spChg>
      </pc:sldChg>
      <pc:sldChg chg="modSp mod">
        <pc:chgData name="Yan Li" userId="8c31b902-5b3a-4bc1-a03f-ce296c1668b4" providerId="ADAL" clId="{8BB577EA-DC10-45F4-8888-0697B819262A}" dt="2024-11-10T19:51:31.880" v="252" actId="20577"/>
        <pc:sldMkLst>
          <pc:docMk/>
          <pc:sldMk cId="3269129918" sldId="295"/>
        </pc:sldMkLst>
        <pc:spChg chg="mod">
          <ac:chgData name="Yan Li" userId="8c31b902-5b3a-4bc1-a03f-ce296c1668b4" providerId="ADAL" clId="{8BB577EA-DC10-45F4-8888-0697B819262A}" dt="2024-11-10T19:51:31.880" v="252" actId="20577"/>
          <ac:spMkLst>
            <pc:docMk/>
            <pc:sldMk cId="3269129918" sldId="295"/>
            <ac:spMk id="4" creationId="{FFA41813-DCCE-D6FC-ACEB-F911154E3D57}"/>
          </ac:spMkLst>
        </pc:spChg>
        <pc:spChg chg="mod">
          <ac:chgData name="Yan Li" userId="8c31b902-5b3a-4bc1-a03f-ce296c1668b4" providerId="ADAL" clId="{8BB577EA-DC10-45F4-8888-0697B819262A}" dt="2024-11-10T19:40:00.996" v="225" actId="20577"/>
          <ac:spMkLst>
            <pc:docMk/>
            <pc:sldMk cId="3269129918" sldId="295"/>
            <ac:spMk id="5" creationId="{87397B05-2868-01CF-5915-644A9A5CFD2E}"/>
          </ac:spMkLst>
        </pc:spChg>
        <pc:picChg chg="mod">
          <ac:chgData name="Yan Li" userId="8c31b902-5b3a-4bc1-a03f-ce296c1668b4" providerId="ADAL" clId="{8BB577EA-DC10-45F4-8888-0697B819262A}" dt="2024-11-10T19:51:00.871" v="251" actId="14100"/>
          <ac:picMkLst>
            <pc:docMk/>
            <pc:sldMk cId="3269129918" sldId="295"/>
            <ac:picMk id="20" creationId="{249F419D-A800-E75F-4E48-4FB3E8C57A33}"/>
          </ac:picMkLst>
        </pc:picChg>
      </pc:sldChg>
      <pc:sldChg chg="addSp delSp modSp add mod">
        <pc:chgData name="Yan Li" userId="8c31b902-5b3a-4bc1-a03f-ce296c1668b4" providerId="ADAL" clId="{8BB577EA-DC10-45F4-8888-0697B819262A}" dt="2024-11-10T20:09:38.494" v="380" actId="14100"/>
        <pc:sldMkLst>
          <pc:docMk/>
          <pc:sldMk cId="1991004632" sldId="296"/>
        </pc:sldMkLst>
        <pc:spChg chg="add mod">
          <ac:chgData name="Yan Li" userId="8c31b902-5b3a-4bc1-a03f-ce296c1668b4" providerId="ADAL" clId="{8BB577EA-DC10-45F4-8888-0697B819262A}" dt="2024-11-10T20:09:38.494" v="380" actId="14100"/>
          <ac:spMkLst>
            <pc:docMk/>
            <pc:sldMk cId="1991004632" sldId="296"/>
            <ac:spMk id="3" creationId="{3E0C579D-82C3-9DD7-8E31-56AE9073C82C}"/>
          </ac:spMkLst>
        </pc:spChg>
        <pc:spChg chg="del mod">
          <ac:chgData name="Yan Li" userId="8c31b902-5b3a-4bc1-a03f-ce296c1668b4" providerId="ADAL" clId="{8BB577EA-DC10-45F4-8888-0697B819262A}" dt="2024-11-10T19:52:39.764" v="258"/>
          <ac:spMkLst>
            <pc:docMk/>
            <pc:sldMk cId="1991004632" sldId="296"/>
            <ac:spMk id="4" creationId="{5A576078-FB05-904D-C200-E17F6D0FC141}"/>
          </ac:spMkLst>
        </pc:spChg>
        <pc:spChg chg="mod">
          <ac:chgData name="Yan Li" userId="8c31b902-5b3a-4bc1-a03f-ce296c1668b4" providerId="ADAL" clId="{8BB577EA-DC10-45F4-8888-0697B819262A}" dt="2024-11-10T19:57:26.569" v="321" actId="14100"/>
          <ac:spMkLst>
            <pc:docMk/>
            <pc:sldMk cId="1991004632" sldId="296"/>
            <ac:spMk id="5" creationId="{375C4AFB-B12C-A261-3A03-5AF57A40935E}"/>
          </ac:spMkLst>
        </pc:spChg>
      </pc:sldChg>
      <pc:sldChg chg="addSp delSp modSp add mod">
        <pc:chgData name="Yan Li" userId="8c31b902-5b3a-4bc1-a03f-ce296c1668b4" providerId="ADAL" clId="{8BB577EA-DC10-45F4-8888-0697B819262A}" dt="2024-11-10T20:30:34.993" v="441" actId="20577"/>
        <pc:sldMkLst>
          <pc:docMk/>
          <pc:sldMk cId="2600045890" sldId="297"/>
        </pc:sldMkLst>
        <pc:spChg chg="del mod">
          <ac:chgData name="Yan Li" userId="8c31b902-5b3a-4bc1-a03f-ce296c1668b4" providerId="ADAL" clId="{8BB577EA-DC10-45F4-8888-0697B819262A}" dt="2024-11-10T20:21:49.367" v="390"/>
          <ac:spMkLst>
            <pc:docMk/>
            <pc:sldMk cId="2600045890" sldId="297"/>
            <ac:spMk id="3" creationId="{C7E393FD-133F-E0AE-0FF3-5F007EA768AE}"/>
          </ac:spMkLst>
        </pc:spChg>
        <pc:spChg chg="add mod">
          <ac:chgData name="Yan Li" userId="8c31b902-5b3a-4bc1-a03f-ce296c1668b4" providerId="ADAL" clId="{8BB577EA-DC10-45F4-8888-0697B819262A}" dt="2024-11-10T20:30:34.993" v="441" actId="20577"/>
          <ac:spMkLst>
            <pc:docMk/>
            <pc:sldMk cId="2600045890" sldId="297"/>
            <ac:spMk id="4" creationId="{A2EECFA5-C6A3-111C-00DA-E63E0CDDBB47}"/>
          </ac:spMkLst>
        </pc:spChg>
        <pc:spChg chg="mod">
          <ac:chgData name="Yan Li" userId="8c31b902-5b3a-4bc1-a03f-ce296c1668b4" providerId="ADAL" clId="{8BB577EA-DC10-45F4-8888-0697B819262A}" dt="2024-11-10T20:25:39.557" v="419" actId="20577"/>
          <ac:spMkLst>
            <pc:docMk/>
            <pc:sldMk cId="2600045890" sldId="297"/>
            <ac:spMk id="5" creationId="{AC474CD2-5099-3018-6D4A-D5D40C31BBFB}"/>
          </ac:spMkLst>
        </pc:spChg>
      </pc:sldChg>
      <pc:sldChg chg="addSp delSp modSp add mod">
        <pc:chgData name="Yan Li" userId="8c31b902-5b3a-4bc1-a03f-ce296c1668b4" providerId="ADAL" clId="{8BB577EA-DC10-45F4-8888-0697B819262A}" dt="2024-11-10T20:46:13.551" v="475" actId="20577"/>
        <pc:sldMkLst>
          <pc:docMk/>
          <pc:sldMk cId="1068981794" sldId="298"/>
        </pc:sldMkLst>
        <pc:spChg chg="del">
          <ac:chgData name="Yan Li" userId="8c31b902-5b3a-4bc1-a03f-ce296c1668b4" providerId="ADAL" clId="{8BB577EA-DC10-45F4-8888-0697B819262A}" dt="2024-11-10T20:34:39.121" v="445" actId="478"/>
          <ac:spMkLst>
            <pc:docMk/>
            <pc:sldMk cId="1068981794" sldId="298"/>
            <ac:spMk id="4" creationId="{8B2C2EF9-2074-64D9-CBB5-73C698EAED6A}"/>
          </ac:spMkLst>
        </pc:spChg>
        <pc:spChg chg="mod">
          <ac:chgData name="Yan Li" userId="8c31b902-5b3a-4bc1-a03f-ce296c1668b4" providerId="ADAL" clId="{8BB577EA-DC10-45F4-8888-0697B819262A}" dt="2024-11-10T20:46:13.551" v="475" actId="20577"/>
          <ac:spMkLst>
            <pc:docMk/>
            <pc:sldMk cId="1068981794" sldId="298"/>
            <ac:spMk id="5" creationId="{23FB4A62-C29F-5319-AF26-DAE02251B920}"/>
          </ac:spMkLst>
        </pc:spChg>
        <pc:picChg chg="add mod">
          <ac:chgData name="Yan Li" userId="8c31b902-5b3a-4bc1-a03f-ce296c1668b4" providerId="ADAL" clId="{8BB577EA-DC10-45F4-8888-0697B819262A}" dt="2024-11-10T20:34:42.757" v="447" actId="1076"/>
          <ac:picMkLst>
            <pc:docMk/>
            <pc:sldMk cId="1068981794" sldId="298"/>
            <ac:picMk id="3" creationId="{F7A3EFD4-FD4E-6F8C-8192-F3CF0ED6486F}"/>
          </ac:picMkLst>
        </pc:picChg>
        <pc:inkChg chg="add">
          <ac:chgData name="Yan Li" userId="8c31b902-5b3a-4bc1-a03f-ce296c1668b4" providerId="ADAL" clId="{8BB577EA-DC10-45F4-8888-0697B819262A}" dt="2024-11-10T20:40:40.007" v="448" actId="9405"/>
          <ac:inkMkLst>
            <pc:docMk/>
            <pc:sldMk cId="1068981794" sldId="298"/>
            <ac:inkMk id="6" creationId="{7311BAC5-DDE7-6FD5-1B83-8B4CB0887164}"/>
          </ac:inkMkLst>
        </pc:inkChg>
        <pc:inkChg chg="add">
          <ac:chgData name="Yan Li" userId="8c31b902-5b3a-4bc1-a03f-ce296c1668b4" providerId="ADAL" clId="{8BB577EA-DC10-45F4-8888-0697B819262A}" dt="2024-11-10T20:40:41.499" v="449" actId="9405"/>
          <ac:inkMkLst>
            <pc:docMk/>
            <pc:sldMk cId="1068981794" sldId="298"/>
            <ac:inkMk id="7" creationId="{B6E09E7F-1DF1-679D-665C-C38A5EC1F4D8}"/>
          </ac:inkMkLst>
        </pc:inkChg>
        <pc:inkChg chg="add">
          <ac:chgData name="Yan Li" userId="8c31b902-5b3a-4bc1-a03f-ce296c1668b4" providerId="ADAL" clId="{8BB577EA-DC10-45F4-8888-0697B819262A}" dt="2024-11-10T20:40:45.112" v="450" actId="9405"/>
          <ac:inkMkLst>
            <pc:docMk/>
            <pc:sldMk cId="1068981794" sldId="298"/>
            <ac:inkMk id="8" creationId="{BCCA3ADF-CFC4-3484-5243-A21DCDBD7E50}"/>
          </ac:inkMkLst>
        </pc:inkChg>
      </pc:sldChg>
      <pc:sldChg chg="delSp add del mod">
        <pc:chgData name="Yan Li" userId="8c31b902-5b3a-4bc1-a03f-ce296c1668b4" providerId="ADAL" clId="{8BB577EA-DC10-45F4-8888-0697B819262A}" dt="2024-11-11T13:09:13.643" v="1829" actId="2696"/>
        <pc:sldMkLst>
          <pc:docMk/>
          <pc:sldMk cId="314132622" sldId="299"/>
        </pc:sldMkLst>
        <pc:picChg chg="del">
          <ac:chgData name="Yan Li" userId="8c31b902-5b3a-4bc1-a03f-ce296c1668b4" providerId="ADAL" clId="{8BB577EA-DC10-45F4-8888-0697B819262A}" dt="2024-11-10T20:45:02.991" v="452" actId="478"/>
          <ac:picMkLst>
            <pc:docMk/>
            <pc:sldMk cId="314132622" sldId="299"/>
            <ac:picMk id="3" creationId="{D3D440A1-BE8F-0963-AF43-60036A8BB90F}"/>
          </ac:picMkLst>
        </pc:picChg>
      </pc:sldChg>
      <pc:sldChg chg="del">
        <pc:chgData name="Yan Li" userId="8c31b902-5b3a-4bc1-a03f-ce296c1668b4" providerId="ADAL" clId="{8BB577EA-DC10-45F4-8888-0697B819262A}" dt="2024-11-10T19:37:42.860" v="212" actId="2696"/>
        <pc:sldMkLst>
          <pc:docMk/>
          <pc:sldMk cId="696899848" sldId="300"/>
        </pc:sldMkLst>
      </pc:sldChg>
      <pc:sldChg chg="delSp modSp add del mod">
        <pc:chgData name="Yan Li" userId="8c31b902-5b3a-4bc1-a03f-ce296c1668b4" providerId="ADAL" clId="{8BB577EA-DC10-45F4-8888-0697B819262A}" dt="2024-11-11T13:09:13.643" v="1829" actId="2696"/>
        <pc:sldMkLst>
          <pc:docMk/>
          <pc:sldMk cId="4194125923" sldId="300"/>
        </pc:sldMkLst>
        <pc:spChg chg="mod">
          <ac:chgData name="Yan Li" userId="8c31b902-5b3a-4bc1-a03f-ce296c1668b4" providerId="ADAL" clId="{8BB577EA-DC10-45F4-8888-0697B819262A}" dt="2024-11-10T20:45:57.357" v="458" actId="108"/>
          <ac:spMkLst>
            <pc:docMk/>
            <pc:sldMk cId="4194125923" sldId="300"/>
            <ac:spMk id="5" creationId="{7B7A1A1B-66A0-AD93-5800-5C6C63714676}"/>
          </ac:spMkLst>
        </pc:spChg>
        <pc:picChg chg="del">
          <ac:chgData name="Yan Li" userId="8c31b902-5b3a-4bc1-a03f-ce296c1668b4" providerId="ADAL" clId="{8BB577EA-DC10-45F4-8888-0697B819262A}" dt="2024-11-10T20:45:50.721" v="457" actId="478"/>
          <ac:picMkLst>
            <pc:docMk/>
            <pc:sldMk cId="4194125923" sldId="300"/>
            <ac:picMk id="3" creationId="{3C55053E-9580-0A75-DEBB-022C5ADFADB4}"/>
          </ac:picMkLst>
        </pc:picChg>
      </pc:sldChg>
      <pc:sldChg chg="addSp delSp modSp add mod">
        <pc:chgData name="Yan Li" userId="8c31b902-5b3a-4bc1-a03f-ce296c1668b4" providerId="ADAL" clId="{8BB577EA-DC10-45F4-8888-0697B819262A}" dt="2024-11-10T20:48:55.992" v="546" actId="5793"/>
        <pc:sldMkLst>
          <pc:docMk/>
          <pc:sldMk cId="3917719976" sldId="301"/>
        </pc:sldMkLst>
        <pc:spChg chg="add mod">
          <ac:chgData name="Yan Li" userId="8c31b902-5b3a-4bc1-a03f-ce296c1668b4" providerId="ADAL" clId="{8BB577EA-DC10-45F4-8888-0697B819262A}" dt="2024-11-10T20:48:55.992" v="546" actId="5793"/>
          <ac:spMkLst>
            <pc:docMk/>
            <pc:sldMk cId="3917719976" sldId="301"/>
            <ac:spMk id="4" creationId="{088703B0-B142-825A-B420-F0F3517E0438}"/>
          </ac:spMkLst>
        </pc:spChg>
        <pc:spChg chg="mod">
          <ac:chgData name="Yan Li" userId="8c31b902-5b3a-4bc1-a03f-ce296c1668b4" providerId="ADAL" clId="{8BB577EA-DC10-45F4-8888-0697B819262A}" dt="2024-11-10T20:46:41.548" v="528" actId="20577"/>
          <ac:spMkLst>
            <pc:docMk/>
            <pc:sldMk cId="3917719976" sldId="301"/>
            <ac:spMk id="5" creationId="{DF841DB2-8B9B-7D2B-FDD3-66DF920A050B}"/>
          </ac:spMkLst>
        </pc:spChg>
        <pc:picChg chg="del">
          <ac:chgData name="Yan Li" userId="8c31b902-5b3a-4bc1-a03f-ce296c1668b4" providerId="ADAL" clId="{8BB577EA-DC10-45F4-8888-0697B819262A}" dt="2024-11-10T20:46:20.386" v="477" actId="478"/>
          <ac:picMkLst>
            <pc:docMk/>
            <pc:sldMk cId="3917719976" sldId="301"/>
            <ac:picMk id="3" creationId="{70356A53-1DE9-8B3C-4C76-B2EBBF18E3C1}"/>
          </ac:picMkLst>
        </pc:picChg>
      </pc:sldChg>
      <pc:sldChg chg="addSp delSp modSp add mod modNotesTx">
        <pc:chgData name="Yan Li" userId="8c31b902-5b3a-4bc1-a03f-ce296c1668b4" providerId="ADAL" clId="{8BB577EA-DC10-45F4-8888-0697B819262A}" dt="2024-11-10T20:53:25.724" v="607" actId="20577"/>
        <pc:sldMkLst>
          <pc:docMk/>
          <pc:sldMk cId="4181577442" sldId="302"/>
        </pc:sldMkLst>
        <pc:spChg chg="del">
          <ac:chgData name="Yan Li" userId="8c31b902-5b3a-4bc1-a03f-ce296c1668b4" providerId="ADAL" clId="{8BB577EA-DC10-45F4-8888-0697B819262A}" dt="2024-11-10T20:49:55.386" v="548" actId="478"/>
          <ac:spMkLst>
            <pc:docMk/>
            <pc:sldMk cId="4181577442" sldId="302"/>
            <ac:spMk id="4" creationId="{1EF59F8A-6F09-12B1-2388-AD8A11ED4648}"/>
          </ac:spMkLst>
        </pc:spChg>
        <pc:spChg chg="mod">
          <ac:chgData name="Yan Li" userId="8c31b902-5b3a-4bc1-a03f-ce296c1668b4" providerId="ADAL" clId="{8BB577EA-DC10-45F4-8888-0697B819262A}" dt="2024-11-10T20:50:16.102" v="587" actId="20577"/>
          <ac:spMkLst>
            <pc:docMk/>
            <pc:sldMk cId="4181577442" sldId="302"/>
            <ac:spMk id="5" creationId="{E9D5744B-76D5-4C90-136C-CE4447BC3510}"/>
          </ac:spMkLst>
        </pc:spChg>
        <pc:spChg chg="add mod">
          <ac:chgData name="Yan Li" userId="8c31b902-5b3a-4bc1-a03f-ce296c1668b4" providerId="ADAL" clId="{8BB577EA-DC10-45F4-8888-0697B819262A}" dt="2024-11-10T20:52:19.886" v="604" actId="6549"/>
          <ac:spMkLst>
            <pc:docMk/>
            <pc:sldMk cId="4181577442" sldId="302"/>
            <ac:spMk id="14" creationId="{E39B31BC-6D5B-49D2-13EE-F92575C3403E}"/>
          </ac:spMkLst>
        </pc:spChg>
        <pc:picChg chg="add del mod">
          <ac:chgData name="Yan Li" userId="8c31b902-5b3a-4bc1-a03f-ce296c1668b4" providerId="ADAL" clId="{8BB577EA-DC10-45F4-8888-0697B819262A}" dt="2024-11-10T20:50:58.856" v="590" actId="478"/>
          <ac:picMkLst>
            <pc:docMk/>
            <pc:sldMk cId="4181577442" sldId="302"/>
            <ac:picMk id="3" creationId="{7F2D443B-ACD3-3D87-417E-B6FDA4B08629}"/>
          </ac:picMkLst>
        </pc:picChg>
        <pc:picChg chg="add mod">
          <ac:chgData name="Yan Li" userId="8c31b902-5b3a-4bc1-a03f-ce296c1668b4" providerId="ADAL" clId="{8BB577EA-DC10-45F4-8888-0697B819262A}" dt="2024-11-10T20:52:10.512" v="601" actId="1076"/>
          <ac:picMkLst>
            <pc:docMk/>
            <pc:sldMk cId="4181577442" sldId="302"/>
            <ac:picMk id="10" creationId="{E0F150D4-9D08-9029-3AC4-F13CDD9FC0F1}"/>
          </ac:picMkLst>
        </pc:picChg>
        <pc:picChg chg="add mod">
          <ac:chgData name="Yan Li" userId="8c31b902-5b3a-4bc1-a03f-ce296c1668b4" providerId="ADAL" clId="{8BB577EA-DC10-45F4-8888-0697B819262A}" dt="2024-11-10T20:52:11.697" v="602" actId="1076"/>
          <ac:picMkLst>
            <pc:docMk/>
            <pc:sldMk cId="4181577442" sldId="302"/>
            <ac:picMk id="12" creationId="{2DF78000-1320-C2A5-83CB-611C99245769}"/>
          </ac:picMkLst>
        </pc:picChg>
      </pc:sldChg>
      <pc:sldChg chg="addSp delSp modSp add mod modNotesTx">
        <pc:chgData name="Yan Li" userId="8c31b902-5b3a-4bc1-a03f-ce296c1668b4" providerId="ADAL" clId="{8BB577EA-DC10-45F4-8888-0697B819262A}" dt="2024-11-10T21:11:12.249" v="639" actId="20577"/>
        <pc:sldMkLst>
          <pc:docMk/>
          <pc:sldMk cId="253378069" sldId="303"/>
        </pc:sldMkLst>
        <pc:picChg chg="add mod">
          <ac:chgData name="Yan Li" userId="8c31b902-5b3a-4bc1-a03f-ce296c1668b4" providerId="ADAL" clId="{8BB577EA-DC10-45F4-8888-0697B819262A}" dt="2024-11-10T20:54:36.367" v="613" actId="1076"/>
          <ac:picMkLst>
            <pc:docMk/>
            <pc:sldMk cId="253378069" sldId="303"/>
            <ac:picMk id="3" creationId="{AEC16A16-CB46-DD58-1C66-640AFBAFCDEB}"/>
          </ac:picMkLst>
        </pc:picChg>
        <pc:picChg chg="add mod">
          <ac:chgData name="Yan Li" userId="8c31b902-5b3a-4bc1-a03f-ce296c1668b4" providerId="ADAL" clId="{8BB577EA-DC10-45F4-8888-0697B819262A}" dt="2024-11-10T20:54:57.098" v="616" actId="1076"/>
          <ac:picMkLst>
            <pc:docMk/>
            <pc:sldMk cId="253378069" sldId="303"/>
            <ac:picMk id="9" creationId="{DD8AC057-40D5-F164-6FBC-43114913F308}"/>
          </ac:picMkLst>
        </pc:picChg>
        <pc:picChg chg="del">
          <ac:chgData name="Yan Li" userId="8c31b902-5b3a-4bc1-a03f-ce296c1668b4" providerId="ADAL" clId="{8BB577EA-DC10-45F4-8888-0697B819262A}" dt="2024-11-10T20:53:57.605" v="609" actId="478"/>
          <ac:picMkLst>
            <pc:docMk/>
            <pc:sldMk cId="253378069" sldId="303"/>
            <ac:picMk id="10" creationId="{E845B0D9-E268-9C6C-4D19-170D5E16EB0D}"/>
          </ac:picMkLst>
        </pc:picChg>
        <pc:picChg chg="del">
          <ac:chgData name="Yan Li" userId="8c31b902-5b3a-4bc1-a03f-ce296c1668b4" providerId="ADAL" clId="{8BB577EA-DC10-45F4-8888-0697B819262A}" dt="2024-11-10T20:53:58.993" v="610" actId="478"/>
          <ac:picMkLst>
            <pc:docMk/>
            <pc:sldMk cId="253378069" sldId="303"/>
            <ac:picMk id="12" creationId="{B94E249F-48F7-029E-2249-04339CF78583}"/>
          </ac:picMkLst>
        </pc:picChg>
      </pc:sldChg>
      <pc:sldChg chg="addSp delSp modSp add mod modNotesTx">
        <pc:chgData name="Yan Li" userId="8c31b902-5b3a-4bc1-a03f-ce296c1668b4" providerId="ADAL" clId="{8BB577EA-DC10-45F4-8888-0697B819262A}" dt="2024-11-10T21:38:49.960" v="689" actId="6549"/>
        <pc:sldMkLst>
          <pc:docMk/>
          <pc:sldMk cId="1950603532" sldId="304"/>
        </pc:sldMkLst>
        <pc:spChg chg="add mod">
          <ac:chgData name="Yan Li" userId="8c31b902-5b3a-4bc1-a03f-ce296c1668b4" providerId="ADAL" clId="{8BB577EA-DC10-45F4-8888-0697B819262A}" dt="2024-11-10T21:10:38.168" v="637" actId="14100"/>
          <ac:spMkLst>
            <pc:docMk/>
            <pc:sldMk cId="1950603532" sldId="304"/>
            <ac:spMk id="4" creationId="{88C33CCD-989B-5CED-0676-BFE5B96870C4}"/>
          </ac:spMkLst>
        </pc:spChg>
        <pc:spChg chg="add mod">
          <ac:chgData name="Yan Li" userId="8c31b902-5b3a-4bc1-a03f-ce296c1668b4" providerId="ADAL" clId="{8BB577EA-DC10-45F4-8888-0697B819262A}" dt="2024-11-10T21:38:49.960" v="689" actId="6549"/>
          <ac:spMkLst>
            <pc:docMk/>
            <pc:sldMk cId="1950603532" sldId="304"/>
            <ac:spMk id="13" creationId="{75DADD73-3A46-BBF2-59B8-7651351C043D}"/>
          </ac:spMkLst>
        </pc:spChg>
        <pc:spChg chg="del mod">
          <ac:chgData name="Yan Li" userId="8c31b902-5b3a-4bc1-a03f-ce296c1668b4" providerId="ADAL" clId="{8BB577EA-DC10-45F4-8888-0697B819262A}" dt="2024-11-10T21:10:29.111" v="635"/>
          <ac:spMkLst>
            <pc:docMk/>
            <pc:sldMk cId="1950603532" sldId="304"/>
            <ac:spMk id="14" creationId="{657FA961-AD7C-D4B9-B0EF-162D1D537C37}"/>
          </ac:spMkLst>
        </pc:spChg>
        <pc:picChg chg="del">
          <ac:chgData name="Yan Li" userId="8c31b902-5b3a-4bc1-a03f-ce296c1668b4" providerId="ADAL" clId="{8BB577EA-DC10-45F4-8888-0697B819262A}" dt="2024-11-10T21:10:07.143" v="627" actId="478"/>
          <ac:picMkLst>
            <pc:docMk/>
            <pc:sldMk cId="1950603532" sldId="304"/>
            <ac:picMk id="3" creationId="{226BECA4-C326-3A30-FCA0-0D399D73E8BB}"/>
          </ac:picMkLst>
        </pc:picChg>
        <pc:picChg chg="del">
          <ac:chgData name="Yan Li" userId="8c31b902-5b3a-4bc1-a03f-ce296c1668b4" providerId="ADAL" clId="{8BB577EA-DC10-45F4-8888-0697B819262A}" dt="2024-11-10T21:10:29.111" v="633" actId="478"/>
          <ac:picMkLst>
            <pc:docMk/>
            <pc:sldMk cId="1950603532" sldId="304"/>
            <ac:picMk id="9" creationId="{6847ACDF-5958-8F1F-4CD7-0BD1242F9918}"/>
          </ac:picMkLst>
        </pc:picChg>
        <pc:picChg chg="add mod">
          <ac:chgData name="Yan Li" userId="8c31b902-5b3a-4bc1-a03f-ce296c1668b4" providerId="ADAL" clId="{8BB577EA-DC10-45F4-8888-0697B819262A}" dt="2024-11-10T21:11:53.414" v="643" actId="1076"/>
          <ac:picMkLst>
            <pc:docMk/>
            <pc:sldMk cId="1950603532" sldId="304"/>
            <ac:picMk id="11" creationId="{CE373FB1-D1F1-649D-4FFE-04BE2AD15B0A}"/>
          </ac:picMkLst>
        </pc:picChg>
      </pc:sldChg>
      <pc:sldChg chg="addSp delSp modSp add mod modNotesTx">
        <pc:chgData name="Yan Li" userId="8c31b902-5b3a-4bc1-a03f-ce296c1668b4" providerId="ADAL" clId="{8BB577EA-DC10-45F4-8888-0697B819262A}" dt="2024-11-10T21:41:55.684" v="734" actId="1076"/>
        <pc:sldMkLst>
          <pc:docMk/>
          <pc:sldMk cId="2647151400" sldId="305"/>
        </pc:sldMkLst>
        <pc:spChg chg="del">
          <ac:chgData name="Yan Li" userId="8c31b902-5b3a-4bc1-a03f-ce296c1668b4" providerId="ADAL" clId="{8BB577EA-DC10-45F4-8888-0697B819262A}" dt="2024-11-10T21:40:32.132" v="730" actId="478"/>
          <ac:spMkLst>
            <pc:docMk/>
            <pc:sldMk cId="2647151400" sldId="305"/>
            <ac:spMk id="4" creationId="{0D04276A-0D85-C103-58CB-51FE62A2DF61}"/>
          </ac:spMkLst>
        </pc:spChg>
        <pc:spChg chg="mod">
          <ac:chgData name="Yan Li" userId="8c31b902-5b3a-4bc1-a03f-ce296c1668b4" providerId="ADAL" clId="{8BB577EA-DC10-45F4-8888-0697B819262A}" dt="2024-11-10T21:40:27.876" v="728" actId="20577"/>
          <ac:spMkLst>
            <pc:docMk/>
            <pc:sldMk cId="2647151400" sldId="305"/>
            <ac:spMk id="5" creationId="{7C4D638B-6470-91D5-933B-5A14FCA1FD66}"/>
          </ac:spMkLst>
        </pc:spChg>
        <pc:spChg chg="del">
          <ac:chgData name="Yan Li" userId="8c31b902-5b3a-4bc1-a03f-ce296c1668b4" providerId="ADAL" clId="{8BB577EA-DC10-45F4-8888-0697B819262A}" dt="2024-11-10T21:40:34.012" v="731" actId="478"/>
          <ac:spMkLst>
            <pc:docMk/>
            <pc:sldMk cId="2647151400" sldId="305"/>
            <ac:spMk id="13" creationId="{904B6A0B-3D80-F243-7244-64AB4DF1EA96}"/>
          </ac:spMkLst>
        </pc:spChg>
        <pc:picChg chg="add mod">
          <ac:chgData name="Yan Li" userId="8c31b902-5b3a-4bc1-a03f-ce296c1668b4" providerId="ADAL" clId="{8BB577EA-DC10-45F4-8888-0697B819262A}" dt="2024-11-10T21:41:55.684" v="734" actId="1076"/>
          <ac:picMkLst>
            <pc:docMk/>
            <pc:sldMk cId="2647151400" sldId="305"/>
            <ac:picMk id="3" creationId="{AFF76616-745D-31B4-2B2B-64B95F60B016}"/>
          </ac:picMkLst>
        </pc:picChg>
        <pc:picChg chg="del">
          <ac:chgData name="Yan Li" userId="8c31b902-5b3a-4bc1-a03f-ce296c1668b4" providerId="ADAL" clId="{8BB577EA-DC10-45F4-8888-0697B819262A}" dt="2024-11-10T21:40:29.686" v="729" actId="478"/>
          <ac:picMkLst>
            <pc:docMk/>
            <pc:sldMk cId="2647151400" sldId="305"/>
            <ac:picMk id="11" creationId="{58B46071-65C9-081E-6F01-F6A5115FC213}"/>
          </ac:picMkLst>
        </pc:picChg>
      </pc:sldChg>
      <pc:sldChg chg="addSp delSp modSp add mod modNotesTx">
        <pc:chgData name="Yan Li" userId="8c31b902-5b3a-4bc1-a03f-ce296c1668b4" providerId="ADAL" clId="{8BB577EA-DC10-45F4-8888-0697B819262A}" dt="2024-11-10T21:48:20.912" v="753" actId="9405"/>
        <pc:sldMkLst>
          <pc:docMk/>
          <pc:sldMk cId="4238603397" sldId="306"/>
        </pc:sldMkLst>
        <pc:picChg chg="del">
          <ac:chgData name="Yan Li" userId="8c31b902-5b3a-4bc1-a03f-ce296c1668b4" providerId="ADAL" clId="{8BB577EA-DC10-45F4-8888-0697B819262A}" dt="2024-11-10T21:42:52.420" v="736" actId="478"/>
          <ac:picMkLst>
            <pc:docMk/>
            <pc:sldMk cId="4238603397" sldId="306"/>
            <ac:picMk id="3" creationId="{7196FF45-24FD-30F6-9DE6-FE9267D50263}"/>
          </ac:picMkLst>
        </pc:picChg>
        <pc:picChg chg="add mod">
          <ac:chgData name="Yan Li" userId="8c31b902-5b3a-4bc1-a03f-ce296c1668b4" providerId="ADAL" clId="{8BB577EA-DC10-45F4-8888-0697B819262A}" dt="2024-11-10T21:42:59.818" v="740" actId="14100"/>
          <ac:picMkLst>
            <pc:docMk/>
            <pc:sldMk cId="4238603397" sldId="306"/>
            <ac:picMk id="4" creationId="{B122353B-085A-A207-157A-865676E4DC4E}"/>
          </ac:picMkLst>
        </pc:picChg>
        <pc:inkChg chg="add">
          <ac:chgData name="Yan Li" userId="8c31b902-5b3a-4bc1-a03f-ce296c1668b4" providerId="ADAL" clId="{8BB577EA-DC10-45F4-8888-0697B819262A}" dt="2024-11-10T21:47:36.386" v="751" actId="9405"/>
          <ac:inkMkLst>
            <pc:docMk/>
            <pc:sldMk cId="4238603397" sldId="306"/>
            <ac:inkMk id="9" creationId="{DF20E152-E3F2-B2DE-5CAA-88AB3F077DE9}"/>
          </ac:inkMkLst>
        </pc:inkChg>
        <pc:inkChg chg="add">
          <ac:chgData name="Yan Li" userId="8c31b902-5b3a-4bc1-a03f-ce296c1668b4" providerId="ADAL" clId="{8BB577EA-DC10-45F4-8888-0697B819262A}" dt="2024-11-10T21:47:50.985" v="752" actId="9405"/>
          <ac:inkMkLst>
            <pc:docMk/>
            <pc:sldMk cId="4238603397" sldId="306"/>
            <ac:inkMk id="10" creationId="{419AF88E-4420-5585-82F1-697290F9657C}"/>
          </ac:inkMkLst>
        </pc:inkChg>
        <pc:inkChg chg="add">
          <ac:chgData name="Yan Li" userId="8c31b902-5b3a-4bc1-a03f-ce296c1668b4" providerId="ADAL" clId="{8BB577EA-DC10-45F4-8888-0697B819262A}" dt="2024-11-10T21:48:20.912" v="753" actId="9405"/>
          <ac:inkMkLst>
            <pc:docMk/>
            <pc:sldMk cId="4238603397" sldId="306"/>
            <ac:inkMk id="11" creationId="{BD6EC099-9C44-C396-F5A5-5B41A4B390B6}"/>
          </ac:inkMkLst>
        </pc:inkChg>
      </pc:sldChg>
      <pc:sldChg chg="addSp delSp modSp add mod ord modNotesTx">
        <pc:chgData name="Yan Li" userId="8c31b902-5b3a-4bc1-a03f-ce296c1668b4" providerId="ADAL" clId="{8BB577EA-DC10-45F4-8888-0697B819262A}" dt="2024-11-11T12:08:17.644" v="1393" actId="20577"/>
        <pc:sldMkLst>
          <pc:docMk/>
          <pc:sldMk cId="2794804740" sldId="307"/>
        </pc:sldMkLst>
        <pc:spChg chg="add mod">
          <ac:chgData name="Yan Li" userId="8c31b902-5b3a-4bc1-a03f-ce296c1668b4" providerId="ADAL" clId="{8BB577EA-DC10-45F4-8888-0697B819262A}" dt="2024-11-11T12:06:05.141" v="1198" actId="20577"/>
          <ac:spMkLst>
            <pc:docMk/>
            <pc:sldMk cId="2794804740" sldId="307"/>
            <ac:spMk id="4" creationId="{A928FB06-B3AC-7AFF-8095-D7D7AF390AC2}"/>
          </ac:spMkLst>
        </pc:spChg>
        <pc:spChg chg="mod">
          <ac:chgData name="Yan Li" userId="8c31b902-5b3a-4bc1-a03f-ce296c1668b4" providerId="ADAL" clId="{8BB577EA-DC10-45F4-8888-0697B819262A}" dt="2024-11-10T22:02:03.098" v="812" actId="108"/>
          <ac:spMkLst>
            <pc:docMk/>
            <pc:sldMk cId="2794804740" sldId="307"/>
            <ac:spMk id="5" creationId="{D43ED0F0-1FAA-6B03-C94D-823D16B55F21}"/>
          </ac:spMkLst>
        </pc:spChg>
        <pc:picChg chg="del">
          <ac:chgData name="Yan Li" userId="8c31b902-5b3a-4bc1-a03f-ce296c1668b4" providerId="ADAL" clId="{8BB577EA-DC10-45F4-8888-0697B819262A}" dt="2024-11-10T22:00:51.191" v="756" actId="478"/>
          <ac:picMkLst>
            <pc:docMk/>
            <pc:sldMk cId="2794804740" sldId="307"/>
            <ac:picMk id="4" creationId="{7401431D-A3D3-8080-122B-0308BB02DEB7}"/>
          </ac:picMkLst>
        </pc:picChg>
        <pc:picChg chg="add mod">
          <ac:chgData name="Yan Li" userId="8c31b902-5b3a-4bc1-a03f-ce296c1668b4" providerId="ADAL" clId="{8BB577EA-DC10-45F4-8888-0697B819262A}" dt="2024-11-11T12:00:57.569" v="1191" actId="14100"/>
          <ac:picMkLst>
            <pc:docMk/>
            <pc:sldMk cId="2794804740" sldId="307"/>
            <ac:picMk id="12" creationId="{3276FA77-78E1-F349-F01E-B4234FC69769}"/>
          </ac:picMkLst>
        </pc:picChg>
        <pc:inkChg chg="add">
          <ac:chgData name="Yan Li" userId="8c31b902-5b3a-4bc1-a03f-ce296c1668b4" providerId="ADAL" clId="{8BB577EA-DC10-45F4-8888-0697B819262A}" dt="2024-11-10T22:00:45.982" v="755" actId="9405"/>
          <ac:inkMkLst>
            <pc:docMk/>
            <pc:sldMk cId="2794804740" sldId="307"/>
            <ac:inkMk id="2" creationId="{F91F9331-A435-9BFA-4654-91C0E6C1602A}"/>
          </ac:inkMkLst>
        </pc:inkChg>
      </pc:sldChg>
      <pc:sldChg chg="addSp delSp modSp add mod">
        <pc:chgData name="Yan Li" userId="8c31b902-5b3a-4bc1-a03f-ce296c1668b4" providerId="ADAL" clId="{8BB577EA-DC10-45F4-8888-0697B819262A}" dt="2024-11-11T11:58:13.764" v="1190" actId="14100"/>
        <pc:sldMkLst>
          <pc:docMk/>
          <pc:sldMk cId="228278337" sldId="308"/>
        </pc:sldMkLst>
        <pc:picChg chg="add mod">
          <ac:chgData name="Yan Li" userId="8c31b902-5b3a-4bc1-a03f-ce296c1668b4" providerId="ADAL" clId="{8BB577EA-DC10-45F4-8888-0697B819262A}" dt="2024-11-11T11:58:13.764" v="1190" actId="14100"/>
          <ac:picMkLst>
            <pc:docMk/>
            <pc:sldMk cId="228278337" sldId="308"/>
            <ac:picMk id="4" creationId="{71691EAC-8A1A-D9E0-8B89-C8A349773072}"/>
          </ac:picMkLst>
        </pc:picChg>
        <pc:picChg chg="del">
          <ac:chgData name="Yan Li" userId="8c31b902-5b3a-4bc1-a03f-ce296c1668b4" providerId="ADAL" clId="{8BB577EA-DC10-45F4-8888-0697B819262A}" dt="2024-11-10T22:02:40.190" v="815" actId="478"/>
          <ac:picMkLst>
            <pc:docMk/>
            <pc:sldMk cId="228278337" sldId="308"/>
            <ac:picMk id="12" creationId="{8CCB5204-1336-2FB1-E6DB-735C276127B0}"/>
          </ac:picMkLst>
        </pc:picChg>
      </pc:sldChg>
      <pc:sldChg chg="addSp delSp modSp add mod modNotesTx">
        <pc:chgData name="Yan Li" userId="8c31b902-5b3a-4bc1-a03f-ce296c1668b4" providerId="ADAL" clId="{8BB577EA-DC10-45F4-8888-0697B819262A}" dt="2024-11-11T12:17:33.515" v="1405" actId="20577"/>
        <pc:sldMkLst>
          <pc:docMk/>
          <pc:sldMk cId="4219081865" sldId="309"/>
        </pc:sldMkLst>
        <pc:picChg chg="add mod">
          <ac:chgData name="Yan Li" userId="8c31b902-5b3a-4bc1-a03f-ce296c1668b4" providerId="ADAL" clId="{8BB577EA-DC10-45F4-8888-0697B819262A}" dt="2024-11-10T22:05:09.560" v="824" actId="1076"/>
          <ac:picMkLst>
            <pc:docMk/>
            <pc:sldMk cId="4219081865" sldId="309"/>
            <ac:picMk id="4" creationId="{27564291-651C-4393-F83A-91BA23C01B56}"/>
          </ac:picMkLst>
        </pc:picChg>
        <pc:picChg chg="del">
          <ac:chgData name="Yan Li" userId="8c31b902-5b3a-4bc1-a03f-ce296c1668b4" providerId="ADAL" clId="{8BB577EA-DC10-45F4-8888-0697B819262A}" dt="2024-11-10T22:05:03.991" v="821" actId="478"/>
          <ac:picMkLst>
            <pc:docMk/>
            <pc:sldMk cId="4219081865" sldId="309"/>
            <ac:picMk id="12" creationId="{5F825F88-C350-AAA7-C430-04559B1D6366}"/>
          </ac:picMkLst>
        </pc:picChg>
      </pc:sldChg>
      <pc:sldChg chg="addSp delSp modSp add mod">
        <pc:chgData name="Yan Li" userId="8c31b902-5b3a-4bc1-a03f-ce296c1668b4" providerId="ADAL" clId="{8BB577EA-DC10-45F4-8888-0697B819262A}" dt="2024-11-11T12:30:03.646" v="1484" actId="20577"/>
        <pc:sldMkLst>
          <pc:docMk/>
          <pc:sldMk cId="2076102026" sldId="310"/>
        </pc:sldMkLst>
        <pc:spChg chg="mod">
          <ac:chgData name="Yan Li" userId="8c31b902-5b3a-4bc1-a03f-ce296c1668b4" providerId="ADAL" clId="{8BB577EA-DC10-45F4-8888-0697B819262A}" dt="2024-11-10T22:07:59.074" v="903"/>
          <ac:spMkLst>
            <pc:docMk/>
            <pc:sldMk cId="2076102026" sldId="310"/>
            <ac:spMk id="5" creationId="{93E7756D-FE54-DD50-4E13-B3FDA26AC5F8}"/>
          </ac:spMkLst>
        </pc:spChg>
        <pc:spChg chg="add mod">
          <ac:chgData name="Yan Li" userId="8c31b902-5b3a-4bc1-a03f-ce296c1668b4" providerId="ADAL" clId="{8BB577EA-DC10-45F4-8888-0697B819262A}" dt="2024-11-11T12:30:03.646" v="1484" actId="20577"/>
          <ac:spMkLst>
            <pc:docMk/>
            <pc:sldMk cId="2076102026" sldId="310"/>
            <ac:spMk id="12" creationId="{748178BE-68B1-95E3-B0FC-41BD461CA8A4}"/>
          </ac:spMkLst>
        </pc:spChg>
        <pc:picChg chg="del">
          <ac:chgData name="Yan Li" userId="8c31b902-5b3a-4bc1-a03f-ce296c1668b4" providerId="ADAL" clId="{8BB577EA-DC10-45F4-8888-0697B819262A}" dt="2024-11-10T22:07:18.174" v="890" actId="478"/>
          <ac:picMkLst>
            <pc:docMk/>
            <pc:sldMk cId="2076102026" sldId="310"/>
            <ac:picMk id="4" creationId="{2A6DC7D7-5F8F-2273-BA21-C470E2ECAE57}"/>
          </ac:picMkLst>
        </pc:picChg>
      </pc:sldChg>
      <pc:sldChg chg="addSp delSp modSp add mod">
        <pc:chgData name="Yan Li" userId="8c31b902-5b3a-4bc1-a03f-ce296c1668b4" providerId="ADAL" clId="{8BB577EA-DC10-45F4-8888-0697B819262A}" dt="2024-11-11T12:30:27.086" v="1486" actId="14100"/>
        <pc:sldMkLst>
          <pc:docMk/>
          <pc:sldMk cId="2018603570" sldId="311"/>
        </pc:sldMkLst>
        <pc:spChg chg="mod">
          <ac:chgData name="Yan Li" userId="8c31b902-5b3a-4bc1-a03f-ce296c1668b4" providerId="ADAL" clId="{8BB577EA-DC10-45F4-8888-0697B819262A}" dt="2024-11-10T22:07:08.974" v="889" actId="27636"/>
          <ac:spMkLst>
            <pc:docMk/>
            <pc:sldMk cId="2018603570" sldId="311"/>
            <ac:spMk id="5" creationId="{C2B4CF1B-9A0C-293E-0E82-BD97D8467F61}"/>
          </ac:spMkLst>
        </pc:spChg>
        <pc:picChg chg="del">
          <ac:chgData name="Yan Li" userId="8c31b902-5b3a-4bc1-a03f-ce296c1668b4" providerId="ADAL" clId="{8BB577EA-DC10-45F4-8888-0697B819262A}" dt="2024-11-10T22:06:41.244" v="827" actId="478"/>
          <ac:picMkLst>
            <pc:docMk/>
            <pc:sldMk cId="2018603570" sldId="311"/>
            <ac:picMk id="4" creationId="{8C629655-25E2-8141-7F8C-538E798952A9}"/>
          </ac:picMkLst>
        </pc:picChg>
        <pc:picChg chg="add mod">
          <ac:chgData name="Yan Li" userId="8c31b902-5b3a-4bc1-a03f-ce296c1668b4" providerId="ADAL" clId="{8BB577EA-DC10-45F4-8888-0697B819262A}" dt="2024-11-11T12:30:27.086" v="1486" actId="14100"/>
          <ac:picMkLst>
            <pc:docMk/>
            <pc:sldMk cId="2018603570" sldId="311"/>
            <ac:picMk id="12" creationId="{E43C9C51-9863-2103-8CC2-92B3EA7FB6A7}"/>
          </ac:picMkLst>
        </pc:picChg>
      </pc:sldChg>
      <pc:sldChg chg="addSp delSp modSp add mod">
        <pc:chgData name="Yan Li" userId="8c31b902-5b3a-4bc1-a03f-ce296c1668b4" providerId="ADAL" clId="{8BB577EA-DC10-45F4-8888-0697B819262A}" dt="2024-11-11T12:34:35.699" v="1517" actId="20577"/>
        <pc:sldMkLst>
          <pc:docMk/>
          <pc:sldMk cId="680171754" sldId="312"/>
        </pc:sldMkLst>
        <pc:spChg chg="add del mod">
          <ac:chgData name="Yan Li" userId="8c31b902-5b3a-4bc1-a03f-ce296c1668b4" providerId="ADAL" clId="{8BB577EA-DC10-45F4-8888-0697B819262A}" dt="2024-11-11T12:32:38.575" v="1493" actId="478"/>
          <ac:spMkLst>
            <pc:docMk/>
            <pc:sldMk cId="680171754" sldId="312"/>
            <ac:spMk id="4" creationId="{3924E945-4BD3-F8B3-6F72-8F0519049A3F}"/>
          </ac:spMkLst>
        </pc:spChg>
        <pc:spChg chg="add mod">
          <ac:chgData name="Yan Li" userId="8c31b902-5b3a-4bc1-a03f-ce296c1668b4" providerId="ADAL" clId="{8BB577EA-DC10-45F4-8888-0697B819262A}" dt="2024-11-11T12:34:35.699" v="1517" actId="20577"/>
          <ac:spMkLst>
            <pc:docMk/>
            <pc:sldMk cId="680171754" sldId="312"/>
            <ac:spMk id="12" creationId="{E185032B-6EFC-A155-8D96-F7EDA75F5257}"/>
          </ac:spMkLst>
        </pc:spChg>
        <pc:picChg chg="del">
          <ac:chgData name="Yan Li" userId="8c31b902-5b3a-4bc1-a03f-ce296c1668b4" providerId="ADAL" clId="{8BB577EA-DC10-45F4-8888-0697B819262A}" dt="2024-11-10T22:09:13.787" v="911" actId="478"/>
          <ac:picMkLst>
            <pc:docMk/>
            <pc:sldMk cId="680171754" sldId="312"/>
            <ac:picMk id="12" creationId="{9A7C9EE5-3FEF-D06D-4BD1-0E841C5727AA}"/>
          </ac:picMkLst>
        </pc:picChg>
        <pc:picChg chg="add del mod">
          <ac:chgData name="Yan Li" userId="8c31b902-5b3a-4bc1-a03f-ce296c1668b4" providerId="ADAL" clId="{8BB577EA-DC10-45F4-8888-0697B819262A}" dt="2024-11-11T12:33:21.397" v="1497" actId="478"/>
          <ac:picMkLst>
            <pc:docMk/>
            <pc:sldMk cId="680171754" sldId="312"/>
            <ac:picMk id="14" creationId="{16288828-41E2-3B42-E5EF-A2DD266657C8}"/>
          </ac:picMkLst>
        </pc:picChg>
        <pc:picChg chg="add mod">
          <ac:chgData name="Yan Li" userId="8c31b902-5b3a-4bc1-a03f-ce296c1668b4" providerId="ADAL" clId="{8BB577EA-DC10-45F4-8888-0697B819262A}" dt="2024-11-11T12:33:27.385" v="1500" actId="14100"/>
          <ac:picMkLst>
            <pc:docMk/>
            <pc:sldMk cId="680171754" sldId="312"/>
            <ac:picMk id="15" creationId="{7D4FEF5F-1EB7-D426-220C-731BE7B72496}"/>
          </ac:picMkLst>
        </pc:picChg>
        <pc:picChg chg="add mod">
          <ac:chgData name="Yan Li" userId="8c31b902-5b3a-4bc1-a03f-ce296c1668b4" providerId="ADAL" clId="{8BB577EA-DC10-45F4-8888-0697B819262A}" dt="2024-11-11T12:32:42.017" v="1495" actId="1076"/>
          <ac:picMkLst>
            <pc:docMk/>
            <pc:sldMk cId="680171754" sldId="312"/>
            <ac:picMk id="16" creationId="{60AE5DC3-6077-C7E8-D3B4-F6ED52E8F84B}"/>
          </ac:picMkLst>
        </pc:picChg>
      </pc:sldChg>
      <pc:sldChg chg="addSp delSp modSp add mod modNotesTx">
        <pc:chgData name="Yan Li" userId="8c31b902-5b3a-4bc1-a03f-ce296c1668b4" providerId="ADAL" clId="{8BB577EA-DC10-45F4-8888-0697B819262A}" dt="2024-11-11T12:45:59.916" v="1684" actId="20577"/>
        <pc:sldMkLst>
          <pc:docMk/>
          <pc:sldMk cId="3347554817" sldId="313"/>
        </pc:sldMkLst>
        <pc:spChg chg="add mod">
          <ac:chgData name="Yan Li" userId="8c31b902-5b3a-4bc1-a03f-ce296c1668b4" providerId="ADAL" clId="{8BB577EA-DC10-45F4-8888-0697B819262A}" dt="2024-11-11T12:45:52.301" v="1683" actId="20577"/>
          <ac:spMkLst>
            <pc:docMk/>
            <pc:sldMk cId="3347554817" sldId="313"/>
            <ac:spMk id="4" creationId="{10D6BCF8-034B-EE21-C556-081F6D819610}"/>
          </ac:spMkLst>
        </pc:spChg>
        <pc:spChg chg="del">
          <ac:chgData name="Yan Li" userId="8c31b902-5b3a-4bc1-a03f-ce296c1668b4" providerId="ADAL" clId="{8BB577EA-DC10-45F4-8888-0697B819262A}" dt="2024-11-10T22:10:52.128" v="924" actId="478"/>
          <ac:spMkLst>
            <pc:docMk/>
            <pc:sldMk cId="3347554817" sldId="313"/>
            <ac:spMk id="4" creationId="{4F2C047E-3BD8-B5B9-3DE4-4000453AFF5B}"/>
          </ac:spMkLst>
        </pc:spChg>
        <pc:spChg chg="mod">
          <ac:chgData name="Yan Li" userId="8c31b902-5b3a-4bc1-a03f-ce296c1668b4" providerId="ADAL" clId="{8BB577EA-DC10-45F4-8888-0697B819262A}" dt="2024-11-10T22:11:10.397" v="993" actId="20577"/>
          <ac:spMkLst>
            <pc:docMk/>
            <pc:sldMk cId="3347554817" sldId="313"/>
            <ac:spMk id="5" creationId="{42A52D4F-DC9F-176D-65AC-1748F5D29B2D}"/>
          </ac:spMkLst>
        </pc:spChg>
        <pc:picChg chg="add del">
          <ac:chgData name="Yan Li" userId="8c31b902-5b3a-4bc1-a03f-ce296c1668b4" providerId="ADAL" clId="{8BB577EA-DC10-45F4-8888-0697B819262A}" dt="2024-11-11T12:41:14.983" v="1524" actId="478"/>
          <ac:picMkLst>
            <pc:docMk/>
            <pc:sldMk cId="3347554817" sldId="313"/>
            <ac:picMk id="12" creationId="{2261CA72-C5C2-66FE-88E6-F49BC8EFA686}"/>
          </ac:picMkLst>
        </pc:picChg>
        <pc:picChg chg="del">
          <ac:chgData name="Yan Li" userId="8c31b902-5b3a-4bc1-a03f-ce296c1668b4" providerId="ADAL" clId="{8BB577EA-DC10-45F4-8888-0697B819262A}" dt="2024-11-10T22:10:46.466" v="922" actId="478"/>
          <ac:picMkLst>
            <pc:docMk/>
            <pc:sldMk cId="3347554817" sldId="313"/>
            <ac:picMk id="14" creationId="{8144519A-D800-C54F-A2B1-4C76DC910C3B}"/>
          </ac:picMkLst>
        </pc:picChg>
        <pc:picChg chg="add mod">
          <ac:chgData name="Yan Li" userId="8c31b902-5b3a-4bc1-a03f-ce296c1668b4" providerId="ADAL" clId="{8BB577EA-DC10-45F4-8888-0697B819262A}" dt="2024-11-11T12:45:42.168" v="1680" actId="1076"/>
          <ac:picMkLst>
            <pc:docMk/>
            <pc:sldMk cId="3347554817" sldId="313"/>
            <ac:picMk id="14" creationId="{F0F907F4-6847-E4BD-BA7A-661B98B4F941}"/>
          </ac:picMkLst>
        </pc:picChg>
        <pc:picChg chg="del">
          <ac:chgData name="Yan Li" userId="8c31b902-5b3a-4bc1-a03f-ce296c1668b4" providerId="ADAL" clId="{8BB577EA-DC10-45F4-8888-0697B819262A}" dt="2024-11-10T22:10:48.072" v="923" actId="478"/>
          <ac:picMkLst>
            <pc:docMk/>
            <pc:sldMk cId="3347554817" sldId="313"/>
            <ac:picMk id="16" creationId="{36923D5A-15CE-AEB6-7CFB-4ECA959E51AD}"/>
          </ac:picMkLst>
        </pc:picChg>
      </pc:sldChg>
      <pc:sldChg chg="addSp delSp modSp add mod modNotesTx">
        <pc:chgData name="Yan Li" userId="8c31b902-5b3a-4bc1-a03f-ce296c1668b4" providerId="ADAL" clId="{8BB577EA-DC10-45F4-8888-0697B819262A}" dt="2024-11-11T12:53:16.320" v="1716" actId="20577"/>
        <pc:sldMkLst>
          <pc:docMk/>
          <pc:sldMk cId="3397776375" sldId="314"/>
        </pc:sldMkLst>
        <pc:spChg chg="add mod">
          <ac:chgData name="Yan Li" userId="8c31b902-5b3a-4bc1-a03f-ce296c1668b4" providerId="ADAL" clId="{8BB577EA-DC10-45F4-8888-0697B819262A}" dt="2024-11-11T12:49:34.031" v="1689" actId="1076"/>
          <ac:spMkLst>
            <pc:docMk/>
            <pc:sldMk cId="3397776375" sldId="314"/>
            <ac:spMk id="4" creationId="{18ED7DEC-84D4-06A4-475D-4DD978708185}"/>
          </ac:spMkLst>
        </pc:spChg>
        <pc:spChg chg="mod">
          <ac:chgData name="Yan Li" userId="8c31b902-5b3a-4bc1-a03f-ce296c1668b4" providerId="ADAL" clId="{8BB577EA-DC10-45F4-8888-0697B819262A}" dt="2024-11-10T22:12:17.617" v="1030" actId="20577"/>
          <ac:spMkLst>
            <pc:docMk/>
            <pc:sldMk cId="3397776375" sldId="314"/>
            <ac:spMk id="5" creationId="{F0F064BA-BE34-2E71-8237-222FD5F8E93E}"/>
          </ac:spMkLst>
        </pc:spChg>
        <pc:spChg chg="add mod">
          <ac:chgData name="Yan Li" userId="8c31b902-5b3a-4bc1-a03f-ce296c1668b4" providerId="ADAL" clId="{8BB577EA-DC10-45F4-8888-0697B819262A}" dt="2024-11-11T12:53:03.648" v="1715" actId="14100"/>
          <ac:spMkLst>
            <pc:docMk/>
            <pc:sldMk cId="3397776375" sldId="314"/>
            <ac:spMk id="12" creationId="{B3D6493C-2BF6-1313-D3AD-A4D895DA1225}"/>
          </ac:spMkLst>
        </pc:spChg>
        <pc:picChg chg="del">
          <ac:chgData name="Yan Li" userId="8c31b902-5b3a-4bc1-a03f-ce296c1668b4" providerId="ADAL" clId="{8BB577EA-DC10-45F4-8888-0697B819262A}" dt="2024-11-10T22:11:57.901" v="996" actId="478"/>
          <ac:picMkLst>
            <pc:docMk/>
            <pc:sldMk cId="3397776375" sldId="314"/>
            <ac:picMk id="12" creationId="{FD551EAA-F75A-5EC8-0676-6796B8D2ADBB}"/>
          </ac:picMkLst>
        </pc:picChg>
        <pc:picChg chg="add mod">
          <ac:chgData name="Yan Li" userId="8c31b902-5b3a-4bc1-a03f-ce296c1668b4" providerId="ADAL" clId="{8BB577EA-DC10-45F4-8888-0697B819262A}" dt="2024-11-11T12:53:01.444" v="1714" actId="1076"/>
          <ac:picMkLst>
            <pc:docMk/>
            <pc:sldMk cId="3397776375" sldId="314"/>
            <ac:picMk id="14" creationId="{54A2BD8B-CF11-1D14-0AAD-85D6B9DF0988}"/>
          </ac:picMkLst>
        </pc:picChg>
      </pc:sldChg>
      <pc:sldChg chg="addSp delSp modSp add mod modNotesTx">
        <pc:chgData name="Yan Li" userId="8c31b902-5b3a-4bc1-a03f-ce296c1668b4" providerId="ADAL" clId="{8BB577EA-DC10-45F4-8888-0697B819262A}" dt="2024-11-11T13:05:04.317" v="1798"/>
        <pc:sldMkLst>
          <pc:docMk/>
          <pc:sldMk cId="4281322688" sldId="315"/>
        </pc:sldMkLst>
        <pc:spChg chg="del">
          <ac:chgData name="Yan Li" userId="8c31b902-5b3a-4bc1-a03f-ce296c1668b4" providerId="ADAL" clId="{8BB577EA-DC10-45F4-8888-0697B819262A}" dt="2024-11-10T22:13:49.694" v="1118" actId="478"/>
          <ac:spMkLst>
            <pc:docMk/>
            <pc:sldMk cId="4281322688" sldId="315"/>
            <ac:spMk id="4" creationId="{3EC965D3-D056-4752-4EA3-20A2EF3486C6}"/>
          </ac:spMkLst>
        </pc:spChg>
        <pc:spChg chg="add mod">
          <ac:chgData name="Yan Li" userId="8c31b902-5b3a-4bc1-a03f-ce296c1668b4" providerId="ADAL" clId="{8BB577EA-DC10-45F4-8888-0697B819262A}" dt="2024-11-11T13:04:09.484" v="1796" actId="1076"/>
          <ac:spMkLst>
            <pc:docMk/>
            <pc:sldMk cId="4281322688" sldId="315"/>
            <ac:spMk id="4" creationId="{5F0B2366-1AE3-2416-5E35-B93E719E880E}"/>
          </ac:spMkLst>
        </pc:spChg>
        <pc:spChg chg="mod">
          <ac:chgData name="Yan Li" userId="8c31b902-5b3a-4bc1-a03f-ce296c1668b4" providerId="ADAL" clId="{8BB577EA-DC10-45F4-8888-0697B819262A}" dt="2024-11-10T22:13:45.192" v="1116" actId="6549"/>
          <ac:spMkLst>
            <pc:docMk/>
            <pc:sldMk cId="4281322688" sldId="315"/>
            <ac:spMk id="5" creationId="{E4935005-2B7E-B284-C826-D04BE708017D}"/>
          </ac:spMkLst>
        </pc:spChg>
        <pc:spChg chg="add mod">
          <ac:chgData name="Yan Li" userId="8c31b902-5b3a-4bc1-a03f-ce296c1668b4" providerId="ADAL" clId="{8BB577EA-DC10-45F4-8888-0697B819262A}" dt="2024-11-11T13:04:03.490" v="1794" actId="1076"/>
          <ac:spMkLst>
            <pc:docMk/>
            <pc:sldMk cId="4281322688" sldId="315"/>
            <ac:spMk id="12" creationId="{4B2C3FF6-23E2-B27E-C66E-E24183119D61}"/>
          </ac:spMkLst>
        </pc:spChg>
        <pc:picChg chg="del">
          <ac:chgData name="Yan Li" userId="8c31b902-5b3a-4bc1-a03f-ce296c1668b4" providerId="ADAL" clId="{8BB577EA-DC10-45F4-8888-0697B819262A}" dt="2024-11-10T22:13:47.481" v="1117" actId="478"/>
          <ac:picMkLst>
            <pc:docMk/>
            <pc:sldMk cId="4281322688" sldId="315"/>
            <ac:picMk id="14" creationId="{5E4D492B-BA81-2CFB-8ADD-1E582038BDD1}"/>
          </ac:picMkLst>
        </pc:picChg>
        <pc:picChg chg="add mod">
          <ac:chgData name="Yan Li" userId="8c31b902-5b3a-4bc1-a03f-ce296c1668b4" providerId="ADAL" clId="{8BB577EA-DC10-45F4-8888-0697B819262A}" dt="2024-11-11T13:04:05.029" v="1795" actId="1076"/>
          <ac:picMkLst>
            <pc:docMk/>
            <pc:sldMk cId="4281322688" sldId="315"/>
            <ac:picMk id="15" creationId="{78224C38-6B1D-D3F7-E87B-FF0FADCA570A}"/>
          </ac:picMkLst>
        </pc:picChg>
      </pc:sldChg>
      <pc:sldChg chg="addSp delSp modSp add mod">
        <pc:chgData name="Yan Li" userId="8c31b902-5b3a-4bc1-a03f-ce296c1668b4" providerId="ADAL" clId="{8BB577EA-DC10-45F4-8888-0697B819262A}" dt="2024-11-11T12:54:24.460" v="1722" actId="20577"/>
        <pc:sldMkLst>
          <pc:docMk/>
          <pc:sldMk cId="967855974" sldId="316"/>
        </pc:sldMkLst>
        <pc:spChg chg="del">
          <ac:chgData name="Yan Li" userId="8c31b902-5b3a-4bc1-a03f-ce296c1668b4" providerId="ADAL" clId="{8BB577EA-DC10-45F4-8888-0697B819262A}" dt="2024-11-10T22:14:11.168" v="1121" actId="478"/>
          <ac:spMkLst>
            <pc:docMk/>
            <pc:sldMk cId="967855974" sldId="316"/>
            <ac:spMk id="4" creationId="{3E62D6EE-68DC-5A24-DD83-5AD09222E899}"/>
          </ac:spMkLst>
        </pc:spChg>
        <pc:spChg chg="add mod">
          <ac:chgData name="Yan Li" userId="8c31b902-5b3a-4bc1-a03f-ce296c1668b4" providerId="ADAL" clId="{8BB577EA-DC10-45F4-8888-0697B819262A}" dt="2024-11-11T12:54:24.460" v="1722" actId="20577"/>
          <ac:spMkLst>
            <pc:docMk/>
            <pc:sldMk cId="967855974" sldId="316"/>
            <ac:spMk id="4" creationId="{BAA3DE27-B90C-77CC-2DC0-31A2B3941543}"/>
          </ac:spMkLst>
        </pc:spChg>
        <pc:spChg chg="add mod">
          <ac:chgData name="Yan Li" userId="8c31b902-5b3a-4bc1-a03f-ce296c1668b4" providerId="ADAL" clId="{8BB577EA-DC10-45F4-8888-0697B819262A}" dt="2024-11-10T22:14:30.828" v="1125" actId="6549"/>
          <ac:spMkLst>
            <pc:docMk/>
            <pc:sldMk cId="967855974" sldId="316"/>
            <ac:spMk id="12" creationId="{0B9D880E-BEB5-E4F5-8DD6-FDF9126A3CE0}"/>
          </ac:spMkLst>
        </pc:spChg>
        <pc:picChg chg="del">
          <ac:chgData name="Yan Li" userId="8c31b902-5b3a-4bc1-a03f-ce296c1668b4" providerId="ADAL" clId="{8BB577EA-DC10-45F4-8888-0697B819262A}" dt="2024-11-10T22:14:08.685" v="1120" actId="478"/>
          <ac:picMkLst>
            <pc:docMk/>
            <pc:sldMk cId="967855974" sldId="316"/>
            <ac:picMk id="14" creationId="{1E86F46F-2B28-FB7E-222B-F082CA538F2D}"/>
          </ac:picMkLst>
        </pc:picChg>
        <pc:picChg chg="add mod">
          <ac:chgData name="Yan Li" userId="8c31b902-5b3a-4bc1-a03f-ce296c1668b4" providerId="ADAL" clId="{8BB577EA-DC10-45F4-8888-0697B819262A}" dt="2024-11-10T22:14:50.777" v="1127" actId="1076"/>
          <ac:picMkLst>
            <pc:docMk/>
            <pc:sldMk cId="967855974" sldId="316"/>
            <ac:picMk id="15" creationId="{2FFE4614-72C8-E181-C24E-B8749FEB31DB}"/>
          </ac:picMkLst>
        </pc:picChg>
      </pc:sldChg>
      <pc:sldChg chg="addSp delSp modSp add mod modNotesTx">
        <pc:chgData name="Yan Li" userId="8c31b902-5b3a-4bc1-a03f-ce296c1668b4" providerId="ADAL" clId="{8BB577EA-DC10-45F4-8888-0697B819262A}" dt="2024-11-11T13:07:36.259" v="1812" actId="20577"/>
        <pc:sldMkLst>
          <pc:docMk/>
          <pc:sldMk cId="497790042" sldId="317"/>
        </pc:sldMkLst>
        <pc:spChg chg="add del">
          <ac:chgData name="Yan Li" userId="8c31b902-5b3a-4bc1-a03f-ce296c1668b4" providerId="ADAL" clId="{8BB577EA-DC10-45F4-8888-0697B819262A}" dt="2024-11-10T22:16:36.753" v="1180" actId="478"/>
          <ac:spMkLst>
            <pc:docMk/>
            <pc:sldMk cId="497790042" sldId="317"/>
            <ac:spMk id="4" creationId="{62CF3B45-928D-2EC8-146F-2C53409CEA21}"/>
          </ac:spMkLst>
        </pc:spChg>
        <pc:spChg chg="mod">
          <ac:chgData name="Yan Li" userId="8c31b902-5b3a-4bc1-a03f-ce296c1668b4" providerId="ADAL" clId="{8BB577EA-DC10-45F4-8888-0697B819262A}" dt="2024-11-10T22:16:33.921" v="1179" actId="20577"/>
          <ac:spMkLst>
            <pc:docMk/>
            <pc:sldMk cId="497790042" sldId="317"/>
            <ac:spMk id="5" creationId="{DF189CCA-01C7-40CA-C113-847962B0A0EC}"/>
          </ac:spMkLst>
        </pc:spChg>
        <pc:spChg chg="del">
          <ac:chgData name="Yan Li" userId="8c31b902-5b3a-4bc1-a03f-ce296c1668b4" providerId="ADAL" clId="{8BB577EA-DC10-45F4-8888-0697B819262A}" dt="2024-11-10T22:16:17.541" v="1135" actId="478"/>
          <ac:spMkLst>
            <pc:docMk/>
            <pc:sldMk cId="497790042" sldId="317"/>
            <ac:spMk id="12" creationId="{5F7E1C64-6A60-8522-FAF8-6EECAF064F12}"/>
          </ac:spMkLst>
        </pc:spChg>
        <pc:picChg chg="add mod">
          <ac:chgData name="Yan Li" userId="8c31b902-5b3a-4bc1-a03f-ce296c1668b4" providerId="ADAL" clId="{8BB577EA-DC10-45F4-8888-0697B819262A}" dt="2024-11-11T12:35:00.844" v="1519" actId="14100"/>
          <ac:picMkLst>
            <pc:docMk/>
            <pc:sldMk cId="497790042" sldId="317"/>
            <ac:picMk id="14" creationId="{9FEC4752-A148-0109-0CA5-27CBA2A8988E}"/>
          </ac:picMkLst>
        </pc:picChg>
        <pc:picChg chg="del">
          <ac:chgData name="Yan Li" userId="8c31b902-5b3a-4bc1-a03f-ce296c1668b4" providerId="ADAL" clId="{8BB577EA-DC10-45F4-8888-0697B819262A}" dt="2024-11-10T22:16:12.893" v="1134" actId="478"/>
          <ac:picMkLst>
            <pc:docMk/>
            <pc:sldMk cId="497790042" sldId="317"/>
            <ac:picMk id="15" creationId="{EF82136F-38EA-84D4-0D41-D07A17ED1B0F}"/>
          </ac:picMkLst>
        </pc:picChg>
      </pc:sldChg>
      <pc:sldChg chg="addSp delSp modSp add mod">
        <pc:chgData name="Yan Li" userId="8c31b902-5b3a-4bc1-a03f-ce296c1668b4" providerId="ADAL" clId="{8BB577EA-DC10-45F4-8888-0697B819262A}" dt="2024-11-11T13:08:36.429" v="1828" actId="20577"/>
        <pc:sldMkLst>
          <pc:docMk/>
          <pc:sldMk cId="2138916283" sldId="318"/>
        </pc:sldMkLst>
        <pc:spChg chg="add mod">
          <ac:chgData name="Yan Li" userId="8c31b902-5b3a-4bc1-a03f-ce296c1668b4" providerId="ADAL" clId="{8BB577EA-DC10-45F4-8888-0697B819262A}" dt="2024-11-10T22:17:32.867" v="1187" actId="14100"/>
          <ac:spMkLst>
            <pc:docMk/>
            <pc:sldMk cId="2138916283" sldId="318"/>
            <ac:spMk id="4" creationId="{29EF7DCF-8BF7-25A7-A9E1-34D89A56072D}"/>
          </ac:spMkLst>
        </pc:spChg>
        <pc:spChg chg="add mod">
          <ac:chgData name="Yan Li" userId="8c31b902-5b3a-4bc1-a03f-ce296c1668b4" providerId="ADAL" clId="{8BB577EA-DC10-45F4-8888-0697B819262A}" dt="2024-11-11T13:08:36.429" v="1828" actId="20577"/>
          <ac:spMkLst>
            <pc:docMk/>
            <pc:sldMk cId="2138916283" sldId="318"/>
            <ac:spMk id="12" creationId="{EC07EF78-DB39-80D7-5F25-5AFA208BD9E1}"/>
          </ac:spMkLst>
        </pc:spChg>
        <pc:picChg chg="add mod">
          <ac:chgData name="Yan Li" userId="8c31b902-5b3a-4bc1-a03f-ce296c1668b4" providerId="ADAL" clId="{8BB577EA-DC10-45F4-8888-0697B819262A}" dt="2024-11-10T22:17:48.268" v="1189" actId="1076"/>
          <ac:picMkLst>
            <pc:docMk/>
            <pc:sldMk cId="2138916283" sldId="318"/>
            <ac:picMk id="13" creationId="{DB41B929-0068-69A2-E54A-0D173E50EFF2}"/>
          </ac:picMkLst>
        </pc:picChg>
        <pc:picChg chg="del">
          <ac:chgData name="Yan Li" userId="8c31b902-5b3a-4bc1-a03f-ce296c1668b4" providerId="ADAL" clId="{8BB577EA-DC10-45F4-8888-0697B819262A}" dt="2024-11-10T22:17:11.591" v="1183" actId="478"/>
          <ac:picMkLst>
            <pc:docMk/>
            <pc:sldMk cId="2138916283" sldId="318"/>
            <ac:picMk id="14" creationId="{0FF22088-BC90-9125-84D4-DD509D8C162C}"/>
          </ac:picMkLst>
        </pc:picChg>
      </pc:sldChg>
      <pc:sldChg chg="add modNotesTx">
        <pc:chgData name="Yan Li" userId="8c31b902-5b3a-4bc1-a03f-ce296c1668b4" providerId="ADAL" clId="{8BB577EA-DC10-45F4-8888-0697B819262A}" dt="2024-11-11T12:46:56.999" v="1686" actId="20577"/>
        <pc:sldMkLst>
          <pc:docMk/>
          <pc:sldMk cId="2538101934" sldId="319"/>
        </pc:sldMkLst>
      </pc:sldChg>
      <pc:sldChg chg="del">
        <pc:chgData name="Yan Li" userId="8c31b902-5b3a-4bc1-a03f-ce296c1668b4" providerId="ADAL" clId="{8BB577EA-DC10-45F4-8888-0697B819262A}" dt="2024-11-10T19:37:48.399" v="213" actId="2696"/>
        <pc:sldMkLst>
          <pc:docMk/>
          <pc:sldMk cId="3436863494" sldId="319"/>
        </pc:sldMkLst>
      </pc:sldChg>
      <pc:sldChg chg="del">
        <pc:chgData name="Yan Li" userId="8c31b902-5b3a-4bc1-a03f-ce296c1668b4" providerId="ADAL" clId="{8BB577EA-DC10-45F4-8888-0697B819262A}" dt="2024-11-10T19:37:48.399" v="213" actId="2696"/>
        <pc:sldMkLst>
          <pc:docMk/>
          <pc:sldMk cId="1098509633" sldId="321"/>
        </pc:sldMkLst>
      </pc:sldChg>
      <pc:sldChg chg="del">
        <pc:chgData name="Yan Li" userId="8c31b902-5b3a-4bc1-a03f-ce296c1668b4" providerId="ADAL" clId="{8BB577EA-DC10-45F4-8888-0697B819262A}" dt="2024-11-10T19:37:48.399" v="213" actId="2696"/>
        <pc:sldMkLst>
          <pc:docMk/>
          <pc:sldMk cId="4010491535" sldId="340"/>
        </pc:sldMkLst>
      </pc:sldChg>
      <pc:sldChg chg="del">
        <pc:chgData name="Yan Li" userId="8c31b902-5b3a-4bc1-a03f-ce296c1668b4" providerId="ADAL" clId="{8BB577EA-DC10-45F4-8888-0697B819262A}" dt="2024-11-10T19:37:48.399" v="213" actId="2696"/>
        <pc:sldMkLst>
          <pc:docMk/>
          <pc:sldMk cId="2729922169" sldId="341"/>
        </pc:sldMkLst>
      </pc:sldChg>
      <pc:sldChg chg="del">
        <pc:chgData name="Yan Li" userId="8c31b902-5b3a-4bc1-a03f-ce296c1668b4" providerId="ADAL" clId="{8BB577EA-DC10-45F4-8888-0697B819262A}" dt="2024-11-10T19:37:48.399" v="213" actId="2696"/>
        <pc:sldMkLst>
          <pc:docMk/>
          <pc:sldMk cId="615902538" sldId="342"/>
        </pc:sldMkLst>
      </pc:sldChg>
      <pc:sldChg chg="del">
        <pc:chgData name="Yan Li" userId="8c31b902-5b3a-4bc1-a03f-ce296c1668b4" providerId="ADAL" clId="{8BB577EA-DC10-45F4-8888-0697B819262A}" dt="2024-11-10T19:38:05.492" v="216" actId="2696"/>
        <pc:sldMkLst>
          <pc:docMk/>
          <pc:sldMk cId="1596888733" sldId="343"/>
        </pc:sldMkLst>
      </pc:sldChg>
      <pc:sldChg chg="del">
        <pc:chgData name="Yan Li" userId="8c31b902-5b3a-4bc1-a03f-ce296c1668b4" providerId="ADAL" clId="{8BB577EA-DC10-45F4-8888-0697B819262A}" dt="2024-11-10T19:37:59.620" v="215" actId="2696"/>
        <pc:sldMkLst>
          <pc:docMk/>
          <pc:sldMk cId="2204446780" sldId="344"/>
        </pc:sldMkLst>
      </pc:sldChg>
      <pc:sldChg chg="del">
        <pc:chgData name="Yan Li" userId="8c31b902-5b3a-4bc1-a03f-ce296c1668b4" providerId="ADAL" clId="{8BB577EA-DC10-45F4-8888-0697B819262A}" dt="2024-11-10T19:37:59.620" v="215" actId="2696"/>
        <pc:sldMkLst>
          <pc:docMk/>
          <pc:sldMk cId="4103872209" sldId="345"/>
        </pc:sldMkLst>
      </pc:sldChg>
      <pc:sldChg chg="del">
        <pc:chgData name="Yan Li" userId="8c31b902-5b3a-4bc1-a03f-ce296c1668b4" providerId="ADAL" clId="{8BB577EA-DC10-45F4-8888-0697B819262A}" dt="2024-11-10T19:37:59.620" v="215" actId="2696"/>
        <pc:sldMkLst>
          <pc:docMk/>
          <pc:sldMk cId="740735938" sldId="346"/>
        </pc:sldMkLst>
      </pc:sldChg>
      <pc:sldChg chg="del">
        <pc:chgData name="Yan Li" userId="8c31b902-5b3a-4bc1-a03f-ce296c1668b4" providerId="ADAL" clId="{8BB577EA-DC10-45F4-8888-0697B819262A}" dt="2024-11-10T19:37:54.071" v="214" actId="2696"/>
        <pc:sldMkLst>
          <pc:docMk/>
          <pc:sldMk cId="95849322" sldId="347"/>
        </pc:sldMkLst>
      </pc:sldChg>
      <pc:sldChg chg="del">
        <pc:chgData name="Yan Li" userId="8c31b902-5b3a-4bc1-a03f-ce296c1668b4" providerId="ADAL" clId="{8BB577EA-DC10-45F4-8888-0697B819262A}" dt="2024-11-10T19:37:59.620" v="215" actId="2696"/>
        <pc:sldMkLst>
          <pc:docMk/>
          <pc:sldMk cId="2456608100" sldId="348"/>
        </pc:sldMkLst>
      </pc:sldChg>
      <pc:sldChg chg="del">
        <pc:chgData name="Yan Li" userId="8c31b902-5b3a-4bc1-a03f-ce296c1668b4" providerId="ADAL" clId="{8BB577EA-DC10-45F4-8888-0697B819262A}" dt="2024-11-10T19:37:59.620" v="215" actId="2696"/>
        <pc:sldMkLst>
          <pc:docMk/>
          <pc:sldMk cId="2797633320" sldId="350"/>
        </pc:sldMkLst>
      </pc:sldChg>
      <pc:sldChg chg="del">
        <pc:chgData name="Yan Li" userId="8c31b902-5b3a-4bc1-a03f-ce296c1668b4" providerId="ADAL" clId="{8BB577EA-DC10-45F4-8888-0697B819262A}" dt="2024-11-10T19:38:05.492" v="216" actId="2696"/>
        <pc:sldMkLst>
          <pc:docMk/>
          <pc:sldMk cId="2886962638" sldId="351"/>
        </pc:sldMkLst>
      </pc:sldChg>
      <pc:sldChg chg="del">
        <pc:chgData name="Yan Li" userId="8c31b902-5b3a-4bc1-a03f-ce296c1668b4" providerId="ADAL" clId="{8BB577EA-DC10-45F4-8888-0697B819262A}" dt="2024-11-10T19:38:05.492" v="216" actId="2696"/>
        <pc:sldMkLst>
          <pc:docMk/>
          <pc:sldMk cId="3206716361" sldId="352"/>
        </pc:sldMkLst>
      </pc:sldChg>
      <pc:sldChg chg="del">
        <pc:chgData name="Yan Li" userId="8c31b902-5b3a-4bc1-a03f-ce296c1668b4" providerId="ADAL" clId="{8BB577EA-DC10-45F4-8888-0697B819262A}" dt="2024-11-10T19:38:05.492" v="216" actId="2696"/>
        <pc:sldMkLst>
          <pc:docMk/>
          <pc:sldMk cId="1369785346" sldId="353"/>
        </pc:sldMkLst>
      </pc:sldChg>
      <pc:sldChg chg="del">
        <pc:chgData name="Yan Li" userId="8c31b902-5b3a-4bc1-a03f-ce296c1668b4" providerId="ADAL" clId="{8BB577EA-DC10-45F4-8888-0697B819262A}" dt="2024-11-10T19:38:10.112" v="217" actId="2696"/>
        <pc:sldMkLst>
          <pc:docMk/>
          <pc:sldMk cId="887676391" sldId="354"/>
        </pc:sldMkLst>
      </pc:sldChg>
      <pc:sldChg chg="del">
        <pc:chgData name="Yan Li" userId="8c31b902-5b3a-4bc1-a03f-ce296c1668b4" providerId="ADAL" clId="{8BB577EA-DC10-45F4-8888-0697B819262A}" dt="2024-11-10T19:38:10.112" v="217" actId="2696"/>
        <pc:sldMkLst>
          <pc:docMk/>
          <pc:sldMk cId="4139893082" sldId="355"/>
        </pc:sldMkLst>
      </pc:sldChg>
      <pc:sldChg chg="del">
        <pc:chgData name="Yan Li" userId="8c31b902-5b3a-4bc1-a03f-ce296c1668b4" providerId="ADAL" clId="{8BB577EA-DC10-45F4-8888-0697B819262A}" dt="2024-11-10T19:38:10.112" v="217" actId="2696"/>
        <pc:sldMkLst>
          <pc:docMk/>
          <pc:sldMk cId="2477572494" sldId="356"/>
        </pc:sldMkLst>
      </pc:sldChg>
      <pc:sldChg chg="del">
        <pc:chgData name="Yan Li" userId="8c31b902-5b3a-4bc1-a03f-ce296c1668b4" providerId="ADAL" clId="{8BB577EA-DC10-45F4-8888-0697B819262A}" dt="2024-11-10T19:38:10.112" v="217" actId="2696"/>
        <pc:sldMkLst>
          <pc:docMk/>
          <pc:sldMk cId="250488333" sldId="357"/>
        </pc:sldMkLst>
      </pc:sldChg>
      <pc:sldChg chg="del">
        <pc:chgData name="Yan Li" userId="8c31b902-5b3a-4bc1-a03f-ce296c1668b4" providerId="ADAL" clId="{8BB577EA-DC10-45F4-8888-0697B819262A}" dt="2024-11-10T19:38:13.312" v="218" actId="2696"/>
        <pc:sldMkLst>
          <pc:docMk/>
          <pc:sldMk cId="3713084313" sldId="358"/>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22:23:10.900"/>
    </inkml:context>
    <inkml:brush xml:id="br0">
      <inkml:brushProperty name="width" value="0.025" units="cm"/>
      <inkml:brushProperty name="height" value="0.025" units="cm"/>
      <inkml:brushProperty name="color" value="#E71224"/>
    </inkml:brush>
  </inkml:definitions>
  <inkml:trace contextRef="#ctx0" brushRef="#br0">1 1 24575,'2'0'0,"0"0"0,0 1 0,-1 0 0,1-1 0,0 1 0,0 0 0,0 0 0,0 0 0,-1 0 0,1 0 0,0 1 0,-1-1 0,1 0 0,-1 1 0,0-1 0,1 1 0,-1-1 0,0 1 0,0 0 0,0 0 0,0-1 0,0 1 0,0 0 0,-1 0 0,1 0 0,0 0 0,-1 3 0,11 55 0,-7-19 0,19 69 0,2 14 0,-24-116 0,1 0 0,0-1 0,0 1 0,1-1 0,0 0 0,0 1 0,1-2 0,0 1 0,0 0 0,1-1 0,0 1 0,0-1 0,0-1 0,1 1 0,9 7 0,9 5 0,0-2 0,48 25 0,-48-29 0,14 3-1365,-19-11-5461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22:23:12.880"/>
    </inkml:context>
    <inkml:brush xml:id="br0">
      <inkml:brushProperty name="width" value="0.025" units="cm"/>
      <inkml:brushProperty name="height" value="0.025" units="cm"/>
      <inkml:brushProperty name="color" value="#E71224"/>
    </inkml:brush>
  </inkml:definitions>
  <inkml:trace contextRef="#ctx0" brushRef="#br0">1 1 24575,'10'0'0,"0"1"0,0 0 0,0 0 0,-1 1 0,1 1 0,-1 0 0,1 0 0,-1 1 0,0 0 0,0 0 0,15 11 0,-11-5 0,1 0 0,-1 2 0,-1-1 0,0 2 0,-1 0 0,10 15 0,-10-11 0,-2 1 0,0 1 0,-1 0 0,0 0 0,-2 0 0,6 30 0,-11-46 3,-1-1 0,1 1 0,-1-1 0,0 1 0,0-1-1,0 1 1,0-1 0,0 1 0,0-1 0,-1 1 0,1-1 0,-1 1 0,1-1-1,-1 0 1,0 1 0,0-1 0,0 0 0,-1 0 0,1 1 0,0-1-1,-1 0 1,1 0 0,-1-1 0,0 1 0,0 0 0,0 0 0,0-1 0,-3 3-1,-4 0-112,0 0 0,-1 0-1,1-1 1,-1-1 0,-18 4-1,8-2-675,2 0-6040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22:23:15.001"/>
    </inkml:context>
    <inkml:brush xml:id="br0">
      <inkml:brushProperty name="width" value="0.025" units="cm"/>
      <inkml:brushProperty name="height" value="0.025" units="cm"/>
      <inkml:brushProperty name="color" value="#E71224"/>
    </inkml:brush>
  </inkml:definitions>
  <inkml:trace contextRef="#ctx0" brushRef="#br0">156 1 24575,'-5'5'0,"-18"17"0,1 2 0,2 0 0,0 1 0,-18 34 0,34-53 0,0 1 0,0 0 0,1 0 0,1 0 0,-1 1 0,1-1 0,0 1 0,1-1 0,0 1 0,0 0 0,0-1 0,1 1 0,0 0 0,1-1 0,0 1 0,0 0 0,0-1 0,1 1 0,0-1 0,1 1 0,0-1 0,0 0 0,5 9 0,0-7 0,0-1 0,0 1 0,0-1 0,1 0 0,1-1 0,-1 0 0,1-1 0,0 0 0,14 6 0,21 14 0,-5 1-682,53 25-1,-72-42-6143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22:23:25.876"/>
    </inkml:context>
    <inkml:brush xml:id="br0">
      <inkml:brushProperty name="width" value="0.025" units="cm"/>
      <inkml:brushProperty name="height" value="0.025" units="cm"/>
      <inkml:brushProperty name="color" value="#E71224"/>
    </inkml:brush>
  </inkml:definitions>
  <inkml:trace contextRef="#ctx0" brushRef="#br0">48 1 24575,'22'7'0,"8"5"0,-20-4 0,-1 1 0,0 0 0,-1 0 0,0 0 0,0 1 0,9 16 0,34 68 0,-49-92 0,107 219 0,-107-216 0,0-1 0,0 1 0,0 0 0,-1 0 0,0 0 0,0 0 0,0 0 0,-1 0 0,1 0 0,-1 0 0,0 0 0,-1 0 0,1 0 0,-1 1 0,-2 5 0,2-8 0,0-1 0,-1 1 0,1 0 0,-1 0 0,0-1 0,0 1 0,0-1 0,0 1 0,0-1 0,0 0 0,-1 0 0,1 0 0,-1 0 0,1 0 0,-1 0 0,0-1 0,0 1 0,0-1 0,0 0 0,0 0 0,0 0 0,0 0 0,0-1 0,-6 1 0,-36 2 42,-76-5-1,35 0-1489,65 2-5378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8T22:28:11.8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1,'108'10,"-28"-1,281-7,13 2,-262 8,39 2,111-15,-241 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8T22:28:13.23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0,'1'2,"-1"-1,1 1,0-1,-1 0,1 1,0-1,0 0,0 0,0 0,0 0,0 0,1 0,-1 0,0 0,0 0,1 0,-1-1,2 2,30 13,-29-14,50 19,2-3,0-2,1-3,1-2,0-2,0-4,89-3,-84-3,1 3,0 3,115 22,-142-19,0-2,66 2,-31-4,-32 2,0 1,55 16,-74-16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8T22:28:34.77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1 103,'43'-3,"1"-2,-1-1,63-18,-64 13,1 1,0 3,67-3,-26 12,80-3,-97-12,-49 9,0 1,29-3,509 5,-270 3,-270-2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9T15:10:21.467"/>
    </inkml:context>
    <inkml:brush xml:id="br0">
      <inkml:brushProperty name="width" value="0.025" units="cm"/>
      <inkml:brushProperty name="height" value="0.025" units="cm"/>
      <inkml:brushProperty name="color" value="#E71224"/>
    </inkml:brush>
  </inkml:definitions>
  <inkml:trace contextRef="#ctx0" brushRef="#br0">0 31 24575,'550'0'0,"-517"-2"0,51-9 0,26-1 0,740 9 0,-427 5 0,-36 26 0,-150-6 0,657 7 0,-864-30 0,-1-2 0,0-1 0,0 0 0,0-3 0,49-16 0,-42 12 0,1 2 0,0 1 0,1 2 0,49-2 0,157 10 0,-104 1 0,79-4 0,185 3 0,-157 22 0,47 1 0,44-39 0,-207 5 0,185 10 0,133 34 0,-218-14 0,-169-16-111,186 9-1143,-230-14-5572</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9T15:10:25.264"/>
    </inkml:context>
    <inkml:brush xml:id="br0">
      <inkml:brushProperty name="width" value="0.025" units="cm"/>
      <inkml:brushProperty name="height" value="0.025" units="cm"/>
      <inkml:brushProperty name="color" value="#E71224"/>
    </inkml:brush>
  </inkml:definitions>
  <inkml:trace contextRef="#ctx0" brushRef="#br0">0 307 24575,'91'1'0,"741"-21"0,176-85-372,-101 7 57,-870 95 452,1 1 1,-1 2-1,0 2 1,41 7-1,25 3-137,128-2 0,8 1 0,37 18 0,-151-20 0,63 7 0,78 35 0,-213-45 0,0-3 0,95-5 0,-37-1 0,-85 3 0,22-1 0,1 1 0,-1 3 0,0 2 0,87 20 0,-45-1 0,40 13 0,-59-4 0,-49-22 0,43 15 0,-63-25 0,-1-1 0,1 1 0,-1-1 0,1 0 0,-1 1 0,1-1 0,0 0 0,-1 0 0,1 0 0,0 0 0,-1 0 0,1-1 0,-1 1 0,1-1 0,0 1 0,-1-1 0,1 1 0,-1-1 0,1 0 0,-1 1 0,0-1 0,1 0 0,1-2 0,-1 0 0,1 1 0,-1-1 0,0 0 0,0 0 0,-1 0 0,1 0 0,-1-1 0,0 1 0,1 0 0,0-7 0,1-7 0,-1-1 0,0 0 0,-2-26 0,0 37 0,-2-38 0,1 28 0,0 0 0,1 1 0,0-1 0,2 0 0,4-22 0,-5 35 0,0 0 0,1 0 0,-1 0 0,1 1 0,0-1 0,0 0 0,0 1 0,1 0 0,-1-1 0,1 1 0,-1 0 0,1 1 0,0-1 0,0 0 0,1 1 0,-1-1 0,0 1 0,1 0 0,-1 0 0,1 1 0,0-1 0,0 1 0,0-1 0,0 1 0,-1 1 0,1-1 0,6 0 0,4-1 0,0 0 0,0 1 0,0 1 0,1 0 0,-1 1 0,0 1 0,0 0 0,0 1 0,0 0 0,-1 1 0,1 1 0,-1 0 0,0 0 0,0 2 0,0-1 0,-1 2 0,0 0 0,21 18 0,5 5-1365,-21-21-5461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0.00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59,'5'0,"7"0,5 0,6-5,7-2,15 1,3 1,4 1,-2 2,-5 1,-5-4,-5-2,-3 2,-3 0,0 2,-2 1,-4 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1.4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1,'10'0,"13"0,7 0,3 0,6 0,2 0,-3 0,-1 0,-3 0,-3 0,-1 0,-6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0:40:45.11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0,'1754'0,"-1688"6,-44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36.3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1,'15'0,"24"4,25 3,64-1,26-1,92 3,40 6,-16-1,-23-1,13-4,-27-2,-49-3,-51-2,-47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7:50.9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1 146,'10'0,"7"0,288-20,131-10,30-1,-26 5,-82 7,-98 7,-88 5,-63 13,-46 7,-33 5,-17-1,-11-2</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1:48:20.91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1 0,'0'2,"1"-1,-1 1,1-1,0 1,0-1,-1 0,1 1,0-1,0 0,0 0,1 0,-1 0,0 0,0 0,1 0,-1 0,0 0,1 0,-1-1,1 1,-1-1,1 1,0-1,2 1,45 9,-45-9,135 14,169-4,-46-4,221-2,529-24,-844 19</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10T22:00:45.982"/>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11/19/2024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1</a:t>
            </a:fld>
            <a:endParaRPr lang="en-US"/>
          </a:p>
        </p:txBody>
      </p:sp>
    </p:spTree>
    <p:extLst>
      <p:ext uri="{BB962C8B-B14F-4D97-AF65-F5344CB8AC3E}">
        <p14:creationId xmlns:p14="http://schemas.microsoft.com/office/powerpoint/2010/main" val="2248576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of Fig. 1 shows a rapid increase in the fraction of employees whom we classify as AI-related: this fraction starts at 0.04% in 2007 and reaches 0.29% in 2018. </a:t>
            </a:r>
          </a:p>
          <a:p>
            <a:endParaRPr lang="en-US" dirty="0"/>
          </a:p>
          <a:p>
            <a:r>
              <a:rPr lang="en-US" dirty="0"/>
              <a:t>Panel (b) shows analogous patterns in the job postings data: the fraction of AI-skilled job postings starts out at 0.1% in 2010, rises rapidly over time (with the increase speeding up from 2014 to 2018), and peaks at 0.8% in 2018.</a:t>
            </a:r>
          </a:p>
        </p:txBody>
      </p:sp>
      <p:sp>
        <p:nvSpPr>
          <p:cNvPr id="4" name="Slide Number Placeholder 3"/>
          <p:cNvSpPr>
            <a:spLocks noGrp="1"/>
          </p:cNvSpPr>
          <p:nvPr>
            <p:ph type="sldNum" sz="quarter" idx="5"/>
          </p:nvPr>
        </p:nvSpPr>
        <p:spPr/>
        <p:txBody>
          <a:bodyPr/>
          <a:lstStyle/>
          <a:p>
            <a:fld id="{CE022B8F-EECA-4068-B343-503A0100A33C}" type="slidenum">
              <a:rPr lang="en-US" smtClean="0"/>
              <a:t>8</a:t>
            </a:fld>
            <a:endParaRPr lang="en-US"/>
          </a:p>
        </p:txBody>
      </p:sp>
    </p:spTree>
    <p:extLst>
      <p:ext uri="{BB962C8B-B14F-4D97-AF65-F5344CB8AC3E}">
        <p14:creationId xmlns:p14="http://schemas.microsoft.com/office/powerpoint/2010/main" val="3112307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68F17-BEF5-A376-5433-C9FB189C2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55757-DB30-7601-B5FF-AF419F2214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1D10C-6527-DF24-1585-8781F6C18C7B}"/>
              </a:ext>
            </a:extLst>
          </p:cNvPr>
          <p:cNvSpPr>
            <a:spLocks noGrp="1"/>
          </p:cNvSpPr>
          <p:nvPr>
            <p:ph type="body" idx="1"/>
          </p:nvPr>
        </p:nvSpPr>
        <p:spPr/>
        <p:txBody>
          <a:bodyPr/>
          <a:lstStyle/>
          <a:p>
            <a:endParaRPr lang="en-US" dirty="0"/>
          </a:p>
          <a:p>
            <a:r>
              <a:rPr lang="en-US" dirty="0"/>
              <a:t>The figure highlights that the share of AI-skilled jobs is highest in the “Information” sector, growing from 0.15% (0.57%) in the early years of 2007–2014 to 0.50% (1.68%) in the later period of 2015–2018. However, almost all sectors see a meaningful increase. The ability of our measures to pick up AI investments in a broad cross-section of economic sectors highlights a key advantage of our human-capital-based approach.</a:t>
            </a:r>
          </a:p>
        </p:txBody>
      </p:sp>
      <p:sp>
        <p:nvSpPr>
          <p:cNvPr id="4" name="Slide Number Placeholder 3">
            <a:extLst>
              <a:ext uri="{FF2B5EF4-FFF2-40B4-BE49-F238E27FC236}">
                <a16:creationId xmlns:a16="http://schemas.microsoft.com/office/drawing/2014/main" id="{031EE75D-7B21-D962-C16F-39BBB07B44F4}"/>
              </a:ext>
            </a:extLst>
          </p:cNvPr>
          <p:cNvSpPr>
            <a:spLocks noGrp="1"/>
          </p:cNvSpPr>
          <p:nvPr>
            <p:ph type="sldNum" sz="quarter" idx="5"/>
          </p:nvPr>
        </p:nvSpPr>
        <p:spPr/>
        <p:txBody>
          <a:bodyPr/>
          <a:lstStyle/>
          <a:p>
            <a:fld id="{CE022B8F-EECA-4068-B343-503A0100A33C}" type="slidenum">
              <a:rPr lang="en-US" smtClean="0"/>
              <a:t>9</a:t>
            </a:fld>
            <a:endParaRPr lang="en-US"/>
          </a:p>
        </p:txBody>
      </p:sp>
    </p:spTree>
    <p:extLst>
      <p:ext uri="{BB962C8B-B14F-4D97-AF65-F5344CB8AC3E}">
        <p14:creationId xmlns:p14="http://schemas.microsoft.com/office/powerpoint/2010/main" val="3768161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0E754-D35F-CFD0-FF39-879C831C4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1899C-E9A5-D79E-FC79-801E08021A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A2C3D-A84E-8507-5E24-BA313CB294F9}"/>
              </a:ext>
            </a:extLst>
          </p:cNvPr>
          <p:cNvSpPr>
            <a:spLocks noGrp="1"/>
          </p:cNvSpPr>
          <p:nvPr>
            <p:ph type="body" idx="1"/>
          </p:nvPr>
        </p:nvSpPr>
        <p:spPr/>
        <p:txBody>
          <a:bodyPr/>
          <a:lstStyle/>
          <a:p>
            <a:r>
              <a:rPr lang="en-US" dirty="0"/>
              <a:t>This table reports, for each year from 2010 to 2018, the Spearman rank correlations between three pairs of firm-level variables: </a:t>
            </a:r>
          </a:p>
          <a:p>
            <a:pPr marL="285750" indent="-285750">
              <a:buAutoNum type="romanLcParenBoth"/>
            </a:pPr>
            <a:r>
              <a:rPr lang="en-US" dirty="0"/>
              <a:t>the absolute number of AI job postings in Burning Glass against the absolute number of AI employees in resumes from </a:t>
            </a:r>
            <a:r>
              <a:rPr lang="en-US" dirty="0" err="1"/>
              <a:t>Cognism</a:t>
            </a:r>
            <a:r>
              <a:rPr lang="en-US" dirty="0"/>
              <a:t>; </a:t>
            </a:r>
          </a:p>
          <a:p>
            <a:pPr marL="285750" indent="-285750">
              <a:buAutoNum type="romanLcParenBoth"/>
            </a:pPr>
            <a:r>
              <a:rPr lang="en-US" dirty="0"/>
              <a:t>the fraction of employees classified as AI-related in the two datasets; </a:t>
            </a:r>
          </a:p>
          <a:p>
            <a:pPr marL="285750" indent="-285750">
              <a:buAutoNum type="romanLcParenBoth"/>
            </a:pPr>
            <a:r>
              <a:rPr lang="en-US" dirty="0"/>
              <a:t> the fraction of AI employees in </a:t>
            </a:r>
            <a:r>
              <a:rPr lang="en-US" dirty="0" err="1"/>
              <a:t>Cognism</a:t>
            </a:r>
            <a:r>
              <a:rPr lang="en-US" dirty="0"/>
              <a:t> against the average continuous AI measure in Burning Glass. </a:t>
            </a:r>
          </a:p>
          <a:p>
            <a:pPr marL="0" indent="0">
              <a:buNone/>
            </a:pPr>
            <a:r>
              <a:rPr lang="en-US" dirty="0"/>
              <a:t>Panel 1 shows raw correlations, and Panel 2 displays correlations conditional on the 2-digit NAICS industry sector fixed effects and the baseline controls. </a:t>
            </a:r>
          </a:p>
        </p:txBody>
      </p:sp>
      <p:sp>
        <p:nvSpPr>
          <p:cNvPr id="4" name="Slide Number Placeholder 3">
            <a:extLst>
              <a:ext uri="{FF2B5EF4-FFF2-40B4-BE49-F238E27FC236}">
                <a16:creationId xmlns:a16="http://schemas.microsoft.com/office/drawing/2014/main" id="{292D8818-E11B-C74C-004F-4A2724EA1980}"/>
              </a:ext>
            </a:extLst>
          </p:cNvPr>
          <p:cNvSpPr>
            <a:spLocks noGrp="1"/>
          </p:cNvSpPr>
          <p:nvPr>
            <p:ph type="sldNum" sz="quarter" idx="5"/>
          </p:nvPr>
        </p:nvSpPr>
        <p:spPr/>
        <p:txBody>
          <a:bodyPr/>
          <a:lstStyle/>
          <a:p>
            <a:fld id="{CE022B8F-EECA-4068-B343-503A0100A33C}" type="slidenum">
              <a:rPr lang="en-US" smtClean="0"/>
              <a:t>10</a:t>
            </a:fld>
            <a:endParaRPr lang="en-US"/>
          </a:p>
        </p:txBody>
      </p:sp>
    </p:spTree>
    <p:extLst>
      <p:ext uri="{BB962C8B-B14F-4D97-AF65-F5344CB8AC3E}">
        <p14:creationId xmlns:p14="http://schemas.microsoft.com/office/powerpoint/2010/main" val="579412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6F08C-681F-9D6B-1FB9-A320889BA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DD277-3E69-316D-A2A0-1FA04BC8B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12CF7F-6D76-83C1-C697-1AC9E19F25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A571A3-8AE7-ECA3-1E2A-78B5BA446F1A}"/>
              </a:ext>
            </a:extLst>
          </p:cNvPr>
          <p:cNvSpPr>
            <a:spLocks noGrp="1"/>
          </p:cNvSpPr>
          <p:nvPr>
            <p:ph type="sldNum" sz="quarter" idx="5"/>
          </p:nvPr>
        </p:nvSpPr>
        <p:spPr/>
        <p:txBody>
          <a:bodyPr/>
          <a:lstStyle/>
          <a:p>
            <a:fld id="{CE022B8F-EECA-4068-B343-503A0100A33C}" type="slidenum">
              <a:rPr lang="en-US" smtClean="0"/>
              <a:t>11</a:t>
            </a:fld>
            <a:endParaRPr lang="en-US"/>
          </a:p>
        </p:txBody>
      </p:sp>
    </p:spTree>
    <p:extLst>
      <p:ext uri="{BB962C8B-B14F-4D97-AF65-F5344CB8AC3E}">
        <p14:creationId xmlns:p14="http://schemas.microsoft.com/office/powerpoint/2010/main" val="1426007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82770-803E-C87A-CB41-8C503C1C0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CAC71D-0D7F-A864-C136-479ED51818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BFFD9-9929-E777-E1D1-3D5AB403D146}"/>
              </a:ext>
            </a:extLst>
          </p:cNvPr>
          <p:cNvSpPr>
            <a:spLocks noGrp="1"/>
          </p:cNvSpPr>
          <p:nvPr>
            <p:ph type="body" idx="1"/>
          </p:nvPr>
        </p:nvSpPr>
        <p:spPr/>
        <p:txBody>
          <a:bodyPr/>
          <a:lstStyle/>
          <a:p>
            <a:r>
              <a:rPr lang="en-US" dirty="0"/>
              <a:t>log markup measured as the log of the ratio of sales to cost of goods sold. </a:t>
            </a:r>
          </a:p>
          <a:p>
            <a:r>
              <a:rPr lang="en-US" dirty="0"/>
              <a:t>The results reported in Table 2 highlight that ex ante larger firms experience higher growth in AI investments. A one-standard-deviation increase in log sales in 2010 corresponds to the share of AI workers increasing by 23% of the standard deviation from 2010 to 2018, significant at the 1% level. In addition, firms with higher starting Cash/Assets also see greater investments in AI, in both univariate and multivariate regressions. Younger firms also see greater investments in AI, but the relationship is not robust as this is observed in the multivariate regression. By contrast, R&amp;D/Sales, revenue TFP, markups, firm valuation (Tobin’s Q), market leverage, and return on assets do not robustly predict future AI investments.</a:t>
            </a:r>
          </a:p>
        </p:txBody>
      </p:sp>
      <p:sp>
        <p:nvSpPr>
          <p:cNvPr id="4" name="Slide Number Placeholder 3">
            <a:extLst>
              <a:ext uri="{FF2B5EF4-FFF2-40B4-BE49-F238E27FC236}">
                <a16:creationId xmlns:a16="http://schemas.microsoft.com/office/drawing/2014/main" id="{C32EFDF7-3E23-80E5-2B56-75004A172E13}"/>
              </a:ext>
            </a:extLst>
          </p:cNvPr>
          <p:cNvSpPr>
            <a:spLocks noGrp="1"/>
          </p:cNvSpPr>
          <p:nvPr>
            <p:ph type="sldNum" sz="quarter" idx="5"/>
          </p:nvPr>
        </p:nvSpPr>
        <p:spPr/>
        <p:txBody>
          <a:bodyPr/>
          <a:lstStyle/>
          <a:p>
            <a:fld id="{CE022B8F-EECA-4068-B343-503A0100A33C}" type="slidenum">
              <a:rPr lang="en-US" smtClean="0"/>
              <a:t>12</a:t>
            </a:fld>
            <a:endParaRPr lang="en-US"/>
          </a:p>
        </p:txBody>
      </p:sp>
    </p:spTree>
    <p:extLst>
      <p:ext uri="{BB962C8B-B14F-4D97-AF65-F5344CB8AC3E}">
        <p14:creationId xmlns:p14="http://schemas.microsoft.com/office/powerpoint/2010/main" val="1143372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CEF3A-1718-949E-92D2-062A96628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8BA31-62E1-3D79-4F9A-EA035B679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3A942C-3B98-7131-B723-2763734810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AC2B29-0461-6F09-F97A-069353E93E06}"/>
              </a:ext>
            </a:extLst>
          </p:cNvPr>
          <p:cNvSpPr>
            <a:spLocks noGrp="1"/>
          </p:cNvSpPr>
          <p:nvPr>
            <p:ph type="sldNum" sz="quarter" idx="5"/>
          </p:nvPr>
        </p:nvSpPr>
        <p:spPr/>
        <p:txBody>
          <a:bodyPr/>
          <a:lstStyle/>
          <a:p>
            <a:fld id="{CE022B8F-EECA-4068-B343-503A0100A33C}" type="slidenum">
              <a:rPr lang="en-US" smtClean="0"/>
              <a:t>13</a:t>
            </a:fld>
            <a:endParaRPr lang="en-US"/>
          </a:p>
        </p:txBody>
      </p:sp>
    </p:spTree>
    <p:extLst>
      <p:ext uri="{BB962C8B-B14F-4D97-AF65-F5344CB8AC3E}">
        <p14:creationId xmlns:p14="http://schemas.microsoft.com/office/powerpoint/2010/main" val="3293276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26662-8239-2339-2361-F60F87030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B1416-210C-01A8-6AE4-4D001A05C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C6E8E-A93A-1DAB-A51D-2C83B66F4422}"/>
              </a:ext>
            </a:extLst>
          </p:cNvPr>
          <p:cNvSpPr>
            <a:spLocks noGrp="1"/>
          </p:cNvSpPr>
          <p:nvPr>
            <p:ph type="body" idx="1"/>
          </p:nvPr>
        </p:nvSpPr>
        <p:spPr/>
        <p:txBody>
          <a:bodyPr/>
          <a:lstStyle/>
          <a:p>
            <a:r>
              <a:rPr lang="en-US" dirty="0"/>
              <a:t>Changes in AI investments are associated with a significant and economically meaningful increase in sales growth, employment growth, and stock market value growth.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Hiring AI-skilled labor can have a strong positive relationship with firm growth</a:t>
            </a:r>
          </a:p>
          <a:p>
            <a:endParaRPr lang="en-US" dirty="0"/>
          </a:p>
        </p:txBody>
      </p:sp>
      <p:sp>
        <p:nvSpPr>
          <p:cNvPr id="4" name="Slide Number Placeholder 3">
            <a:extLst>
              <a:ext uri="{FF2B5EF4-FFF2-40B4-BE49-F238E27FC236}">
                <a16:creationId xmlns:a16="http://schemas.microsoft.com/office/drawing/2014/main" id="{8028CFDC-BB0B-7B10-5D04-5F111791E6E4}"/>
              </a:ext>
            </a:extLst>
          </p:cNvPr>
          <p:cNvSpPr>
            <a:spLocks noGrp="1"/>
          </p:cNvSpPr>
          <p:nvPr>
            <p:ph type="sldNum" sz="quarter" idx="5"/>
          </p:nvPr>
        </p:nvSpPr>
        <p:spPr/>
        <p:txBody>
          <a:bodyPr/>
          <a:lstStyle/>
          <a:p>
            <a:fld id="{CE022B8F-EECA-4068-B343-503A0100A33C}" type="slidenum">
              <a:rPr lang="en-US" smtClean="0"/>
              <a:t>14</a:t>
            </a:fld>
            <a:endParaRPr lang="en-US"/>
          </a:p>
        </p:txBody>
      </p:sp>
    </p:spTree>
    <p:extLst>
      <p:ext uri="{BB962C8B-B14F-4D97-AF65-F5344CB8AC3E}">
        <p14:creationId xmlns:p14="http://schemas.microsoft.com/office/powerpoint/2010/main" val="1458521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4AEB5-8C23-C42C-4853-0476F551E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626E4-C230-4B7C-9C83-B7E6B6F29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82B5E-356B-9381-4A1A-E5E286D12089}"/>
              </a:ext>
            </a:extLst>
          </p:cNvPr>
          <p:cNvSpPr>
            <a:spLocks noGrp="1"/>
          </p:cNvSpPr>
          <p:nvPr>
            <p:ph type="body" idx="1"/>
          </p:nvPr>
        </p:nvSpPr>
        <p:spPr/>
        <p:txBody>
          <a:bodyPr/>
          <a:lstStyle/>
          <a:p>
            <a:r>
              <a:rPr lang="en-US" dirty="0"/>
              <a:t>Table 4 shows the relationship between changes in AI investments and firm growth, across terciles of firms by employment in 2010 (within the firm’s 2-digit NAICS sector), controlling for initial size and sector-by-size-tercile fixed effects.</a:t>
            </a:r>
          </a:p>
          <a:p>
            <a:endParaRPr lang="en-US" dirty="0"/>
          </a:p>
          <a:p>
            <a:r>
              <a:rPr lang="en-US" dirty="0"/>
              <a:t>The relationship between firm AI investments and firm growth is monotonically increasing in the firm’s initial size. The stronger positive relationship between changes in AI investments and growth among the ex ante larger firms is consistent with big data and AI technologies having scale effects that favor large firms, which accumulate large amounts of data as a by-product of their economic activity.</a:t>
            </a:r>
          </a:p>
          <a:p>
            <a:endParaRPr lang="en-US" dirty="0"/>
          </a:p>
          <a:p>
            <a:r>
              <a:rPr lang="en-US" dirty="0"/>
              <a:t>The results in Table 4 suggest that AI may provide a channel through which large firms can combat barriers to innovation and scale by leveraging their data assets.</a:t>
            </a:r>
          </a:p>
        </p:txBody>
      </p:sp>
      <p:sp>
        <p:nvSpPr>
          <p:cNvPr id="4" name="Slide Number Placeholder 3">
            <a:extLst>
              <a:ext uri="{FF2B5EF4-FFF2-40B4-BE49-F238E27FC236}">
                <a16:creationId xmlns:a16="http://schemas.microsoft.com/office/drawing/2014/main" id="{11E69E4A-B24A-5D6C-8C0C-A41E38E1C694}"/>
              </a:ext>
            </a:extLst>
          </p:cNvPr>
          <p:cNvSpPr>
            <a:spLocks noGrp="1"/>
          </p:cNvSpPr>
          <p:nvPr>
            <p:ph type="sldNum" sz="quarter" idx="5"/>
          </p:nvPr>
        </p:nvSpPr>
        <p:spPr/>
        <p:txBody>
          <a:bodyPr/>
          <a:lstStyle/>
          <a:p>
            <a:fld id="{CE022B8F-EECA-4068-B343-503A0100A33C}" type="slidenum">
              <a:rPr lang="en-US" smtClean="0"/>
              <a:t>15</a:t>
            </a:fld>
            <a:endParaRPr lang="en-US"/>
          </a:p>
        </p:txBody>
      </p:sp>
    </p:spTree>
    <p:extLst>
      <p:ext uri="{BB962C8B-B14F-4D97-AF65-F5344CB8AC3E}">
        <p14:creationId xmlns:p14="http://schemas.microsoft.com/office/powerpoint/2010/main" val="570325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9D5C1-C34C-ACE2-7CD4-D43BBF1CA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4F5A4-1E6B-A4C3-8FFF-765DEEBBB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1F62C-7636-8F2B-1EBD-039AA5C51E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FEE53C-A74F-C066-7613-7E66FF49D7DF}"/>
              </a:ext>
            </a:extLst>
          </p:cNvPr>
          <p:cNvSpPr>
            <a:spLocks noGrp="1"/>
          </p:cNvSpPr>
          <p:nvPr>
            <p:ph type="sldNum" sz="quarter" idx="5"/>
          </p:nvPr>
        </p:nvSpPr>
        <p:spPr/>
        <p:txBody>
          <a:bodyPr/>
          <a:lstStyle/>
          <a:p>
            <a:fld id="{CE022B8F-EECA-4068-B343-503A0100A33C}" type="slidenum">
              <a:rPr lang="en-US" smtClean="0"/>
              <a:t>16</a:t>
            </a:fld>
            <a:endParaRPr lang="en-US"/>
          </a:p>
        </p:txBody>
      </p:sp>
    </p:spTree>
    <p:extLst>
      <p:ext uri="{BB962C8B-B14F-4D97-AF65-F5344CB8AC3E}">
        <p14:creationId xmlns:p14="http://schemas.microsoft.com/office/powerpoint/2010/main" val="31817446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AFBDD-51B3-4217-B070-7115A19994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5A478-F8C7-C405-966A-3395875056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558CD-FBE2-6A1E-8280-69BB5EDA9E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D977D3-CA4B-C06C-4F7D-40159CE17812}"/>
              </a:ext>
            </a:extLst>
          </p:cNvPr>
          <p:cNvSpPr>
            <a:spLocks noGrp="1"/>
          </p:cNvSpPr>
          <p:nvPr>
            <p:ph type="sldNum" sz="quarter" idx="5"/>
          </p:nvPr>
        </p:nvSpPr>
        <p:spPr/>
        <p:txBody>
          <a:bodyPr/>
          <a:lstStyle/>
          <a:p>
            <a:fld id="{CE022B8F-EECA-4068-B343-503A0100A33C}" type="slidenum">
              <a:rPr lang="en-US" smtClean="0"/>
              <a:t>17</a:t>
            </a:fld>
            <a:endParaRPr lang="en-US"/>
          </a:p>
        </p:txBody>
      </p:sp>
    </p:spTree>
    <p:extLst>
      <p:ext uri="{BB962C8B-B14F-4D97-AF65-F5344CB8AC3E}">
        <p14:creationId xmlns:p14="http://schemas.microsoft.com/office/powerpoint/2010/main" val="781777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EE63C-4804-463B-9EAB-E9177B07E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CC768-E0AB-7424-4942-18FDAFD8C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12567-EECA-E2B5-1386-0315F9918F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515E01-B1D9-CC23-BDCC-8DC5CE1B8774}"/>
              </a:ext>
            </a:extLst>
          </p:cNvPr>
          <p:cNvSpPr>
            <a:spLocks noGrp="1"/>
          </p:cNvSpPr>
          <p:nvPr>
            <p:ph type="sldNum" sz="quarter" idx="5"/>
          </p:nvPr>
        </p:nvSpPr>
        <p:spPr/>
        <p:txBody>
          <a:bodyPr/>
          <a:lstStyle/>
          <a:p>
            <a:fld id="{CE022B8F-EECA-4068-B343-503A0100A33C}" type="slidenum">
              <a:rPr lang="en-US" smtClean="0"/>
              <a:t>18</a:t>
            </a:fld>
            <a:endParaRPr lang="en-US"/>
          </a:p>
        </p:txBody>
      </p:sp>
    </p:spTree>
    <p:extLst>
      <p:ext uri="{BB962C8B-B14F-4D97-AF65-F5344CB8AC3E}">
        <p14:creationId xmlns:p14="http://schemas.microsoft.com/office/powerpoint/2010/main" val="3169274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10DFD-E78E-E17B-C75B-BA7899AA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21450-C925-70B2-87C8-3CA278F2B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C63B4-3E30-33A5-6F57-1169C78B50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D937A7-490A-43EE-4D16-6A0999340E42}"/>
              </a:ext>
            </a:extLst>
          </p:cNvPr>
          <p:cNvSpPr>
            <a:spLocks noGrp="1"/>
          </p:cNvSpPr>
          <p:nvPr>
            <p:ph type="sldNum" sz="quarter" idx="5"/>
          </p:nvPr>
        </p:nvSpPr>
        <p:spPr/>
        <p:txBody>
          <a:bodyPr/>
          <a:lstStyle/>
          <a:p>
            <a:fld id="{CE022B8F-EECA-4068-B343-503A0100A33C}" type="slidenum">
              <a:rPr lang="en-US" smtClean="0"/>
              <a:t>19</a:t>
            </a:fld>
            <a:endParaRPr lang="en-US"/>
          </a:p>
        </p:txBody>
      </p:sp>
    </p:spTree>
    <p:extLst>
      <p:ext uri="{BB962C8B-B14F-4D97-AF65-F5344CB8AC3E}">
        <p14:creationId xmlns:p14="http://schemas.microsoft.com/office/powerpoint/2010/main" val="1075838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1DB18-49A3-CDC7-DA06-7399C5846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819CA-1BEE-1055-3A8D-41B03EA17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6B098-BB5E-9887-B358-537968CAE68A}"/>
              </a:ext>
            </a:extLst>
          </p:cNvPr>
          <p:cNvSpPr>
            <a:spLocks noGrp="1"/>
          </p:cNvSpPr>
          <p:nvPr>
            <p:ph type="body" idx="1"/>
          </p:nvPr>
        </p:nvSpPr>
        <p:spPr/>
        <p:txBody>
          <a:bodyPr/>
          <a:lstStyle/>
          <a:p>
            <a:r>
              <a:rPr lang="en-US" dirty="0"/>
              <a:t>Table 5 presents the 2SLS estimates. The results show a robust and significant effect of AI investments on sales (columns 1–4), employment (columns 5–8), and market value (columns 9–12). When all controls are included, a one-standard-deviation increase in AI investments leads to a 32% increase in sales, a 33% increase in employment, and a 36% increase in stock market valuations. </a:t>
            </a:r>
          </a:p>
          <a:p>
            <a:endParaRPr lang="en-US" dirty="0"/>
          </a:p>
          <a:p>
            <a:r>
              <a:rPr lang="en-US" dirty="0"/>
              <a:t>The magnitudes are about 50% larger than OLS estimates, which may be due to measurement error or a negative bias from firms with lower opportunity costs of innovation and lower growth prospects investing in AI.36 It is important to note, however, that the OLS and IV coefficients are not statistically different. This suggests that the difference between the point estimates could also be driven by estimation error.</a:t>
            </a:r>
          </a:p>
        </p:txBody>
      </p:sp>
      <p:sp>
        <p:nvSpPr>
          <p:cNvPr id="4" name="Slide Number Placeholder 3">
            <a:extLst>
              <a:ext uri="{FF2B5EF4-FFF2-40B4-BE49-F238E27FC236}">
                <a16:creationId xmlns:a16="http://schemas.microsoft.com/office/drawing/2014/main" id="{97EA6044-E25F-88ED-3125-816A5D406C06}"/>
              </a:ext>
            </a:extLst>
          </p:cNvPr>
          <p:cNvSpPr>
            <a:spLocks noGrp="1"/>
          </p:cNvSpPr>
          <p:nvPr>
            <p:ph type="sldNum" sz="quarter" idx="5"/>
          </p:nvPr>
        </p:nvSpPr>
        <p:spPr/>
        <p:txBody>
          <a:bodyPr/>
          <a:lstStyle/>
          <a:p>
            <a:fld id="{CE022B8F-EECA-4068-B343-503A0100A33C}" type="slidenum">
              <a:rPr lang="en-US" smtClean="0"/>
              <a:t>20</a:t>
            </a:fld>
            <a:endParaRPr lang="en-US"/>
          </a:p>
        </p:txBody>
      </p:sp>
    </p:spTree>
    <p:extLst>
      <p:ext uri="{BB962C8B-B14F-4D97-AF65-F5344CB8AC3E}">
        <p14:creationId xmlns:p14="http://schemas.microsoft.com/office/powerpoint/2010/main" val="30684795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AFF8C-D504-B3E8-5221-B0F2B86FA7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99522-2F60-78E7-4100-38EB046A15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0AF597-E5E3-EDA5-EDA1-4D78938EF2E5}"/>
              </a:ext>
            </a:extLst>
          </p:cNvPr>
          <p:cNvSpPr>
            <a:spLocks noGrp="1"/>
          </p:cNvSpPr>
          <p:nvPr>
            <p:ph type="body" idx="1"/>
          </p:nvPr>
        </p:nvSpPr>
        <p:spPr/>
        <p:txBody>
          <a:bodyPr/>
          <a:lstStyle/>
          <a:p>
            <a:r>
              <a:rPr lang="en-US" dirty="0"/>
              <a:t>Columns 1 and 2 shows that AI-investing firms significantly increase their trademark portfolios. A one-standard-deviation increase in the share of AI workers is associated with approximately 13% more trademarks.</a:t>
            </a:r>
          </a:p>
          <a:p>
            <a:endParaRPr lang="en-US" dirty="0"/>
          </a:p>
          <a:p>
            <a:r>
              <a:rPr lang="en-US" dirty="0"/>
              <a:t>Columns 3 and 4 reveal a similar relationship between AI investments and the number of product patents, which are patents specifically focusing on product innovations. </a:t>
            </a:r>
          </a:p>
          <a:p>
            <a:r>
              <a:rPr lang="en-US" dirty="0"/>
              <a:t>In column 5, we find that growth in AI investments is associated with increased changes in firms’ product mix, but the relationship becomes statistically insignificant when adding additional controls in column 6.</a:t>
            </a:r>
          </a:p>
          <a:p>
            <a:endParaRPr lang="en-US" dirty="0"/>
          </a:p>
        </p:txBody>
      </p:sp>
      <p:sp>
        <p:nvSpPr>
          <p:cNvPr id="4" name="Slide Number Placeholder 3">
            <a:extLst>
              <a:ext uri="{FF2B5EF4-FFF2-40B4-BE49-F238E27FC236}">
                <a16:creationId xmlns:a16="http://schemas.microsoft.com/office/drawing/2014/main" id="{F6ACA610-F48F-F6F2-2044-31061C214CD6}"/>
              </a:ext>
            </a:extLst>
          </p:cNvPr>
          <p:cNvSpPr>
            <a:spLocks noGrp="1"/>
          </p:cNvSpPr>
          <p:nvPr>
            <p:ph type="sldNum" sz="quarter" idx="5"/>
          </p:nvPr>
        </p:nvSpPr>
        <p:spPr/>
        <p:txBody>
          <a:bodyPr/>
          <a:lstStyle/>
          <a:p>
            <a:fld id="{CE022B8F-EECA-4068-B343-503A0100A33C}" type="slidenum">
              <a:rPr lang="en-US" smtClean="0"/>
              <a:t>21</a:t>
            </a:fld>
            <a:endParaRPr lang="en-US"/>
          </a:p>
        </p:txBody>
      </p:sp>
    </p:spTree>
    <p:extLst>
      <p:ext uri="{BB962C8B-B14F-4D97-AF65-F5344CB8AC3E}">
        <p14:creationId xmlns:p14="http://schemas.microsoft.com/office/powerpoint/2010/main" val="1990353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BDDDD-D631-3D27-092D-D621D1324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21BEC-423A-8CE0-4F1F-3C6673264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B1C8E-D6BD-8FFC-4C22-3F58E3BB2C4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Table 7 shows that the instrumented AI investments also have a positive relationship with the number of trademarks, the number of product patents, and the change in product offerings (although not always significant). </a:t>
            </a:r>
          </a:p>
          <a:p>
            <a:endParaRPr lang="en-US" dirty="0"/>
          </a:p>
        </p:txBody>
      </p:sp>
      <p:sp>
        <p:nvSpPr>
          <p:cNvPr id="4" name="Slide Number Placeholder 3">
            <a:extLst>
              <a:ext uri="{FF2B5EF4-FFF2-40B4-BE49-F238E27FC236}">
                <a16:creationId xmlns:a16="http://schemas.microsoft.com/office/drawing/2014/main" id="{A4DC1BB2-A51D-823D-95BA-1724D91DFB26}"/>
              </a:ext>
            </a:extLst>
          </p:cNvPr>
          <p:cNvSpPr>
            <a:spLocks noGrp="1"/>
          </p:cNvSpPr>
          <p:nvPr>
            <p:ph type="sldNum" sz="quarter" idx="5"/>
          </p:nvPr>
        </p:nvSpPr>
        <p:spPr/>
        <p:txBody>
          <a:bodyPr/>
          <a:lstStyle/>
          <a:p>
            <a:fld id="{CE022B8F-EECA-4068-B343-503A0100A33C}" type="slidenum">
              <a:rPr lang="en-US" smtClean="0"/>
              <a:t>22</a:t>
            </a:fld>
            <a:endParaRPr lang="en-US"/>
          </a:p>
        </p:txBody>
      </p:sp>
    </p:spTree>
    <p:extLst>
      <p:ext uri="{BB962C8B-B14F-4D97-AF65-F5344CB8AC3E}">
        <p14:creationId xmlns:p14="http://schemas.microsoft.com/office/powerpoint/2010/main" val="2013633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1E644-4301-5EDA-6555-2BC827B1A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D0129-A955-5A7D-727F-2563367C3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2C1EE-4907-2A51-AB8B-9C69E9ECD30A}"/>
              </a:ext>
            </a:extLst>
          </p:cNvPr>
          <p:cNvSpPr>
            <a:spLocks noGrp="1"/>
          </p:cNvSpPr>
          <p:nvPr>
            <p:ph type="body" idx="1"/>
          </p:nvPr>
        </p:nvSpPr>
        <p:spPr/>
        <p:txBody>
          <a:bodyPr/>
          <a:lstStyle/>
          <a:p>
            <a:r>
              <a:rPr lang="en-US" dirty="0"/>
              <a:t>First, columns 1 to 4 shows that AI investments are associated with increases in costs that are similar in magnitude to increases in firm sales, suggesting that AI is not associated with lower average operating costs.</a:t>
            </a:r>
          </a:p>
          <a:p>
            <a:endParaRPr lang="en-US" dirty="0"/>
          </a:p>
          <a:p>
            <a:r>
              <a:rPr lang="en-US" dirty="0"/>
              <a:t>In columns 5 to 8, the relationship between AI investments and both productivity measures (sales per worker and revenue TFP) is consistently insignificant. The lack of growth in labor productivity is consistent with the results that AI investments predict similar increases in sales and employment, challenging the view that the primary effect of AI so far is to replace jobs.</a:t>
            </a:r>
          </a:p>
          <a:p>
            <a:endParaRPr lang="en-US" dirty="0"/>
          </a:p>
          <a:p>
            <a:r>
              <a:rPr lang="en-US" dirty="0"/>
              <a:t>In columns 9 and 10, We find a zero relationship between AI investments and process innovation, in contrast to the large increase in product patents documented in Table 6</a:t>
            </a:r>
          </a:p>
          <a:p>
            <a:endParaRPr lang="en-US" dirty="0"/>
          </a:p>
        </p:txBody>
      </p:sp>
      <p:sp>
        <p:nvSpPr>
          <p:cNvPr id="4" name="Slide Number Placeholder 3">
            <a:extLst>
              <a:ext uri="{FF2B5EF4-FFF2-40B4-BE49-F238E27FC236}">
                <a16:creationId xmlns:a16="http://schemas.microsoft.com/office/drawing/2014/main" id="{BAAECE2D-B273-529E-E736-5EEF7704BA8D}"/>
              </a:ext>
            </a:extLst>
          </p:cNvPr>
          <p:cNvSpPr>
            <a:spLocks noGrp="1"/>
          </p:cNvSpPr>
          <p:nvPr>
            <p:ph type="sldNum" sz="quarter" idx="5"/>
          </p:nvPr>
        </p:nvSpPr>
        <p:spPr/>
        <p:txBody>
          <a:bodyPr/>
          <a:lstStyle/>
          <a:p>
            <a:fld id="{CE022B8F-EECA-4068-B343-503A0100A33C}" type="slidenum">
              <a:rPr lang="en-US" smtClean="0"/>
              <a:t>23</a:t>
            </a:fld>
            <a:endParaRPr lang="en-US"/>
          </a:p>
        </p:txBody>
      </p:sp>
    </p:spTree>
    <p:extLst>
      <p:ext uri="{BB962C8B-B14F-4D97-AF65-F5344CB8AC3E}">
        <p14:creationId xmlns:p14="http://schemas.microsoft.com/office/powerpoint/2010/main" val="3455602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A6B8B-6975-C3F7-31AF-216D21CA8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32B6D-8C00-F8C5-9123-FC6CDD8209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23519-8A86-E3F4-A20A-3B663C6AC8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33FA95-5C93-B917-074B-970E9408553F}"/>
              </a:ext>
            </a:extLst>
          </p:cNvPr>
          <p:cNvSpPr>
            <a:spLocks noGrp="1"/>
          </p:cNvSpPr>
          <p:nvPr>
            <p:ph type="sldNum" sz="quarter" idx="5"/>
          </p:nvPr>
        </p:nvSpPr>
        <p:spPr/>
        <p:txBody>
          <a:bodyPr/>
          <a:lstStyle/>
          <a:p>
            <a:fld id="{CE022B8F-EECA-4068-B343-503A0100A33C}" type="slidenum">
              <a:rPr lang="en-US" smtClean="0"/>
              <a:t>24</a:t>
            </a:fld>
            <a:endParaRPr lang="en-US"/>
          </a:p>
        </p:txBody>
      </p:sp>
    </p:spTree>
    <p:extLst>
      <p:ext uri="{BB962C8B-B14F-4D97-AF65-F5344CB8AC3E}">
        <p14:creationId xmlns:p14="http://schemas.microsoft.com/office/powerpoint/2010/main" val="3504461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71247-737F-5861-BF2E-5E8056FE34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13561-2D52-316F-66DF-CE43B915D2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F163A-0E15-812E-ACCC-B030275C3821}"/>
              </a:ext>
            </a:extLst>
          </p:cNvPr>
          <p:cNvSpPr>
            <a:spLocks noGrp="1"/>
          </p:cNvSpPr>
          <p:nvPr>
            <p:ph type="body" idx="1"/>
          </p:nvPr>
        </p:nvSpPr>
        <p:spPr/>
        <p:txBody>
          <a:bodyPr/>
          <a:lstStyle/>
          <a:p>
            <a:r>
              <a:rPr lang="en-US" dirty="0"/>
              <a:t>Columns 1 to 4 show that AI investments are associated with a robust increase in employment and sales at the industry level. For example, with the full set of controls, a one-standard deviation increase in the industry-level share of AI workers in the resume data is associated with a 17% increase in sales and a 20% increase in employment. </a:t>
            </a:r>
          </a:p>
          <a:p>
            <a:endParaRPr lang="en-US" dirty="0"/>
          </a:p>
          <a:p>
            <a:r>
              <a:rPr lang="en-US" dirty="0"/>
              <a:t>Columns 5 to 8 show a robust positive relationship between industry-level growth in AI investments and changes in industry concentration. </a:t>
            </a:r>
          </a:p>
          <a:p>
            <a:endParaRPr lang="en-US" dirty="0"/>
          </a:p>
        </p:txBody>
      </p:sp>
      <p:sp>
        <p:nvSpPr>
          <p:cNvPr id="4" name="Slide Number Placeholder 3">
            <a:extLst>
              <a:ext uri="{FF2B5EF4-FFF2-40B4-BE49-F238E27FC236}">
                <a16:creationId xmlns:a16="http://schemas.microsoft.com/office/drawing/2014/main" id="{AF1D6F8E-B42F-27BF-9926-0816A5269C87}"/>
              </a:ext>
            </a:extLst>
          </p:cNvPr>
          <p:cNvSpPr>
            <a:spLocks noGrp="1"/>
          </p:cNvSpPr>
          <p:nvPr>
            <p:ph type="sldNum" sz="quarter" idx="5"/>
          </p:nvPr>
        </p:nvSpPr>
        <p:spPr/>
        <p:txBody>
          <a:bodyPr/>
          <a:lstStyle/>
          <a:p>
            <a:fld id="{CE022B8F-EECA-4068-B343-503A0100A33C}" type="slidenum">
              <a:rPr lang="en-US" smtClean="0"/>
              <a:t>25</a:t>
            </a:fld>
            <a:endParaRPr lang="en-US"/>
          </a:p>
        </p:txBody>
      </p:sp>
    </p:spTree>
    <p:extLst>
      <p:ext uri="{BB962C8B-B14F-4D97-AF65-F5344CB8AC3E}">
        <p14:creationId xmlns:p14="http://schemas.microsoft.com/office/powerpoint/2010/main" val="2984606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26</a:t>
            </a:fld>
            <a:endParaRPr lang="en-US"/>
          </a:p>
        </p:txBody>
      </p:sp>
    </p:spTree>
    <p:extLst>
      <p:ext uri="{BB962C8B-B14F-4D97-AF65-F5344CB8AC3E}">
        <p14:creationId xmlns:p14="http://schemas.microsoft.com/office/powerpoint/2010/main" val="551128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11/19/2024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11/19/2024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11/19/2024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11/19/2024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8.png"/><Relationship Id="rId4" Type="http://schemas.openxmlformats.org/officeDocument/2006/relationships/customXml" Target="../ink/ink1.xml"/><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4.xml"/><Relationship Id="rId7" Type="http://schemas.openxmlformats.org/officeDocument/2006/relationships/customXml" Target="../ink/ink6.xml"/><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customXml" Target="../ink/ink5.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customXml" Target="../ink/ink8.xml"/><Relationship Id="rId11" Type="http://schemas.openxmlformats.org/officeDocument/2006/relationships/image" Target="../media/image14.png"/><Relationship Id="rId5" Type="http://schemas.openxmlformats.org/officeDocument/2006/relationships/image" Target="../media/image11.png"/><Relationship Id="rId10" Type="http://schemas.openxmlformats.org/officeDocument/2006/relationships/image" Target="../media/image13.png"/><Relationship Id="rId4" Type="http://schemas.openxmlformats.org/officeDocument/2006/relationships/customXml" Target="../ink/ink7.xml"/><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customXml" Target="../ink/ink11.xml"/><Relationship Id="rId11" Type="http://schemas.openxmlformats.org/officeDocument/2006/relationships/image" Target="../media/image16.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customXml" Target="../ink/ink10.xml"/><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customXml" Target="../ink/ink15.xml"/><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customXml" Target="../ink/ink14.xml"/><Relationship Id="rId5" Type="http://schemas.openxmlformats.org/officeDocument/2006/relationships/image" Target="../media/image11.png"/><Relationship Id="rId10" Type="http://schemas.openxmlformats.org/officeDocument/2006/relationships/image" Target="../media/image17.png"/><Relationship Id="rId4" Type="http://schemas.openxmlformats.org/officeDocument/2006/relationships/customXml" Target="../ink/ink13.xml"/><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customXml" Target="../ink/ink18.xml"/><Relationship Id="rId13" Type="http://schemas.openxmlformats.org/officeDocument/2006/relationships/customXml" Target="../ink/ink20.xml"/><Relationship Id="rId18" Type="http://schemas.openxmlformats.org/officeDocument/2006/relationships/image" Target="../media/image22.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9.png"/><Relationship Id="rId17" Type="http://schemas.openxmlformats.org/officeDocument/2006/relationships/customXml" Target="../ink/ink22.xml"/><Relationship Id="rId2" Type="http://schemas.openxmlformats.org/officeDocument/2006/relationships/notesSlide" Target="../notesSlides/notesSlide5.xml"/><Relationship Id="rId16"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customXml" Target="../ink/ink17.xml"/><Relationship Id="rId11" Type="http://schemas.openxmlformats.org/officeDocument/2006/relationships/customXml" Target="../ink/ink19.xml"/><Relationship Id="rId5" Type="http://schemas.openxmlformats.org/officeDocument/2006/relationships/image" Target="../media/image11.png"/><Relationship Id="rId15" Type="http://schemas.openxmlformats.org/officeDocument/2006/relationships/customXml" Target="../ink/ink21.xml"/><Relationship Id="rId10" Type="http://schemas.openxmlformats.org/officeDocument/2006/relationships/image" Target="../media/image18.png"/><Relationship Id="rId4" Type="http://schemas.openxmlformats.org/officeDocument/2006/relationships/customXml" Target="../ink/ink16.xml"/><Relationship Id="rId9" Type="http://schemas.openxmlformats.org/officeDocument/2006/relationships/image" Target="../media/image12.png"/><Relationship Id="rId1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customXml" Target="../ink/ink25.xml"/><Relationship Id="rId13" Type="http://schemas.openxmlformats.org/officeDocument/2006/relationships/customXml" Target="../ink/ink27.xml"/><Relationship Id="rId18" Type="http://schemas.openxmlformats.org/officeDocument/2006/relationships/image" Target="../media/image24.png"/><Relationship Id="rId3" Type="http://schemas.openxmlformats.org/officeDocument/2006/relationships/image" Target="../media/image6.png"/><Relationship Id="rId21" Type="http://schemas.openxmlformats.org/officeDocument/2006/relationships/customXml" Target="../ink/ink31.xml"/><Relationship Id="rId7" Type="http://schemas.openxmlformats.org/officeDocument/2006/relationships/image" Target="../media/image9.png"/><Relationship Id="rId12" Type="http://schemas.openxmlformats.org/officeDocument/2006/relationships/image" Target="../media/image200.png"/><Relationship Id="rId17" Type="http://schemas.openxmlformats.org/officeDocument/2006/relationships/customXml" Target="../ink/ink29.xml"/><Relationship Id="rId2" Type="http://schemas.openxmlformats.org/officeDocument/2006/relationships/notesSlide" Target="../notesSlides/notesSlide6.xml"/><Relationship Id="rId16" Type="http://schemas.openxmlformats.org/officeDocument/2006/relationships/image" Target="../media/image220.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customXml" Target="../ink/ink24.xml"/><Relationship Id="rId11" Type="http://schemas.openxmlformats.org/officeDocument/2006/relationships/customXml" Target="../ink/ink26.xml"/><Relationship Id="rId5" Type="http://schemas.openxmlformats.org/officeDocument/2006/relationships/image" Target="../media/image11.png"/><Relationship Id="rId15" Type="http://schemas.openxmlformats.org/officeDocument/2006/relationships/customXml" Target="../ink/ink28.xml"/><Relationship Id="rId10" Type="http://schemas.openxmlformats.org/officeDocument/2006/relationships/image" Target="../media/image23.png"/><Relationship Id="rId19" Type="http://schemas.openxmlformats.org/officeDocument/2006/relationships/customXml" Target="../ink/ink30.xml"/><Relationship Id="rId4" Type="http://schemas.openxmlformats.org/officeDocument/2006/relationships/customXml" Target="../ink/ink23.xml"/><Relationship Id="rId9" Type="http://schemas.openxmlformats.org/officeDocument/2006/relationships/image" Target="../media/image12.png"/><Relationship Id="rId14" Type="http://schemas.openxmlformats.org/officeDocument/2006/relationships/image" Target="../media/image210.png"/><Relationship Id="rId22"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customXml" Target="../ink/ink34.xml"/><Relationship Id="rId13" Type="http://schemas.openxmlformats.org/officeDocument/2006/relationships/image" Target="../media/image240.png"/><Relationship Id="rId18" Type="http://schemas.openxmlformats.org/officeDocument/2006/relationships/image" Target="../media/image27.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36.xml"/><Relationship Id="rId17" Type="http://schemas.openxmlformats.org/officeDocument/2006/relationships/image" Target="../media/image260.png"/><Relationship Id="rId2" Type="http://schemas.openxmlformats.org/officeDocument/2006/relationships/notesSlide" Target="../notesSlides/notesSlide7.xml"/><Relationship Id="rId16" Type="http://schemas.openxmlformats.org/officeDocument/2006/relationships/customXml" Target="../ink/ink38.xml"/><Relationship Id="rId1" Type="http://schemas.openxmlformats.org/officeDocument/2006/relationships/slideLayout" Target="../slideLayouts/slideLayout1.xml"/><Relationship Id="rId6" Type="http://schemas.openxmlformats.org/officeDocument/2006/relationships/customXml" Target="../ink/ink33.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35.xml"/><Relationship Id="rId4" Type="http://schemas.openxmlformats.org/officeDocument/2006/relationships/customXml" Target="../ink/ink32.xml"/><Relationship Id="rId9" Type="http://schemas.openxmlformats.org/officeDocument/2006/relationships/image" Target="../media/image12.png"/><Relationship Id="rId14" Type="http://schemas.openxmlformats.org/officeDocument/2006/relationships/customXml" Target="../ink/ink37.xml"/></Relationships>
</file>

<file path=ppt/slides/_rels/slide14.xml.rels><?xml version="1.0" encoding="UTF-8" standalone="yes"?>
<Relationships xmlns="http://schemas.openxmlformats.org/package/2006/relationships"><Relationship Id="rId8" Type="http://schemas.openxmlformats.org/officeDocument/2006/relationships/customXml" Target="../ink/ink41.xml"/><Relationship Id="rId13" Type="http://schemas.openxmlformats.org/officeDocument/2006/relationships/image" Target="../media/image240.png"/><Relationship Id="rId18" Type="http://schemas.openxmlformats.org/officeDocument/2006/relationships/image" Target="../media/image28.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43.xml"/><Relationship Id="rId17" Type="http://schemas.openxmlformats.org/officeDocument/2006/relationships/image" Target="../media/image260.png"/><Relationship Id="rId2" Type="http://schemas.openxmlformats.org/officeDocument/2006/relationships/notesSlide" Target="../notesSlides/notesSlide8.xml"/><Relationship Id="rId16" Type="http://schemas.openxmlformats.org/officeDocument/2006/relationships/customXml" Target="../ink/ink45.xml"/><Relationship Id="rId1" Type="http://schemas.openxmlformats.org/officeDocument/2006/relationships/slideLayout" Target="../slideLayouts/slideLayout1.xml"/><Relationship Id="rId6" Type="http://schemas.openxmlformats.org/officeDocument/2006/relationships/customXml" Target="../ink/ink40.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42.xml"/><Relationship Id="rId4" Type="http://schemas.openxmlformats.org/officeDocument/2006/relationships/customXml" Target="../ink/ink39.xml"/><Relationship Id="rId9" Type="http://schemas.openxmlformats.org/officeDocument/2006/relationships/image" Target="../media/image12.png"/><Relationship Id="rId14" Type="http://schemas.openxmlformats.org/officeDocument/2006/relationships/customXml" Target="../ink/ink44.xml"/></Relationships>
</file>

<file path=ppt/slides/_rels/slide15.xml.rels><?xml version="1.0" encoding="UTF-8" standalone="yes"?>
<Relationships xmlns="http://schemas.openxmlformats.org/package/2006/relationships"><Relationship Id="rId8" Type="http://schemas.openxmlformats.org/officeDocument/2006/relationships/customXml" Target="../ink/ink48.xml"/><Relationship Id="rId13" Type="http://schemas.openxmlformats.org/officeDocument/2006/relationships/image" Target="../media/image240.png"/><Relationship Id="rId18" Type="http://schemas.openxmlformats.org/officeDocument/2006/relationships/image" Target="../media/image29.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50.xml"/><Relationship Id="rId17" Type="http://schemas.openxmlformats.org/officeDocument/2006/relationships/image" Target="../media/image260.png"/><Relationship Id="rId2" Type="http://schemas.openxmlformats.org/officeDocument/2006/relationships/notesSlide" Target="../notesSlides/notesSlide9.xml"/><Relationship Id="rId16" Type="http://schemas.openxmlformats.org/officeDocument/2006/relationships/customXml" Target="../ink/ink52.xml"/><Relationship Id="rId1" Type="http://schemas.openxmlformats.org/officeDocument/2006/relationships/slideLayout" Target="../slideLayouts/slideLayout1.xml"/><Relationship Id="rId6" Type="http://schemas.openxmlformats.org/officeDocument/2006/relationships/customXml" Target="../ink/ink47.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49.xml"/><Relationship Id="rId4" Type="http://schemas.openxmlformats.org/officeDocument/2006/relationships/customXml" Target="../ink/ink46.xml"/><Relationship Id="rId9" Type="http://schemas.openxmlformats.org/officeDocument/2006/relationships/image" Target="../media/image12.png"/><Relationship Id="rId14" Type="http://schemas.openxmlformats.org/officeDocument/2006/relationships/customXml" Target="../ink/ink51.xml"/></Relationships>
</file>

<file path=ppt/slides/_rels/slide16.xml.rels><?xml version="1.0" encoding="UTF-8" standalone="yes"?>
<Relationships xmlns="http://schemas.openxmlformats.org/package/2006/relationships"><Relationship Id="rId8" Type="http://schemas.openxmlformats.org/officeDocument/2006/relationships/customXml" Target="../ink/ink55.xml"/><Relationship Id="rId13" Type="http://schemas.openxmlformats.org/officeDocument/2006/relationships/image" Target="../media/image240.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57.xml"/><Relationship Id="rId17" Type="http://schemas.openxmlformats.org/officeDocument/2006/relationships/image" Target="../media/image260.png"/><Relationship Id="rId2" Type="http://schemas.openxmlformats.org/officeDocument/2006/relationships/notesSlide" Target="../notesSlides/notesSlide10.xml"/><Relationship Id="rId16" Type="http://schemas.openxmlformats.org/officeDocument/2006/relationships/customXml" Target="../ink/ink59.xml"/><Relationship Id="rId1" Type="http://schemas.openxmlformats.org/officeDocument/2006/relationships/slideLayout" Target="../slideLayouts/slideLayout1.xml"/><Relationship Id="rId6" Type="http://schemas.openxmlformats.org/officeDocument/2006/relationships/customXml" Target="../ink/ink54.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56.xml"/><Relationship Id="rId4" Type="http://schemas.openxmlformats.org/officeDocument/2006/relationships/customXml" Target="../ink/ink53.xml"/><Relationship Id="rId9" Type="http://schemas.openxmlformats.org/officeDocument/2006/relationships/image" Target="../media/image12.png"/><Relationship Id="rId14" Type="http://schemas.openxmlformats.org/officeDocument/2006/relationships/customXml" Target="../ink/ink58.xml"/></Relationships>
</file>

<file path=ppt/slides/_rels/slide17.xml.rels><?xml version="1.0" encoding="UTF-8" standalone="yes"?>
<Relationships xmlns="http://schemas.openxmlformats.org/package/2006/relationships"><Relationship Id="rId8" Type="http://schemas.openxmlformats.org/officeDocument/2006/relationships/customXml" Target="../ink/ink62.xml"/><Relationship Id="rId13" Type="http://schemas.openxmlformats.org/officeDocument/2006/relationships/image" Target="../media/image240.png"/><Relationship Id="rId18" Type="http://schemas.openxmlformats.org/officeDocument/2006/relationships/image" Target="../media/image30.png"/><Relationship Id="rId3" Type="http://schemas.openxmlformats.org/officeDocument/2006/relationships/image" Target="../media/image6.png"/><Relationship Id="rId21" Type="http://schemas.openxmlformats.org/officeDocument/2006/relationships/customXml" Target="../ink/ink68.xml"/><Relationship Id="rId7" Type="http://schemas.openxmlformats.org/officeDocument/2006/relationships/image" Target="../media/image9.png"/><Relationship Id="rId12" Type="http://schemas.openxmlformats.org/officeDocument/2006/relationships/customXml" Target="../ink/ink64.xml"/><Relationship Id="rId17" Type="http://schemas.openxmlformats.org/officeDocument/2006/relationships/image" Target="../media/image260.png"/><Relationship Id="rId2" Type="http://schemas.openxmlformats.org/officeDocument/2006/relationships/notesSlide" Target="../notesSlides/notesSlide11.xml"/><Relationship Id="rId16" Type="http://schemas.openxmlformats.org/officeDocument/2006/relationships/customXml" Target="../ink/ink66.xml"/><Relationship Id="rId20"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customXml" Target="../ink/ink61.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63.xml"/><Relationship Id="rId19" Type="http://schemas.openxmlformats.org/officeDocument/2006/relationships/customXml" Target="../ink/ink67.xml"/><Relationship Id="rId4" Type="http://schemas.openxmlformats.org/officeDocument/2006/relationships/customXml" Target="../ink/ink60.xml"/><Relationship Id="rId9" Type="http://schemas.openxmlformats.org/officeDocument/2006/relationships/image" Target="../media/image12.png"/><Relationship Id="rId14" Type="http://schemas.openxmlformats.org/officeDocument/2006/relationships/customXml" Target="../ink/ink65.xml"/><Relationship Id="rId22"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customXml" Target="../ink/ink71.xml"/><Relationship Id="rId13" Type="http://schemas.openxmlformats.org/officeDocument/2006/relationships/image" Target="../media/image240.png"/><Relationship Id="rId18" Type="http://schemas.openxmlformats.org/officeDocument/2006/relationships/image" Target="../media/image33.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73.xml"/><Relationship Id="rId17" Type="http://schemas.openxmlformats.org/officeDocument/2006/relationships/image" Target="../media/image260.png"/><Relationship Id="rId2" Type="http://schemas.openxmlformats.org/officeDocument/2006/relationships/notesSlide" Target="../notesSlides/notesSlide12.xml"/><Relationship Id="rId16" Type="http://schemas.openxmlformats.org/officeDocument/2006/relationships/customXml" Target="../ink/ink75.xml"/><Relationship Id="rId1" Type="http://schemas.openxmlformats.org/officeDocument/2006/relationships/slideLayout" Target="../slideLayouts/slideLayout1.xml"/><Relationship Id="rId6" Type="http://schemas.openxmlformats.org/officeDocument/2006/relationships/customXml" Target="../ink/ink70.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72.xml"/><Relationship Id="rId19" Type="http://schemas.openxmlformats.org/officeDocument/2006/relationships/image" Target="../media/image34.png"/><Relationship Id="rId4" Type="http://schemas.openxmlformats.org/officeDocument/2006/relationships/customXml" Target="../ink/ink69.xml"/><Relationship Id="rId9" Type="http://schemas.openxmlformats.org/officeDocument/2006/relationships/image" Target="../media/image12.png"/><Relationship Id="rId14" Type="http://schemas.openxmlformats.org/officeDocument/2006/relationships/customXml" Target="../ink/ink74.xml"/></Relationships>
</file>

<file path=ppt/slides/_rels/slide19.xml.rels><?xml version="1.0" encoding="UTF-8" standalone="yes"?>
<Relationships xmlns="http://schemas.openxmlformats.org/package/2006/relationships"><Relationship Id="rId8" Type="http://schemas.openxmlformats.org/officeDocument/2006/relationships/customXml" Target="../ink/ink78.xml"/><Relationship Id="rId13" Type="http://schemas.openxmlformats.org/officeDocument/2006/relationships/image" Target="../media/image240.png"/><Relationship Id="rId18" Type="http://schemas.openxmlformats.org/officeDocument/2006/relationships/image" Target="../media/image35.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80.xml"/><Relationship Id="rId17" Type="http://schemas.openxmlformats.org/officeDocument/2006/relationships/image" Target="../media/image260.png"/><Relationship Id="rId2" Type="http://schemas.openxmlformats.org/officeDocument/2006/relationships/notesSlide" Target="../notesSlides/notesSlide13.xml"/><Relationship Id="rId16" Type="http://schemas.openxmlformats.org/officeDocument/2006/relationships/customXml" Target="../ink/ink82.xml"/><Relationship Id="rId1" Type="http://schemas.openxmlformats.org/officeDocument/2006/relationships/slideLayout" Target="../slideLayouts/slideLayout1.xml"/><Relationship Id="rId6" Type="http://schemas.openxmlformats.org/officeDocument/2006/relationships/customXml" Target="../ink/ink77.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79.xml"/><Relationship Id="rId4" Type="http://schemas.openxmlformats.org/officeDocument/2006/relationships/customXml" Target="../ink/ink76.xml"/><Relationship Id="rId9" Type="http://schemas.openxmlformats.org/officeDocument/2006/relationships/image" Target="../media/image12.png"/><Relationship Id="rId14" Type="http://schemas.openxmlformats.org/officeDocument/2006/relationships/customXml" Target="../ink/ink81.xml"/></Relationships>
</file>

<file path=ppt/slides/_rels/slide20.xml.rels><?xml version="1.0" encoding="UTF-8" standalone="yes"?>
<Relationships xmlns="http://schemas.openxmlformats.org/package/2006/relationships"><Relationship Id="rId8" Type="http://schemas.openxmlformats.org/officeDocument/2006/relationships/customXml" Target="../ink/ink85.xml"/><Relationship Id="rId13" Type="http://schemas.openxmlformats.org/officeDocument/2006/relationships/image" Target="../media/image38.png"/><Relationship Id="rId18" Type="http://schemas.openxmlformats.org/officeDocument/2006/relationships/image" Target="../media/image41.png"/><Relationship Id="rId3" Type="http://schemas.openxmlformats.org/officeDocument/2006/relationships/image" Target="../media/image6.png"/><Relationship Id="rId7" Type="http://schemas.openxmlformats.org/officeDocument/2006/relationships/image" Target="../media/image350.png"/><Relationship Id="rId12" Type="http://schemas.openxmlformats.org/officeDocument/2006/relationships/customXml" Target="../ink/ink87.xml"/><Relationship Id="rId17" Type="http://schemas.openxmlformats.org/officeDocument/2006/relationships/image" Target="../media/image40.png"/><Relationship Id="rId2" Type="http://schemas.openxmlformats.org/officeDocument/2006/relationships/notesSlide" Target="../notesSlides/notesSlide14.xml"/><Relationship Id="rId16" Type="http://schemas.openxmlformats.org/officeDocument/2006/relationships/customXml" Target="../ink/ink89.xml"/><Relationship Id="rId1" Type="http://schemas.openxmlformats.org/officeDocument/2006/relationships/slideLayout" Target="../slideLayouts/slideLayout1.xml"/><Relationship Id="rId6" Type="http://schemas.openxmlformats.org/officeDocument/2006/relationships/customXml" Target="../ink/ink84.xml"/><Relationship Id="rId11" Type="http://schemas.openxmlformats.org/officeDocument/2006/relationships/image" Target="../media/image37.png"/><Relationship Id="rId5" Type="http://schemas.openxmlformats.org/officeDocument/2006/relationships/image" Target="../media/image340.png"/><Relationship Id="rId15" Type="http://schemas.openxmlformats.org/officeDocument/2006/relationships/image" Target="../media/image39.png"/><Relationship Id="rId10" Type="http://schemas.openxmlformats.org/officeDocument/2006/relationships/customXml" Target="../ink/ink86.xml"/><Relationship Id="rId4" Type="http://schemas.openxmlformats.org/officeDocument/2006/relationships/customXml" Target="../ink/ink83.xml"/><Relationship Id="rId9" Type="http://schemas.openxmlformats.org/officeDocument/2006/relationships/image" Target="../media/image36.png"/><Relationship Id="rId14" Type="http://schemas.openxmlformats.org/officeDocument/2006/relationships/customXml" Target="../ink/ink88.xml"/></Relationships>
</file>

<file path=ppt/slides/_rels/slide21.xml.rels><?xml version="1.0" encoding="UTF-8" standalone="yes"?>
<Relationships xmlns="http://schemas.openxmlformats.org/package/2006/relationships"><Relationship Id="rId8" Type="http://schemas.openxmlformats.org/officeDocument/2006/relationships/customXml" Target="../ink/ink92.xml"/><Relationship Id="rId13" Type="http://schemas.openxmlformats.org/officeDocument/2006/relationships/image" Target="../media/image240.png"/><Relationship Id="rId18" Type="http://schemas.openxmlformats.org/officeDocument/2006/relationships/image" Target="../media/image42.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94.xml"/><Relationship Id="rId17" Type="http://schemas.openxmlformats.org/officeDocument/2006/relationships/image" Target="../media/image260.png"/><Relationship Id="rId2" Type="http://schemas.openxmlformats.org/officeDocument/2006/relationships/notesSlide" Target="../notesSlides/notesSlide15.xml"/><Relationship Id="rId16" Type="http://schemas.openxmlformats.org/officeDocument/2006/relationships/customXml" Target="../ink/ink96.xml"/><Relationship Id="rId1" Type="http://schemas.openxmlformats.org/officeDocument/2006/relationships/slideLayout" Target="../slideLayouts/slideLayout1.xml"/><Relationship Id="rId6" Type="http://schemas.openxmlformats.org/officeDocument/2006/relationships/customXml" Target="../ink/ink91.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93.xml"/><Relationship Id="rId4" Type="http://schemas.openxmlformats.org/officeDocument/2006/relationships/customXml" Target="../ink/ink90.xml"/><Relationship Id="rId9" Type="http://schemas.openxmlformats.org/officeDocument/2006/relationships/image" Target="../media/image12.png"/><Relationship Id="rId14" Type="http://schemas.openxmlformats.org/officeDocument/2006/relationships/customXml" Target="../ink/ink95.xml"/></Relationships>
</file>

<file path=ppt/slides/_rels/slide22.xml.rels><?xml version="1.0" encoding="UTF-8" standalone="yes"?>
<Relationships xmlns="http://schemas.openxmlformats.org/package/2006/relationships"><Relationship Id="rId8" Type="http://schemas.openxmlformats.org/officeDocument/2006/relationships/customXml" Target="../ink/ink99.xml"/><Relationship Id="rId13" Type="http://schemas.openxmlformats.org/officeDocument/2006/relationships/image" Target="../media/image240.png"/><Relationship Id="rId18" Type="http://schemas.openxmlformats.org/officeDocument/2006/relationships/image" Target="../media/image43.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101.xml"/><Relationship Id="rId17" Type="http://schemas.openxmlformats.org/officeDocument/2006/relationships/image" Target="../media/image260.png"/><Relationship Id="rId2" Type="http://schemas.openxmlformats.org/officeDocument/2006/relationships/notesSlide" Target="../notesSlides/notesSlide16.xml"/><Relationship Id="rId16" Type="http://schemas.openxmlformats.org/officeDocument/2006/relationships/customXml" Target="../ink/ink103.xml"/><Relationship Id="rId1" Type="http://schemas.openxmlformats.org/officeDocument/2006/relationships/slideLayout" Target="../slideLayouts/slideLayout1.xml"/><Relationship Id="rId6" Type="http://schemas.openxmlformats.org/officeDocument/2006/relationships/customXml" Target="../ink/ink98.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100.xml"/><Relationship Id="rId4" Type="http://schemas.openxmlformats.org/officeDocument/2006/relationships/customXml" Target="../ink/ink97.xml"/><Relationship Id="rId9" Type="http://schemas.openxmlformats.org/officeDocument/2006/relationships/image" Target="../media/image12.png"/><Relationship Id="rId14" Type="http://schemas.openxmlformats.org/officeDocument/2006/relationships/customXml" Target="../ink/ink102.xml"/></Relationships>
</file>

<file path=ppt/slides/_rels/slide23.xml.rels><?xml version="1.0" encoding="UTF-8" standalone="yes"?>
<Relationships xmlns="http://schemas.openxmlformats.org/package/2006/relationships"><Relationship Id="rId8" Type="http://schemas.openxmlformats.org/officeDocument/2006/relationships/customXml" Target="../ink/ink106.xml"/><Relationship Id="rId13" Type="http://schemas.openxmlformats.org/officeDocument/2006/relationships/image" Target="../media/image240.png"/><Relationship Id="rId18" Type="http://schemas.openxmlformats.org/officeDocument/2006/relationships/image" Target="../media/image44.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108.xml"/><Relationship Id="rId17" Type="http://schemas.openxmlformats.org/officeDocument/2006/relationships/image" Target="../media/image260.png"/><Relationship Id="rId2" Type="http://schemas.openxmlformats.org/officeDocument/2006/relationships/notesSlide" Target="../notesSlides/notesSlide17.xml"/><Relationship Id="rId16" Type="http://schemas.openxmlformats.org/officeDocument/2006/relationships/customXml" Target="../ink/ink110.xml"/><Relationship Id="rId1" Type="http://schemas.openxmlformats.org/officeDocument/2006/relationships/slideLayout" Target="../slideLayouts/slideLayout1.xml"/><Relationship Id="rId6" Type="http://schemas.openxmlformats.org/officeDocument/2006/relationships/customXml" Target="../ink/ink105.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107.xml"/><Relationship Id="rId4" Type="http://schemas.openxmlformats.org/officeDocument/2006/relationships/customXml" Target="../ink/ink104.xml"/><Relationship Id="rId9" Type="http://schemas.openxmlformats.org/officeDocument/2006/relationships/image" Target="../media/image12.png"/><Relationship Id="rId14" Type="http://schemas.openxmlformats.org/officeDocument/2006/relationships/customXml" Target="../ink/ink109.xml"/></Relationships>
</file>

<file path=ppt/slides/_rels/slide24.xml.rels><?xml version="1.0" encoding="UTF-8" standalone="yes"?>
<Relationships xmlns="http://schemas.openxmlformats.org/package/2006/relationships"><Relationship Id="rId8" Type="http://schemas.openxmlformats.org/officeDocument/2006/relationships/customXml" Target="../ink/ink113.xml"/><Relationship Id="rId13" Type="http://schemas.openxmlformats.org/officeDocument/2006/relationships/image" Target="../media/image240.png"/><Relationship Id="rId18" Type="http://schemas.openxmlformats.org/officeDocument/2006/relationships/image" Target="../media/image45.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115.xml"/><Relationship Id="rId17" Type="http://schemas.openxmlformats.org/officeDocument/2006/relationships/image" Target="../media/image260.png"/><Relationship Id="rId2" Type="http://schemas.openxmlformats.org/officeDocument/2006/relationships/notesSlide" Target="../notesSlides/notesSlide18.xml"/><Relationship Id="rId16" Type="http://schemas.openxmlformats.org/officeDocument/2006/relationships/customXml" Target="../ink/ink117.xml"/><Relationship Id="rId1" Type="http://schemas.openxmlformats.org/officeDocument/2006/relationships/slideLayout" Target="../slideLayouts/slideLayout1.xml"/><Relationship Id="rId6" Type="http://schemas.openxmlformats.org/officeDocument/2006/relationships/customXml" Target="../ink/ink112.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114.xml"/><Relationship Id="rId4" Type="http://schemas.openxmlformats.org/officeDocument/2006/relationships/customXml" Target="../ink/ink111.xml"/><Relationship Id="rId9" Type="http://schemas.openxmlformats.org/officeDocument/2006/relationships/image" Target="../media/image12.png"/><Relationship Id="rId14" Type="http://schemas.openxmlformats.org/officeDocument/2006/relationships/customXml" Target="../ink/ink116.xml"/></Relationships>
</file>

<file path=ppt/slides/_rels/slide25.xml.rels><?xml version="1.0" encoding="UTF-8" standalone="yes"?>
<Relationships xmlns="http://schemas.openxmlformats.org/package/2006/relationships"><Relationship Id="rId8" Type="http://schemas.openxmlformats.org/officeDocument/2006/relationships/customXml" Target="../ink/ink120.xml"/><Relationship Id="rId13" Type="http://schemas.openxmlformats.org/officeDocument/2006/relationships/image" Target="../media/image240.png"/><Relationship Id="rId18" Type="http://schemas.openxmlformats.org/officeDocument/2006/relationships/image" Target="../media/image46.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122.xml"/><Relationship Id="rId17" Type="http://schemas.openxmlformats.org/officeDocument/2006/relationships/image" Target="../media/image260.png"/><Relationship Id="rId2" Type="http://schemas.openxmlformats.org/officeDocument/2006/relationships/notesSlide" Target="../notesSlides/notesSlide19.xml"/><Relationship Id="rId16" Type="http://schemas.openxmlformats.org/officeDocument/2006/relationships/customXml" Target="../ink/ink124.xml"/><Relationship Id="rId1" Type="http://schemas.openxmlformats.org/officeDocument/2006/relationships/slideLayout" Target="../slideLayouts/slideLayout1.xml"/><Relationship Id="rId6" Type="http://schemas.openxmlformats.org/officeDocument/2006/relationships/customXml" Target="../ink/ink119.xml"/><Relationship Id="rId11" Type="http://schemas.openxmlformats.org/officeDocument/2006/relationships/image" Target="../media/image230.png"/><Relationship Id="rId5" Type="http://schemas.openxmlformats.org/officeDocument/2006/relationships/image" Target="../media/image11.png"/><Relationship Id="rId15" Type="http://schemas.openxmlformats.org/officeDocument/2006/relationships/image" Target="../media/image250.png"/><Relationship Id="rId10" Type="http://schemas.openxmlformats.org/officeDocument/2006/relationships/customXml" Target="../ink/ink121.xml"/><Relationship Id="rId4" Type="http://schemas.openxmlformats.org/officeDocument/2006/relationships/customXml" Target="../ink/ink118.xml"/><Relationship Id="rId9" Type="http://schemas.openxmlformats.org/officeDocument/2006/relationships/image" Target="../media/image12.png"/><Relationship Id="rId14" Type="http://schemas.openxmlformats.org/officeDocument/2006/relationships/customXml" Target="../ink/ink123.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70338" y="0"/>
            <a:ext cx="12048509" cy="1379696"/>
          </a:xfrm>
        </p:spPr>
        <p:txBody>
          <a:bodyPr anchor="b">
            <a:normAutofit/>
          </a:bodyPr>
          <a:lstStyle/>
          <a:p>
            <a:pPr algn="l"/>
            <a:r>
              <a:rPr lang="en-US" sz="4000" b="1" dirty="0">
                <a:solidFill>
                  <a:srgbClr val="C00000"/>
                </a:solidFill>
                <a:latin typeface="Open Sans" panose="020B0606030504020204" pitchFamily="34" charset="0"/>
              </a:rPr>
              <a:t>Artificial intelligence, firm growth, and product innovation</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406400" y="1469292"/>
            <a:ext cx="11308862" cy="4009013"/>
          </a:xfrm>
        </p:spPr>
        <p:txBody>
          <a:bodyPr>
            <a:normAutofit fontScale="70000" lnSpcReduction="20000"/>
          </a:bodyPr>
          <a:lstStyle/>
          <a:p>
            <a:pPr algn="l"/>
            <a:r>
              <a:rPr lang="en-US" dirty="0"/>
              <a:t>Tania Babina</a:t>
            </a:r>
          </a:p>
          <a:p>
            <a:pPr algn="l"/>
            <a:r>
              <a:rPr lang="en-US" dirty="0"/>
              <a:t>Columbia University</a:t>
            </a:r>
          </a:p>
          <a:p>
            <a:pPr algn="l"/>
            <a:r>
              <a:rPr lang="en-US" dirty="0" err="1"/>
              <a:t>Anastassia</a:t>
            </a:r>
            <a:r>
              <a:rPr lang="en-US" dirty="0"/>
              <a:t> </a:t>
            </a:r>
            <a:r>
              <a:rPr lang="en-US" dirty="0" err="1"/>
              <a:t>Fedyk</a:t>
            </a:r>
            <a:endParaRPr lang="en-US" dirty="0"/>
          </a:p>
          <a:p>
            <a:pPr algn="l"/>
            <a:r>
              <a:rPr lang="en-US" dirty="0"/>
              <a:t>University of California</a:t>
            </a:r>
          </a:p>
          <a:p>
            <a:pPr algn="l"/>
            <a:r>
              <a:rPr lang="en-US" dirty="0"/>
              <a:t>Alex He</a:t>
            </a:r>
          </a:p>
          <a:p>
            <a:pPr algn="l"/>
            <a:r>
              <a:rPr lang="en-US" dirty="0"/>
              <a:t>University of Maryland</a:t>
            </a:r>
          </a:p>
          <a:p>
            <a:pPr algn="l"/>
            <a:r>
              <a:rPr lang="en-US" dirty="0"/>
              <a:t>James Hodson</a:t>
            </a:r>
          </a:p>
          <a:p>
            <a:pPr algn="l"/>
            <a:r>
              <a:rPr lang="en-US" dirty="0"/>
              <a:t>AI for Good Foundation, Berkeley</a:t>
            </a:r>
          </a:p>
          <a:p>
            <a:pPr algn="l"/>
            <a:r>
              <a:rPr lang="nn-NO" dirty="0"/>
              <a:t>Institut Jožef Stefan, Ljubljana, Slovenia</a:t>
            </a:r>
            <a:endParaRPr lang="en-US" dirty="0"/>
          </a:p>
          <a:p>
            <a:pPr algn="l"/>
            <a:endParaRPr lang="en-US" dirty="0"/>
          </a:p>
          <a:p>
            <a:pPr algn="l"/>
            <a:r>
              <a:rPr lang="en-US" dirty="0"/>
              <a:t>Journal of Financial Economics</a:t>
            </a:r>
          </a:p>
          <a:p>
            <a:pPr algn="l"/>
            <a:r>
              <a:rPr lang="en-US"/>
              <a:t>November 2023</a:t>
            </a:r>
          </a:p>
          <a:p>
            <a:pPr algn="l"/>
            <a:endParaRPr lang="en-US" dirty="0"/>
          </a:p>
          <a:p>
            <a:pPr algn="l"/>
            <a:r>
              <a:rPr lang="en-US" sz="1700" dirty="0"/>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73152" y="5864913"/>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Goal</a:t>
            </a:r>
            <a:endParaRPr lang="en-US" sz="3600" dirty="0">
              <a:solidFill>
                <a:srgbClr val="C0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295400" y="1608668"/>
            <a:ext cx="10153261" cy="3370038"/>
          </a:xfrm>
        </p:spPr>
        <p:txBody>
          <a:bodyPr>
            <a:normAutofit/>
          </a:bodyPr>
          <a:lstStyle/>
          <a:p>
            <a:pPr algn="l"/>
            <a:r>
              <a:rPr lang="en-US" dirty="0"/>
              <a:t>To study how firms invest in and benefit from one of the most important new technologies of the last decade—artificial intelligence</a:t>
            </a:r>
          </a:p>
          <a:p>
            <a:pPr algn="l"/>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0"/>
            <a:ext cx="9144000"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Literature Contribution</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6344292"/>
            <a:ext cx="12192000" cy="513708"/>
          </a:xfrm>
          <a:prstGeom prst="rect">
            <a:avLst/>
          </a:prstGeom>
        </p:spPr>
      </p:pic>
      <p:sp>
        <p:nvSpPr>
          <p:cNvPr id="4" name="TextBox 3">
            <a:extLst>
              <a:ext uri="{FF2B5EF4-FFF2-40B4-BE49-F238E27FC236}">
                <a16:creationId xmlns:a16="http://schemas.microsoft.com/office/drawing/2014/main" id="{FFA41813-DCCE-D6FC-ACEB-F911154E3D57}"/>
              </a:ext>
            </a:extLst>
          </p:cNvPr>
          <p:cNvSpPr txBox="1"/>
          <p:nvPr/>
        </p:nvSpPr>
        <p:spPr>
          <a:xfrm>
            <a:off x="1" y="513708"/>
            <a:ext cx="12074768" cy="4524315"/>
          </a:xfrm>
          <a:prstGeom prst="rect">
            <a:avLst/>
          </a:prstGeom>
          <a:noFill/>
        </p:spPr>
        <p:txBody>
          <a:bodyPr wrap="square">
            <a:spAutoFit/>
          </a:bodyPr>
          <a:lstStyle/>
          <a:p>
            <a:r>
              <a:rPr lang="en-US" dirty="0"/>
              <a:t>The paper provides one of the first pieces of systematic evidence on how investments in artificial intelligence relate to firm and industry outcomes. Recent work makes progress in examining the impact of AI technologies on firm activities in various specific settings: </a:t>
            </a:r>
            <a:r>
              <a:rPr lang="en-US" dirty="0" err="1"/>
              <a:t>robo</a:t>
            </a:r>
            <a:r>
              <a:rPr lang="en-US" dirty="0"/>
              <a:t>-advising (</a:t>
            </a:r>
            <a:r>
              <a:rPr lang="en-US" dirty="0" err="1"/>
              <a:t>D’Acunto</a:t>
            </a:r>
            <a:r>
              <a:rPr lang="en-US" dirty="0"/>
              <a:t> et al., 2019), fintech innovation (Chen et al., 2019), loan underwriting (Jansen et al., 2020; Fuster et al., 2020), financial analysts (Grennan and </a:t>
            </a:r>
            <a:r>
              <a:rPr lang="en-US" dirty="0" err="1"/>
              <a:t>Michaely</a:t>
            </a:r>
            <a:r>
              <a:rPr lang="en-US" dirty="0"/>
              <a:t>, 2019; </a:t>
            </a:r>
            <a:r>
              <a:rPr lang="en-US" dirty="0" err="1"/>
              <a:t>Abis</a:t>
            </a:r>
            <a:r>
              <a:rPr lang="en-US" dirty="0"/>
              <a:t> and </a:t>
            </a:r>
            <a:r>
              <a:rPr lang="en-US" dirty="0" err="1"/>
              <a:t>Veldkamp</a:t>
            </a:r>
            <a:r>
              <a:rPr lang="en-US" dirty="0"/>
              <a:t>, 2023; Cao et al., 2021), and entrepreneurship (Gofman and Jin, 2022). </a:t>
            </a:r>
          </a:p>
          <a:p>
            <a:endParaRPr lang="en-US" dirty="0"/>
          </a:p>
          <a:p>
            <a:r>
              <a:rPr lang="en-US" dirty="0"/>
              <a:t>Methodologically, the paper offers a new approach to measure firms’ intangible capital based on human capital, with a specific application to capturing investments in AI. Most firm-level measures of intangible capital use cost items such as R&amp;D and SG&amp;A (e.g., </a:t>
            </a:r>
            <a:r>
              <a:rPr lang="en-US" dirty="0" err="1"/>
              <a:t>Eisfeldt</a:t>
            </a:r>
            <a:r>
              <a:rPr lang="en-US" dirty="0"/>
              <a:t> and Papanikolaou, 2013; Peters and Taylor, 2017; </a:t>
            </a:r>
            <a:r>
              <a:rPr lang="en-US" dirty="0" err="1"/>
              <a:t>Crouzet</a:t>
            </a:r>
            <a:r>
              <a:rPr lang="en-US" dirty="0"/>
              <a:t> and Eberly, 2019; </a:t>
            </a:r>
            <a:r>
              <a:rPr lang="en-US" dirty="0" err="1"/>
              <a:t>Eisfeldt</a:t>
            </a:r>
            <a:r>
              <a:rPr lang="en-US" dirty="0"/>
              <a:t> et al., 2020).</a:t>
            </a:r>
          </a:p>
          <a:p>
            <a:endParaRPr lang="en-US" dirty="0"/>
          </a:p>
          <a:p>
            <a:r>
              <a:rPr lang="en-US" dirty="0"/>
              <a:t>Finally, the paper contributes to the recent literature on industry concentration and superstar firms (e.g., Gutiérrez and Philippon, 2017; Covarrubias et al., 2019; </a:t>
            </a:r>
            <a:r>
              <a:rPr lang="en-US" dirty="0" err="1"/>
              <a:t>Grullon</a:t>
            </a:r>
            <a:r>
              <a:rPr lang="en-US" dirty="0"/>
              <a:t> et al., 2019; Autor et al., 2020). Previous literature documents that larger firms adopt more IT and Internet technologies and benefit more from them (Forman, 2005; Brynjolfsson et al., 2008, 2023; </a:t>
            </a:r>
            <a:r>
              <a:rPr lang="en-US" dirty="0" err="1"/>
              <a:t>Bessen</a:t>
            </a:r>
            <a:r>
              <a:rPr lang="en-US" dirty="0"/>
              <a:t>, 2020). Our findings suggest that new technologies like AI have similar scale advantages and may be an important driver of the superstar firms phenomenon.</a:t>
            </a:r>
          </a:p>
        </p:txBody>
      </p:sp>
    </p:spTree>
    <p:extLst>
      <p:ext uri="{BB962C8B-B14F-4D97-AF65-F5344CB8AC3E}">
        <p14:creationId xmlns:p14="http://schemas.microsoft.com/office/powerpoint/2010/main" val="3269129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EEE78-F650-F9CE-6BD9-2B7087B6F6C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75C4AFB-B12C-A261-3A03-5AF57A40935E}"/>
              </a:ext>
            </a:extLst>
          </p:cNvPr>
          <p:cNvSpPr>
            <a:spLocks noGrp="1"/>
          </p:cNvSpPr>
          <p:nvPr>
            <p:ph type="ctrTitle"/>
          </p:nvPr>
        </p:nvSpPr>
        <p:spPr>
          <a:xfrm>
            <a:off x="133564" y="0"/>
            <a:ext cx="11866652"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Artificial intelligence and firm growth: mechanisms</a:t>
            </a:r>
          </a:p>
        </p:txBody>
      </p:sp>
      <p:pic>
        <p:nvPicPr>
          <p:cNvPr id="20" name="Picture 19">
            <a:extLst>
              <a:ext uri="{FF2B5EF4-FFF2-40B4-BE49-F238E27FC236}">
                <a16:creationId xmlns:a16="http://schemas.microsoft.com/office/drawing/2014/main" id="{1D335773-8357-32F9-EE98-F138671461AF}"/>
              </a:ext>
            </a:extLst>
          </p:cNvPr>
          <p:cNvPicPr>
            <a:picLocks noChangeAspect="1"/>
          </p:cNvPicPr>
          <p:nvPr/>
        </p:nvPicPr>
        <p:blipFill>
          <a:blip r:embed="rId2"/>
          <a:stretch>
            <a:fillRect/>
          </a:stretch>
        </p:blipFill>
        <p:spPr>
          <a:xfrm>
            <a:off x="0" y="6344292"/>
            <a:ext cx="12192000" cy="513708"/>
          </a:xfrm>
          <a:prstGeom prst="rect">
            <a:avLst/>
          </a:prstGeom>
        </p:spPr>
      </p:pic>
      <p:sp>
        <p:nvSpPr>
          <p:cNvPr id="3" name="TextBox 2">
            <a:extLst>
              <a:ext uri="{FF2B5EF4-FFF2-40B4-BE49-F238E27FC236}">
                <a16:creationId xmlns:a16="http://schemas.microsoft.com/office/drawing/2014/main" id="{3E0C579D-82C3-9DD7-8E31-56AE9073C82C}"/>
              </a:ext>
            </a:extLst>
          </p:cNvPr>
          <p:cNvSpPr txBox="1"/>
          <p:nvPr/>
        </p:nvSpPr>
        <p:spPr>
          <a:xfrm>
            <a:off x="1" y="591208"/>
            <a:ext cx="12113230" cy="4247317"/>
          </a:xfrm>
          <a:prstGeom prst="rect">
            <a:avLst/>
          </a:prstGeom>
          <a:noFill/>
        </p:spPr>
        <p:txBody>
          <a:bodyPr wrap="square">
            <a:spAutoFit/>
          </a:bodyPr>
          <a:lstStyle/>
          <a:p>
            <a:r>
              <a:rPr lang="en-US" b="1" dirty="0">
                <a:solidFill>
                  <a:srgbClr val="FF0000"/>
                </a:solidFill>
              </a:rPr>
              <a:t>AI as a Driver of Product Innovation. </a:t>
            </a:r>
          </a:p>
          <a:p>
            <a:pPr marL="285750" indent="-285750">
              <a:buFontTx/>
              <a:buChar char="-"/>
            </a:pPr>
            <a:r>
              <a:rPr lang="en-US" dirty="0"/>
              <a:t>First, the ability of AI algorithms to quickly analyze large datasets and learn about the underlying relationships from data can potentially reduce the uncertainty of experimentation and make the learning process more efficient, which leads to more experimentation and creation of new products (Cockburn et al., 2018).</a:t>
            </a:r>
          </a:p>
          <a:p>
            <a:pPr marL="285750" indent="-285750">
              <a:buFontTx/>
              <a:buChar char="-"/>
            </a:pPr>
            <a:endParaRPr lang="en-US" dirty="0"/>
          </a:p>
          <a:p>
            <a:pPr marL="285750" indent="-285750">
              <a:buFontTx/>
              <a:buChar char="-"/>
            </a:pPr>
            <a:r>
              <a:rPr lang="en-US" dirty="0"/>
              <a:t>Second, AI algorithms can help innovate on the quality of existing products and services by building AI models directly into products.</a:t>
            </a:r>
          </a:p>
          <a:p>
            <a:pPr marL="285750" indent="-285750">
              <a:buFontTx/>
              <a:buChar char="-"/>
            </a:pPr>
            <a:endParaRPr lang="en-US" dirty="0"/>
          </a:p>
          <a:p>
            <a:pPr marL="285750" indent="-285750">
              <a:buFontTx/>
              <a:buChar char="-"/>
            </a:pPr>
            <a:r>
              <a:rPr lang="en-US" dirty="0"/>
              <a:t>Third, AI can also improve product appeal by helping firms learn about customer preferences more efficiently and therefore better tailor product and service offerings to customers’ tastes and needs. </a:t>
            </a:r>
          </a:p>
          <a:p>
            <a:pPr marL="285750" indent="-285750">
              <a:buFontTx/>
              <a:buChar char="-"/>
            </a:pPr>
            <a:endParaRPr lang="en-US" dirty="0"/>
          </a:p>
          <a:p>
            <a:r>
              <a:rPr lang="en-US" b="1" dirty="0">
                <a:solidFill>
                  <a:srgbClr val="FF0000"/>
                </a:solidFill>
              </a:rPr>
              <a:t>AI as a Driver of Process Innovation and Lower Operating Costs</a:t>
            </a:r>
          </a:p>
          <a:p>
            <a:pPr marL="285750" indent="-285750">
              <a:buFontTx/>
              <a:buChar char="-"/>
            </a:pPr>
            <a:r>
              <a:rPr lang="en-US" dirty="0"/>
              <a:t>First, AI can potentially replace human labor for some tasks (Agrawal et al., 2019), cutting per-unit labor costs</a:t>
            </a:r>
          </a:p>
          <a:p>
            <a:pPr marL="285750" indent="-285750">
              <a:buFontTx/>
              <a:buChar char="-"/>
            </a:pPr>
            <a:endParaRPr lang="en-US" b="1" dirty="0">
              <a:solidFill>
                <a:srgbClr val="FF0000"/>
              </a:solidFill>
            </a:endParaRPr>
          </a:p>
          <a:p>
            <a:pPr marL="285750" indent="-285750">
              <a:buFontTx/>
              <a:buChar char="-"/>
            </a:pPr>
            <a:r>
              <a:rPr lang="en-US" dirty="0"/>
              <a:t>Second, AI can increase operational and production efficiency through better forecasting (</a:t>
            </a:r>
            <a:r>
              <a:rPr lang="en-US" dirty="0" err="1"/>
              <a:t>Mihet</a:t>
            </a:r>
            <a:r>
              <a:rPr lang="en-US" dirty="0"/>
              <a:t> and Philippon, 2019).</a:t>
            </a:r>
            <a:endParaRPr lang="en-US" b="1" dirty="0">
              <a:solidFill>
                <a:srgbClr val="FF0000"/>
              </a:solidFill>
            </a:endParaRPr>
          </a:p>
        </p:txBody>
      </p:sp>
    </p:spTree>
    <p:extLst>
      <p:ext uri="{BB962C8B-B14F-4D97-AF65-F5344CB8AC3E}">
        <p14:creationId xmlns:p14="http://schemas.microsoft.com/office/powerpoint/2010/main" val="1991004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B2D40-5BF7-08B1-E87B-97A91DF057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C474CD2-5099-3018-6D4A-D5D40C31BBFB}"/>
              </a:ext>
            </a:extLst>
          </p:cNvPr>
          <p:cNvSpPr>
            <a:spLocks noGrp="1"/>
          </p:cNvSpPr>
          <p:nvPr>
            <p:ph type="ctrTitle"/>
          </p:nvPr>
        </p:nvSpPr>
        <p:spPr>
          <a:xfrm>
            <a:off x="133564" y="0"/>
            <a:ext cx="11866652"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Data and Sample</a:t>
            </a:r>
          </a:p>
        </p:txBody>
      </p:sp>
      <p:pic>
        <p:nvPicPr>
          <p:cNvPr id="20" name="Picture 19">
            <a:extLst>
              <a:ext uri="{FF2B5EF4-FFF2-40B4-BE49-F238E27FC236}">
                <a16:creationId xmlns:a16="http://schemas.microsoft.com/office/drawing/2014/main" id="{6D9DB02E-7D00-B668-D23B-032380759AA0}"/>
              </a:ext>
            </a:extLst>
          </p:cNvPr>
          <p:cNvPicPr>
            <a:picLocks noChangeAspect="1"/>
          </p:cNvPicPr>
          <p:nvPr/>
        </p:nvPicPr>
        <p:blipFill>
          <a:blip r:embed="rId2"/>
          <a:stretch>
            <a:fillRect/>
          </a:stretch>
        </p:blipFill>
        <p:spPr>
          <a:xfrm>
            <a:off x="0" y="6344292"/>
            <a:ext cx="12192000" cy="513708"/>
          </a:xfrm>
          <a:prstGeom prst="rect">
            <a:avLst/>
          </a:prstGeom>
        </p:spPr>
      </p:pic>
      <p:sp>
        <p:nvSpPr>
          <p:cNvPr id="4" name="TextBox 3">
            <a:extLst>
              <a:ext uri="{FF2B5EF4-FFF2-40B4-BE49-F238E27FC236}">
                <a16:creationId xmlns:a16="http://schemas.microsoft.com/office/drawing/2014/main" id="{A2EECFA5-C6A3-111C-00DA-E63E0CDDBB47}"/>
              </a:ext>
            </a:extLst>
          </p:cNvPr>
          <p:cNvSpPr txBox="1"/>
          <p:nvPr/>
        </p:nvSpPr>
        <p:spPr>
          <a:xfrm>
            <a:off x="133565" y="591207"/>
            <a:ext cx="11924872" cy="4093428"/>
          </a:xfrm>
          <a:prstGeom prst="rect">
            <a:avLst/>
          </a:prstGeom>
          <a:noFill/>
        </p:spPr>
        <p:txBody>
          <a:bodyPr wrap="square">
            <a:spAutoFit/>
          </a:bodyPr>
          <a:lstStyle/>
          <a:p>
            <a:r>
              <a:rPr lang="en-US" sz="2000" dirty="0" err="1"/>
              <a:t>Cognism</a:t>
            </a:r>
            <a:r>
              <a:rPr lang="en-US" sz="2000" dirty="0"/>
              <a:t> (an aggregator of employment profiles for lead generation and client relationship management services): a novel dataset of approximately 535 million individual profiles</a:t>
            </a:r>
          </a:p>
          <a:p>
            <a:endParaRPr lang="en-US" sz="2000" dirty="0"/>
          </a:p>
          <a:p>
            <a:r>
              <a:rPr lang="en-US" sz="2000" dirty="0"/>
              <a:t>The sample of 120 million person-firm-years matched to U.S. public firms is comprised of 19 million distinct individual employees.</a:t>
            </a:r>
          </a:p>
          <a:p>
            <a:endParaRPr lang="en-US" sz="2000" dirty="0"/>
          </a:p>
          <a:p>
            <a:r>
              <a:rPr lang="en-US" sz="2000" dirty="0"/>
              <a:t>Burning Glass Technologies and a rich set of sources: 180 million job postings in the United States in 2007 and 2010–2018</a:t>
            </a:r>
          </a:p>
          <a:p>
            <a:endParaRPr lang="en-US" sz="2000" dirty="0"/>
          </a:p>
          <a:p>
            <a:r>
              <a:rPr lang="en-US" sz="2000" dirty="0"/>
              <a:t>Additional data sources: commuting-zone-level wage and education data from the Census American Community Surveys (ACS), industry-level wages and employment data from the Census Quarterly Workforce Indicators (QWI), and academic publications from the Open Academic Graph. Firm-level operational variables (e.g., sales, employment, market value) come from </a:t>
            </a:r>
            <a:r>
              <a:rPr lang="en-US" sz="2000" dirty="0" err="1"/>
              <a:t>Compustat</a:t>
            </a:r>
            <a:r>
              <a:rPr lang="en-US" sz="2000" dirty="0"/>
              <a:t>.</a:t>
            </a:r>
          </a:p>
        </p:txBody>
      </p:sp>
    </p:spTree>
    <p:extLst>
      <p:ext uri="{BB962C8B-B14F-4D97-AF65-F5344CB8AC3E}">
        <p14:creationId xmlns:p14="http://schemas.microsoft.com/office/powerpoint/2010/main" val="2600045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E6807-A08F-E2D3-104E-3CF569DEC8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3FB4A62-C29F-5319-AF26-DAE02251B920}"/>
              </a:ext>
            </a:extLst>
          </p:cNvPr>
          <p:cNvSpPr>
            <a:spLocks noGrp="1"/>
          </p:cNvSpPr>
          <p:nvPr>
            <p:ph type="ctrTitle"/>
          </p:nvPr>
        </p:nvSpPr>
        <p:spPr>
          <a:xfrm>
            <a:off x="133564" y="0"/>
            <a:ext cx="11866652"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AI investments from job postings (Burning Glass)</a:t>
            </a:r>
          </a:p>
        </p:txBody>
      </p:sp>
      <p:pic>
        <p:nvPicPr>
          <p:cNvPr id="20" name="Picture 19">
            <a:extLst>
              <a:ext uri="{FF2B5EF4-FFF2-40B4-BE49-F238E27FC236}">
                <a16:creationId xmlns:a16="http://schemas.microsoft.com/office/drawing/2014/main" id="{EB135809-8BC4-1F01-333F-2C950ECBB2D0}"/>
              </a:ext>
            </a:extLst>
          </p:cNvPr>
          <p:cNvPicPr>
            <a:picLocks noChangeAspect="1"/>
          </p:cNvPicPr>
          <p:nvPr/>
        </p:nvPicPr>
        <p:blipFill>
          <a:blip r:embed="rId2"/>
          <a:stretch>
            <a:fillRect/>
          </a:stretch>
        </p:blipFill>
        <p:spPr>
          <a:xfrm>
            <a:off x="0" y="6344292"/>
            <a:ext cx="12192000" cy="513708"/>
          </a:xfrm>
          <a:prstGeom prst="rect">
            <a:avLst/>
          </a:prstGeom>
        </p:spPr>
      </p:pic>
      <p:pic>
        <p:nvPicPr>
          <p:cNvPr id="3" name="Picture 2">
            <a:extLst>
              <a:ext uri="{FF2B5EF4-FFF2-40B4-BE49-F238E27FC236}">
                <a16:creationId xmlns:a16="http://schemas.microsoft.com/office/drawing/2014/main" id="{F7A3EFD4-FD4E-6F8C-8192-F3CF0ED6486F}"/>
              </a:ext>
            </a:extLst>
          </p:cNvPr>
          <p:cNvPicPr>
            <a:picLocks noChangeAspect="1"/>
          </p:cNvPicPr>
          <p:nvPr/>
        </p:nvPicPr>
        <p:blipFill>
          <a:blip r:embed="rId3"/>
          <a:stretch>
            <a:fillRect/>
          </a:stretch>
        </p:blipFill>
        <p:spPr>
          <a:xfrm>
            <a:off x="0" y="704860"/>
            <a:ext cx="5877745" cy="5982535"/>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311BAC5-DDE7-6FD5-1B83-8B4CB0887164}"/>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7311BAC5-DDE7-6FD5-1B83-8B4CB0887164}"/>
                  </a:ext>
                </a:extLst>
              </p:cNvPr>
              <p:cNvPicPr/>
              <p:nvPr/>
            </p:nvPicPr>
            <p:blipFill>
              <a:blip r:embed="rId5"/>
              <a:stretch>
                <a:fillRect/>
              </a:stretch>
            </p:blipFill>
            <p:spPr>
              <a:xfrm>
                <a:off x="4980167" y="4463773"/>
                <a:ext cx="30276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6E09E7F-1DF1-679D-665C-C38A5EC1F4D8}"/>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B6E09E7F-1DF1-679D-665C-C38A5EC1F4D8}"/>
                  </a:ext>
                </a:extLst>
              </p:cNvPr>
              <p:cNvPicPr/>
              <p:nvPr/>
            </p:nvPicPr>
            <p:blipFill>
              <a:blip r:embed="rId7"/>
              <a:stretch>
                <a:fillRect/>
              </a:stretch>
            </p:blipFill>
            <p:spPr>
              <a:xfrm>
                <a:off x="4230287" y="473125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BCCA3ADF-CFC4-3484-5243-A21DCDBD7E50}"/>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BCCA3ADF-CFC4-3484-5243-A21DCDBD7E50}"/>
                  </a:ext>
                </a:extLst>
              </p:cNvPr>
              <p:cNvPicPr/>
              <p:nvPr/>
            </p:nvPicPr>
            <p:blipFill>
              <a:blip r:embed="rId9"/>
              <a:stretch>
                <a:fillRect/>
              </a:stretch>
            </p:blipFill>
            <p:spPr>
              <a:xfrm>
                <a:off x="3850127" y="5932933"/>
                <a:ext cx="771120" cy="220320"/>
              </a:xfrm>
              <a:prstGeom prst="rect">
                <a:avLst/>
              </a:prstGeom>
            </p:spPr>
          </p:pic>
        </mc:Fallback>
      </mc:AlternateContent>
    </p:spTree>
    <p:extLst>
      <p:ext uri="{BB962C8B-B14F-4D97-AF65-F5344CB8AC3E}">
        <p14:creationId xmlns:p14="http://schemas.microsoft.com/office/powerpoint/2010/main" val="1068981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2ADB2-F767-75A0-56BA-FF999E73A0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841DB2-8B9B-7D2B-FDD3-66DF920A050B}"/>
              </a:ext>
            </a:extLst>
          </p:cNvPr>
          <p:cNvSpPr>
            <a:spLocks noGrp="1"/>
          </p:cNvSpPr>
          <p:nvPr>
            <p:ph type="ctrTitle"/>
          </p:nvPr>
        </p:nvSpPr>
        <p:spPr>
          <a:xfrm>
            <a:off x="133564" y="0"/>
            <a:ext cx="11866652"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AI investments from resumes (</a:t>
            </a:r>
            <a:r>
              <a:rPr lang="en-US" sz="3600" b="1" dirty="0" err="1">
                <a:solidFill>
                  <a:srgbClr val="C00000"/>
                </a:solidFill>
                <a:latin typeface="Arial" panose="020B0604020202020204" pitchFamily="34" charset="0"/>
                <a:cs typeface="Arial" panose="020B0604020202020204" pitchFamily="34" charset="0"/>
              </a:rPr>
              <a:t>cognism</a:t>
            </a:r>
            <a:r>
              <a:rPr lang="en-US" sz="3600" b="1" dirty="0">
                <a:solidFill>
                  <a:srgbClr val="C00000"/>
                </a:solidFill>
                <a:latin typeface="Arial" panose="020B0604020202020204" pitchFamily="34" charset="0"/>
                <a:cs typeface="Arial" panose="020B0604020202020204" pitchFamily="34" charset="0"/>
              </a:rPr>
              <a:t>)</a:t>
            </a:r>
          </a:p>
        </p:txBody>
      </p:sp>
      <p:pic>
        <p:nvPicPr>
          <p:cNvPr id="20" name="Picture 19">
            <a:extLst>
              <a:ext uri="{FF2B5EF4-FFF2-40B4-BE49-F238E27FC236}">
                <a16:creationId xmlns:a16="http://schemas.microsoft.com/office/drawing/2014/main" id="{16695A32-A869-CA1D-F099-A383C153C5FB}"/>
              </a:ext>
            </a:extLst>
          </p:cNvPr>
          <p:cNvPicPr>
            <a:picLocks noChangeAspect="1"/>
          </p:cNvPicPr>
          <p:nvPr/>
        </p:nvPicPr>
        <p:blipFill>
          <a:blip r:embed="rId2"/>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82DF8891-F270-8397-914E-73AB41BB42CF}"/>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82DF8891-F270-8397-914E-73AB41BB42CF}"/>
                  </a:ext>
                </a:extLst>
              </p:cNvPr>
              <p:cNvPicPr/>
              <p:nvPr/>
            </p:nvPicPr>
            <p:blipFill>
              <a:blip r:embed="rId4"/>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766422AD-EC1B-0C14-701E-27B86810EE54}"/>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766422AD-EC1B-0C14-701E-27B86810EE54}"/>
                  </a:ext>
                </a:extLst>
              </p:cNvPr>
              <p:cNvPicPr/>
              <p:nvPr/>
            </p:nvPicPr>
            <p:blipFill>
              <a:blip r:embed="rId6"/>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0C4D6EF1-B57F-A9DC-EEB9-232DC7E20459}"/>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0C4D6EF1-B57F-A9DC-EEB9-232DC7E20459}"/>
                  </a:ext>
                </a:extLst>
              </p:cNvPr>
              <p:cNvPicPr/>
              <p:nvPr/>
            </p:nvPicPr>
            <p:blipFill>
              <a:blip r:embed="rId8"/>
              <a:stretch>
                <a:fillRect/>
              </a:stretch>
            </p:blipFill>
            <p:spPr>
              <a:xfrm>
                <a:off x="3850127" y="5932933"/>
                <a:ext cx="771120" cy="220320"/>
              </a:xfrm>
              <a:prstGeom prst="rect">
                <a:avLst/>
              </a:prstGeom>
            </p:spPr>
          </p:pic>
        </mc:Fallback>
      </mc:AlternateContent>
      <p:sp>
        <p:nvSpPr>
          <p:cNvPr id="4" name="TextBox 3">
            <a:extLst>
              <a:ext uri="{FF2B5EF4-FFF2-40B4-BE49-F238E27FC236}">
                <a16:creationId xmlns:a16="http://schemas.microsoft.com/office/drawing/2014/main" id="{088703B0-B142-825A-B420-F0F3517E0438}"/>
              </a:ext>
            </a:extLst>
          </p:cNvPr>
          <p:cNvSpPr txBox="1"/>
          <p:nvPr/>
        </p:nvSpPr>
        <p:spPr>
          <a:xfrm>
            <a:off x="133564" y="678814"/>
            <a:ext cx="12058436" cy="3416320"/>
          </a:xfrm>
          <a:prstGeom prst="rect">
            <a:avLst/>
          </a:prstGeom>
          <a:noFill/>
        </p:spPr>
        <p:txBody>
          <a:bodyPr wrap="square">
            <a:spAutoFit/>
          </a:bodyPr>
          <a:lstStyle/>
          <a:p>
            <a:r>
              <a:rPr lang="en-US" dirty="0"/>
              <a:t>The authors identify the employees in the </a:t>
            </a:r>
            <a:r>
              <a:rPr lang="en-US" dirty="0" err="1"/>
              <a:t>Cognism</a:t>
            </a:r>
            <a:r>
              <a:rPr lang="en-US" dirty="0"/>
              <a:t> resume data whose job positions directly involve AI. They begin with the set of 67 keywords, which are skills with the highest skill-level AI-relatedness measures based on job postings data. They search for these terms in each employment record of each individual in the resume data to see whether: </a:t>
            </a:r>
          </a:p>
          <a:p>
            <a:endParaRPr lang="en-US" dirty="0"/>
          </a:p>
          <a:p>
            <a:pPr marL="400050" indent="-400050">
              <a:buAutoNum type="romanLcParenBoth"/>
            </a:pPr>
            <a:r>
              <a:rPr lang="en-US" dirty="0"/>
              <a:t>that job (role and description) directly includes any of the identified AI terms; </a:t>
            </a:r>
          </a:p>
          <a:p>
            <a:pPr marL="400050" indent="-400050">
              <a:buAutoNum type="romanLcParenBoth"/>
            </a:pPr>
            <a:r>
              <a:rPr lang="en-US" dirty="0"/>
              <a:t>the individual obtained any patents during that year or the two following years with these AI terms; </a:t>
            </a:r>
          </a:p>
          <a:p>
            <a:pPr marL="400050" indent="-400050">
              <a:buAutoNum type="romanLcParenBoth"/>
            </a:pPr>
            <a:r>
              <a:rPr lang="en-US" dirty="0"/>
              <a:t>the individual has any publications or awards during that year or the following year that include the identified AI terms. </a:t>
            </a:r>
          </a:p>
          <a:p>
            <a:endParaRPr lang="en-US" dirty="0"/>
          </a:p>
          <a:p>
            <a:r>
              <a:rPr lang="en-US" dirty="0"/>
              <a:t>If any of these conditions are met, then that person at that firm in that year is classified as an AI-related employee. For example, jobs with titles such as “senior machine learning developer” or job descriptions such as “develop chatbots using Python with </a:t>
            </a:r>
            <a:r>
              <a:rPr lang="en-US" dirty="0" err="1"/>
              <a:t>Tensorflow</a:t>
            </a:r>
            <a:r>
              <a:rPr lang="en-US" dirty="0"/>
              <a:t> and deep learning models” are identified as AI jobs.</a:t>
            </a:r>
          </a:p>
        </p:txBody>
      </p:sp>
    </p:spTree>
    <p:extLst>
      <p:ext uri="{BB962C8B-B14F-4D97-AF65-F5344CB8AC3E}">
        <p14:creationId xmlns:p14="http://schemas.microsoft.com/office/powerpoint/2010/main" val="3917719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AD8D3-F4FC-3792-B873-54B5107F9F9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D5744B-76D5-4C90-136C-CE4447BC3510}"/>
              </a:ext>
            </a:extLst>
          </p:cNvPr>
          <p:cNvSpPr>
            <a:spLocks noGrp="1"/>
          </p:cNvSpPr>
          <p:nvPr>
            <p:ph type="ctrTitle"/>
          </p:nvPr>
        </p:nvSpPr>
        <p:spPr>
          <a:xfrm>
            <a:off x="133564" y="0"/>
            <a:ext cx="11866652" cy="591207"/>
          </a:xfrm>
        </p:spPr>
        <p:txBody>
          <a:bodyPr>
            <a:normAutofit fontScale="90000"/>
          </a:bodyPr>
          <a:lstStyle/>
          <a:p>
            <a:r>
              <a:rPr lang="en-US" sz="1100" dirty="0"/>
              <a:t> </a:t>
            </a:r>
            <a:r>
              <a:rPr lang="en-US" sz="3600" b="1" dirty="0">
                <a:solidFill>
                  <a:srgbClr val="C00000"/>
                </a:solidFill>
                <a:latin typeface="Arial" panose="020B0604020202020204" pitchFamily="34" charset="0"/>
                <a:cs typeface="Arial" panose="020B0604020202020204" pitchFamily="34" charset="0"/>
              </a:rPr>
              <a:t>Summary statistics and validation</a:t>
            </a:r>
          </a:p>
        </p:txBody>
      </p:sp>
      <p:pic>
        <p:nvPicPr>
          <p:cNvPr id="20" name="Picture 19">
            <a:extLst>
              <a:ext uri="{FF2B5EF4-FFF2-40B4-BE49-F238E27FC236}">
                <a16:creationId xmlns:a16="http://schemas.microsoft.com/office/drawing/2014/main" id="{DB5B6F36-951B-5DC7-028F-CF936E5AA22D}"/>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BC1742B-62AA-7E41-3716-F24920B13E77}"/>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EBC1742B-62AA-7E41-3716-F24920B13E77}"/>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7B68DDFF-A741-C490-2534-322D7F9DCCDD}"/>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7B68DDFF-A741-C490-2534-322D7F9DCCDD}"/>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A97A3187-69C7-5827-3B1F-974D513578ED}"/>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A97A3187-69C7-5827-3B1F-974D513578ED}"/>
                  </a:ext>
                </a:extLst>
              </p:cNvPr>
              <p:cNvPicPr/>
              <p:nvPr/>
            </p:nvPicPr>
            <p:blipFill>
              <a:blip r:embed="rId9"/>
              <a:stretch>
                <a:fillRect/>
              </a:stretch>
            </p:blipFill>
            <p:spPr>
              <a:xfrm>
                <a:off x="3850127" y="5932933"/>
                <a:ext cx="771120" cy="220320"/>
              </a:xfrm>
              <a:prstGeom prst="rect">
                <a:avLst/>
              </a:prstGeom>
            </p:spPr>
          </p:pic>
        </mc:Fallback>
      </mc:AlternateContent>
      <p:pic>
        <p:nvPicPr>
          <p:cNvPr id="10" name="Picture 9">
            <a:extLst>
              <a:ext uri="{FF2B5EF4-FFF2-40B4-BE49-F238E27FC236}">
                <a16:creationId xmlns:a16="http://schemas.microsoft.com/office/drawing/2014/main" id="{E0F150D4-9D08-9029-3AC4-F13CDD9FC0F1}"/>
              </a:ext>
            </a:extLst>
          </p:cNvPr>
          <p:cNvPicPr>
            <a:picLocks noChangeAspect="1"/>
          </p:cNvPicPr>
          <p:nvPr/>
        </p:nvPicPr>
        <p:blipFill>
          <a:blip r:embed="rId10"/>
          <a:stretch>
            <a:fillRect/>
          </a:stretch>
        </p:blipFill>
        <p:spPr>
          <a:xfrm>
            <a:off x="0" y="532047"/>
            <a:ext cx="5849166" cy="4725059"/>
          </a:xfrm>
          <a:prstGeom prst="rect">
            <a:avLst/>
          </a:prstGeom>
        </p:spPr>
      </p:pic>
      <p:pic>
        <p:nvPicPr>
          <p:cNvPr id="12" name="Picture 11">
            <a:extLst>
              <a:ext uri="{FF2B5EF4-FFF2-40B4-BE49-F238E27FC236}">
                <a16:creationId xmlns:a16="http://schemas.microsoft.com/office/drawing/2014/main" id="{2DF78000-1320-C2A5-83CB-611C99245769}"/>
              </a:ext>
            </a:extLst>
          </p:cNvPr>
          <p:cNvPicPr>
            <a:picLocks noChangeAspect="1"/>
          </p:cNvPicPr>
          <p:nvPr/>
        </p:nvPicPr>
        <p:blipFill>
          <a:blip r:embed="rId11"/>
          <a:stretch>
            <a:fillRect/>
          </a:stretch>
        </p:blipFill>
        <p:spPr>
          <a:xfrm>
            <a:off x="5887930" y="532047"/>
            <a:ext cx="5887272" cy="4686954"/>
          </a:xfrm>
          <a:prstGeom prst="rect">
            <a:avLst/>
          </a:prstGeom>
        </p:spPr>
      </p:pic>
      <p:sp>
        <p:nvSpPr>
          <p:cNvPr id="14" name="TextBox 13">
            <a:extLst>
              <a:ext uri="{FF2B5EF4-FFF2-40B4-BE49-F238E27FC236}">
                <a16:creationId xmlns:a16="http://schemas.microsoft.com/office/drawing/2014/main" id="{E39B31BC-6D5B-49D2-13EE-F92575C3403E}"/>
              </a:ext>
            </a:extLst>
          </p:cNvPr>
          <p:cNvSpPr txBox="1"/>
          <p:nvPr/>
        </p:nvSpPr>
        <p:spPr>
          <a:xfrm>
            <a:off x="-1" y="5352836"/>
            <a:ext cx="11868327" cy="923330"/>
          </a:xfrm>
          <a:prstGeom prst="rect">
            <a:avLst/>
          </a:prstGeom>
          <a:noFill/>
        </p:spPr>
        <p:txBody>
          <a:bodyPr wrap="square">
            <a:spAutoFit/>
          </a:bodyPr>
          <a:lstStyle/>
          <a:p>
            <a:r>
              <a:rPr lang="en-US" dirty="0"/>
              <a:t>Panel (a) shows the fraction of all employees in a given year who are classified as holding AI-related positions in the </a:t>
            </a:r>
            <a:r>
              <a:rPr lang="en-US" dirty="0" err="1"/>
              <a:t>Cognism</a:t>
            </a:r>
            <a:r>
              <a:rPr lang="en-US" dirty="0"/>
              <a:t> resume data from 2007 to 2018. Panel (b) reports the fraction of job postings in the Burning Glass data (with job-level continuous AI measure above 0.1) for 2007 and 2010–2018.</a:t>
            </a:r>
          </a:p>
        </p:txBody>
      </p:sp>
    </p:spTree>
    <p:extLst>
      <p:ext uri="{BB962C8B-B14F-4D97-AF65-F5344CB8AC3E}">
        <p14:creationId xmlns:p14="http://schemas.microsoft.com/office/powerpoint/2010/main" val="4181577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66C6F-BB06-ED2C-1EBA-67867A2376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6082051-4521-7A83-5D39-DEE172741C4F}"/>
              </a:ext>
            </a:extLst>
          </p:cNvPr>
          <p:cNvSpPr>
            <a:spLocks noGrp="1"/>
          </p:cNvSpPr>
          <p:nvPr>
            <p:ph type="ctrTitle"/>
          </p:nvPr>
        </p:nvSpPr>
        <p:spPr>
          <a:xfrm>
            <a:off x="133564" y="0"/>
            <a:ext cx="11866652" cy="591207"/>
          </a:xfrm>
        </p:spPr>
        <p:txBody>
          <a:bodyPr>
            <a:normAutofit fontScale="90000"/>
          </a:bodyPr>
          <a:lstStyle/>
          <a:p>
            <a:r>
              <a:rPr lang="en-US" sz="1100" dirty="0"/>
              <a:t> </a:t>
            </a:r>
            <a:r>
              <a:rPr lang="en-US" sz="3600" b="1" dirty="0">
                <a:solidFill>
                  <a:srgbClr val="C00000"/>
                </a:solidFill>
                <a:latin typeface="Arial" panose="020B0604020202020204" pitchFamily="34" charset="0"/>
                <a:cs typeface="Arial" panose="020B0604020202020204" pitchFamily="34" charset="0"/>
              </a:rPr>
              <a:t>Summary statistics and validation</a:t>
            </a:r>
          </a:p>
        </p:txBody>
      </p:sp>
      <p:pic>
        <p:nvPicPr>
          <p:cNvPr id="20" name="Picture 19">
            <a:extLst>
              <a:ext uri="{FF2B5EF4-FFF2-40B4-BE49-F238E27FC236}">
                <a16:creationId xmlns:a16="http://schemas.microsoft.com/office/drawing/2014/main" id="{2DFB7545-AD43-763A-9B95-E6BFBBC3CA13}"/>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B9A2CE66-F935-F332-03B2-02C393929CA5}"/>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B9A2CE66-F935-F332-03B2-02C393929CA5}"/>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82400BCA-0F45-2E31-5CE2-A6EE2FE1C68B}"/>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82400BCA-0F45-2E31-5CE2-A6EE2FE1C68B}"/>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A6559B7D-1354-A516-24D4-996F297605B2}"/>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A6559B7D-1354-A516-24D4-996F297605B2}"/>
                  </a:ext>
                </a:extLst>
              </p:cNvPr>
              <p:cNvPicPr/>
              <p:nvPr/>
            </p:nvPicPr>
            <p:blipFill>
              <a:blip r:embed="rId9"/>
              <a:stretch>
                <a:fillRect/>
              </a:stretch>
            </p:blipFill>
            <p:spPr>
              <a:xfrm>
                <a:off x="3850127" y="5932933"/>
                <a:ext cx="771120" cy="220320"/>
              </a:xfrm>
              <a:prstGeom prst="rect">
                <a:avLst/>
              </a:prstGeom>
            </p:spPr>
          </p:pic>
        </mc:Fallback>
      </mc:AlternateContent>
      <p:pic>
        <p:nvPicPr>
          <p:cNvPr id="3" name="Picture 2">
            <a:extLst>
              <a:ext uri="{FF2B5EF4-FFF2-40B4-BE49-F238E27FC236}">
                <a16:creationId xmlns:a16="http://schemas.microsoft.com/office/drawing/2014/main" id="{AEC16A16-CB46-DD58-1C66-640AFBAFCDEB}"/>
              </a:ext>
            </a:extLst>
          </p:cNvPr>
          <p:cNvPicPr>
            <a:picLocks noChangeAspect="1"/>
          </p:cNvPicPr>
          <p:nvPr/>
        </p:nvPicPr>
        <p:blipFill>
          <a:blip r:embed="rId10"/>
          <a:stretch>
            <a:fillRect/>
          </a:stretch>
        </p:blipFill>
        <p:spPr>
          <a:xfrm>
            <a:off x="-1" y="559651"/>
            <a:ext cx="5782482" cy="4725059"/>
          </a:xfrm>
          <a:prstGeom prst="rect">
            <a:avLst/>
          </a:prstGeom>
        </p:spPr>
      </p:pic>
      <p:pic>
        <p:nvPicPr>
          <p:cNvPr id="9" name="Picture 8">
            <a:extLst>
              <a:ext uri="{FF2B5EF4-FFF2-40B4-BE49-F238E27FC236}">
                <a16:creationId xmlns:a16="http://schemas.microsoft.com/office/drawing/2014/main" id="{DD8AC057-40D5-F164-6FBC-43114913F308}"/>
              </a:ext>
            </a:extLst>
          </p:cNvPr>
          <p:cNvPicPr>
            <a:picLocks noChangeAspect="1"/>
          </p:cNvPicPr>
          <p:nvPr/>
        </p:nvPicPr>
        <p:blipFill>
          <a:blip r:embed="rId11"/>
          <a:stretch>
            <a:fillRect/>
          </a:stretch>
        </p:blipFill>
        <p:spPr>
          <a:xfrm>
            <a:off x="5892116" y="537324"/>
            <a:ext cx="5753903" cy="4801270"/>
          </a:xfrm>
          <a:prstGeom prst="rect">
            <a:avLst/>
          </a:prstGeom>
        </p:spPr>
      </p:pic>
      <p:sp>
        <p:nvSpPr>
          <p:cNvPr id="4" name="TextBox 3">
            <a:extLst>
              <a:ext uri="{FF2B5EF4-FFF2-40B4-BE49-F238E27FC236}">
                <a16:creationId xmlns:a16="http://schemas.microsoft.com/office/drawing/2014/main" id="{FF641A11-5C95-0C9B-FE93-5AF2AEB0DC58}"/>
              </a:ext>
            </a:extLst>
          </p:cNvPr>
          <p:cNvSpPr txBox="1"/>
          <p:nvPr/>
        </p:nvSpPr>
        <p:spPr>
          <a:xfrm>
            <a:off x="0" y="5367078"/>
            <a:ext cx="12469906" cy="923330"/>
          </a:xfrm>
          <a:prstGeom prst="rect">
            <a:avLst/>
          </a:prstGeom>
          <a:noFill/>
        </p:spPr>
        <p:txBody>
          <a:bodyPr wrap="square">
            <a:spAutoFit/>
          </a:bodyPr>
          <a:lstStyle/>
          <a:p>
            <a:r>
              <a:rPr lang="en-US" dirty="0"/>
              <a:t>Fig. 2. presents the average share of AI jobs at the industry level, based on the sample of U.S. public firms. Panel (a) of Fig. 2 plots the average share of AI-related workers in the resume data for public firms in each of the 2-digit NAICS sectors, separately for the years 2007–2014 and 2015–2018. Panel (b) repeats the same analysis for the share of AI related job postings. </a:t>
            </a:r>
          </a:p>
        </p:txBody>
      </p:sp>
    </p:spTree>
    <p:extLst>
      <p:ext uri="{BB962C8B-B14F-4D97-AF65-F5344CB8AC3E}">
        <p14:creationId xmlns:p14="http://schemas.microsoft.com/office/powerpoint/2010/main" val="25337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0CCF9-C210-DC38-4F91-380A962A524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C0BFC4F-375E-19FF-638B-DAC7C61F8615}"/>
              </a:ext>
            </a:extLst>
          </p:cNvPr>
          <p:cNvSpPr>
            <a:spLocks noGrp="1"/>
          </p:cNvSpPr>
          <p:nvPr>
            <p:ph type="ctrTitle"/>
          </p:nvPr>
        </p:nvSpPr>
        <p:spPr>
          <a:xfrm>
            <a:off x="133564" y="0"/>
            <a:ext cx="11866652" cy="591207"/>
          </a:xfrm>
        </p:spPr>
        <p:txBody>
          <a:bodyPr>
            <a:normAutofit fontScale="90000"/>
          </a:bodyPr>
          <a:lstStyle/>
          <a:p>
            <a:r>
              <a:rPr lang="en-US" sz="1100" dirty="0"/>
              <a:t> </a:t>
            </a:r>
            <a:r>
              <a:rPr lang="en-US" sz="3600" b="1" dirty="0">
                <a:solidFill>
                  <a:srgbClr val="C00000"/>
                </a:solidFill>
                <a:latin typeface="Arial" panose="020B0604020202020204" pitchFamily="34" charset="0"/>
                <a:cs typeface="Arial" panose="020B0604020202020204" pitchFamily="34" charset="0"/>
              </a:rPr>
              <a:t>Summary statistics and validation</a:t>
            </a:r>
          </a:p>
        </p:txBody>
      </p:sp>
      <p:pic>
        <p:nvPicPr>
          <p:cNvPr id="20" name="Picture 19">
            <a:extLst>
              <a:ext uri="{FF2B5EF4-FFF2-40B4-BE49-F238E27FC236}">
                <a16:creationId xmlns:a16="http://schemas.microsoft.com/office/drawing/2014/main" id="{3516BD4C-5910-69B7-DD5B-F8CDA0C34788}"/>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FB7E5F3-50FD-2D16-0989-5A735FD0C6AE}"/>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5FB7E5F3-50FD-2D16-0989-5A735FD0C6AE}"/>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E5E0DA2C-8551-6CA1-16F8-03C3F60265D6}"/>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E5E0DA2C-8551-6CA1-16F8-03C3F60265D6}"/>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BB459447-933A-56FC-551B-6C3F57F31705}"/>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BB459447-933A-56FC-551B-6C3F57F31705}"/>
                  </a:ext>
                </a:extLst>
              </p:cNvPr>
              <p:cNvPicPr/>
              <p:nvPr/>
            </p:nvPicPr>
            <p:blipFill>
              <a:blip r:embed="rId9"/>
              <a:stretch>
                <a:fillRect/>
              </a:stretch>
            </p:blipFill>
            <p:spPr>
              <a:xfrm>
                <a:off x="3850127" y="5932933"/>
                <a:ext cx="771120" cy="220320"/>
              </a:xfrm>
              <a:prstGeom prst="rect">
                <a:avLst/>
              </a:prstGeom>
            </p:spPr>
          </p:pic>
        </mc:Fallback>
      </mc:AlternateContent>
      <p:sp>
        <p:nvSpPr>
          <p:cNvPr id="4" name="TextBox 3">
            <a:extLst>
              <a:ext uri="{FF2B5EF4-FFF2-40B4-BE49-F238E27FC236}">
                <a16:creationId xmlns:a16="http://schemas.microsoft.com/office/drawing/2014/main" id="{88C33CCD-989B-5CED-0676-BFE5B96870C4}"/>
              </a:ext>
            </a:extLst>
          </p:cNvPr>
          <p:cNvSpPr txBox="1"/>
          <p:nvPr/>
        </p:nvSpPr>
        <p:spPr>
          <a:xfrm>
            <a:off x="133564" y="555881"/>
            <a:ext cx="8506996" cy="369332"/>
          </a:xfrm>
          <a:prstGeom prst="rect">
            <a:avLst/>
          </a:prstGeom>
          <a:noFill/>
        </p:spPr>
        <p:txBody>
          <a:bodyPr wrap="square">
            <a:spAutoFit/>
          </a:bodyPr>
          <a:lstStyle/>
          <a:p>
            <a:r>
              <a:rPr lang="en-US" dirty="0"/>
              <a:t>Table 1 Correlations between Job-posting-based and Resume-based AI Measures. </a:t>
            </a:r>
          </a:p>
        </p:txBody>
      </p:sp>
      <p:pic>
        <p:nvPicPr>
          <p:cNvPr id="11" name="Picture 10">
            <a:extLst>
              <a:ext uri="{FF2B5EF4-FFF2-40B4-BE49-F238E27FC236}">
                <a16:creationId xmlns:a16="http://schemas.microsoft.com/office/drawing/2014/main" id="{CE373FB1-D1F1-649D-4FFE-04BE2AD15B0A}"/>
              </a:ext>
            </a:extLst>
          </p:cNvPr>
          <p:cNvPicPr>
            <a:picLocks noChangeAspect="1"/>
          </p:cNvPicPr>
          <p:nvPr/>
        </p:nvPicPr>
        <p:blipFill>
          <a:blip r:embed="rId10"/>
          <a:stretch>
            <a:fillRect/>
          </a:stretch>
        </p:blipFill>
        <p:spPr>
          <a:xfrm>
            <a:off x="18784" y="995959"/>
            <a:ext cx="9097645" cy="5277587"/>
          </a:xfrm>
          <a:prstGeom prst="rect">
            <a:avLst/>
          </a:prstGeom>
        </p:spPr>
      </p:pic>
      <p:sp>
        <p:nvSpPr>
          <p:cNvPr id="13" name="TextBox 12">
            <a:extLst>
              <a:ext uri="{FF2B5EF4-FFF2-40B4-BE49-F238E27FC236}">
                <a16:creationId xmlns:a16="http://schemas.microsoft.com/office/drawing/2014/main" id="{75DADD73-3A46-BBF2-59B8-7651351C043D}"/>
              </a:ext>
            </a:extLst>
          </p:cNvPr>
          <p:cNvSpPr txBox="1"/>
          <p:nvPr/>
        </p:nvSpPr>
        <p:spPr>
          <a:xfrm>
            <a:off x="9116429" y="458679"/>
            <a:ext cx="3075571" cy="3139321"/>
          </a:xfrm>
          <a:prstGeom prst="rect">
            <a:avLst/>
          </a:prstGeom>
          <a:noFill/>
        </p:spPr>
        <p:txBody>
          <a:bodyPr wrap="square">
            <a:spAutoFit/>
          </a:bodyPr>
          <a:lstStyle/>
          <a:p>
            <a:r>
              <a:rPr lang="en-US" dirty="0"/>
              <a:t>a high correlation between the authors’ measure of AI investments based on the novel resume data and on the job postings data. </a:t>
            </a:r>
          </a:p>
          <a:p>
            <a:endParaRPr lang="en-US" dirty="0"/>
          </a:p>
          <a:p>
            <a:r>
              <a:rPr lang="en-US" dirty="0"/>
              <a:t>The resume-based measure of AI investments offers a good proxy for firms’ actual AI hiring using the more widely accessible job postings data</a:t>
            </a:r>
          </a:p>
        </p:txBody>
      </p:sp>
    </p:spTree>
    <p:extLst>
      <p:ext uri="{BB962C8B-B14F-4D97-AF65-F5344CB8AC3E}">
        <p14:creationId xmlns:p14="http://schemas.microsoft.com/office/powerpoint/2010/main" val="1950603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D7708-07F7-D9D9-42B1-C20EA7B60B4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C4D638B-6470-91D5-933B-5A14FCA1FD66}"/>
              </a:ext>
            </a:extLst>
          </p:cNvPr>
          <p:cNvSpPr>
            <a:spLocks noGrp="1"/>
          </p:cNvSpPr>
          <p:nvPr>
            <p:ph type="ctrTitle"/>
          </p:nvPr>
        </p:nvSpPr>
        <p:spPr>
          <a:xfrm>
            <a:off x="133564" y="0"/>
            <a:ext cx="11866652"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Firm-level determinants of AI investments</a:t>
            </a:r>
          </a:p>
        </p:txBody>
      </p:sp>
      <p:pic>
        <p:nvPicPr>
          <p:cNvPr id="20" name="Picture 19">
            <a:extLst>
              <a:ext uri="{FF2B5EF4-FFF2-40B4-BE49-F238E27FC236}">
                <a16:creationId xmlns:a16="http://schemas.microsoft.com/office/drawing/2014/main" id="{18E1D5E0-DA04-B6AC-8CFD-5D4912461034}"/>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33B448AB-FB08-E674-0712-C3B24458EE7A}"/>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33B448AB-FB08-E674-0712-C3B24458EE7A}"/>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1C06F4F-8B49-16BD-7A94-54C05F1969F0}"/>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31C06F4F-8B49-16BD-7A94-54C05F1969F0}"/>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17F4A8C2-478D-A955-AB04-CC8D73BF83FC}"/>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17F4A8C2-478D-A955-AB04-CC8D73BF83FC}"/>
                  </a:ext>
                </a:extLst>
              </p:cNvPr>
              <p:cNvPicPr/>
              <p:nvPr/>
            </p:nvPicPr>
            <p:blipFill>
              <a:blip r:embed="rId9"/>
              <a:stretch>
                <a:fillRect/>
              </a:stretch>
            </p:blipFill>
            <p:spPr>
              <a:xfrm>
                <a:off x="3850127" y="5932933"/>
                <a:ext cx="771120" cy="220320"/>
              </a:xfrm>
              <a:prstGeom prst="rect">
                <a:avLst/>
              </a:prstGeom>
            </p:spPr>
          </p:pic>
        </mc:Fallback>
      </mc:AlternateContent>
      <p:pic>
        <p:nvPicPr>
          <p:cNvPr id="3" name="Picture 2">
            <a:extLst>
              <a:ext uri="{FF2B5EF4-FFF2-40B4-BE49-F238E27FC236}">
                <a16:creationId xmlns:a16="http://schemas.microsoft.com/office/drawing/2014/main" id="{AFF76616-745D-31B4-2B2B-64B95F60B016}"/>
              </a:ext>
            </a:extLst>
          </p:cNvPr>
          <p:cNvPicPr>
            <a:picLocks noChangeAspect="1"/>
          </p:cNvPicPr>
          <p:nvPr/>
        </p:nvPicPr>
        <p:blipFill>
          <a:blip r:embed="rId10"/>
          <a:stretch>
            <a:fillRect/>
          </a:stretch>
        </p:blipFill>
        <p:spPr>
          <a:xfrm>
            <a:off x="133564" y="604968"/>
            <a:ext cx="5868219" cy="4220164"/>
          </a:xfrm>
          <a:prstGeom prst="rect">
            <a:avLst/>
          </a:prstGeom>
        </p:spPr>
      </p:pic>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F10E40BB-2C95-71EA-961A-F976ED34156E}"/>
                  </a:ext>
                </a:extLst>
              </p14:cNvPr>
              <p14:cNvContentPartPr/>
              <p14:nvPr/>
            </p14:nvContentPartPr>
            <p14:xfrm>
              <a:off x="735064" y="1882355"/>
              <a:ext cx="133920" cy="215640"/>
            </p14:xfrm>
          </p:contentPart>
        </mc:Choice>
        <mc:Fallback xmlns="">
          <p:pic>
            <p:nvPicPr>
              <p:cNvPr id="12" name="Ink 11">
                <a:extLst>
                  <a:ext uri="{FF2B5EF4-FFF2-40B4-BE49-F238E27FC236}">
                    <a16:creationId xmlns:a16="http://schemas.microsoft.com/office/drawing/2014/main" id="{F10E40BB-2C95-71EA-961A-F976ED34156E}"/>
                  </a:ext>
                </a:extLst>
              </p:cNvPr>
              <p:cNvPicPr/>
              <p:nvPr/>
            </p:nvPicPr>
            <p:blipFill>
              <a:blip r:embed="rId12"/>
              <a:stretch>
                <a:fillRect/>
              </a:stretch>
            </p:blipFill>
            <p:spPr>
              <a:xfrm>
                <a:off x="730744" y="1878035"/>
                <a:ext cx="14256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2E5F7C0F-4BA4-1A3A-57E4-50F0C9C68EDC}"/>
                  </a:ext>
                </a:extLst>
              </p14:cNvPr>
              <p14:cNvContentPartPr/>
              <p14:nvPr/>
            </p14:nvContentPartPr>
            <p14:xfrm>
              <a:off x="2985064" y="1962995"/>
              <a:ext cx="105120" cy="142920"/>
            </p14:xfrm>
          </p:contentPart>
        </mc:Choice>
        <mc:Fallback xmlns="">
          <p:pic>
            <p:nvPicPr>
              <p:cNvPr id="13" name="Ink 12">
                <a:extLst>
                  <a:ext uri="{FF2B5EF4-FFF2-40B4-BE49-F238E27FC236}">
                    <a16:creationId xmlns:a16="http://schemas.microsoft.com/office/drawing/2014/main" id="{2E5F7C0F-4BA4-1A3A-57E4-50F0C9C68EDC}"/>
                  </a:ext>
                </a:extLst>
              </p:cNvPr>
              <p:cNvPicPr/>
              <p:nvPr/>
            </p:nvPicPr>
            <p:blipFill>
              <a:blip r:embed="rId14"/>
              <a:stretch>
                <a:fillRect/>
              </a:stretch>
            </p:blipFill>
            <p:spPr>
              <a:xfrm>
                <a:off x="2980744" y="1958675"/>
                <a:ext cx="1137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AABA39C8-1216-DD1C-9101-A2F2DECDBC26}"/>
                  </a:ext>
                </a:extLst>
              </p14:cNvPr>
              <p14:cNvContentPartPr/>
              <p14:nvPr/>
            </p14:nvContentPartPr>
            <p14:xfrm>
              <a:off x="3000904" y="3137315"/>
              <a:ext cx="118440" cy="194760"/>
            </p14:xfrm>
          </p:contentPart>
        </mc:Choice>
        <mc:Fallback xmlns="">
          <p:pic>
            <p:nvPicPr>
              <p:cNvPr id="14" name="Ink 13">
                <a:extLst>
                  <a:ext uri="{FF2B5EF4-FFF2-40B4-BE49-F238E27FC236}">
                    <a16:creationId xmlns:a16="http://schemas.microsoft.com/office/drawing/2014/main" id="{AABA39C8-1216-DD1C-9101-A2F2DECDBC26}"/>
                  </a:ext>
                </a:extLst>
              </p:cNvPr>
              <p:cNvPicPr/>
              <p:nvPr/>
            </p:nvPicPr>
            <p:blipFill>
              <a:blip r:embed="rId16"/>
              <a:stretch>
                <a:fillRect/>
              </a:stretch>
            </p:blipFill>
            <p:spPr>
              <a:xfrm>
                <a:off x="2996584" y="3132995"/>
                <a:ext cx="12708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7166123B-1799-377F-0288-D398DB5435FB}"/>
                  </a:ext>
                </a:extLst>
              </p14:cNvPr>
              <p14:cNvContentPartPr/>
              <p14:nvPr/>
            </p14:nvContentPartPr>
            <p14:xfrm>
              <a:off x="4501024" y="3164315"/>
              <a:ext cx="123840" cy="199080"/>
            </p14:xfrm>
          </p:contentPart>
        </mc:Choice>
        <mc:Fallback xmlns="">
          <p:pic>
            <p:nvPicPr>
              <p:cNvPr id="15" name="Ink 14">
                <a:extLst>
                  <a:ext uri="{FF2B5EF4-FFF2-40B4-BE49-F238E27FC236}">
                    <a16:creationId xmlns:a16="http://schemas.microsoft.com/office/drawing/2014/main" id="{7166123B-1799-377F-0288-D398DB5435FB}"/>
                  </a:ext>
                </a:extLst>
              </p:cNvPr>
              <p:cNvPicPr/>
              <p:nvPr/>
            </p:nvPicPr>
            <p:blipFill>
              <a:blip r:embed="rId18"/>
              <a:stretch>
                <a:fillRect/>
              </a:stretch>
            </p:blipFill>
            <p:spPr>
              <a:xfrm>
                <a:off x="4496704" y="3159995"/>
                <a:ext cx="132480" cy="207720"/>
              </a:xfrm>
              <a:prstGeom prst="rect">
                <a:avLst/>
              </a:prstGeom>
            </p:spPr>
          </p:pic>
        </mc:Fallback>
      </mc:AlternateContent>
    </p:spTree>
    <p:extLst>
      <p:ext uri="{BB962C8B-B14F-4D97-AF65-F5344CB8AC3E}">
        <p14:creationId xmlns:p14="http://schemas.microsoft.com/office/powerpoint/2010/main" val="2647151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12899-B544-1982-9A5D-81583B30561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21A30B-6FA6-462D-D8DE-54CB16827270}"/>
              </a:ext>
            </a:extLst>
          </p:cNvPr>
          <p:cNvSpPr>
            <a:spLocks noGrp="1"/>
          </p:cNvSpPr>
          <p:nvPr>
            <p:ph type="ctrTitle"/>
          </p:nvPr>
        </p:nvSpPr>
        <p:spPr>
          <a:xfrm>
            <a:off x="133564" y="0"/>
            <a:ext cx="11866652"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Firm-level determinants of AI investments</a:t>
            </a:r>
          </a:p>
        </p:txBody>
      </p:sp>
      <p:pic>
        <p:nvPicPr>
          <p:cNvPr id="20" name="Picture 19">
            <a:extLst>
              <a:ext uri="{FF2B5EF4-FFF2-40B4-BE49-F238E27FC236}">
                <a16:creationId xmlns:a16="http://schemas.microsoft.com/office/drawing/2014/main" id="{FEB1BAD9-B048-400B-0A67-3D07B0954ED9}"/>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092EBDAC-B8CE-F883-CCB6-40EFF58D615D}"/>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092EBDAC-B8CE-F883-CCB6-40EFF58D615D}"/>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5F1E37BE-9F66-F20C-0810-F0E16F654A10}"/>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5F1E37BE-9F66-F20C-0810-F0E16F654A10}"/>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038CC03-49BF-5CD5-AC61-DE81289E6FD9}"/>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5038CC03-49BF-5CD5-AC61-DE81289E6FD9}"/>
                  </a:ext>
                </a:extLst>
              </p:cNvPr>
              <p:cNvPicPr/>
              <p:nvPr/>
            </p:nvPicPr>
            <p:blipFill>
              <a:blip r:embed="rId9"/>
              <a:stretch>
                <a:fillRect/>
              </a:stretch>
            </p:blipFill>
            <p:spPr>
              <a:xfrm>
                <a:off x="3850127" y="5932933"/>
                <a:ext cx="771120" cy="220320"/>
              </a:xfrm>
              <a:prstGeom prst="rect">
                <a:avLst/>
              </a:prstGeom>
            </p:spPr>
          </p:pic>
        </mc:Fallback>
      </mc:AlternateContent>
      <p:pic>
        <p:nvPicPr>
          <p:cNvPr id="4" name="Picture 3">
            <a:extLst>
              <a:ext uri="{FF2B5EF4-FFF2-40B4-BE49-F238E27FC236}">
                <a16:creationId xmlns:a16="http://schemas.microsoft.com/office/drawing/2014/main" id="{B122353B-085A-A207-157A-865676E4DC4E}"/>
              </a:ext>
            </a:extLst>
          </p:cNvPr>
          <p:cNvPicPr>
            <a:picLocks noChangeAspect="1"/>
          </p:cNvPicPr>
          <p:nvPr/>
        </p:nvPicPr>
        <p:blipFill>
          <a:blip r:embed="rId10"/>
          <a:stretch>
            <a:fillRect/>
          </a:stretch>
        </p:blipFill>
        <p:spPr>
          <a:xfrm>
            <a:off x="133564" y="524258"/>
            <a:ext cx="10452136" cy="5963184"/>
          </a:xfrm>
          <a:prstGeom prst="rect">
            <a:avLst/>
          </a:prstGeom>
        </p:spPr>
      </p:pic>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DF20E152-E3F2-B2DE-5CAA-88AB3F077DE9}"/>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DF20E152-E3F2-B2DE-5CAA-88AB3F077DE9}"/>
                  </a:ext>
                </a:extLst>
              </p:cNvPr>
              <p:cNvPicPr/>
              <p:nvPr/>
            </p:nvPicPr>
            <p:blipFill>
              <a:blip r:embed="rId12"/>
              <a:stretch>
                <a:fillRect/>
              </a:stretch>
            </p:blipFill>
            <p:spPr>
              <a:xfrm>
                <a:off x="305324" y="2666293"/>
                <a:ext cx="95184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419AF88E-4420-5585-82F1-697290F9657C}"/>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419AF88E-4420-5585-82F1-697290F9657C}"/>
                  </a:ext>
                </a:extLst>
              </p:cNvPr>
              <p:cNvPicPr/>
              <p:nvPr/>
            </p:nvPicPr>
            <p:blipFill>
              <a:blip r:embed="rId14"/>
              <a:stretch>
                <a:fillRect/>
              </a:stretch>
            </p:blipFill>
            <p:spPr>
              <a:xfrm>
                <a:off x="367244" y="302485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BD6EC099-9C44-C396-F5A5-5B41A4B390B6}"/>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BD6EC099-9C44-C396-F5A5-5B41A4B390B6}"/>
                  </a:ext>
                </a:extLst>
              </p:cNvPr>
              <p:cNvPicPr/>
              <p:nvPr/>
            </p:nvPicPr>
            <p:blipFill>
              <a:blip r:embed="rId16"/>
              <a:stretch>
                <a:fillRect/>
              </a:stretch>
            </p:blipFill>
            <p:spPr>
              <a:xfrm>
                <a:off x="182564" y="5399053"/>
                <a:ext cx="99252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 name="Ink 1">
                <a:extLst>
                  <a:ext uri="{FF2B5EF4-FFF2-40B4-BE49-F238E27FC236}">
                    <a16:creationId xmlns:a16="http://schemas.microsoft.com/office/drawing/2014/main" id="{8127C64B-0654-5B90-E527-CCA9FB9607DF}"/>
                  </a:ext>
                </a:extLst>
              </p14:cNvPr>
              <p14:cNvContentPartPr/>
              <p14:nvPr/>
            </p14:nvContentPartPr>
            <p14:xfrm>
              <a:off x="9977704" y="2814755"/>
              <a:ext cx="529200" cy="18720"/>
            </p14:xfrm>
          </p:contentPart>
        </mc:Choice>
        <mc:Fallback xmlns="">
          <p:pic>
            <p:nvPicPr>
              <p:cNvPr id="2" name="Ink 1">
                <a:extLst>
                  <a:ext uri="{FF2B5EF4-FFF2-40B4-BE49-F238E27FC236}">
                    <a16:creationId xmlns:a16="http://schemas.microsoft.com/office/drawing/2014/main" id="{8127C64B-0654-5B90-E527-CCA9FB9607DF}"/>
                  </a:ext>
                </a:extLst>
              </p:cNvPr>
              <p:cNvPicPr/>
              <p:nvPr/>
            </p:nvPicPr>
            <p:blipFill>
              <a:blip r:embed="rId18"/>
              <a:stretch>
                <a:fillRect/>
              </a:stretch>
            </p:blipFill>
            <p:spPr>
              <a:xfrm>
                <a:off x="9923704" y="2707115"/>
                <a:ext cx="63684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 name="Ink 2">
                <a:extLst>
                  <a:ext uri="{FF2B5EF4-FFF2-40B4-BE49-F238E27FC236}">
                    <a16:creationId xmlns:a16="http://schemas.microsoft.com/office/drawing/2014/main" id="{EABCAD40-7DFB-D088-CF31-7B7CFE2E74EA}"/>
                  </a:ext>
                </a:extLst>
              </p14:cNvPr>
              <p14:cNvContentPartPr/>
              <p14:nvPr/>
            </p14:nvContentPartPr>
            <p14:xfrm>
              <a:off x="10058344" y="3030035"/>
              <a:ext cx="510480" cy="77760"/>
            </p14:xfrm>
          </p:contentPart>
        </mc:Choice>
        <mc:Fallback xmlns="">
          <p:pic>
            <p:nvPicPr>
              <p:cNvPr id="3" name="Ink 2">
                <a:extLst>
                  <a:ext uri="{FF2B5EF4-FFF2-40B4-BE49-F238E27FC236}">
                    <a16:creationId xmlns:a16="http://schemas.microsoft.com/office/drawing/2014/main" id="{EABCAD40-7DFB-D088-CF31-7B7CFE2E74EA}"/>
                  </a:ext>
                </a:extLst>
              </p:cNvPr>
              <p:cNvPicPr/>
              <p:nvPr/>
            </p:nvPicPr>
            <p:blipFill>
              <a:blip r:embed="rId20"/>
              <a:stretch>
                <a:fillRect/>
              </a:stretch>
            </p:blipFill>
            <p:spPr>
              <a:xfrm>
                <a:off x="10004344" y="2922035"/>
                <a:ext cx="61812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2" name="Ink 11">
                <a:extLst>
                  <a:ext uri="{FF2B5EF4-FFF2-40B4-BE49-F238E27FC236}">
                    <a16:creationId xmlns:a16="http://schemas.microsoft.com/office/drawing/2014/main" id="{E928AF75-C2E0-02A8-3E6C-A2A120F303B0}"/>
                  </a:ext>
                </a:extLst>
              </p14:cNvPr>
              <p14:cNvContentPartPr/>
              <p14:nvPr/>
            </p14:nvContentPartPr>
            <p14:xfrm>
              <a:off x="9968704" y="5565875"/>
              <a:ext cx="623160" cy="37080"/>
            </p14:xfrm>
          </p:contentPart>
        </mc:Choice>
        <mc:Fallback xmlns="">
          <p:pic>
            <p:nvPicPr>
              <p:cNvPr id="12" name="Ink 11">
                <a:extLst>
                  <a:ext uri="{FF2B5EF4-FFF2-40B4-BE49-F238E27FC236}">
                    <a16:creationId xmlns:a16="http://schemas.microsoft.com/office/drawing/2014/main" id="{E928AF75-C2E0-02A8-3E6C-A2A120F303B0}"/>
                  </a:ext>
                </a:extLst>
              </p:cNvPr>
              <p:cNvPicPr/>
              <p:nvPr/>
            </p:nvPicPr>
            <p:blipFill>
              <a:blip r:embed="rId22"/>
              <a:stretch>
                <a:fillRect/>
              </a:stretch>
            </p:blipFill>
            <p:spPr>
              <a:xfrm>
                <a:off x="9915064" y="5458235"/>
                <a:ext cx="730800" cy="252720"/>
              </a:xfrm>
              <a:prstGeom prst="rect">
                <a:avLst/>
              </a:prstGeom>
            </p:spPr>
          </p:pic>
        </mc:Fallback>
      </mc:AlternateContent>
    </p:spTree>
    <p:extLst>
      <p:ext uri="{BB962C8B-B14F-4D97-AF65-F5344CB8AC3E}">
        <p14:creationId xmlns:p14="http://schemas.microsoft.com/office/powerpoint/2010/main" val="4238603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763C4-F03E-DD91-997C-93B25A64EF2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7B3ECA1-97CD-95CF-0A70-1D09F499C5D5}"/>
              </a:ext>
            </a:extLst>
          </p:cNvPr>
          <p:cNvSpPr>
            <a:spLocks noGrp="1"/>
          </p:cNvSpPr>
          <p:nvPr>
            <p:ph type="ctrTitle"/>
          </p:nvPr>
        </p:nvSpPr>
        <p:spPr>
          <a:xfrm>
            <a:off x="133564" y="0"/>
            <a:ext cx="11866652"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AI investments and firm growth(Long-differences results)</a:t>
            </a:r>
          </a:p>
        </p:txBody>
      </p:sp>
      <p:pic>
        <p:nvPicPr>
          <p:cNvPr id="20" name="Picture 19">
            <a:extLst>
              <a:ext uri="{FF2B5EF4-FFF2-40B4-BE49-F238E27FC236}">
                <a16:creationId xmlns:a16="http://schemas.microsoft.com/office/drawing/2014/main" id="{8C984AEA-063A-0A7D-BF7E-9D4D782C5421}"/>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4965B910-16E9-67D4-1D50-8E14ABBA2FCA}"/>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4965B910-16E9-67D4-1D50-8E14ABBA2FCA}"/>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CF1896A1-7D4C-23F7-FC67-EC55B9DD2FE9}"/>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CF1896A1-7D4C-23F7-FC67-EC55B9DD2FE9}"/>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4F9EDE6-9B44-9A0F-D305-D074FF009FD4}"/>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54F9EDE6-9B44-9A0F-D305-D074FF009FD4}"/>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340E7F88-6428-5E9D-1487-83CE914F60CE}"/>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340E7F88-6428-5E9D-1487-83CE914F60CE}"/>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9428D46A-8088-9350-9969-08A30858241F}"/>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9428D46A-8088-9350-9969-08A30858241F}"/>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C6DD6EE0-BD94-78B9-7970-855F355BB44E}"/>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C6DD6EE0-BD94-78B9-7970-855F355BB44E}"/>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D973E04A-1E09-158A-44CA-F7937E835BD0}"/>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D973E04A-1E09-158A-44CA-F7937E835BD0}"/>
                  </a:ext>
                </a:extLst>
              </p:cNvPr>
              <p:cNvPicPr/>
              <p:nvPr/>
            </p:nvPicPr>
            <p:blipFill>
              <a:blip r:embed="rId17"/>
              <a:stretch>
                <a:fillRect/>
              </a:stretch>
            </p:blipFill>
            <p:spPr>
              <a:xfrm>
                <a:off x="3736844" y="4350733"/>
                <a:ext cx="108000" cy="216000"/>
              </a:xfrm>
              <a:prstGeom prst="rect">
                <a:avLst/>
              </a:prstGeom>
            </p:spPr>
          </p:pic>
        </mc:Fallback>
      </mc:AlternateContent>
      <p:pic>
        <p:nvPicPr>
          <p:cNvPr id="4" name="Picture 3">
            <a:extLst>
              <a:ext uri="{FF2B5EF4-FFF2-40B4-BE49-F238E27FC236}">
                <a16:creationId xmlns:a16="http://schemas.microsoft.com/office/drawing/2014/main" id="{71691EAC-8A1A-D9E0-8B89-C8A349773072}"/>
              </a:ext>
            </a:extLst>
          </p:cNvPr>
          <p:cNvPicPr>
            <a:picLocks noChangeAspect="1"/>
          </p:cNvPicPr>
          <p:nvPr/>
        </p:nvPicPr>
        <p:blipFill>
          <a:blip r:embed="rId18"/>
          <a:stretch>
            <a:fillRect/>
          </a:stretch>
        </p:blipFill>
        <p:spPr>
          <a:xfrm>
            <a:off x="1557287" y="1363278"/>
            <a:ext cx="9901814" cy="3650511"/>
          </a:xfrm>
          <a:prstGeom prst="rect">
            <a:avLst/>
          </a:prstGeom>
        </p:spPr>
      </p:pic>
    </p:spTree>
    <p:extLst>
      <p:ext uri="{BB962C8B-B14F-4D97-AF65-F5344CB8AC3E}">
        <p14:creationId xmlns:p14="http://schemas.microsoft.com/office/powerpoint/2010/main" val="228278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88B3B-EB7D-5882-4B1C-3F0E00298D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43ED0F0-1FAA-6B03-C94D-823D16B55F21}"/>
              </a:ext>
            </a:extLst>
          </p:cNvPr>
          <p:cNvSpPr>
            <a:spLocks noGrp="1"/>
          </p:cNvSpPr>
          <p:nvPr>
            <p:ph type="ctrTitle"/>
          </p:nvPr>
        </p:nvSpPr>
        <p:spPr>
          <a:xfrm>
            <a:off x="133564" y="0"/>
            <a:ext cx="11866652"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AI investments and firm growth(Long-differences results)</a:t>
            </a:r>
          </a:p>
        </p:txBody>
      </p:sp>
      <p:pic>
        <p:nvPicPr>
          <p:cNvPr id="20" name="Picture 19">
            <a:extLst>
              <a:ext uri="{FF2B5EF4-FFF2-40B4-BE49-F238E27FC236}">
                <a16:creationId xmlns:a16="http://schemas.microsoft.com/office/drawing/2014/main" id="{C849EC4A-C9BB-5EDF-E7CC-0E032E8095BC}"/>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8E8DBF2B-6F9D-1252-B500-6329A55EDC87}"/>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8E8DBF2B-6F9D-1252-B500-6329A55EDC87}"/>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F87749C-05E6-2702-0A82-9A08C63A1B3A}"/>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BF87749C-05E6-2702-0A82-9A08C63A1B3A}"/>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392083CF-8077-C8E4-0521-1906CDB37EB2}"/>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392083CF-8077-C8E4-0521-1906CDB37EB2}"/>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53C89BC0-A272-54A8-31EA-ADC818264AA4}"/>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53C89BC0-A272-54A8-31EA-ADC818264AA4}"/>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8799A0C9-5C69-6186-1EBA-E684E8F033CF}"/>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8799A0C9-5C69-6186-1EBA-E684E8F033CF}"/>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54E1A13E-26E6-682A-A52A-93A0CDA0F70B}"/>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54E1A13E-26E6-682A-A52A-93A0CDA0F70B}"/>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F91F9331-A435-9BFA-4654-91C0E6C1602A}"/>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F91F9331-A435-9BFA-4654-91C0E6C1602A}"/>
                  </a:ext>
                </a:extLst>
              </p:cNvPr>
              <p:cNvPicPr/>
              <p:nvPr/>
            </p:nvPicPr>
            <p:blipFill>
              <a:blip r:embed="rId17"/>
              <a:stretch>
                <a:fillRect/>
              </a:stretch>
            </p:blipFill>
            <p:spPr>
              <a:xfrm>
                <a:off x="3736844" y="4351093"/>
                <a:ext cx="108000" cy="216000"/>
              </a:xfrm>
              <a:prstGeom prst="rect">
                <a:avLst/>
              </a:prstGeom>
            </p:spPr>
          </p:pic>
        </mc:Fallback>
      </mc:AlternateContent>
      <p:pic>
        <p:nvPicPr>
          <p:cNvPr id="12" name="Picture 11">
            <a:extLst>
              <a:ext uri="{FF2B5EF4-FFF2-40B4-BE49-F238E27FC236}">
                <a16:creationId xmlns:a16="http://schemas.microsoft.com/office/drawing/2014/main" id="{3276FA77-78E1-F349-F01E-B4234FC69769}"/>
              </a:ext>
            </a:extLst>
          </p:cNvPr>
          <p:cNvPicPr>
            <a:picLocks noChangeAspect="1"/>
          </p:cNvPicPr>
          <p:nvPr/>
        </p:nvPicPr>
        <p:blipFill>
          <a:blip r:embed="rId18"/>
          <a:stretch>
            <a:fillRect/>
          </a:stretch>
        </p:blipFill>
        <p:spPr>
          <a:xfrm>
            <a:off x="0" y="598779"/>
            <a:ext cx="9966295" cy="5745513"/>
          </a:xfrm>
          <a:prstGeom prst="rect">
            <a:avLst/>
          </a:prstGeom>
        </p:spPr>
      </p:pic>
    </p:spTree>
    <p:extLst>
      <p:ext uri="{BB962C8B-B14F-4D97-AF65-F5344CB8AC3E}">
        <p14:creationId xmlns:p14="http://schemas.microsoft.com/office/powerpoint/2010/main" val="2794804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20A11-D7B2-859A-931B-D7A3AD7ABF1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8A3930A-51D7-CD98-C8A4-1CAEC27D354B}"/>
              </a:ext>
            </a:extLst>
          </p:cNvPr>
          <p:cNvSpPr>
            <a:spLocks noGrp="1"/>
          </p:cNvSpPr>
          <p:nvPr>
            <p:ph type="ctrTitle"/>
          </p:nvPr>
        </p:nvSpPr>
        <p:spPr>
          <a:xfrm>
            <a:off x="133564" y="0"/>
            <a:ext cx="11866652"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AI investments and firm growth(Long-differences results)</a:t>
            </a:r>
          </a:p>
        </p:txBody>
      </p:sp>
      <p:pic>
        <p:nvPicPr>
          <p:cNvPr id="20" name="Picture 19">
            <a:extLst>
              <a:ext uri="{FF2B5EF4-FFF2-40B4-BE49-F238E27FC236}">
                <a16:creationId xmlns:a16="http://schemas.microsoft.com/office/drawing/2014/main" id="{5ED4EB32-4189-1F8C-AD80-881B676519F1}"/>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84BB35D-4B30-2897-5C7B-DDFE96FE5E37}"/>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E84BB35D-4B30-2897-5C7B-DDFE96FE5E37}"/>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1745ADC6-FD79-B1C4-EC9B-D2B9EFAE4DD1}"/>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1745ADC6-FD79-B1C4-EC9B-D2B9EFAE4DD1}"/>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2DE5D44-D51B-A73E-69F2-3599E126A52E}"/>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52DE5D44-D51B-A73E-69F2-3599E126A52E}"/>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034FDB7B-B8FD-09D0-3C72-AA1E6134F1ED}"/>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034FDB7B-B8FD-09D0-3C72-AA1E6134F1ED}"/>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BF83BA7E-6EB7-20C1-074A-B99C8D68E347}"/>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BF83BA7E-6EB7-20C1-074A-B99C8D68E347}"/>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0C6B5CAD-2086-D248-0912-F1FE224DE14A}"/>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0C6B5CAD-2086-D248-0912-F1FE224DE14A}"/>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E43747C7-B20F-1331-2CB6-269705A18AC6}"/>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E43747C7-B20F-1331-2CB6-269705A18AC6}"/>
                  </a:ext>
                </a:extLst>
              </p:cNvPr>
              <p:cNvPicPr/>
              <p:nvPr/>
            </p:nvPicPr>
            <p:blipFill>
              <a:blip r:embed="rId17"/>
              <a:stretch>
                <a:fillRect/>
              </a:stretch>
            </p:blipFill>
            <p:spPr>
              <a:xfrm>
                <a:off x="3736844" y="4350733"/>
                <a:ext cx="108000" cy="216000"/>
              </a:xfrm>
              <a:prstGeom prst="rect">
                <a:avLst/>
              </a:prstGeom>
            </p:spPr>
          </p:pic>
        </mc:Fallback>
      </mc:AlternateContent>
      <p:pic>
        <p:nvPicPr>
          <p:cNvPr id="4" name="Picture 3">
            <a:extLst>
              <a:ext uri="{FF2B5EF4-FFF2-40B4-BE49-F238E27FC236}">
                <a16:creationId xmlns:a16="http://schemas.microsoft.com/office/drawing/2014/main" id="{27564291-651C-4393-F83A-91BA23C01B56}"/>
              </a:ext>
            </a:extLst>
          </p:cNvPr>
          <p:cNvPicPr>
            <a:picLocks noChangeAspect="1"/>
          </p:cNvPicPr>
          <p:nvPr/>
        </p:nvPicPr>
        <p:blipFill>
          <a:blip r:embed="rId18"/>
          <a:stretch>
            <a:fillRect/>
          </a:stretch>
        </p:blipFill>
        <p:spPr>
          <a:xfrm>
            <a:off x="61038" y="591207"/>
            <a:ext cx="11070916" cy="5830853"/>
          </a:xfrm>
          <a:prstGeom prst="rect">
            <a:avLst/>
          </a:prstGeom>
        </p:spPr>
      </p:pic>
    </p:spTree>
    <p:extLst>
      <p:ext uri="{BB962C8B-B14F-4D97-AF65-F5344CB8AC3E}">
        <p14:creationId xmlns:p14="http://schemas.microsoft.com/office/powerpoint/2010/main" val="4219081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B45C7-B353-6117-C57A-524A37B3A4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E7756D-FE54-DD50-4E13-B3FDA26AC5F8}"/>
              </a:ext>
            </a:extLst>
          </p:cNvPr>
          <p:cNvSpPr>
            <a:spLocks noGrp="1"/>
          </p:cNvSpPr>
          <p:nvPr>
            <p:ph type="ctrTitle"/>
          </p:nvPr>
        </p:nvSpPr>
        <p:spPr>
          <a:xfrm>
            <a:off x="133564" y="0"/>
            <a:ext cx="11866652"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Long-differences results Robustness</a:t>
            </a:r>
          </a:p>
        </p:txBody>
      </p:sp>
      <p:pic>
        <p:nvPicPr>
          <p:cNvPr id="20" name="Picture 19">
            <a:extLst>
              <a:ext uri="{FF2B5EF4-FFF2-40B4-BE49-F238E27FC236}">
                <a16:creationId xmlns:a16="http://schemas.microsoft.com/office/drawing/2014/main" id="{7091A8EC-DE96-5922-960B-006DE049004C}"/>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FC95085-8A2A-6469-3DB3-F35822048080}"/>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EFC95085-8A2A-6469-3DB3-F35822048080}"/>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DD905870-70FD-6BD4-BC35-9B443DB1DDBD}"/>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DD905870-70FD-6BD4-BC35-9B443DB1DDBD}"/>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8E223A62-B808-7824-101E-AA8BA4CBDC80}"/>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8E223A62-B808-7824-101E-AA8BA4CBDC80}"/>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F4DABF4F-7185-4667-0CC5-CE737687B0DF}"/>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F4DABF4F-7185-4667-0CC5-CE737687B0DF}"/>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C6F1AEB0-7D3E-C85B-FD55-22CB6E5F5A28}"/>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C6F1AEB0-7D3E-C85B-FD55-22CB6E5F5A28}"/>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1DD5BB9A-CD83-B5D4-2766-A5B692546887}"/>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1DD5BB9A-CD83-B5D4-2766-A5B692546887}"/>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B0BDCC76-B5F2-57B4-3DD6-9CC12D5648E5}"/>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B0BDCC76-B5F2-57B4-3DD6-9CC12D5648E5}"/>
                  </a:ext>
                </a:extLst>
              </p:cNvPr>
              <p:cNvPicPr/>
              <p:nvPr/>
            </p:nvPicPr>
            <p:blipFill>
              <a:blip r:embed="rId17"/>
              <a:stretch>
                <a:fillRect/>
              </a:stretch>
            </p:blipFill>
            <p:spPr>
              <a:xfrm>
                <a:off x="3736844" y="4350733"/>
                <a:ext cx="108000" cy="216000"/>
              </a:xfrm>
              <a:prstGeom prst="rect">
                <a:avLst/>
              </a:prstGeom>
            </p:spPr>
          </p:pic>
        </mc:Fallback>
      </mc:AlternateContent>
      <p:sp>
        <p:nvSpPr>
          <p:cNvPr id="12" name="TextBox 11">
            <a:extLst>
              <a:ext uri="{FF2B5EF4-FFF2-40B4-BE49-F238E27FC236}">
                <a16:creationId xmlns:a16="http://schemas.microsoft.com/office/drawing/2014/main" id="{748178BE-68B1-95E3-B0FC-41BD461CA8A4}"/>
              </a:ext>
            </a:extLst>
          </p:cNvPr>
          <p:cNvSpPr txBox="1"/>
          <p:nvPr/>
        </p:nvSpPr>
        <p:spPr>
          <a:xfrm>
            <a:off x="-1" y="612446"/>
            <a:ext cx="12113231" cy="5632311"/>
          </a:xfrm>
          <a:prstGeom prst="rect">
            <a:avLst/>
          </a:prstGeom>
          <a:noFill/>
        </p:spPr>
        <p:txBody>
          <a:bodyPr wrap="square">
            <a:spAutoFit/>
          </a:bodyPr>
          <a:lstStyle/>
          <a:p>
            <a:r>
              <a:rPr lang="en-US" b="1" dirty="0">
                <a:solidFill>
                  <a:srgbClr val="FF0000"/>
                </a:solidFill>
              </a:rPr>
              <a:t>Alternative measures of AI investments.</a:t>
            </a:r>
          </a:p>
          <a:p>
            <a:r>
              <a:rPr lang="en-US" dirty="0"/>
              <a:t>The authors use </a:t>
            </a:r>
            <a:r>
              <a:rPr lang="en-US" b="1" dirty="0"/>
              <a:t>the resume-based share of AI workers </a:t>
            </a:r>
            <a:r>
              <a:rPr lang="en-US" dirty="0"/>
              <a:t>as the main measure of AI investments because the resume data address two important potential measurement concerns regarding job postings data: (</a:t>
            </a:r>
            <a:r>
              <a:rPr lang="en-US" dirty="0" err="1"/>
              <a:t>i</a:t>
            </a:r>
            <a:r>
              <a:rPr lang="en-US" dirty="0"/>
              <a:t>) the job-postings-based measure captures only firms’ demand for AI talent and not their actual ability to hire; and (ii) firms might obtain AI expertise through acquisitions, which would not be reflected in job postings but is captured in the </a:t>
            </a:r>
            <a:r>
              <a:rPr lang="en-US" dirty="0" err="1"/>
              <a:t>Cognism</a:t>
            </a:r>
            <a:r>
              <a:rPr lang="en-US" dirty="0"/>
              <a:t> resume data, which reflect actual employees, including those onboarded through acquisitions.</a:t>
            </a:r>
          </a:p>
          <a:p>
            <a:r>
              <a:rPr lang="en-US" b="1" dirty="0"/>
              <a:t>Results remain similar:</a:t>
            </a:r>
          </a:p>
          <a:p>
            <a:r>
              <a:rPr lang="en-US" dirty="0"/>
              <a:t>-   when measuring AI using the Burning Glass job postings data</a:t>
            </a:r>
          </a:p>
          <a:p>
            <a:pPr marL="285750" indent="-285750">
              <a:buFontTx/>
              <a:buChar char="-"/>
            </a:pPr>
            <a:r>
              <a:rPr lang="en-US" dirty="0"/>
              <a:t>Instead of using standardized measures of AI investments, the authors also consider dummy variables indicating whether firms’ AI investments are in the top 10 percent or 25 percent of the distribution.</a:t>
            </a:r>
          </a:p>
          <a:p>
            <a:pPr marL="285750" indent="-285750">
              <a:buFontTx/>
              <a:buChar char="-"/>
            </a:pPr>
            <a:r>
              <a:rPr lang="en-US" dirty="0"/>
              <a:t>firms’ use of external AI solution (including IBM Watson, </a:t>
            </a:r>
            <a:r>
              <a:rPr lang="en-US" dirty="0" err="1"/>
              <a:t>IPSoft</a:t>
            </a:r>
            <a:r>
              <a:rPr lang="en-US" dirty="0"/>
              <a:t> Amelia, etc.)</a:t>
            </a:r>
          </a:p>
          <a:p>
            <a:endParaRPr lang="en-US" dirty="0"/>
          </a:p>
          <a:p>
            <a:r>
              <a:rPr lang="en-US" b="1" dirty="0">
                <a:solidFill>
                  <a:srgbClr val="FF0000"/>
                </a:solidFill>
              </a:rPr>
              <a:t>Confounding factors</a:t>
            </a:r>
          </a:p>
          <a:p>
            <a:r>
              <a:rPr lang="en-US" dirty="0"/>
              <a:t>The estimates above may not reflect the effects of AI investments if contemporaneous changes at AI-investing firms lead to both increased investment in AI and higher firm growth</a:t>
            </a:r>
            <a:endParaRPr lang="en-US" b="1" dirty="0">
              <a:solidFill>
                <a:srgbClr val="FF0000"/>
              </a:solidFill>
            </a:endParaRPr>
          </a:p>
          <a:p>
            <a:pPr marL="285750" indent="-285750">
              <a:buFontTx/>
              <a:buChar char="-"/>
            </a:pPr>
            <a:r>
              <a:rPr lang="en-US" dirty="0"/>
              <a:t>address the possibility that investments in AI are correlated with investments in other technologies (e.g., IT) by controlling for growth in: (</a:t>
            </a:r>
            <a:r>
              <a:rPr lang="en-US" dirty="0" err="1"/>
              <a:t>i</a:t>
            </a:r>
            <a:r>
              <a:rPr lang="en-US" dirty="0"/>
              <a:t>) investments in (non-AI) IT, (ii) investments in robots, (iii) investments in non-AI data skills (e.g., “Data Cleaning”), and (iv) investments in non-AI-related data analytics (e.g., “SAS”)</a:t>
            </a:r>
          </a:p>
          <a:p>
            <a:pPr marL="285750" indent="-285750">
              <a:buFontTx/>
              <a:buChar char="-"/>
            </a:pPr>
            <a:r>
              <a:rPr lang="en-US" dirty="0"/>
              <a:t>address the possibility that AI-investing firms may happen to experience positive demand shocks or higher growth trajectories by controlling for detailed industry fixed effects to absorb industry-specific shocks</a:t>
            </a:r>
            <a:endParaRPr lang="en-US" b="1" dirty="0">
              <a:solidFill>
                <a:srgbClr val="FF0000"/>
              </a:solidFill>
            </a:endParaRPr>
          </a:p>
        </p:txBody>
      </p:sp>
    </p:spTree>
    <p:extLst>
      <p:ext uri="{BB962C8B-B14F-4D97-AF65-F5344CB8AC3E}">
        <p14:creationId xmlns:p14="http://schemas.microsoft.com/office/powerpoint/2010/main" val="2076102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287AC-8E96-30D0-9F07-FD6B81692B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2B4CF1B-9A0C-293E-0E82-BD97D8467F61}"/>
              </a:ext>
            </a:extLst>
          </p:cNvPr>
          <p:cNvSpPr>
            <a:spLocks noGrp="1"/>
          </p:cNvSpPr>
          <p:nvPr>
            <p:ph type="ctrTitle"/>
          </p:nvPr>
        </p:nvSpPr>
        <p:spPr>
          <a:xfrm>
            <a:off x="133564" y="0"/>
            <a:ext cx="11866652" cy="591207"/>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Dynamic relationship between firm AI investments and firm growth</a:t>
            </a:r>
          </a:p>
        </p:txBody>
      </p:sp>
      <p:pic>
        <p:nvPicPr>
          <p:cNvPr id="20" name="Picture 19">
            <a:extLst>
              <a:ext uri="{FF2B5EF4-FFF2-40B4-BE49-F238E27FC236}">
                <a16:creationId xmlns:a16="http://schemas.microsoft.com/office/drawing/2014/main" id="{66999F8F-19FD-CE7E-022F-DE511FAC928C}"/>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1ADE2A9-BF8D-47F5-B473-D77D578111CF}"/>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21ADE2A9-BF8D-47F5-B473-D77D578111CF}"/>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8F9AA1C-DA6E-09FB-8B71-7D4BC7E3DE0E}"/>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B8F9AA1C-DA6E-09FB-8B71-7D4BC7E3DE0E}"/>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39F0111D-2A42-E36B-FE6C-41C9111BBEBD}"/>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39F0111D-2A42-E36B-FE6C-41C9111BBEBD}"/>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A7D9CAAF-DE28-CCC2-4B93-72F585AD3F78}"/>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A7D9CAAF-DE28-CCC2-4B93-72F585AD3F78}"/>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5144596-9D86-436B-362E-6F01C21DBADF}"/>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A5144596-9D86-436B-362E-6F01C21DBADF}"/>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E29D3EA3-B9C4-2A22-27E4-42DC0EAEBD94}"/>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E29D3EA3-B9C4-2A22-27E4-42DC0EAEBD94}"/>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C71E0AFB-AEF5-FFA1-7BDD-07AEEEC827D8}"/>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C71E0AFB-AEF5-FFA1-7BDD-07AEEEC827D8}"/>
                  </a:ext>
                </a:extLst>
              </p:cNvPr>
              <p:cNvPicPr/>
              <p:nvPr/>
            </p:nvPicPr>
            <p:blipFill>
              <a:blip r:embed="rId17"/>
              <a:stretch>
                <a:fillRect/>
              </a:stretch>
            </p:blipFill>
            <p:spPr>
              <a:xfrm>
                <a:off x="3736844" y="4350733"/>
                <a:ext cx="108000" cy="216000"/>
              </a:xfrm>
              <a:prstGeom prst="rect">
                <a:avLst/>
              </a:prstGeom>
            </p:spPr>
          </p:pic>
        </mc:Fallback>
      </mc:AlternateContent>
      <p:pic>
        <p:nvPicPr>
          <p:cNvPr id="12" name="Picture 11">
            <a:extLst>
              <a:ext uri="{FF2B5EF4-FFF2-40B4-BE49-F238E27FC236}">
                <a16:creationId xmlns:a16="http://schemas.microsoft.com/office/drawing/2014/main" id="{E43C9C51-9863-2103-8CC2-92B3EA7FB6A7}"/>
              </a:ext>
            </a:extLst>
          </p:cNvPr>
          <p:cNvPicPr>
            <a:picLocks noChangeAspect="1"/>
          </p:cNvPicPr>
          <p:nvPr/>
        </p:nvPicPr>
        <p:blipFill>
          <a:blip r:embed="rId18"/>
          <a:stretch>
            <a:fillRect/>
          </a:stretch>
        </p:blipFill>
        <p:spPr>
          <a:xfrm>
            <a:off x="1835645" y="591207"/>
            <a:ext cx="7370000" cy="5917605"/>
          </a:xfrm>
          <a:prstGeom prst="rect">
            <a:avLst/>
          </a:prstGeom>
        </p:spPr>
      </p:pic>
      <mc:AlternateContent xmlns:mc="http://schemas.openxmlformats.org/markup-compatibility/2006">
        <mc:Choice xmlns:p14="http://schemas.microsoft.com/office/powerpoint/2010/main" Requires="p14">
          <p:contentPart p14:bwMode="auto" r:id="rId19">
            <p14:nvContentPartPr>
              <p14:cNvPr id="3" name="Ink 2">
                <a:extLst>
                  <a:ext uri="{FF2B5EF4-FFF2-40B4-BE49-F238E27FC236}">
                    <a16:creationId xmlns:a16="http://schemas.microsoft.com/office/drawing/2014/main" id="{59119854-F5C5-93BF-B945-C643FA4BD0EE}"/>
                  </a:ext>
                </a:extLst>
              </p14:cNvPr>
              <p14:cNvContentPartPr/>
              <p14:nvPr/>
            </p14:nvContentPartPr>
            <p14:xfrm>
              <a:off x="6329104" y="2785955"/>
              <a:ext cx="2652480" cy="38880"/>
            </p14:xfrm>
          </p:contentPart>
        </mc:Choice>
        <mc:Fallback>
          <p:pic>
            <p:nvPicPr>
              <p:cNvPr id="3" name="Ink 2">
                <a:extLst>
                  <a:ext uri="{FF2B5EF4-FFF2-40B4-BE49-F238E27FC236}">
                    <a16:creationId xmlns:a16="http://schemas.microsoft.com/office/drawing/2014/main" id="{59119854-F5C5-93BF-B945-C643FA4BD0EE}"/>
                  </a:ext>
                </a:extLst>
              </p:cNvPr>
              <p:cNvPicPr/>
              <p:nvPr/>
            </p:nvPicPr>
            <p:blipFill>
              <a:blip r:embed="rId20"/>
              <a:stretch>
                <a:fillRect/>
              </a:stretch>
            </p:blipFill>
            <p:spPr>
              <a:xfrm>
                <a:off x="6324784" y="2781635"/>
                <a:ext cx="266112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4" name="Ink 3">
                <a:extLst>
                  <a:ext uri="{FF2B5EF4-FFF2-40B4-BE49-F238E27FC236}">
                    <a16:creationId xmlns:a16="http://schemas.microsoft.com/office/drawing/2014/main" id="{FCF68826-FBFB-28E3-AD55-1BF15753C0D0}"/>
                  </a:ext>
                </a:extLst>
              </p14:cNvPr>
              <p14:cNvContentPartPr/>
              <p14:nvPr/>
            </p14:nvContentPartPr>
            <p14:xfrm>
              <a:off x="1936384" y="3062795"/>
              <a:ext cx="2188440" cy="143640"/>
            </p14:xfrm>
          </p:contentPart>
        </mc:Choice>
        <mc:Fallback>
          <p:pic>
            <p:nvPicPr>
              <p:cNvPr id="4" name="Ink 3">
                <a:extLst>
                  <a:ext uri="{FF2B5EF4-FFF2-40B4-BE49-F238E27FC236}">
                    <a16:creationId xmlns:a16="http://schemas.microsoft.com/office/drawing/2014/main" id="{FCF68826-FBFB-28E3-AD55-1BF15753C0D0}"/>
                  </a:ext>
                </a:extLst>
              </p:cNvPr>
              <p:cNvPicPr/>
              <p:nvPr/>
            </p:nvPicPr>
            <p:blipFill>
              <a:blip r:embed="rId22"/>
              <a:stretch>
                <a:fillRect/>
              </a:stretch>
            </p:blipFill>
            <p:spPr>
              <a:xfrm>
                <a:off x="1932064" y="3058475"/>
                <a:ext cx="2197080" cy="152280"/>
              </a:xfrm>
              <a:prstGeom prst="rect">
                <a:avLst/>
              </a:prstGeom>
            </p:spPr>
          </p:pic>
        </mc:Fallback>
      </mc:AlternateContent>
    </p:spTree>
    <p:extLst>
      <p:ext uri="{BB962C8B-B14F-4D97-AF65-F5344CB8AC3E}">
        <p14:creationId xmlns:p14="http://schemas.microsoft.com/office/powerpoint/2010/main" val="2018603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52534-6771-F2F6-2D74-8119C73B5E3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509431-5503-97EE-AB18-3F24C83138AC}"/>
              </a:ext>
            </a:extLst>
          </p:cNvPr>
          <p:cNvSpPr>
            <a:spLocks noGrp="1"/>
          </p:cNvSpPr>
          <p:nvPr>
            <p:ph type="ctrTitle"/>
          </p:nvPr>
        </p:nvSpPr>
        <p:spPr>
          <a:xfrm>
            <a:off x="133564" y="0"/>
            <a:ext cx="11866652" cy="591207"/>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Dynamic relationship between firm AI investments and firm growth</a:t>
            </a:r>
          </a:p>
        </p:txBody>
      </p:sp>
      <p:pic>
        <p:nvPicPr>
          <p:cNvPr id="20" name="Picture 19">
            <a:extLst>
              <a:ext uri="{FF2B5EF4-FFF2-40B4-BE49-F238E27FC236}">
                <a16:creationId xmlns:a16="http://schemas.microsoft.com/office/drawing/2014/main" id="{F514FAA7-4903-D467-8846-375177F8ADA1}"/>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04E3058A-9E4A-FE04-3A92-29F552AC9770}"/>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04E3058A-9E4A-FE04-3A92-29F552AC9770}"/>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AFDF8047-9D6A-2071-B1AA-2467679917B8}"/>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AFDF8047-9D6A-2071-B1AA-2467679917B8}"/>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6F055F47-255E-E3CC-ECB1-51A2652271F5}"/>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6F055F47-255E-E3CC-ECB1-51A2652271F5}"/>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BF868E70-D0F2-1D29-F747-9580189E2226}"/>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BF868E70-D0F2-1D29-F747-9580189E2226}"/>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0E03A8CA-7B66-4305-83EC-18C0A6D3C8D2}"/>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0E03A8CA-7B66-4305-83EC-18C0A6D3C8D2}"/>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3BA3C1BD-08D5-F229-C966-83C9E0B9B584}"/>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3BA3C1BD-08D5-F229-C966-83C9E0B9B584}"/>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8A87F843-DD7C-52EA-9EAD-0E7519690338}"/>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8A87F843-DD7C-52EA-9EAD-0E7519690338}"/>
                  </a:ext>
                </a:extLst>
              </p:cNvPr>
              <p:cNvPicPr/>
              <p:nvPr/>
            </p:nvPicPr>
            <p:blipFill>
              <a:blip r:embed="rId17"/>
              <a:stretch>
                <a:fillRect/>
              </a:stretch>
            </p:blipFill>
            <p:spPr>
              <a:xfrm>
                <a:off x="3736844" y="4350733"/>
                <a:ext cx="108000" cy="216000"/>
              </a:xfrm>
              <a:prstGeom prst="rect">
                <a:avLst/>
              </a:prstGeom>
            </p:spPr>
          </p:pic>
        </mc:Fallback>
      </mc:AlternateContent>
      <p:pic>
        <p:nvPicPr>
          <p:cNvPr id="16" name="Picture 15">
            <a:extLst>
              <a:ext uri="{FF2B5EF4-FFF2-40B4-BE49-F238E27FC236}">
                <a16:creationId xmlns:a16="http://schemas.microsoft.com/office/drawing/2014/main" id="{60AE5DC3-6077-C7E8-D3B4-F6ED52E8F84B}"/>
              </a:ext>
            </a:extLst>
          </p:cNvPr>
          <p:cNvPicPr>
            <a:picLocks noChangeAspect="1"/>
          </p:cNvPicPr>
          <p:nvPr/>
        </p:nvPicPr>
        <p:blipFill>
          <a:blip r:embed="rId18"/>
          <a:stretch>
            <a:fillRect/>
          </a:stretch>
        </p:blipFill>
        <p:spPr>
          <a:xfrm>
            <a:off x="6620397" y="634860"/>
            <a:ext cx="5150719" cy="4278146"/>
          </a:xfrm>
          <a:prstGeom prst="rect">
            <a:avLst/>
          </a:prstGeom>
        </p:spPr>
      </p:pic>
      <p:sp>
        <p:nvSpPr>
          <p:cNvPr id="12" name="TextBox 11">
            <a:extLst>
              <a:ext uri="{FF2B5EF4-FFF2-40B4-BE49-F238E27FC236}">
                <a16:creationId xmlns:a16="http://schemas.microsoft.com/office/drawing/2014/main" id="{E185032B-6EFC-A155-8D96-F7EDA75F5257}"/>
              </a:ext>
            </a:extLst>
          </p:cNvPr>
          <p:cNvSpPr txBox="1"/>
          <p:nvPr/>
        </p:nvSpPr>
        <p:spPr>
          <a:xfrm>
            <a:off x="0" y="4956659"/>
            <a:ext cx="12000215" cy="923330"/>
          </a:xfrm>
          <a:prstGeom prst="rect">
            <a:avLst/>
          </a:prstGeom>
          <a:noFill/>
        </p:spPr>
        <p:txBody>
          <a:bodyPr wrap="square">
            <a:spAutoFit/>
          </a:bodyPr>
          <a:lstStyle/>
          <a:p>
            <a:r>
              <a:rPr lang="en-US" dirty="0"/>
              <a:t>Fig. 3 reports the coefficients from the lead-lag regressions. Panel A shows that sales increase following AI investments, but not immediately—it takes two to three years for firms to realize the benefits from AI investments. Panel B shows that AI investments are associated with a similar increase in firms’ employment</a:t>
            </a:r>
          </a:p>
        </p:txBody>
      </p:sp>
      <p:pic>
        <p:nvPicPr>
          <p:cNvPr id="15" name="Picture 14">
            <a:extLst>
              <a:ext uri="{FF2B5EF4-FFF2-40B4-BE49-F238E27FC236}">
                <a16:creationId xmlns:a16="http://schemas.microsoft.com/office/drawing/2014/main" id="{7D4FEF5F-1EB7-D426-220C-731BE7B72496}"/>
              </a:ext>
            </a:extLst>
          </p:cNvPr>
          <p:cNvPicPr>
            <a:picLocks noChangeAspect="1"/>
          </p:cNvPicPr>
          <p:nvPr/>
        </p:nvPicPr>
        <p:blipFill>
          <a:blip r:embed="rId19"/>
          <a:stretch>
            <a:fillRect/>
          </a:stretch>
        </p:blipFill>
        <p:spPr>
          <a:xfrm>
            <a:off x="354050" y="555296"/>
            <a:ext cx="5378930" cy="4310153"/>
          </a:xfrm>
          <a:prstGeom prst="rect">
            <a:avLst/>
          </a:prstGeom>
        </p:spPr>
      </p:pic>
    </p:spTree>
    <p:extLst>
      <p:ext uri="{BB962C8B-B14F-4D97-AF65-F5344CB8AC3E}">
        <p14:creationId xmlns:p14="http://schemas.microsoft.com/office/powerpoint/2010/main" val="680171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44326-E0C7-1041-3DD6-03B39EC71D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2A52D4F-DC9F-176D-65AC-1748F5D29B2D}"/>
              </a:ext>
            </a:extLst>
          </p:cNvPr>
          <p:cNvSpPr>
            <a:spLocks noGrp="1"/>
          </p:cNvSpPr>
          <p:nvPr>
            <p:ph type="ctrTitle"/>
          </p:nvPr>
        </p:nvSpPr>
        <p:spPr>
          <a:xfrm>
            <a:off x="133564" y="0"/>
            <a:ext cx="11866652" cy="591207"/>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Instrumental variable estimates</a:t>
            </a:r>
          </a:p>
        </p:txBody>
      </p:sp>
      <p:pic>
        <p:nvPicPr>
          <p:cNvPr id="20" name="Picture 19">
            <a:extLst>
              <a:ext uri="{FF2B5EF4-FFF2-40B4-BE49-F238E27FC236}">
                <a16:creationId xmlns:a16="http://schemas.microsoft.com/office/drawing/2014/main" id="{9CD9232B-FB84-4B67-6D61-741A393B8CAC}"/>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607A0541-E0B5-4229-5553-73099C8520DE}"/>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607A0541-E0B5-4229-5553-73099C8520DE}"/>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909D640-E3F9-F69E-DE2B-79DBF8C26F94}"/>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B909D640-E3F9-F69E-DE2B-79DBF8C26F94}"/>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EC367B4E-F221-AD5F-9B88-3F1B3A093DCA}"/>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EC367B4E-F221-AD5F-9B88-3F1B3A093DCA}"/>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D3419F29-0D87-BF1F-3A2F-AA64252DBF79}"/>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D3419F29-0D87-BF1F-3A2F-AA64252DBF79}"/>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2990C04-E27F-4BEF-9F72-974007D9EA69}"/>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A2990C04-E27F-4BEF-9F72-974007D9EA69}"/>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68F07E05-0CA4-B62E-1717-DEF6D58BB4C6}"/>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68F07E05-0CA4-B62E-1717-DEF6D58BB4C6}"/>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D74A2046-9AA1-A0EC-78DF-012D2544AC80}"/>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D74A2046-9AA1-A0EC-78DF-012D2544AC80}"/>
                  </a:ext>
                </a:extLst>
              </p:cNvPr>
              <p:cNvPicPr/>
              <p:nvPr/>
            </p:nvPicPr>
            <p:blipFill>
              <a:blip r:embed="rId17"/>
              <a:stretch>
                <a:fillRect/>
              </a:stretch>
            </p:blipFill>
            <p:spPr>
              <a:xfrm>
                <a:off x="3736844" y="4350733"/>
                <a:ext cx="108000" cy="216000"/>
              </a:xfrm>
              <a:prstGeom prst="rect">
                <a:avLst/>
              </a:prstGeom>
            </p:spPr>
          </p:pic>
        </mc:Fallback>
      </mc:AlternateContent>
      <p:sp>
        <p:nvSpPr>
          <p:cNvPr id="4" name="TextBox 3">
            <a:extLst>
              <a:ext uri="{FF2B5EF4-FFF2-40B4-BE49-F238E27FC236}">
                <a16:creationId xmlns:a16="http://schemas.microsoft.com/office/drawing/2014/main" id="{10D6BCF8-034B-EE21-C556-081F6D819610}"/>
              </a:ext>
            </a:extLst>
          </p:cNvPr>
          <p:cNvSpPr txBox="1"/>
          <p:nvPr/>
        </p:nvSpPr>
        <p:spPr>
          <a:xfrm>
            <a:off x="191784" y="591207"/>
            <a:ext cx="11911072" cy="2585323"/>
          </a:xfrm>
          <a:prstGeom prst="rect">
            <a:avLst/>
          </a:prstGeom>
          <a:noFill/>
        </p:spPr>
        <p:txBody>
          <a:bodyPr wrap="square">
            <a:spAutoFit/>
          </a:bodyPr>
          <a:lstStyle/>
          <a:p>
            <a:r>
              <a:rPr lang="en-US" dirty="0"/>
              <a:t>To construct the instrument, the authors compile two datasets on: (</a:t>
            </a:r>
            <a:r>
              <a:rPr lang="en-US" dirty="0" err="1"/>
              <a:t>i</a:t>
            </a:r>
            <a:r>
              <a:rPr lang="en-US" dirty="0"/>
              <a:t>) the ex-ante strength of AI research in each university, and (ii) firm-university hiring networks. </a:t>
            </a:r>
          </a:p>
          <a:p>
            <a:endParaRPr lang="en-US" dirty="0"/>
          </a:p>
          <a:p>
            <a:r>
              <a:rPr lang="en-US" dirty="0"/>
              <a:t>To identify universities strong in AI research before 2010, the authors use data from the Open Academic Graph (OAGv2). </a:t>
            </a:r>
          </a:p>
          <a:p>
            <a:r>
              <a:rPr lang="en-US" dirty="0"/>
              <a:t>To construct the firm-university hiring networks by leveraging the resume data to observe the universities granting the degrees of each firm’s employees</a:t>
            </a:r>
          </a:p>
          <a:p>
            <a:endParaRPr lang="en-US" dirty="0"/>
          </a:p>
          <a:p>
            <a:endParaRPr lang="en-US" dirty="0"/>
          </a:p>
        </p:txBody>
      </p:sp>
      <p:pic>
        <p:nvPicPr>
          <p:cNvPr id="14" name="Picture 13">
            <a:extLst>
              <a:ext uri="{FF2B5EF4-FFF2-40B4-BE49-F238E27FC236}">
                <a16:creationId xmlns:a16="http://schemas.microsoft.com/office/drawing/2014/main" id="{F0F907F4-6847-E4BD-BA7A-661B98B4F941}"/>
              </a:ext>
            </a:extLst>
          </p:cNvPr>
          <p:cNvPicPr>
            <a:picLocks noChangeAspect="1"/>
          </p:cNvPicPr>
          <p:nvPr/>
        </p:nvPicPr>
        <p:blipFill>
          <a:blip r:embed="rId18"/>
          <a:stretch>
            <a:fillRect/>
          </a:stretch>
        </p:blipFill>
        <p:spPr>
          <a:xfrm>
            <a:off x="781424" y="3098862"/>
            <a:ext cx="8006554" cy="2695594"/>
          </a:xfrm>
          <a:prstGeom prst="rect">
            <a:avLst/>
          </a:prstGeom>
        </p:spPr>
      </p:pic>
    </p:spTree>
    <p:extLst>
      <p:ext uri="{BB962C8B-B14F-4D97-AF65-F5344CB8AC3E}">
        <p14:creationId xmlns:p14="http://schemas.microsoft.com/office/powerpoint/2010/main" val="3347554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5E471-38C9-3F10-9333-E31F3B07BA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4C19B4-22B0-9602-8BDA-699E72E93604}"/>
              </a:ext>
            </a:extLst>
          </p:cNvPr>
          <p:cNvSpPr>
            <a:spLocks noGrp="1"/>
          </p:cNvSpPr>
          <p:nvPr>
            <p:ph type="ctrTitle"/>
          </p:nvPr>
        </p:nvSpPr>
        <p:spPr>
          <a:xfrm>
            <a:off x="133564" y="0"/>
            <a:ext cx="11866652" cy="591207"/>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Instrumental variable estimates</a:t>
            </a:r>
          </a:p>
        </p:txBody>
      </p:sp>
      <p:pic>
        <p:nvPicPr>
          <p:cNvPr id="20" name="Picture 19">
            <a:extLst>
              <a:ext uri="{FF2B5EF4-FFF2-40B4-BE49-F238E27FC236}">
                <a16:creationId xmlns:a16="http://schemas.microsoft.com/office/drawing/2014/main" id="{63116997-98AC-19DE-D989-14A14733DC7C}"/>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BC93B80-D3DF-61E0-6D80-2D4D4C66EE7E}"/>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7BC93B80-D3DF-61E0-6D80-2D4D4C66EE7E}"/>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E724245F-5FEA-03B9-69B3-B24ADD26AD14}"/>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E724245F-5FEA-03B9-69B3-B24ADD26AD14}"/>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04E9C815-6EA8-B48A-C408-B01AB53329DE}"/>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04E9C815-6EA8-B48A-C408-B01AB53329DE}"/>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86D139DD-3CAA-84F6-7B16-EF875DD06946}"/>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86D139DD-3CAA-84F6-7B16-EF875DD06946}"/>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D2ED7B1F-3E91-7909-4917-33DDCC655150}"/>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D2ED7B1F-3E91-7909-4917-33DDCC655150}"/>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27F957F1-CBD1-AA86-2857-E9DB55A1FF14}"/>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27F957F1-CBD1-AA86-2857-E9DB55A1FF14}"/>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2C09FC32-42C0-63C5-B1EB-70DF71666EA0}"/>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2C09FC32-42C0-63C5-B1EB-70DF71666EA0}"/>
                  </a:ext>
                </a:extLst>
              </p:cNvPr>
              <p:cNvPicPr/>
              <p:nvPr/>
            </p:nvPicPr>
            <p:blipFill>
              <a:blip r:embed="rId17"/>
              <a:stretch>
                <a:fillRect/>
              </a:stretch>
            </p:blipFill>
            <p:spPr>
              <a:xfrm>
                <a:off x="3736844" y="4350733"/>
                <a:ext cx="108000" cy="216000"/>
              </a:xfrm>
              <a:prstGeom prst="rect">
                <a:avLst/>
              </a:prstGeom>
            </p:spPr>
          </p:pic>
        </mc:Fallback>
      </mc:AlternateContent>
      <p:pic>
        <p:nvPicPr>
          <p:cNvPr id="12" name="Picture 11">
            <a:extLst>
              <a:ext uri="{FF2B5EF4-FFF2-40B4-BE49-F238E27FC236}">
                <a16:creationId xmlns:a16="http://schemas.microsoft.com/office/drawing/2014/main" id="{E863C249-E99C-43E4-63B0-68AD01274720}"/>
              </a:ext>
            </a:extLst>
          </p:cNvPr>
          <p:cNvPicPr>
            <a:picLocks noChangeAspect="1"/>
          </p:cNvPicPr>
          <p:nvPr/>
        </p:nvPicPr>
        <p:blipFill>
          <a:blip r:embed="rId18"/>
          <a:stretch>
            <a:fillRect/>
          </a:stretch>
        </p:blipFill>
        <p:spPr>
          <a:xfrm>
            <a:off x="133564" y="518576"/>
            <a:ext cx="12012701" cy="5811061"/>
          </a:xfrm>
          <a:prstGeom prst="rect">
            <a:avLst/>
          </a:prstGeom>
        </p:spPr>
      </p:pic>
      <p:sp>
        <p:nvSpPr>
          <p:cNvPr id="4" name="Rectangle 3">
            <a:extLst>
              <a:ext uri="{FF2B5EF4-FFF2-40B4-BE49-F238E27FC236}">
                <a16:creationId xmlns:a16="http://schemas.microsoft.com/office/drawing/2014/main" id="{8789958E-74A0-B54D-C4E5-983047014FCC}"/>
              </a:ext>
            </a:extLst>
          </p:cNvPr>
          <p:cNvSpPr/>
          <p:nvPr/>
        </p:nvSpPr>
        <p:spPr>
          <a:xfrm>
            <a:off x="4417847" y="4211531"/>
            <a:ext cx="726814" cy="5699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BA3B261-0377-6651-0D4F-5CBEC07612D9}"/>
              </a:ext>
            </a:extLst>
          </p:cNvPr>
          <p:cNvSpPr/>
          <p:nvPr/>
        </p:nvSpPr>
        <p:spPr>
          <a:xfrm flipH="1">
            <a:off x="7926552" y="4258931"/>
            <a:ext cx="726813" cy="4751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EE8C979-57ED-DD6D-3766-EEF82A23E4DC}"/>
              </a:ext>
            </a:extLst>
          </p:cNvPr>
          <p:cNvSpPr/>
          <p:nvPr/>
        </p:nvSpPr>
        <p:spPr>
          <a:xfrm flipH="1">
            <a:off x="11394123" y="4280135"/>
            <a:ext cx="598881" cy="4751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8101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02560-5DA5-A244-E8AB-8F60F1818FC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0F064BA-BE34-2E71-8237-222FD5F8E93E}"/>
              </a:ext>
            </a:extLst>
          </p:cNvPr>
          <p:cNvSpPr>
            <a:spLocks noGrp="1"/>
          </p:cNvSpPr>
          <p:nvPr>
            <p:ph type="ctrTitle"/>
          </p:nvPr>
        </p:nvSpPr>
        <p:spPr>
          <a:xfrm>
            <a:off x="133564" y="0"/>
            <a:ext cx="11866652" cy="591207"/>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AI as a driver of product innovation</a:t>
            </a:r>
          </a:p>
        </p:txBody>
      </p:sp>
      <p:pic>
        <p:nvPicPr>
          <p:cNvPr id="20" name="Picture 19">
            <a:extLst>
              <a:ext uri="{FF2B5EF4-FFF2-40B4-BE49-F238E27FC236}">
                <a16:creationId xmlns:a16="http://schemas.microsoft.com/office/drawing/2014/main" id="{01D32194-A01F-7204-9C26-3E5B3FB90BE8}"/>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6EC3B180-71E3-1BA2-FC26-F860AC2670E6}"/>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6EC3B180-71E3-1BA2-FC26-F860AC2670E6}"/>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DC888499-5083-9517-2546-3FC304822B8C}"/>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DC888499-5083-9517-2546-3FC304822B8C}"/>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FB689637-9716-8330-7FA3-6BA60962A27A}"/>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FB689637-9716-8330-7FA3-6BA60962A27A}"/>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B2719583-0C0B-4AD8-88B5-EF158C183278}"/>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B2719583-0C0B-4AD8-88B5-EF158C183278}"/>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9DAFA6E2-5E49-7180-D29C-7B21F4462EF1}"/>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9DAFA6E2-5E49-7180-D29C-7B21F4462EF1}"/>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560B4E65-C8DB-1AEA-4011-5AAC82BDAB69}"/>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560B4E65-C8DB-1AEA-4011-5AAC82BDAB69}"/>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B71AD4AF-01F7-5DFC-ED36-D2CFAD2EDFFC}"/>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B71AD4AF-01F7-5DFC-ED36-D2CFAD2EDFFC}"/>
                  </a:ext>
                </a:extLst>
              </p:cNvPr>
              <p:cNvPicPr/>
              <p:nvPr/>
            </p:nvPicPr>
            <p:blipFill>
              <a:blip r:embed="rId17"/>
              <a:stretch>
                <a:fillRect/>
              </a:stretch>
            </p:blipFill>
            <p:spPr>
              <a:xfrm>
                <a:off x="3736844" y="4350733"/>
                <a:ext cx="108000" cy="216000"/>
              </a:xfrm>
              <a:prstGeom prst="rect">
                <a:avLst/>
              </a:prstGeom>
            </p:spPr>
          </p:pic>
        </mc:Fallback>
      </mc:AlternateContent>
      <p:sp>
        <p:nvSpPr>
          <p:cNvPr id="4" name="TextBox 3">
            <a:extLst>
              <a:ext uri="{FF2B5EF4-FFF2-40B4-BE49-F238E27FC236}">
                <a16:creationId xmlns:a16="http://schemas.microsoft.com/office/drawing/2014/main" id="{18ED7DEC-84D4-06A4-475D-4DD978708185}"/>
              </a:ext>
            </a:extLst>
          </p:cNvPr>
          <p:cNvSpPr txBox="1"/>
          <p:nvPr/>
        </p:nvSpPr>
        <p:spPr>
          <a:xfrm>
            <a:off x="133564" y="795660"/>
            <a:ext cx="10078948" cy="369332"/>
          </a:xfrm>
          <a:prstGeom prst="rect">
            <a:avLst/>
          </a:prstGeom>
          <a:noFill/>
        </p:spPr>
        <p:txBody>
          <a:bodyPr wrap="square">
            <a:spAutoFit/>
          </a:bodyPr>
          <a:lstStyle/>
          <a:p>
            <a:r>
              <a:rPr lang="en-US" dirty="0"/>
              <a:t>Table 6 AI Investments and Product Innovation Using the Resume-based AI Measure</a:t>
            </a:r>
          </a:p>
        </p:txBody>
      </p:sp>
      <p:pic>
        <p:nvPicPr>
          <p:cNvPr id="14" name="Picture 13">
            <a:extLst>
              <a:ext uri="{FF2B5EF4-FFF2-40B4-BE49-F238E27FC236}">
                <a16:creationId xmlns:a16="http://schemas.microsoft.com/office/drawing/2014/main" id="{54A2BD8B-CF11-1D14-0AAD-85D6B9DF0988}"/>
              </a:ext>
            </a:extLst>
          </p:cNvPr>
          <p:cNvPicPr>
            <a:picLocks noChangeAspect="1"/>
          </p:cNvPicPr>
          <p:nvPr/>
        </p:nvPicPr>
        <p:blipFill>
          <a:blip r:embed="rId18"/>
          <a:stretch>
            <a:fillRect/>
          </a:stretch>
        </p:blipFill>
        <p:spPr>
          <a:xfrm>
            <a:off x="0" y="1213114"/>
            <a:ext cx="12002661" cy="2810196"/>
          </a:xfrm>
          <a:prstGeom prst="rect">
            <a:avLst/>
          </a:prstGeom>
        </p:spPr>
      </p:pic>
    </p:spTree>
    <p:extLst>
      <p:ext uri="{BB962C8B-B14F-4D97-AF65-F5344CB8AC3E}">
        <p14:creationId xmlns:p14="http://schemas.microsoft.com/office/powerpoint/2010/main" val="3397776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EFB88-E47D-8B14-8685-DBF69CE7F5D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018897-538B-CDF7-623D-250BE209F9DA}"/>
              </a:ext>
            </a:extLst>
          </p:cNvPr>
          <p:cNvSpPr>
            <a:spLocks noGrp="1"/>
          </p:cNvSpPr>
          <p:nvPr>
            <p:ph type="ctrTitle"/>
          </p:nvPr>
        </p:nvSpPr>
        <p:spPr>
          <a:xfrm>
            <a:off x="133564" y="0"/>
            <a:ext cx="11866652" cy="591207"/>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AI as a driver of product innovation</a:t>
            </a:r>
          </a:p>
        </p:txBody>
      </p:sp>
      <p:pic>
        <p:nvPicPr>
          <p:cNvPr id="20" name="Picture 19">
            <a:extLst>
              <a:ext uri="{FF2B5EF4-FFF2-40B4-BE49-F238E27FC236}">
                <a16:creationId xmlns:a16="http://schemas.microsoft.com/office/drawing/2014/main" id="{5D106B69-3B5E-E74F-6066-72D0A216BF47}"/>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99701A8B-7212-3B44-C2A3-F39D79388D00}"/>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99701A8B-7212-3B44-C2A3-F39D79388D00}"/>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6A6DF9B-0E28-A6E9-53C8-49E937B991C7}"/>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46A6DF9B-0E28-A6E9-53C8-49E937B991C7}"/>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61A21143-25F1-E7D3-20E6-141BAE6C7ED5}"/>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61A21143-25F1-E7D3-20E6-141BAE6C7ED5}"/>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F88FF99A-7010-5B65-89D1-45C38DD404C5}"/>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F88FF99A-7010-5B65-89D1-45C38DD404C5}"/>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D7AD853A-8101-28B3-9CD5-104DCF93A06B}"/>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D7AD853A-8101-28B3-9CD5-104DCF93A06B}"/>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4982D2D9-FDA0-2318-117F-36E951C2747D}"/>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4982D2D9-FDA0-2318-117F-36E951C2747D}"/>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4547ADE1-7643-BFC2-C30F-083D17EEF0CF}"/>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4547ADE1-7643-BFC2-C30F-083D17EEF0CF}"/>
                  </a:ext>
                </a:extLst>
              </p:cNvPr>
              <p:cNvPicPr/>
              <p:nvPr/>
            </p:nvPicPr>
            <p:blipFill>
              <a:blip r:embed="rId17"/>
              <a:stretch>
                <a:fillRect/>
              </a:stretch>
            </p:blipFill>
            <p:spPr>
              <a:xfrm>
                <a:off x="3736844" y="4350733"/>
                <a:ext cx="108000" cy="216000"/>
              </a:xfrm>
              <a:prstGeom prst="rect">
                <a:avLst/>
              </a:prstGeom>
            </p:spPr>
          </p:pic>
        </mc:Fallback>
      </mc:AlternateContent>
      <p:sp>
        <p:nvSpPr>
          <p:cNvPr id="12" name="TextBox 11">
            <a:extLst>
              <a:ext uri="{FF2B5EF4-FFF2-40B4-BE49-F238E27FC236}">
                <a16:creationId xmlns:a16="http://schemas.microsoft.com/office/drawing/2014/main" id="{0B9D880E-BEB5-E4F5-8DD6-FDF9126A3CE0}"/>
              </a:ext>
            </a:extLst>
          </p:cNvPr>
          <p:cNvSpPr txBox="1"/>
          <p:nvPr/>
        </p:nvSpPr>
        <p:spPr>
          <a:xfrm>
            <a:off x="359324" y="582252"/>
            <a:ext cx="10437374" cy="369332"/>
          </a:xfrm>
          <a:prstGeom prst="rect">
            <a:avLst/>
          </a:prstGeom>
          <a:noFill/>
        </p:spPr>
        <p:txBody>
          <a:bodyPr wrap="square">
            <a:spAutoFit/>
          </a:bodyPr>
          <a:lstStyle/>
          <a:p>
            <a:r>
              <a:rPr lang="en-US" dirty="0"/>
              <a:t>Table 7 AI Investments and Product Innovation: IV Estimates Using the Resume-based AI Measure. </a:t>
            </a:r>
          </a:p>
        </p:txBody>
      </p:sp>
      <p:pic>
        <p:nvPicPr>
          <p:cNvPr id="15" name="Picture 14">
            <a:extLst>
              <a:ext uri="{FF2B5EF4-FFF2-40B4-BE49-F238E27FC236}">
                <a16:creationId xmlns:a16="http://schemas.microsoft.com/office/drawing/2014/main" id="{2FFE4614-72C8-E181-C24E-B8749FEB31DB}"/>
              </a:ext>
            </a:extLst>
          </p:cNvPr>
          <p:cNvPicPr>
            <a:picLocks noChangeAspect="1"/>
          </p:cNvPicPr>
          <p:nvPr/>
        </p:nvPicPr>
        <p:blipFill>
          <a:blip r:embed="rId18"/>
          <a:stretch>
            <a:fillRect/>
          </a:stretch>
        </p:blipFill>
        <p:spPr>
          <a:xfrm>
            <a:off x="198351" y="1330694"/>
            <a:ext cx="11993649" cy="2886478"/>
          </a:xfrm>
          <a:prstGeom prst="rect">
            <a:avLst/>
          </a:prstGeom>
        </p:spPr>
      </p:pic>
    </p:spTree>
    <p:extLst>
      <p:ext uri="{BB962C8B-B14F-4D97-AF65-F5344CB8AC3E}">
        <p14:creationId xmlns:p14="http://schemas.microsoft.com/office/powerpoint/2010/main" val="967855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B814-DA1A-B308-03A2-0C11867A22D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935005-2B7E-B284-C826-D04BE708017D}"/>
              </a:ext>
            </a:extLst>
          </p:cNvPr>
          <p:cNvSpPr>
            <a:spLocks noGrp="1"/>
          </p:cNvSpPr>
          <p:nvPr>
            <p:ph type="ctrTitle"/>
          </p:nvPr>
        </p:nvSpPr>
        <p:spPr>
          <a:xfrm>
            <a:off x="133564" y="0"/>
            <a:ext cx="11866652" cy="591207"/>
          </a:xfrm>
        </p:spPr>
        <p:txBody>
          <a:bodyPr>
            <a:normAutofit/>
          </a:bodyPr>
          <a:lstStyle/>
          <a:p>
            <a:r>
              <a:rPr lang="en-US" sz="2800" b="1" dirty="0">
                <a:solidFill>
                  <a:srgbClr val="C00000"/>
                </a:solidFill>
                <a:latin typeface="Arial" panose="020B0604020202020204" pitchFamily="34" charset="0"/>
                <a:cs typeface="Arial" panose="020B0604020202020204" pitchFamily="34" charset="0"/>
              </a:rPr>
              <a:t>AI as a driver of lower operating costs</a:t>
            </a:r>
          </a:p>
        </p:txBody>
      </p:sp>
      <p:pic>
        <p:nvPicPr>
          <p:cNvPr id="20" name="Picture 19">
            <a:extLst>
              <a:ext uri="{FF2B5EF4-FFF2-40B4-BE49-F238E27FC236}">
                <a16:creationId xmlns:a16="http://schemas.microsoft.com/office/drawing/2014/main" id="{04AFD455-BABA-C3F3-D038-3E09FC338DF1}"/>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28E4D51-09A5-757D-0C0E-FF3BCAB89869}"/>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528E4D51-09A5-757D-0C0E-FF3BCAB89869}"/>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A50E4F3-4F32-6E07-6F00-C805B82278CC}"/>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BA50E4F3-4F32-6E07-6F00-C805B82278CC}"/>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72C05069-AEAD-60F4-CEA1-56EF7D7FE041}"/>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72C05069-AEAD-60F4-CEA1-56EF7D7FE041}"/>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F4F8C573-24A3-6DD1-2DD1-87FF66C1232D}"/>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F4F8C573-24A3-6DD1-2DD1-87FF66C1232D}"/>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CB1A8A8D-9492-F89F-0ECF-70EEFD6E0182}"/>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CB1A8A8D-9492-F89F-0ECF-70EEFD6E0182}"/>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22DDD8BD-8731-6E63-AAF6-1858CA8AF153}"/>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22DDD8BD-8731-6E63-AAF6-1858CA8AF153}"/>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7EA4717D-053B-E264-2F09-458345150CA2}"/>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7EA4717D-053B-E264-2F09-458345150CA2}"/>
                  </a:ext>
                </a:extLst>
              </p:cNvPr>
              <p:cNvPicPr/>
              <p:nvPr/>
            </p:nvPicPr>
            <p:blipFill>
              <a:blip r:embed="rId17"/>
              <a:stretch>
                <a:fillRect/>
              </a:stretch>
            </p:blipFill>
            <p:spPr>
              <a:xfrm>
                <a:off x="3736844" y="4350733"/>
                <a:ext cx="108000" cy="216000"/>
              </a:xfrm>
              <a:prstGeom prst="rect">
                <a:avLst/>
              </a:prstGeom>
            </p:spPr>
          </p:pic>
        </mc:Fallback>
      </mc:AlternateContent>
      <p:sp>
        <p:nvSpPr>
          <p:cNvPr id="12" name="TextBox 11">
            <a:extLst>
              <a:ext uri="{FF2B5EF4-FFF2-40B4-BE49-F238E27FC236}">
                <a16:creationId xmlns:a16="http://schemas.microsoft.com/office/drawing/2014/main" id="{4B2C3FF6-23E2-B27E-C66E-E24183119D61}"/>
              </a:ext>
            </a:extLst>
          </p:cNvPr>
          <p:cNvSpPr txBox="1"/>
          <p:nvPr/>
        </p:nvSpPr>
        <p:spPr>
          <a:xfrm>
            <a:off x="80122" y="619450"/>
            <a:ext cx="11209207" cy="369332"/>
          </a:xfrm>
          <a:prstGeom prst="rect">
            <a:avLst/>
          </a:prstGeom>
          <a:noFill/>
        </p:spPr>
        <p:txBody>
          <a:bodyPr wrap="square">
            <a:spAutoFit/>
          </a:bodyPr>
          <a:lstStyle/>
          <a:p>
            <a:r>
              <a:rPr lang="en-US" dirty="0"/>
              <a:t>Table 8 AI Investments and Operating Costs Using the Resume-based AI Measure.</a:t>
            </a:r>
          </a:p>
        </p:txBody>
      </p:sp>
      <p:pic>
        <p:nvPicPr>
          <p:cNvPr id="15" name="Picture 14">
            <a:extLst>
              <a:ext uri="{FF2B5EF4-FFF2-40B4-BE49-F238E27FC236}">
                <a16:creationId xmlns:a16="http://schemas.microsoft.com/office/drawing/2014/main" id="{78224C38-6B1D-D3F7-E87B-FF0FADCA570A}"/>
              </a:ext>
            </a:extLst>
          </p:cNvPr>
          <p:cNvPicPr>
            <a:picLocks noChangeAspect="1"/>
          </p:cNvPicPr>
          <p:nvPr/>
        </p:nvPicPr>
        <p:blipFill>
          <a:blip r:embed="rId18"/>
          <a:stretch>
            <a:fillRect/>
          </a:stretch>
        </p:blipFill>
        <p:spPr>
          <a:xfrm>
            <a:off x="51013" y="988677"/>
            <a:ext cx="12031754" cy="2343477"/>
          </a:xfrm>
          <a:prstGeom prst="rect">
            <a:avLst/>
          </a:prstGeom>
        </p:spPr>
      </p:pic>
      <p:sp>
        <p:nvSpPr>
          <p:cNvPr id="4" name="TextBox 3">
            <a:extLst>
              <a:ext uri="{FF2B5EF4-FFF2-40B4-BE49-F238E27FC236}">
                <a16:creationId xmlns:a16="http://schemas.microsoft.com/office/drawing/2014/main" id="{5F0B2366-1AE3-2416-5E35-B93E719E880E}"/>
              </a:ext>
            </a:extLst>
          </p:cNvPr>
          <p:cNvSpPr txBox="1"/>
          <p:nvPr/>
        </p:nvSpPr>
        <p:spPr>
          <a:xfrm>
            <a:off x="80123" y="3481970"/>
            <a:ext cx="11920093" cy="646331"/>
          </a:xfrm>
          <a:prstGeom prst="rect">
            <a:avLst/>
          </a:prstGeom>
          <a:noFill/>
        </p:spPr>
        <p:txBody>
          <a:bodyPr wrap="square">
            <a:spAutoFit/>
          </a:bodyPr>
          <a:lstStyle/>
          <a:p>
            <a:r>
              <a:rPr lang="en-US" dirty="0"/>
              <a:t>Overall, the authors find that AI technologies benefit firms through product innovations rather than through reductions in operating expenses or improvements in productivity</a:t>
            </a:r>
          </a:p>
        </p:txBody>
      </p:sp>
    </p:spTree>
    <p:extLst>
      <p:ext uri="{BB962C8B-B14F-4D97-AF65-F5344CB8AC3E}">
        <p14:creationId xmlns:p14="http://schemas.microsoft.com/office/powerpoint/2010/main" val="4281322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5F52E-54C0-BB90-2AFF-84864AA2E7E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189CCA-01C7-40CA-C113-847962B0A0EC}"/>
              </a:ext>
            </a:extLst>
          </p:cNvPr>
          <p:cNvSpPr>
            <a:spLocks noGrp="1"/>
          </p:cNvSpPr>
          <p:nvPr>
            <p:ph type="ctrTitle"/>
          </p:nvPr>
        </p:nvSpPr>
        <p:spPr>
          <a:xfrm>
            <a:off x="133564" y="0"/>
            <a:ext cx="11866652" cy="591207"/>
          </a:xfrm>
        </p:spPr>
        <p:txBody>
          <a:bodyPr>
            <a:normAutofit/>
          </a:bodyPr>
          <a:lstStyle/>
          <a:p>
            <a:r>
              <a:rPr lang="en-US" sz="1000" dirty="0"/>
              <a:t> </a:t>
            </a:r>
            <a:r>
              <a:rPr lang="en-US" sz="2800" b="1" dirty="0">
                <a:solidFill>
                  <a:srgbClr val="C00000"/>
                </a:solidFill>
                <a:latin typeface="Arial" panose="020B0604020202020204" pitchFamily="34" charset="0"/>
                <a:cs typeface="Arial" panose="020B0604020202020204" pitchFamily="34" charset="0"/>
              </a:rPr>
              <a:t>AI investments and industry-level outcomes</a:t>
            </a:r>
          </a:p>
        </p:txBody>
      </p:sp>
      <p:pic>
        <p:nvPicPr>
          <p:cNvPr id="20" name="Picture 19">
            <a:extLst>
              <a:ext uri="{FF2B5EF4-FFF2-40B4-BE49-F238E27FC236}">
                <a16:creationId xmlns:a16="http://schemas.microsoft.com/office/drawing/2014/main" id="{7D9D0524-67A4-007A-1399-4719993DA589}"/>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81C351C4-CC1C-4EAD-71B3-6A8CBD78460D}"/>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81C351C4-CC1C-4EAD-71B3-6A8CBD78460D}"/>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ECEC8174-2791-2AB8-EEED-1D8BEC1B81B3}"/>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ECEC8174-2791-2AB8-EEED-1D8BEC1B81B3}"/>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288A4240-21E8-085C-4A6C-932DFEC85BC6}"/>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288A4240-21E8-085C-4A6C-932DFEC85BC6}"/>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15278AA5-BCB0-FDAC-7671-CDA31A602511}"/>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15278AA5-BCB0-FDAC-7671-CDA31A602511}"/>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47D62EF-D13B-32E6-1F1C-558B375C2AF9}"/>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A47D62EF-D13B-32E6-1F1C-558B375C2AF9}"/>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31E4C758-D65A-FBAF-509F-38E1F6C726FF}"/>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31E4C758-D65A-FBAF-509F-38E1F6C726FF}"/>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DA07D55B-96A7-A0B4-A8D1-63F6D86786E3}"/>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DA07D55B-96A7-A0B4-A8D1-63F6D86786E3}"/>
                  </a:ext>
                </a:extLst>
              </p:cNvPr>
              <p:cNvPicPr/>
              <p:nvPr/>
            </p:nvPicPr>
            <p:blipFill>
              <a:blip r:embed="rId17"/>
              <a:stretch>
                <a:fillRect/>
              </a:stretch>
            </p:blipFill>
            <p:spPr>
              <a:xfrm>
                <a:off x="3736844" y="4350733"/>
                <a:ext cx="108000" cy="216000"/>
              </a:xfrm>
              <a:prstGeom prst="rect">
                <a:avLst/>
              </a:prstGeom>
            </p:spPr>
          </p:pic>
        </mc:Fallback>
      </mc:AlternateContent>
      <p:pic>
        <p:nvPicPr>
          <p:cNvPr id="14" name="Picture 13">
            <a:extLst>
              <a:ext uri="{FF2B5EF4-FFF2-40B4-BE49-F238E27FC236}">
                <a16:creationId xmlns:a16="http://schemas.microsoft.com/office/drawing/2014/main" id="{9FEC4752-A148-0109-0CA5-27CBA2A8988E}"/>
              </a:ext>
            </a:extLst>
          </p:cNvPr>
          <p:cNvPicPr>
            <a:picLocks noChangeAspect="1"/>
          </p:cNvPicPr>
          <p:nvPr/>
        </p:nvPicPr>
        <p:blipFill>
          <a:blip r:embed="rId18"/>
          <a:stretch>
            <a:fillRect/>
          </a:stretch>
        </p:blipFill>
        <p:spPr>
          <a:xfrm>
            <a:off x="1442002" y="980725"/>
            <a:ext cx="8990423" cy="4729489"/>
          </a:xfrm>
          <a:prstGeom prst="rect">
            <a:avLst/>
          </a:prstGeom>
        </p:spPr>
      </p:pic>
    </p:spTree>
    <p:extLst>
      <p:ext uri="{BB962C8B-B14F-4D97-AF65-F5344CB8AC3E}">
        <p14:creationId xmlns:p14="http://schemas.microsoft.com/office/powerpoint/2010/main" val="497790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D04DA-4C76-BAC0-B3EB-A3E58C49F2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D6E60E-5969-AC9F-580B-0CEB67511D7E}"/>
              </a:ext>
            </a:extLst>
          </p:cNvPr>
          <p:cNvSpPr>
            <a:spLocks noGrp="1"/>
          </p:cNvSpPr>
          <p:nvPr>
            <p:ph type="ctrTitle"/>
          </p:nvPr>
        </p:nvSpPr>
        <p:spPr>
          <a:xfrm>
            <a:off x="133564" y="0"/>
            <a:ext cx="11866652" cy="591207"/>
          </a:xfrm>
        </p:spPr>
        <p:txBody>
          <a:bodyPr>
            <a:normAutofit/>
          </a:bodyPr>
          <a:lstStyle/>
          <a:p>
            <a:r>
              <a:rPr lang="en-US" sz="1000" dirty="0"/>
              <a:t> </a:t>
            </a:r>
            <a:r>
              <a:rPr lang="en-US" sz="2800" b="1" dirty="0">
                <a:solidFill>
                  <a:srgbClr val="C00000"/>
                </a:solidFill>
                <a:latin typeface="Arial" panose="020B0604020202020204" pitchFamily="34" charset="0"/>
                <a:cs typeface="Arial" panose="020B0604020202020204" pitchFamily="34" charset="0"/>
              </a:rPr>
              <a:t>AI investments and industry-level outcomes</a:t>
            </a:r>
          </a:p>
        </p:txBody>
      </p:sp>
      <p:pic>
        <p:nvPicPr>
          <p:cNvPr id="20" name="Picture 19">
            <a:extLst>
              <a:ext uri="{FF2B5EF4-FFF2-40B4-BE49-F238E27FC236}">
                <a16:creationId xmlns:a16="http://schemas.microsoft.com/office/drawing/2014/main" id="{5DE6E436-2360-BE6B-9A52-CFC5F7E3EAB1}"/>
              </a:ext>
            </a:extLst>
          </p:cNvPr>
          <p:cNvPicPr>
            <a:picLocks noChangeAspect="1"/>
          </p:cNvPicPr>
          <p:nvPr/>
        </p:nvPicPr>
        <p:blipFill>
          <a:blip r:embed="rId3"/>
          <a:stretch>
            <a:fillRect/>
          </a:stretch>
        </p:blipFill>
        <p:spPr>
          <a:xfrm>
            <a:off x="0" y="6344292"/>
            <a:ext cx="12192000" cy="51370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90537A8D-9BCE-B2E9-5C0A-BD6896D5D081}"/>
                  </a:ext>
                </a:extLst>
              </p14:cNvPr>
              <p14:cNvContentPartPr/>
              <p14:nvPr/>
            </p14:nvContentPartPr>
            <p14:xfrm>
              <a:off x="5034167" y="4571413"/>
              <a:ext cx="195120" cy="21240"/>
            </p14:xfrm>
          </p:contentPart>
        </mc:Choice>
        <mc:Fallback xmlns="">
          <p:pic>
            <p:nvPicPr>
              <p:cNvPr id="6" name="Ink 5">
                <a:extLst>
                  <a:ext uri="{FF2B5EF4-FFF2-40B4-BE49-F238E27FC236}">
                    <a16:creationId xmlns:a16="http://schemas.microsoft.com/office/drawing/2014/main" id="{90537A8D-9BCE-B2E9-5C0A-BD6896D5D081}"/>
                  </a:ext>
                </a:extLst>
              </p:cNvPr>
              <p:cNvPicPr/>
              <p:nvPr/>
            </p:nvPicPr>
            <p:blipFill>
              <a:blip r:embed="rId5"/>
              <a:stretch>
                <a:fillRect/>
              </a:stretch>
            </p:blipFill>
            <p:spPr>
              <a:xfrm>
                <a:off x="4980266" y="4463413"/>
                <a:ext cx="302562"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17F735D6-AE02-5B7B-2353-A3F1CFE6BECA}"/>
                  </a:ext>
                </a:extLst>
              </p14:cNvPr>
              <p14:cNvContentPartPr/>
              <p14:nvPr/>
            </p14:nvContentPartPr>
            <p14:xfrm>
              <a:off x="4284287" y="4838893"/>
              <a:ext cx="133560" cy="360"/>
            </p14:xfrm>
          </p:contentPart>
        </mc:Choice>
        <mc:Fallback xmlns="">
          <p:pic>
            <p:nvPicPr>
              <p:cNvPr id="7" name="Ink 6">
                <a:extLst>
                  <a:ext uri="{FF2B5EF4-FFF2-40B4-BE49-F238E27FC236}">
                    <a16:creationId xmlns:a16="http://schemas.microsoft.com/office/drawing/2014/main" id="{17F735D6-AE02-5B7B-2353-A3F1CFE6BECA}"/>
                  </a:ext>
                </a:extLst>
              </p:cNvPr>
              <p:cNvPicPr/>
              <p:nvPr/>
            </p:nvPicPr>
            <p:blipFill>
              <a:blip r:embed="rId7"/>
              <a:stretch>
                <a:fillRect/>
              </a:stretch>
            </p:blipFill>
            <p:spPr>
              <a:xfrm>
                <a:off x="4230287" y="4730893"/>
                <a:ext cx="241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85B1BB22-5020-AAFC-A79D-A0E2E2F8AC25}"/>
                  </a:ext>
                </a:extLst>
              </p14:cNvPr>
              <p14:cNvContentPartPr/>
              <p14:nvPr/>
            </p14:nvContentPartPr>
            <p14:xfrm>
              <a:off x="3904127" y="6040933"/>
              <a:ext cx="663480" cy="4680"/>
            </p14:xfrm>
          </p:contentPart>
        </mc:Choice>
        <mc:Fallback xmlns="">
          <p:pic>
            <p:nvPicPr>
              <p:cNvPr id="8" name="Ink 7">
                <a:extLst>
                  <a:ext uri="{FF2B5EF4-FFF2-40B4-BE49-F238E27FC236}">
                    <a16:creationId xmlns:a16="http://schemas.microsoft.com/office/drawing/2014/main" id="{85B1BB22-5020-AAFC-A79D-A0E2E2F8AC25}"/>
                  </a:ext>
                </a:extLst>
              </p:cNvPr>
              <p:cNvPicPr/>
              <p:nvPr/>
            </p:nvPicPr>
            <p:blipFill>
              <a:blip r:embed="rId9"/>
              <a:stretch>
                <a:fillRect/>
              </a:stretch>
            </p:blipFill>
            <p:spPr>
              <a:xfrm>
                <a:off x="3850127" y="5932933"/>
                <a:ext cx="7711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39CAA619-ED80-AF76-17E6-8CF5E89E1D6F}"/>
                  </a:ext>
                </a:extLst>
              </p14:cNvPr>
              <p14:cNvContentPartPr/>
              <p14:nvPr/>
            </p14:nvContentPartPr>
            <p14:xfrm>
              <a:off x="359324" y="2773933"/>
              <a:ext cx="844200" cy="32040"/>
            </p14:xfrm>
          </p:contentPart>
        </mc:Choice>
        <mc:Fallback xmlns="">
          <p:pic>
            <p:nvPicPr>
              <p:cNvPr id="9" name="Ink 8">
                <a:extLst>
                  <a:ext uri="{FF2B5EF4-FFF2-40B4-BE49-F238E27FC236}">
                    <a16:creationId xmlns:a16="http://schemas.microsoft.com/office/drawing/2014/main" id="{39CAA619-ED80-AF76-17E6-8CF5E89E1D6F}"/>
                  </a:ext>
                </a:extLst>
              </p:cNvPr>
              <p:cNvPicPr/>
              <p:nvPr/>
            </p:nvPicPr>
            <p:blipFill>
              <a:blip r:embed="rId11"/>
              <a:stretch>
                <a:fillRect/>
              </a:stretch>
            </p:blipFill>
            <p:spPr>
              <a:xfrm>
                <a:off x="305347" y="2665933"/>
                <a:ext cx="951794"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6A8BB482-7FBF-8E7C-46C9-4FB7279CCFB6}"/>
                  </a:ext>
                </a:extLst>
              </p14:cNvPr>
              <p14:cNvContentPartPr/>
              <p14:nvPr/>
            </p14:nvContentPartPr>
            <p14:xfrm>
              <a:off x="420884" y="3132493"/>
              <a:ext cx="965520" cy="52560"/>
            </p14:xfrm>
          </p:contentPart>
        </mc:Choice>
        <mc:Fallback xmlns="">
          <p:pic>
            <p:nvPicPr>
              <p:cNvPr id="10" name="Ink 9">
                <a:extLst>
                  <a:ext uri="{FF2B5EF4-FFF2-40B4-BE49-F238E27FC236}">
                    <a16:creationId xmlns:a16="http://schemas.microsoft.com/office/drawing/2014/main" id="{6A8BB482-7FBF-8E7C-46C9-4FB7279CCFB6}"/>
                  </a:ext>
                </a:extLst>
              </p:cNvPr>
              <p:cNvPicPr/>
              <p:nvPr/>
            </p:nvPicPr>
            <p:blipFill>
              <a:blip r:embed="rId13"/>
              <a:stretch>
                <a:fillRect/>
              </a:stretch>
            </p:blipFill>
            <p:spPr>
              <a:xfrm>
                <a:off x="366884" y="3024493"/>
                <a:ext cx="1073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F4F9843B-1BA8-2003-F9DD-13AF2F7ED986}"/>
                  </a:ext>
                </a:extLst>
              </p14:cNvPr>
              <p14:cNvContentPartPr/>
              <p14:nvPr/>
            </p14:nvContentPartPr>
            <p14:xfrm>
              <a:off x="236204" y="5507053"/>
              <a:ext cx="884880" cy="27360"/>
            </p14:xfrm>
          </p:contentPart>
        </mc:Choice>
        <mc:Fallback xmlns="">
          <p:pic>
            <p:nvPicPr>
              <p:cNvPr id="11" name="Ink 10">
                <a:extLst>
                  <a:ext uri="{FF2B5EF4-FFF2-40B4-BE49-F238E27FC236}">
                    <a16:creationId xmlns:a16="http://schemas.microsoft.com/office/drawing/2014/main" id="{F4F9843B-1BA8-2003-F9DD-13AF2F7ED986}"/>
                  </a:ext>
                </a:extLst>
              </p:cNvPr>
              <p:cNvPicPr/>
              <p:nvPr/>
            </p:nvPicPr>
            <p:blipFill>
              <a:blip r:embed="rId15"/>
              <a:stretch>
                <a:fillRect/>
              </a:stretch>
            </p:blipFill>
            <p:spPr>
              <a:xfrm>
                <a:off x="182182" y="5399053"/>
                <a:ext cx="992564"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 name="Ink 1">
                <a:extLst>
                  <a:ext uri="{FF2B5EF4-FFF2-40B4-BE49-F238E27FC236}">
                    <a16:creationId xmlns:a16="http://schemas.microsoft.com/office/drawing/2014/main" id="{080BBCC5-6B89-58B9-BA15-06F2E25D096F}"/>
                  </a:ext>
                </a:extLst>
              </p14:cNvPr>
              <p14:cNvContentPartPr/>
              <p14:nvPr/>
            </p14:nvContentPartPr>
            <p14:xfrm>
              <a:off x="3790844" y="4458733"/>
              <a:ext cx="360" cy="360"/>
            </p14:xfrm>
          </p:contentPart>
        </mc:Choice>
        <mc:Fallback xmlns="">
          <p:pic>
            <p:nvPicPr>
              <p:cNvPr id="2" name="Ink 1">
                <a:extLst>
                  <a:ext uri="{FF2B5EF4-FFF2-40B4-BE49-F238E27FC236}">
                    <a16:creationId xmlns:a16="http://schemas.microsoft.com/office/drawing/2014/main" id="{080BBCC5-6B89-58B9-BA15-06F2E25D096F}"/>
                  </a:ext>
                </a:extLst>
              </p:cNvPr>
              <p:cNvPicPr/>
              <p:nvPr/>
            </p:nvPicPr>
            <p:blipFill>
              <a:blip r:embed="rId17"/>
              <a:stretch>
                <a:fillRect/>
              </a:stretch>
            </p:blipFill>
            <p:spPr>
              <a:xfrm>
                <a:off x="3736844" y="4350733"/>
                <a:ext cx="108000" cy="216000"/>
              </a:xfrm>
              <a:prstGeom prst="rect">
                <a:avLst/>
              </a:prstGeom>
            </p:spPr>
          </p:pic>
        </mc:Fallback>
      </mc:AlternateContent>
      <p:sp>
        <p:nvSpPr>
          <p:cNvPr id="4" name="TextBox 3">
            <a:extLst>
              <a:ext uri="{FF2B5EF4-FFF2-40B4-BE49-F238E27FC236}">
                <a16:creationId xmlns:a16="http://schemas.microsoft.com/office/drawing/2014/main" id="{29EF7DCF-8BF7-25A7-A9E1-34D89A56072D}"/>
              </a:ext>
            </a:extLst>
          </p:cNvPr>
          <p:cNvSpPr txBox="1"/>
          <p:nvPr/>
        </p:nvSpPr>
        <p:spPr>
          <a:xfrm>
            <a:off x="133563" y="583377"/>
            <a:ext cx="11681358" cy="369332"/>
          </a:xfrm>
          <a:prstGeom prst="rect">
            <a:avLst/>
          </a:prstGeom>
          <a:noFill/>
        </p:spPr>
        <p:txBody>
          <a:bodyPr wrap="square">
            <a:spAutoFit/>
          </a:bodyPr>
          <a:lstStyle/>
          <a:p>
            <a:r>
              <a:rPr lang="en-US" dirty="0"/>
              <a:t>Table 9 AI Investments and Changes in Industry Growth and Concentration Using the Resume-based AI Measure.</a:t>
            </a:r>
          </a:p>
        </p:txBody>
      </p:sp>
      <p:pic>
        <p:nvPicPr>
          <p:cNvPr id="13" name="Picture 12">
            <a:extLst>
              <a:ext uri="{FF2B5EF4-FFF2-40B4-BE49-F238E27FC236}">
                <a16:creationId xmlns:a16="http://schemas.microsoft.com/office/drawing/2014/main" id="{DB41B929-0068-69A2-E54A-0D173E50EFF2}"/>
              </a:ext>
            </a:extLst>
          </p:cNvPr>
          <p:cNvPicPr>
            <a:picLocks noChangeAspect="1"/>
          </p:cNvPicPr>
          <p:nvPr/>
        </p:nvPicPr>
        <p:blipFill>
          <a:blip r:embed="rId18"/>
          <a:stretch>
            <a:fillRect/>
          </a:stretch>
        </p:blipFill>
        <p:spPr>
          <a:xfrm>
            <a:off x="133563" y="1024106"/>
            <a:ext cx="11993649" cy="1914792"/>
          </a:xfrm>
          <a:prstGeom prst="rect">
            <a:avLst/>
          </a:prstGeom>
        </p:spPr>
      </p:pic>
    </p:spTree>
    <p:extLst>
      <p:ext uri="{BB962C8B-B14F-4D97-AF65-F5344CB8AC3E}">
        <p14:creationId xmlns:p14="http://schemas.microsoft.com/office/powerpoint/2010/main" val="2138916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0"/>
            <a:ext cx="9144000" cy="47707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0" y="566530"/>
            <a:ext cx="11887200" cy="5167521"/>
          </a:xfrm>
        </p:spPr>
        <p:txBody>
          <a:bodyPr>
            <a:normAutofit/>
          </a:bodyPr>
          <a:lstStyle/>
          <a:p>
            <a:pPr marL="571500" indent="-571500" algn="l">
              <a:buFont typeface="Arial" panose="020B0604020202020204" pitchFamily="34" charset="0"/>
              <a:buChar char="•"/>
            </a:pPr>
            <a:r>
              <a:rPr lang="en-US" dirty="0"/>
              <a:t>The authors introduce a novel measure of investments in AI technologies at the firm level using two detailed datasets on human capital: resume data from </a:t>
            </a:r>
            <a:r>
              <a:rPr lang="en-US" dirty="0" err="1"/>
              <a:t>Cognism</a:t>
            </a:r>
            <a:r>
              <a:rPr lang="en-US" dirty="0"/>
              <a:t>, which reveal the actual composition of each firm’s workforce, and job postings from Burning Glass Technologies, which indicate each firm’s demand for particular skills. The unique measure allows to examine both the determinants and the consequences of AI investments by firms across a wide range of sector.</a:t>
            </a:r>
          </a:p>
          <a:p>
            <a:pPr marL="571500" indent="-571500" algn="l">
              <a:buFont typeface="Arial" panose="020B0604020202020204" pitchFamily="34" charset="0"/>
              <a:buChar char="•"/>
            </a:pPr>
            <a:r>
              <a:rPr lang="en-US" dirty="0"/>
              <a:t>The authors find a positive feedback loop between AI investments and firm size: AI investments concentrate among the largest firms, and as firms invest in AI, they grow larger, gaining sales, employment, and market share. This AI-fueled growth does not appear to stem from cost-cutting; instead, AI-investing firms expand through product innovation and increased product offerings. Our findings highlight important differences between the adoption</a:t>
            </a:r>
          </a:p>
          <a:p>
            <a:pPr marL="571500" indent="-571500" algn="l">
              <a:buFont typeface="Arial" panose="020B0604020202020204" pitchFamily="34" charset="0"/>
              <a:buChar char="•"/>
            </a:pPr>
            <a:r>
              <a:rPr lang="en-US" dirty="0"/>
              <a:t>The findings highlight important differences between the adoption of AI technologies and the adoption of information technology (IT) in the 1980s and 1990s.</a:t>
            </a:r>
          </a:p>
          <a:p>
            <a:pPr marL="571500" indent="-571500" algn="l">
              <a:buFont typeface="Arial" panose="020B0604020202020204" pitchFamily="34" charset="0"/>
              <a:buChar char="•"/>
            </a:pPr>
            <a:r>
              <a:rPr lang="en-US" dirty="0"/>
              <a:t>The findings imply that the benefits from AI depend to a large extent on who owns big data—the key input to AI technologies (</a:t>
            </a:r>
            <a:r>
              <a:rPr lang="en-US" dirty="0" err="1"/>
              <a:t>Fedyk</a:t>
            </a:r>
            <a:r>
              <a:rPr lang="en-US" dirty="0"/>
              <a:t>, 2016).</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itle 3">
            <a:extLst>
              <a:ext uri="{FF2B5EF4-FFF2-40B4-BE49-F238E27FC236}">
                <a16:creationId xmlns:a16="http://schemas.microsoft.com/office/drawing/2014/main" id="{5A21D306-94C6-13E1-545F-46C526B992F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8155</TotalTime>
  <Words>3019</Words>
  <Application>Microsoft Office PowerPoint</Application>
  <PresentationFormat>Widescreen</PresentationFormat>
  <Paragraphs>158</Paragraphs>
  <Slides>27</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Calisto MT</vt:lpstr>
      <vt:lpstr>Open Sans</vt:lpstr>
      <vt:lpstr>Wingdings 2</vt:lpstr>
      <vt:lpstr>Slate</vt:lpstr>
      <vt:lpstr>Artificial intelligence, firm growth, and product innovation</vt:lpstr>
      <vt:lpstr>Research Goal</vt:lpstr>
      <vt:lpstr>Literature Contribution</vt:lpstr>
      <vt:lpstr>Artificial intelligence and firm growth: mechanisms</vt:lpstr>
      <vt:lpstr>Data and Sample</vt:lpstr>
      <vt:lpstr>AI investments from job postings (Burning Glass)</vt:lpstr>
      <vt:lpstr>AI investments from resumes (cognism)</vt:lpstr>
      <vt:lpstr> Summary statistics and validation</vt:lpstr>
      <vt:lpstr> Summary statistics and validation</vt:lpstr>
      <vt:lpstr> Summary statistics and validation</vt:lpstr>
      <vt:lpstr>Firm-level determinants of AI investments</vt:lpstr>
      <vt:lpstr>Firm-level determinants of AI investments</vt:lpstr>
      <vt:lpstr>AI investments and firm growth(Long-differences results)</vt:lpstr>
      <vt:lpstr>AI investments and firm growth(Long-differences results)</vt:lpstr>
      <vt:lpstr>AI investments and firm growth(Long-differences results)</vt:lpstr>
      <vt:lpstr>Long-differences results Robustness</vt:lpstr>
      <vt:lpstr>Dynamic relationship between firm AI investments and firm growth</vt:lpstr>
      <vt:lpstr>Dynamic relationship between firm AI investments and firm growth</vt:lpstr>
      <vt:lpstr>Instrumental variable estimates</vt:lpstr>
      <vt:lpstr>Instrumental variable estimates</vt:lpstr>
      <vt:lpstr>AI as a driver of product innovation</vt:lpstr>
      <vt:lpstr>AI as a driver of product innovation</vt:lpstr>
      <vt:lpstr>AI as a driver of lower operating costs</vt:lpstr>
      <vt:lpstr> AI investments and industry-level outcomes</vt:lpstr>
      <vt:lpstr> AI investments and industry-level outcomes</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510</cp:revision>
  <dcterms:created xsi:type="dcterms:W3CDTF">2024-01-18T13:26:59Z</dcterms:created>
  <dcterms:modified xsi:type="dcterms:W3CDTF">2024-11-19T15:18:38Z</dcterms:modified>
</cp:coreProperties>
</file>