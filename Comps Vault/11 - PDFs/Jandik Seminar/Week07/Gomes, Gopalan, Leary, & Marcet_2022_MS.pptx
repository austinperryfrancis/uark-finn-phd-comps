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1"/>
  </p:notesMasterIdLst>
  <p:sldIdLst>
    <p:sldId id="291" r:id="rId2"/>
    <p:sldId id="292" r:id="rId3"/>
    <p:sldId id="388" r:id="rId4"/>
    <p:sldId id="336" r:id="rId5"/>
    <p:sldId id="401" r:id="rId6"/>
    <p:sldId id="402" r:id="rId7"/>
    <p:sldId id="403" r:id="rId8"/>
    <p:sldId id="404" r:id="rId9"/>
    <p:sldId id="405" r:id="rId10"/>
    <p:sldId id="406" r:id="rId11"/>
    <p:sldId id="407" r:id="rId12"/>
    <p:sldId id="408" r:id="rId13"/>
    <p:sldId id="409" r:id="rId14"/>
    <p:sldId id="410" r:id="rId15"/>
    <p:sldId id="413" r:id="rId16"/>
    <p:sldId id="411" r:id="rId17"/>
    <p:sldId id="412" r:id="rId18"/>
    <p:sldId id="293" r:id="rId19"/>
    <p:sldId id="29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3FD9-75E6-48B4-8622-40F229F05D29}" v="7" dt="2024-09-11T21:25:49.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56" d="100"/>
          <a:sy n="56" d="100"/>
        </p:scale>
        <p:origin x="10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7:42.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0,'822'0,"-801"0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8:02.5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49,'8'0,"26"0,32-4,29-5,17-1,19 0,-2 3,-14 3,-19 1,-26 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8:56.97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3,'81'-1,"-23"-1,0 3,-1 2,79 14,62 13,-286-35,-108 10,117 6,50-6,-45 2,199-19,1 0,-98 11,-6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37.97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44.49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62 120,'154'3,"166"-6,-306 1,0-1,-1-1,1 0,-1-1,18-8,9-4,2-5,-41 21,-1 1,1 0,-1 0,0-1,1 1,-1 0,1-1,-1 1,0-1,1 1,-1-1,0 1,0 0,1-1,-1 1,0-1,0 1,0-1,1 0,-1 1,0-1,0 1,0-1,0 1,0-1,0 1,0-2,-1 1,0 1,0-1,0 0,0 0,-1 0,1 1,0-1,0 1,0-1,0 1,-1-1,1 1,0 0,-1-1,1 1,0 0,-3 0,-7 0,0 0,-1 1,1 0,0 1,0 1,0-1,0 2,0-1,1 2,-1-1,1 1,-14 10,10-7,-1 0,0-1,0-1,-1-1,-24 6,1-7,-1-2,-59-4,-47 2,143 0,1 0,-1 1,0-1,0 1,0 0,1 0,-1 0,0 0,1 0,-1 0,1 1,-1-1,1 1,0 0,-4 3,6-5,-1 1,1-1,0 1,-1-1,1 1,0-1,0 1,0 0,-1-1,1 1,0-1,0 1,0 0,0-1,0 1,0-1,0 1,0 0,0-1,0 1,1-1,-1 1,0 0,0-1,0 1,1 0,1 1,-1-1,0 1,1-1,0 1,-1-1,1 0,0 1,0-1,-1 0,1 0,0-1,2 2,12 3,-1 0,0-1,1-1,0-1,27 2,88-7,-54 0,15 4,71-3,-161 2,-1 0,0 0,1 0,-1 0,0 0,1 0,-1 0,0-1,1 1,-1-1,0 1,0-1,1 1,-1-1,0 1,0-1,0 0,1-1,-2 2,0-1,0 0,0 1,0-1,0 1,0-1,-1 0,1 1,0-1,0 1,-1-1,1 1,0-1,-1 1,1-1,-1 1,1-1,0 1,-1 0,1-1,-1 1,1 0,-1-1,0 1,0-1,-48-19,25 17,0 1,0 1,-25 2,30 0,1-1,-1 0,0-2,1 0,-1 0,-19-7,4 0,-1 1,-1 1,1 2,-37 0,-34-5,102 10,0-1,0 0,0 0,0-1,0 1,0-1,-7-3,11 4,-1 1,1 0,-1-1,1 1,0 0,-1-1,1 1,-1-1,1 1,0-1,-1 1,1-1,0 1,0-1,-1 1,1-1,0 1,0-1,0 1,0-1,-1 0,1 1,0-1,0 0,1 0,-1 0,1 0,-1 0,1 0,0 0,-1 0,1 0,0 0,0 0,0 1,0-1,-1 0,1 0,0 1,0-1,0 1,2-1,13-7,1 1,0 1,0 1,0 0,0 1,1 1,24-1,134 1,-129 4,59 10,-75-6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7.12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7 56,'0'0,"0"0,0 0,0 0,0 0,-1 0,1 0,0 0,0 0,0 0,-1 0,1 0,0 0,0 0,0 0,-1 0,1 0,0 0,0 0,0 0,-1 0,1 0,0 0,0 0,0 0,0 0,-1-1,1 1,0 0,0 0,0 0,0 0,0 0,-1-1,1 1,0 0,0 0,0 0,0 0,0-1,0 1,0 0,0 0,0 0,0-1,0 1,0 0,0 0,0 0,0 0,0-1,0 1,0 0,10-12,19-7,3 13,0 0,0 2,1 2,0 1,55 5,2 0,226-9,-346 8,-53 15,42-8,0-2,-78 6,-101-15,192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8.43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50,'2'-2,"-1"1,0 0,1 0,-1-1,1 1,-1 0,1 1,-1-1,1 0,0 0,-1 1,1-1,0 1,0-1,0 1,-1 0,1 0,3 0,-1-1,196-27,-127 22,119 5,-82 4,-88-3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6.67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0,'616'0,"-593"1,0 2,29 5,26 4,-54-11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9.16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1,'398'18,"-184"-12,-206-4,1-1,-1 1,1 1,-1 0,0 0,9 5,-9-4,1 0,0 0,0-1,17 3,28 3,-31-3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0.67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97,'1'-2,"-1"-1,1 1,0 0,0 0,0 0,0-1,0 1,0 0,0 0,1 1,-1-1,1 0,0 0,-1 1,1-1,0 1,0-1,0 1,0 0,0 0,0 0,0 0,3-1,58-19,-54 19,32-8,0 2,0 2,47-1,127 7,-91 2,-103-2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2.95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1,'4'0,"6"0,4 0,4 0,4 0,1 0,1 0,0 4,1 5,3 1,2 3,-1 0,-1-4,-2-2,0-3,-2-1,0-3,-5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4.1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3.75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2,'19'0,"11"-1,0 1,0 2,0 1,-1 1,39 11,-50-10,14 6,1-1,0-2,61 7,-73-14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5.64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0,'424'0,"-404"0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2.37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0,'801'0,"-769"0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4.47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0,'43'3,"0"1,0 3,54 14,-5-1,-12-9,0-4,159-7,-95-3,-118 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6.6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75,'53'-1,"95"-13,9-21,-112 23,-17 7,1 1,0 2,-1 0,1 2,0 1,0 2,-1 1,1 0,-1 3,0 0,-1 2,0 0,27 15,-38-18,0 0,0-1,1-1,-1 0,1-2,23 2,-18-3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7:42.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0,'822'0,"-801"0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8:02.5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49,'8'0,"26"0,32-4,29-5,17-1,19 0,-2 3,-14 3,-19 1,-26 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37.97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44.49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62 120,'154'3,"166"-6,-306 1,0-1,-1-1,1 0,-1-1,18-8,9-4,2-5,-41 21,-1 1,1 0,-1 0,0-1,1 1,-1 0,1-1,-1 1,0-1,1 1,-1-1,0 1,0 0,1-1,-1 1,0-1,0 1,0-1,1 0,-1 1,0-1,0 1,0-1,0 1,0-1,0 1,0-2,-1 1,0 1,0-1,0 0,0 0,-1 0,1 1,0-1,0 1,0-1,0 1,-1-1,1 1,0 0,-1-1,1 1,0 0,-3 0,-7 0,0 0,-1 1,1 0,0 1,0 1,0-1,0 2,0-1,1 2,-1-1,1 1,-14 10,10-7,-1 0,0-1,0-1,-1-1,-24 6,1-7,-1-2,-59-4,-47 2,143 0,1 0,-1 1,0-1,0 1,0 0,1 0,-1 0,0 0,1 0,-1 0,1 1,-1-1,1 1,0 0,-4 3,6-5,-1 1,1-1,0 1,-1-1,1 1,0-1,0 1,0 0,-1-1,1 1,0-1,0 1,0 0,0-1,0 1,0-1,0 1,0 0,0-1,0 1,1-1,-1 1,0 0,0-1,0 1,1 0,1 1,-1-1,0 1,1-1,0 1,-1-1,1 0,0 1,0-1,-1 0,1 0,0-1,2 2,12 3,-1 0,0-1,1-1,0-1,27 2,88-7,-54 0,15 4,71-3,-161 2,-1 0,0 0,1 0,-1 0,0 0,1 0,-1 0,0-1,1 1,-1-1,0 1,0-1,1 1,-1-1,0 1,0-1,0 0,1-1,-2 2,0-1,0 0,0 1,0-1,0 1,0-1,-1 0,1 1,0-1,0 1,-1-1,1 1,0-1,-1 1,1-1,-1 1,1-1,0 1,-1 0,1-1,-1 1,1 0,-1-1,0 1,0-1,-48-19,25 17,0 1,0 1,-25 2,30 0,1-1,-1 0,0-2,1 0,-1 0,-19-7,4 0,-1 1,-1 1,1 2,-37 0,-34-5,102 10,0-1,0 0,0 0,0-1,0 1,0-1,-7-3,11 4,-1 1,1 0,-1-1,1 1,0 0,-1-1,1 1,-1-1,1 1,0-1,-1 1,1-1,0 1,0-1,-1 1,1-1,0 1,0-1,0 1,0-1,-1 0,1 1,0-1,0 0,1 0,-1 0,1 0,-1 0,1 0,0 0,-1 0,1 0,0 0,0 0,0 1,0-1,-1 0,1 0,0 1,0-1,0 1,2-1,13-7,1 1,0 1,0 1,0 0,0 1,1 1,24-1,134 1,-129 4,59 10,-75-6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7.12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7 56,'0'0,"0"0,0 0,0 0,0 0,-1 0,1 0,0 0,0 0,0 0,-1 0,1 0,0 0,0 0,0 0,-1 0,1 0,0 0,0 0,0 0,-1 0,1 0,0 0,0 0,0 0,0 0,-1-1,1 1,0 0,0 0,0 0,0 0,0 0,-1-1,1 1,0 0,0 0,0 0,0 0,0-1,0 1,0 0,0 0,0 0,0-1,0 1,0 0,0 0,0 0,0 0,0-1,0 1,0 0,10-12,19-7,3 13,0 0,0 2,1 2,0 1,55 5,2 0,226-9,-346 8,-53 15,42-8,0-2,-78 6,-101-15,192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8.43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50,'2'-2,"-1"1,0 0,1 0,-1-1,1 1,-1 0,1 1,-1-1,1 0,0 0,-1 1,1-1,0 1,0-1,0 1,-1 0,1 0,3 0,-1-1,196-27,-127 22,119 5,-82 4,-88-3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6.67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0,'616'0,"-593"1,0 2,29 5,26 4,-54-11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9.16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1,'398'18,"-184"-12,-206-4,1-1,-1 1,1 1,-1 0,0 0,9 5,-9-4,1 0,0 0,0-1,17 3,28 3,-31-3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0.67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97,'1'-2,"-1"-1,1 1,0 0,0 0,0 0,0-1,0 1,0 0,0 0,1 1,-1-1,1 0,0 0,-1 1,1-1,0 1,0-1,0 1,0 0,0 0,0 0,0 0,3-1,58-19,-54 19,32-8,0 2,0 2,47-1,127 7,-91 2,-103-2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2.95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1,'4'0,"6"0,4 0,4 0,4 0,1 0,1 0,0 4,1 5,3 1,2 3,-1 0,-1-4,-2-2,0-3,-2-1,0-3,-5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4.1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3.75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2,'19'0,"11"-1,0 1,0 2,0 1,-1 1,39 11,-50-10,14 6,1-1,0-2,61 7,-73-14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5.64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0,'424'0,"-404"0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2.37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0,'801'0,"-769"0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4.47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0,'43'3,"0"1,0 3,54 14,-5-1,-12-9,0-4,159-7,-95-3,-118 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6.6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75,'53'-1,"95"-13,9-21,-112 23,-17 7,1 1,0 2,-1 0,1 2,0 1,0 2,-1 1,1 0,-1 3,0 0,-1 2,0 0,27 15,-38-18,0 0,0-1,1-1,-1 0,1-2,23 2,-18-3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6:42.90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1,'8'0,"7"0,9 0,8 0,6 0,2 0,-3 0,-4 0,-2 0,4 0,5 0,3 0,3 0,-3 0,-4 0,-2 0,-6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6:54.62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49,'12'0,"8"0,9 0,3-4,4-1,0-4,-2 0,-2 1,-4 2,2 2,0 1,-1 2,2 1,0 0,3 1,-4-1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9:10.6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0,'543'0,"-523"0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9:31.37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37,'4'0,"5"0,14 0,14 0,9 0,9 0,-1 0,-2 0,-6 0,-6 0,-6 0,-6 0,2 0,3-8,4-3,-1 1,-5 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7:42.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0,'822'0,"-801"0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8:02.5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49,'8'0,"26"0,32-4,29-5,17-1,19 0,-2 3,-14 3,-19 1,-26 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37.97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44.49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62 120,'154'3,"166"-6,-306 1,0-1,-1-1,1 0,-1-1,18-8,9-4,2-5,-41 21,-1 1,1 0,-1 0,0-1,1 1,-1 0,1-1,-1 1,0-1,1 1,-1-1,0 1,0 0,1-1,-1 1,0-1,0 1,0-1,1 0,-1 1,0-1,0 1,0-1,0 1,0-1,0 1,0-2,-1 1,0 1,0-1,0 0,0 0,-1 0,1 1,0-1,0 1,0-1,0 1,-1-1,1 1,0 0,-1-1,1 1,0 0,-3 0,-7 0,0 0,-1 1,1 0,0 1,0 1,0-1,0 2,0-1,1 2,-1-1,1 1,-14 10,10-7,-1 0,0-1,0-1,-1-1,-24 6,1-7,-1-2,-59-4,-47 2,143 0,1 0,-1 1,0-1,0 1,0 0,1 0,-1 0,0 0,1 0,-1 0,1 1,-1-1,1 1,0 0,-4 3,6-5,-1 1,1-1,0 1,-1-1,1 1,0-1,0 1,0 0,-1-1,1 1,0-1,0 1,0 0,0-1,0 1,0-1,0 1,0 0,0-1,0 1,1-1,-1 1,0 0,0-1,0 1,1 0,1 1,-1-1,0 1,1-1,0 1,-1-1,1 0,0 1,0-1,-1 0,1 0,0-1,2 2,12 3,-1 0,0-1,1-1,0-1,27 2,88-7,-54 0,15 4,71-3,-161 2,-1 0,0 0,1 0,-1 0,0 0,1 0,-1 0,0-1,1 1,-1-1,0 1,0-1,1 1,-1-1,0 1,0-1,0 0,1-1,-2 2,0-1,0 0,0 1,0-1,0 1,0-1,-1 0,1 1,0-1,0 1,-1-1,1 1,0-1,-1 1,1-1,-1 1,1-1,0 1,-1 0,1-1,-1 1,1 0,-1-1,0 1,0-1,-48-19,25 17,0 1,0 1,-25 2,30 0,1-1,-1 0,0-2,1 0,-1 0,-19-7,4 0,-1 1,-1 1,1 2,-37 0,-34-5,102 10,0-1,0 0,0 0,0-1,0 1,0-1,-7-3,11 4,-1 1,1 0,-1-1,1 1,0 0,-1-1,1 1,-1-1,1 1,0-1,-1 1,1-1,0 1,0-1,-1 1,1-1,0 1,0-1,0 1,0-1,-1 0,1 1,0-1,0 0,1 0,-1 0,1 0,-1 0,1 0,0 0,-1 0,1 0,0 0,0 0,0 1,0-1,-1 0,1 0,0 1,0-1,0 1,2-1,13-7,1 1,0 1,0 1,0 0,0 1,1 1,24-1,134 1,-129 4,59 10,-75-6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7.12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7 56,'0'0,"0"0,0 0,0 0,0 0,-1 0,1 0,0 0,0 0,0 0,-1 0,1 0,0 0,0 0,0 0,-1 0,1 0,0 0,0 0,0 0,-1 0,1 0,0 0,0 0,0 0,0 0,-1-1,1 1,0 0,0 0,0 0,0 0,0 0,-1-1,1 1,0 0,0 0,0 0,0 0,0-1,0 1,0 0,0 0,0 0,0-1,0 1,0 0,0 0,0 0,0 0,0-1,0 1,0 0,10-12,19-7,3 13,0 0,0 2,1 2,0 1,55 5,2 0,226-9,-346 8,-53 15,42-8,0-2,-78 6,-101-15,192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8.43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50,'2'-2,"-1"1,0 0,1 0,-1-1,1 1,-1 0,1 1,-1-1,1 0,0 0,-1 1,1-1,0 1,0-1,0 1,-1 0,1 0,3 0,-1-1,196-27,-127 22,119 5,-82 4,-88-3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6.67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0,'616'0,"-593"1,0 2,29 5,26 4,-54-11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59.16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1,'398'18,"-184"-12,-206-4,1-1,-1 1,1 1,-1 0,0 0,9 5,-9-4,1 0,0 0,0-1,17 3,28 3,-31-3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0.67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97,'1'-2,"-1"-1,1 1,0 0,0 0,0 0,0-1,0 1,0 0,0 0,1 1,-1-1,1 0,0 0,-1 1,1-1,0 1,0-1,0 1,0 0,0 0,0 0,0 0,3-1,58-19,-54 19,32-8,0 2,0 2,47-1,127 7,-91 2,-103-2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2.95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1,'4'0,"6"0,4 0,4 0,4 0,1 0,1 0,0 4,1 5,3 1,2 3,-1 0,-1-4,-2-2,0-3,-2-1,0-3,-5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04.1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3.75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2,'19'0,"11"-1,0 1,0 2,0 1,-1 1,39 11,-50-10,14 6,1-1,0-2,61 7,-73-14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15.64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0,'424'0,"-404"0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2.37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0,'801'0,"-769"0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4.47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0,'43'3,"0"1,0 3,54 14,-5-1,-12-9,0-4,159-7,-95-3,-118 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1:26.6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75,'53'-1,"95"-13,9-21,-112 23,-17 7,1 1,0 2,-1 0,1 2,0 1,0 2,-1 1,1 0,-1 3,0 0,-1 2,0 0,27 15,-38-18,0 0,0-1,1-1,-1 0,1-2,23 2,-18-3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6:42.90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1,'8'0,"7"0,9 0,8 0,6 0,2 0,-3 0,-4 0,-2 0,4 0,5 0,3 0,3 0,-3 0,-4 0,-2 0,-6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6:54.62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49,'12'0,"8"0,9 0,3-4,4-1,0-4,-2 0,-2 1,-4 2,2 2,0 1,-1 2,2 1,0 0,3 1,-4-1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9:10.6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0,'543'0,"-523"0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9:31.37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37,'4'0,"5"0,14 0,14 0,9 0,9 0,-1 0,-2 0,-6 0,-6 0,-6 0,-6 0,2 0,3-8,4-3,-1 1,-5 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37.97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44.49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62 120,'154'3,"166"-6,-306 1,0-1,-1-1,1 0,-1-1,18-8,9-4,2-5,-41 21,-1 1,1 0,-1 0,0-1,1 1,-1 0,1-1,-1 1,0-1,1 1,-1-1,0 1,0 0,1-1,-1 1,0-1,0 1,0-1,1 0,-1 1,0-1,0 1,0-1,0 1,0-1,0 1,0-2,-1 1,0 1,0-1,0 0,0 0,-1 0,1 1,0-1,0 1,0-1,0 1,-1-1,1 1,0 0,-1-1,1 1,0 0,-3 0,-7 0,0 0,-1 1,1 0,0 1,0 1,0-1,0 2,0-1,1 2,-1-1,1 1,-14 10,10-7,-1 0,0-1,0-1,-1-1,-24 6,1-7,-1-2,-59-4,-47 2,143 0,1 0,-1 1,0-1,0 1,0 0,1 0,-1 0,0 0,1 0,-1 0,1 1,-1-1,1 1,0 0,-4 3,6-5,-1 1,1-1,0 1,-1-1,1 1,0-1,0 1,0 0,-1-1,1 1,0-1,0 1,0 0,0-1,0 1,0-1,0 1,0 0,0-1,0 1,1-1,-1 1,0 0,0-1,0 1,1 0,1 1,-1-1,0 1,1-1,0 1,-1-1,1 0,0 1,0-1,-1 0,1 0,0-1,2 2,12 3,-1 0,0-1,1-1,0-1,27 2,88-7,-54 0,15 4,71-3,-161 2,-1 0,0 0,1 0,-1 0,0 0,1 0,-1 0,0-1,1 1,-1-1,0 1,0-1,1 1,-1-1,0 1,0-1,0 0,1-1,-2 2,0-1,0 0,0 1,0-1,0 1,0-1,-1 0,1 1,0-1,0 1,-1-1,1 1,0-1,-1 1,1-1,-1 1,1-1,0 1,-1 0,1-1,-1 1,1 0,-1-1,0 1,0-1,-48-19,25 17,0 1,0 1,-25 2,30 0,1-1,-1 0,0-2,1 0,-1 0,-19-7,4 0,-1 1,-1 1,1 2,-37 0,-34-5,102 10,0-1,0 0,0 0,0-1,0 1,0-1,-7-3,11 4,-1 1,1 0,-1-1,1 1,0 0,-1-1,1 1,-1-1,1 1,0-1,-1 1,1-1,0 1,0-1,-1 1,1-1,0 1,0-1,0 1,0-1,-1 0,1 1,0-1,0 0,1 0,-1 0,1 0,-1 0,1 0,0 0,-1 0,1 0,0 0,0 0,0 1,0-1,-1 0,1 0,0 1,0-1,0 1,2-1,13-7,1 1,0 1,0 1,0 0,0 1,1 1,24-1,134 1,-129 4,59 10,-75-6</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7.12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7 56,'0'0,"0"0,0 0,0 0,0 0,-1 0,1 0,0 0,0 0,0 0,-1 0,1 0,0 0,0 0,0 0,-1 0,1 0,0 0,0 0,0 0,-1 0,1 0,0 0,0 0,0 0,0 0,-1-1,1 1,0 0,0 0,0 0,0 0,0 0,-1-1,1 1,0 0,0 0,0 0,0 0,0-1,0 1,0 0,0 0,0 0,0-1,0 1,0 0,0 0,0 0,0 0,0-1,0 1,0 0,10-12,19-7,3 13,0 0,0 2,1 2,0 1,55 5,2 0,226-9,-346 8,-53 15,42-8,0-2,-78 6,-101-15,192 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0:18.43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50,'2'-2,"-1"1,0 0,1 0,-1-1,1 1,-1 0,1 1,-1-1,1 0,0 0,-1 1,1-1,0 1,0-1,0 1,-1 0,1 0,3 0,-1-1,196-27,-127 22,119 5,-82 4,-88-3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5.43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0,'8'0,"15"0,15 0,13 0,2 0,0 0,-5 0,-6 0,-7 0,-6 0,-2 0,-4 0,0 0,3 0,2 0,-1 0,0 0,-5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6.55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0,'4'0,"10"0,9 0,18 0,22 0,16 0,22 8,7 3,-4-1,-7-2,-13-2,-15-2,-21-2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8.69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25,'138'1,"147"-3,-191-10,-61 7,53-1,-66 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40.01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4 0,'-4'0,"7"0,27 0,36 4,39 2,33-1,10-1,-1-1,-13-1,-17-1,-21-1,-27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53.37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1,'29'2,"52"9,21 1,243-13,-188-22,-133 22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55.13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0,'4'4,"18"1,20 0,28-1,17-1,15-1,13-1,4-1,-3 0,-5 0,-14 0,-19 0,-22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56.25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0,'8'0,"30"0,38 0,25 0,11 0,15 0,-2 0,-10 0,-13 0,-16 0,-19 0,-20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57.21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0,'4'0,"9"0,23 0,25 0,30 0,20 4,10 10,-2 2,-19-2,-25-3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59.63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55,'47'1,"-10"0,0-1,-1-1,1-2,-1-2,67-18,-70 15,0 2,0 1,0 2,1 1,-1 2,43 4,18-1,-18-3,-55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07.01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46,'137'2,"145"-5,-247-1,60-15,-11 1,-61 14</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08.2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0,'4'0,"9"0,11 0,13 0,8 0,1 0,-4 0,-1 0,-3 0,-5 0,-3 0,-3 0,-2 0,-6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09.5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49,'53'-3,"103"-18,-105 11,1 3,62-1,143 10,-237-2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10.95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34,'156'3,"162"-6,-154-21,-142 20,-2-1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12.26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0,'1'2,"1"-1,-1 1,1-1,0 0,-1 0,1 0,0 0,0 0,0-1,0 1,0 0,0-1,0 0,0 1,0-1,0 0,4 0,-2 0,108 10,158-9,-131-2,-116 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7:17:54.64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25,'895'0,"-742"-12,-20 0,328 12,-438 1,1 1,28 7,-29-4,1-2,27 2,1379-5,-655-1,-705 2,0 4,124 24,-149-22,0-3,77-1,8 1,518 75,-622-76,0 0,1-1,-1-2,0-1,0-1,0-1,0-1,0-2,25-8,93-23,251-32,-311 63,1 2,-1 5,101 13,-128-3,58 18,-75-17,0-1,1-3,-1-1,54 2,984-11,-1021 5,-1 3,90 20,-82-13,99 8,235-18,-208-5,-109-2,0-3,128-29,-139 25,134-6,77 19,-94 1,39-1,246-5,-158-31,-191 16,130-1,1402 17,-776 5,-293 37,-239-9,101-28,-237-6,165 0,452 7,-338 45,-285-22,479 53,-667-78,0 0,0-2,27-1,-37 0,0 0,-1-1,1 0,0 0,0-1,-1 0,0 0,1 0,-1-1,11-8,-2 1,1 1,1 1,0 0,31-11,-27 12,0-1,37-22,-45 22,1 1,0 0,1 1,-1 1,1 0,29-6,-16 7,0 2,0 0,33 2,1165 5,-1011 6,248 43,-287-29,-45-6,-25-2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7:19:17.40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16:40:09.068"/>
    </inkml:context>
    <inkml:brush xml:id="br0">
      <inkml:brushProperty name="width" value="0.035" units="cm"/>
      <inkml:brushProperty name="height" value="0.035" units="cm"/>
      <inkml:brushProperty name="color" value="#E71224"/>
    </inkml:brush>
  </inkml:definitions>
  <inkml:trace contextRef="#ctx0" brushRef="#br0">1976 95 24575,'-6'0'0,"-144"1"0,-193-25 0,14-20 0,153 36 0,-7-1 0,-173-2 0,241 12 0,104-1 0,0 1 0,-1 0 0,1 0 0,1 1 0,-1 0 0,0 1 0,0 0 0,-12 6 0,19-6 0,0-1 0,-1 0 0,1 1 0,0 0 0,0 0 0,1 0 0,-1 0 0,1 1 0,-1-1 0,1 1 0,0 0 0,1 0 0,-1 0 0,1 0 0,-1 1 0,1-1 0,0 1 0,1-1 0,-1 1 0,-1 9 0,1 13 0,0 0 0,3 34 0,0-37 0,-1 0 0,-1 0 0,-6 36 0,-8 23 0,-10 163 0,20-188 0,-15 68 0,-1 5 0,-1-18 0,15-81 0,0-1 0,-2 45 0,9-65 0,0 1 0,1-1 0,0 1 0,0-1 0,2 1 0,-1-1 0,1 0 0,1 0 0,0 0 0,8 15 0,5 6 0,2-1 0,1 0 0,2-2 0,1 0 0,1-1 0,1-2 0,2 0 0,29 22 0,-43-41 0,0 0 0,1 0 0,0-2 0,0 1 0,0-2 0,1 0 0,29 4 0,16 5 0,9 6 0,-18-3 0,1-2 0,0-2 0,1-3 0,99 5 0,1388-18 0,-967 5 0,79 47 0,-170-4 0,100-40 0,-309-6 0,231 0 0,519 5 0,-927 0 0,-1 5 0,-1 4 0,96 25 0,-148-30 0,-1-2 0,1-2 0,0-1 0,54-6 0,-3 1 0,2251 1 0,-1236 3 0,-1069-2 0,-2-2 0,1-2 0,61-16 0,109-43 0,-134 40 0,8-1 0,89-32 0,-152 49 0,-1-1 0,0 0 0,-1-1 0,0-1 0,0 0 0,25-24 0,-17 7 0,-1 0 0,29-46 0,-35 46 0,2 1 0,0 1 0,33-32 0,-12 25 0,-33 27 0,1 0 0,-1 0 0,0-1 0,-1 0 0,0 0 0,0 0 0,0-1 0,-1-1 0,-1 1 0,11-19 0,135-429 0,-82 244 0,-64 190 0,0 0 0,2-29 0,-6 41 0,-1 1 0,0-1 0,0 1 0,-1-1 0,0 1 0,-1-1 0,-4-16 0,4 24 0,1-1 0,-1 1 0,1 0 0,-1 0 0,0 0 0,0 0 0,0 0 0,0 0 0,0 1 0,-1-1 0,1 1 0,0-1 0,-1 1 0,1 0 0,-1 0 0,1 0 0,-1 0 0,0 1 0,1-1 0,-1 1 0,0-1 0,-3 1 0,-70 0 0,56 1 0,-31 0 0,-602 1 0,601-7 0,1-3 0,1-2 0,-50-16 0,-75-15 0,-142 15 0,272 24 0,-113-12 0,-180-39 0,131 16 0,-628-77 0,770 106 0,-65-2 0,-201 9 0,151 4 0,133-4 0,1 2 0,0 2 0,0 2 0,-81 19 0,-236 79 0,-577 87 0,862-182 0,0-4 0,-103-7 0,42-1 0,-1255 4 0,1355-3 0,0-2 0,1-1 0,0-2 0,0-2 0,0-2 0,-45-20 0,-73-21 0,-151-39 0,272 84 0,0 2 0,-1 2 0,1 1 0,-1 2 0,-61 5 0,-1 0 0,-8 1 0,0 5 0,-152 36 0,121-20 0,84-20 0,-74 1 0,40-3 0,41-1 0,-20 1 0,-110 20 0,164-22 0,0-2 0,-1 1 0,1-2 0,-1 1 0,1-2 0,0 0 0,-1 0 0,1-1 0,0-1 0,1 0 0,-1 0 0,-16-10 0,5 5 0,-45-14 0,26 15 0,1 1 0,-1 2 0,-64 1 0,91 4-227,0-1-1,1 0 1,-1-1-1,1 0 1,-17-5-1,2-3-6598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11.01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108 0,'89'4,"159"29,-158-18,149 7,-181-25,29 1,-79 2,0 1,0-1,0 2,0-1,-1 1,1 0,13 6,-21-7,1-1,0 1,-1-1,1 1,0-1,-1 1,1-1,0 1,-1 0,1-1,-1 1,1 0,-1 0,0-1,1 1,-1 0,0 0,0 0,1 0,-1-1,0 1,0 0,0 0,0 0,0 0,0 0,0-1,0 1,0 0,-1 0,1 0,0 0,0-1,-1 1,1 0,-1 0,1-1,-1 2,-25 34,12-18,-1 13,1 1,-10 33,12-30,-24 50,33-79,-1-1,1 0,-1 0,0-1,0 1,-1-1,1 0,-1 0,0 0,0-1,0 1,-1-1,1-1,-1 1,0-1,1 0,-10 2,-10 1,0-1,0-1,-28-1,-20 3,-37 5,-127-6,168-5,57 2,-1-1,1-1,0 0,-1-1,1 0,-14-5,23 6,0 0,1-1,-1 1,0-1,0 0,1 1,-1-1,1 0,-1-1,1 1,0 0,0-1,0 1,0-1,0 0,1 0,-1 0,1 1,0-1,0 0,0-1,0 1,0 0,1 0,-1 0,1 0,0-1,0-4,1-6,1 0,0 0,1 0,0 1,1-1,0 1,1 0,1 0,0 1,12-19,-13 23,0 1,0-1,1 1,0 1,0-1,1 1,-1 0,1 1,1-1,-1 1,1 1,0 0,0 0,0 0,1 1,-1 0,12-2,14 1,0 1,1 2,-1 1,0 1,48 10,-80-11,0 0,0 0,-1 1,1-1,0 1,0 0,0 0,0 0,0 0,-1 0,1 0,0 0,-1 0,1 0,-1 1,1-1,0 3,-1-3,-1 0,0 0,1 0,-1 0,0 0,0 0,0 0,0 0,0 0,0 0,0 0,0 0,0 0,-1 0,1 0,0 0,-1 0,1 0,0 0,-1 0,0 0,1 0,-1 1,-3 3,-1-1,1 1,-1-1,0 1,0-2,0 1,0 0,-1-1,-6 3,-19 6,0-2,-1-1,-63 9,94-18,348-37,-294 32,-41 5,-1 0,1-1,0-1,-1 1,1-2,-1 0,0 0,0-1,0 0,12-7,-22 10,-1 1,0 0,1 0,-1 0,0-1,0 1,1 0,-1-1,0 1,0 0,1 0,-1-1,0 1,0 0,0-1,0 1,0 0,1-1,-1 1,0-1,0 1,0 0,0-1,0 1,0 0,0-1,0 1,0 0,0-1,-1 1,1 0,0-1,0 1,0 0,0-1,0 1,-1 0,1-1,0 1,0 0,-1-1,1 1,0 0,0 0,-1-1,1 1,0 0,-1 0,1 0,0 0,-1-1,1 1,0 0,-1 0,1 0,0 0,-1 0,1 0,0 0,-1 0,1 0,-1 0,1 0,0 0,-1 0,0 0,-28-4,-142 3,86 3,67 0,0 1,-1 1,1 0,1 1,-1 1,1 1,0 1,0 0,-25 18,20-13,-1-1,0 0,-1-2,-27 8,15-4,36-14,0 1,0-1,0 0,0 0,-1 0,1 0,0 0,0 0,0 0,0 0,0 1,0-1,-1 0,1 0,0 0,0 0,0 1,0-1,0 0,0 0,0 0,0 0,0 1,0-1,0 0,0 0,0 0,0 0,0 1,0-1,0 0,0 0,0 0,0 0,0 1,0-1,0 0,0 0,0 0,0 0,0 1,1-1,-1 0,0 0,0 0,0 0,0 0,1 1,20 3,23-1,-1-3,1-2,53-8,129-34,-190 36,4 2,-35 6,1 0,-1 0,1-1,-1 0,0 0,1 0,-1-1,0 1,0-1,0-1,0 1,0-1,-1 1,1-1,-1-1,0 1,1-1,2-4,-5 6,6-8,0 0,0 0,19-16,-10 13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21.31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0 143,'0'1,"1"0,-1 0,1 0,-1-1,1 1,-1 0,1 0,0-1,-1 1,1 0,0-1,0 1,-1 0,1-1,0 1,0-1,0 1,0-1,0 0,-1 1,1-1,0 0,0 0,0 0,0 1,2-1,34 3,-30-2,20 1,488 52,-493-50,12 3,0-2,0-2,1-1,51-3,-84 1,-1 0,1 0,-1 0,1-1,-1 1,1 0,-1-1,1 1,-1-1,0 0,1 1,-1-1,0 0,0 0,1 0,-1 0,1-1,-2 2,0-1,0 1,0-1,1 1,-1-1,0 0,0 1,0-1,-1 1,1-1,0 0,0 1,0-1,0 1,0-1,-1 1,1-1,0 1,0-1,-1 1,1-1,0 1,-1-1,1 1,-1-1,1 1,-1-1,-4-3,1 1,-1 0,0-1,0 2,0-1,0 1,-7-3,-29-4,-1 2,1 1,-1 3,0 1,-71 6,21-1,30 0,36-1,1-1,-1-2,0 0,-37-7,62 8,0 0,0 0,0 0,0-1,0 1,0 0,0-1,-1 1,2-1,-1 1,0-1,0 1,0-1,0 0,0 1,0-1,1 0,-1 0,0 1,-1-3,2 2,1 1,-1-1,0 0,0 1,0-1,0 1,1-1,-1 0,0 1,1-1,-1 1,0-1,1 0,-1 1,1-1,-1 1,1 0,-1-1,1 1,-1-1,1 1,0 0,0-1,45-18,6 8,1 3,62-3,-65 8,0-2,87-22,-101 16,-8 2,1 0,0 2,0 1,0 1,1 2,36 0,-63 3,0 1,-1-1,1 1,0-1,-1 1,1 0,-1 0,0 0,1 0,-1 1,0-1,0 1,1-1,-1 1,0 0,-1-1,1 1,0 0,0 1,-1-1,1 0,-1 0,0 1,0-1,0 0,1 5,2 7,0 0,-1 0,1 29,4 14,0-25,5 55,-11-62,1-1,1-1,2 1,12 35,-11-43,-1-1,0 1,-1 0,-1 1,3 20,-7-30,0 0,0 0,0 0,-1 0,0 0,0-1,-1 1,0 0,0 0,-1-1,1 1,-2-1,1 0,-1 0,-4 6,-1 0,0-1,-1 0,0-1,-1 0,0 0,-1-1,0-1,0 0,0 0,-1-2,-1 1,1-2,-1 0,0 0,-21 3,17-5,-1-1,0 0,0-2,0 0,0-1,0-1,0-1,1-1,-1 0,1-2,-27-10,-92-32,-13-5,81 25,46 20,0-2,0 0,-23-16,38 21,1-1,0 0,-1 0,2-1,-1 0,1 0,0 0,1-1,-1 0,2 0,-8-17,5 4,1 0,1-1,1 0,0 0,2 0,1-41,1 37,0 1,-3-1,0 1,-8-33,13 62,1 0,0 0,-1 0,1-1,1 1,-1-1,0 0,1 0,0 0,7 4,0 0,0 0,1-1,18 6,53 11,0-4,2-4,114 6,-143-11,-33 4,-22-14,-1 1,0 0,1-1,-1 1,1 0,-1 0,0-1,0 1,1 0,-1-1,0 1,0 0,0 0,0 0,0-1,0 1,0 0,0 0,0-1,0 1,0 0,0 0,-1-1,1 1,0 0,-1 0,1-1,-1 2,-1 1,0-1,-1 1,1-1,-1 1,0-1,0 0,0 0,0 0,0 0,0 0,0-1,0 0,-1 1,-5 0,-58 12,41-10,-409 62,425-64,14-1,34 1,64-2,380 15,-187-5,-54-4,-189-2,-1 2,77 19,-127-24,59 18,-56-18,-1 0,0 0,0 1,0 0,0-1,-1 1,1 0,0 0,-1 1,1-1,-1 0,0 1,4 5,-6-7,1 0,-1 0,0 0,0 0,0 0,0 0,0 0,0 0,0 0,0 0,0 0,0 0,-1 0,1 0,0 0,-1 0,1 0,-1 0,1 0,-1 0,1-1,-1 1,0 0,1 0,-1-1,0 1,0 0,1-1,-1 1,0 0,0-1,0 0,-1 2,-37 14,38-15,-54 13,0-2,0-2,-81 3,54-5,62-7,0 0,0-1,-1-1,1-1,0-1,0-1,-29-9,37 9,0 0,0-1,1-1,0 0,0 0,0-1,1 0,0-1,0 0,1-1,0 1,1-2,-9-11,13 14,0 0,1-1,0 0,0 1,1-1,0 0,1 0,-1 0,1-1,1 1,0 0,0 0,0 0,3-10,-1 2,1 1,1 0,1-1,0 1,0 1,11-19,-16 33,0-1,1 0,-1 0,0 1,0-1,1 0,-1 1,0-1,1 0,-1 1,1-1,-1 1,1-1,-1 0,1 1,-1 0,1-1,0 1,-1-1,1 1,0 0,-1-1,1 1,0 0,-1-1,1 1,0 0,0 0,-1 0,2 0,-1 1,0 0,0-1,0 1,-1 0,1 1,0-1,0 0,-1 0,1 0,-1 0,1 0,-1 1,0-1,1 0,-1 2,8 59,-8-59,2 65,-2-40,0-23,0-8,13-260,-3 94,-12 250,5 130,-4-209,1 0,0 0,0-1,0 1,0 0,0 0,1 0,-1 0,1-1,-1 1,1 0,-1 0,1-1,0 1,0 0,0-1,0 1,0-1,0 1,0-1,1 0,-1 1,0-1,1 0,2 2,-2-4,0 1,0 0,0 0,0-1,0 1,0-1,-1 0,1 0,0 0,0 0,0 0,-1 0,1 0,-1 0,1 0,-1-1,1 1,1-3,11-13,0 0,20-35,-23 33,-9 13,2 0,-1 0,1 0,-1 0,2 0,-1 1,1 0,-1 0,1 0,1 0,6-4,-12 9,1 0,0 0,0-1,-1 1,1 0,0 0,0 0,0 0,-1 0,1 0,0 0,0 0,0 0,-1 0,1 1,0-1,0 0,0 0,-1 1,1-1,0 1,-1-1,1 0,0 1,-1-1,1 1,-1 0,1-1,0 1,-1-1,1 1,-1 0,0-1,1 1,-1 0,0 0,1-1,-1 1,0 0,0 0,0 0,1-1,-1 1,0 0,0 0,0 0,0-1,0 1,-1 1,1 43,-1-33,-1-1,0 1,-1 0,0-1,-1 1,0-1,-1 0,0-1,-1 1,0-1,-1 0,-9 11,6-11,0 0,-1 0,-1-1,1 0,-1-1,-1 0,0-1,0-1,-21 8,13-6,1-1,-1-1,-1-1,1-1,-1-1,1-1,-1-1,0 0,0-2,-38-6,-6-1,-128 0,192 8,0 0,0 0,-1 0,1 0,0 0,0 0,0 1,0-1,0 1,-1-1,1 1,0 0,0 0,-2 1,4-1,0-1,0 1,0 0,0-1,0 1,0-1,0 1,1 0,-1-1,0 1,0-1,0 1,1-1,-1 1,0-1,0 1,1-1,-1 1,1-1,-1 1,0-1,1 0,-1 1,1-1,-1 0,1 1,-1-1,1 0,-1 0,1 1,0-1,63 29,-13-10,0-3,94 16,-117-28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36.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30,'4'0,"9"0,14 0,11 0,11 0,9 0,-1 0,1 0,-4 0,-9 0,-3 0,-4 0,-6 0,-3-4,0-1,0 0,3-3,-4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38.02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1,'8'0,"14"0,17 0,12 0,2 0,-4 0,-2 0,-5 0,-3 0,6 0,2 0,-3 0,-5 0,-4 0,-1 0,-6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39.70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50,'3'0,"19"0,20-8,24-3,12 1,5 2,0 2,-9 3,-10 1,-12 1,-11 1,-7 0,-7 1,-3-1,-6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44.30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0 145,'11'-1,"-1"0,1-1,-1 0,1-1,-1 0,14-7,20-5,276-61,-273 66,0 1,1 3,0 2,1 2,48 4,-70-2,5 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45.59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0,'8'0,"26"0,40 0,47 0,35 0,23 0,5 0,-9 0,-25 0,-40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46.88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1,'4'0,"14"0,11 0,25 0,23 0,15 0,15 0,6 0,0 0,-12 0,-19 0,-19 0,-17 0,-11 0,-13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30T16:34:52.04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245 406,'3'-2,"1"0,0 1,0-1,-1 1,1-1,0 1,0 0,1 1,-1-1,0 1,0 0,6 0,0 0,403 14,-203 13,-210-27,46 12,-46-12,1 0,0 0,-1 0,1 0,0 1,-1-1,1 0,-1 0,1 0,0 1,-1-1,1 0,-1 1,1-1,-1 0,1 1,-1-1,1 1,-1-1,1 1,-1-1,0 1,1-1,-1 1,0 0,1-1,-1 1,0-1,0 1,1 0,-1-1,0 1,0 0,0-1,0 1,0 0,0-1,0 1,0 0,0-1,0 1,-1-1,1 1,0 0,0-1,-1 1,1-1,0 1,-1 0,1-1,0 1,-1-1,1 1,-1-1,1 1,-1-1,1 0,-1 1,1-1,-1 0,1 1,-2-1,-4 4,-1 0,1-1,-1 0,0-1,0 1,0-1,-1 0,1-1,-12 1,-75 0,67-2,-375-3,475-1,114-21,-99 11,-272 10,176 4,-215-8,198 6,1-2,-1 0,1-2,0-1,0-1,-42-20,59 24,-1-1,1 0,1 0,-1-1,1 0,0 0,0 0,0-1,1 1,0-1,0-1,1 1,0-1,0 1,1-1,0 0,1-1,-1 1,1 0,1-1,0 1,0-1,1 0,0 1,0-1,1 1,0-1,0 1,1-1,0 1,1 0,0 0,5-11,-3 13,0 0,0 1,0-1,1 1,-1 1,1-1,1 1,-1 0,1 0,-1 0,11-3,82-27,-94 33,36-8,0 2,0 2,1 2,-1 2,67 6,-55-2,0-3,89-9,-136 8,1 1,0-1,-1 1,1 0,0 1,-1 0,1 0,-1 0,1 1,-1 0,0 0,1 1,-1 0,0 0,9 6,3 4,-1 1,-1 1,21 23,-6-5,-21-23,-1 0,0 0,-1 1,0 0,0 0,-1 1,-1 0,0 0,-1 1,0 0,-1 0,0 0,-1 0,-1 1,0-1,0 1,-2 0,0-1,0 1,-1-1,-3 15,2-23,1-1,-1 0,1 0,-1 0,0 0,-1 0,1 0,-1-1,1 1,-1-1,0 1,0-1,-1 0,1 0,-1-1,1 1,-1-1,0 0,0 0,0 0,0 0,0-1,-1 1,1-1,0 0,-9 0,-11 2,-1-2,0 0,-43-6,23 2,-46 1,67 2</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2.2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49:07.1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23.62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3:51.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3:57:19.26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7:33.99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95,'194'2,"215"-4,-362-3,-1-2,63-17,-67 14,0 1,1 2,55-3,-82 10,243-12,-170 4,96 6,-166 2</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47.84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2.5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1,'0'4,"0"9,0 7,0 7,0 8,0-3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3T15:28:53.08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19,'4'-8,"1"-2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10/1/2024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10/1/2024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10/1/2024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customXml" Target="../ink/ink9.xml"/><Relationship Id="rId26" Type="http://schemas.openxmlformats.org/officeDocument/2006/relationships/customXml" Target="../ink/ink13.xml"/><Relationship Id="rId21" Type="http://schemas.openxmlformats.org/officeDocument/2006/relationships/image" Target="../media/image21.png"/><Relationship Id="rId34" Type="http://schemas.openxmlformats.org/officeDocument/2006/relationships/image" Target="../media/image27.png"/><Relationship Id="rId7" Type="http://schemas.openxmlformats.org/officeDocument/2006/relationships/image" Target="../media/image15.png"/><Relationship Id="rId12" Type="http://schemas.openxmlformats.org/officeDocument/2006/relationships/customXml" Target="../ink/ink5.xml"/><Relationship Id="rId17" Type="http://schemas.openxmlformats.org/officeDocument/2006/relationships/image" Target="../media/image19.png"/><Relationship Id="rId25" Type="http://schemas.openxmlformats.org/officeDocument/2006/relationships/image" Target="../media/image23.png"/><Relationship Id="rId33" Type="http://schemas.openxmlformats.org/officeDocument/2006/relationships/customXml" Target="../ink/ink17.xml"/><Relationship Id="rId38"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customXml" Target="../ink/ink15.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7.png"/><Relationship Id="rId24" Type="http://schemas.openxmlformats.org/officeDocument/2006/relationships/customXml" Target="../ink/ink12.xml"/><Relationship Id="rId32" Type="http://schemas.openxmlformats.org/officeDocument/2006/relationships/image" Target="../media/image26.png"/><Relationship Id="rId37" Type="http://schemas.openxmlformats.org/officeDocument/2006/relationships/customXml" Target="../ink/ink19.xml"/><Relationship Id="rId5" Type="http://schemas.openxmlformats.org/officeDocument/2006/relationships/image" Target="../media/image14.png"/><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customXml" Target="../ink/ink14.xml"/><Relationship Id="rId36" Type="http://schemas.openxmlformats.org/officeDocument/2006/relationships/image" Target="../media/image28.png"/><Relationship Id="rId10" Type="http://schemas.openxmlformats.org/officeDocument/2006/relationships/customXml" Target="../ink/ink4.xml"/><Relationship Id="rId19" Type="http://schemas.openxmlformats.org/officeDocument/2006/relationships/image" Target="../media/image20.png"/><Relationship Id="rId31" Type="http://schemas.openxmlformats.org/officeDocument/2006/relationships/customXml" Target="../ink/ink16.xml"/><Relationship Id="rId4" Type="http://schemas.openxmlformats.org/officeDocument/2006/relationships/customXml" Target="../ink/ink1.xml"/><Relationship Id="rId9" Type="http://schemas.openxmlformats.org/officeDocument/2006/relationships/image" Target="../media/image16.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4.png"/><Relationship Id="rId30" Type="http://schemas.openxmlformats.org/officeDocument/2006/relationships/image" Target="../media/image25.png"/><Relationship Id="rId35" Type="http://schemas.openxmlformats.org/officeDocument/2006/relationships/customXml" Target="../ink/ink18.xml"/><Relationship Id="rId8" Type="http://schemas.openxmlformats.org/officeDocument/2006/relationships/customXml" Target="../ink/ink3.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3" Type="http://schemas.openxmlformats.org/officeDocument/2006/relationships/customXml" Target="../ink/ink26.xml"/><Relationship Id="rId18" Type="http://schemas.openxmlformats.org/officeDocument/2006/relationships/image" Target="../media/image34.png"/><Relationship Id="rId26" Type="http://schemas.openxmlformats.org/officeDocument/2006/relationships/customXml" Target="../ink/ink33.xml"/><Relationship Id="rId39" Type="http://schemas.openxmlformats.org/officeDocument/2006/relationships/customXml" Target="../ink/ink40.xml"/><Relationship Id="rId21" Type="http://schemas.openxmlformats.org/officeDocument/2006/relationships/customXml" Target="../ink/ink30.xml"/><Relationship Id="rId34" Type="http://schemas.openxmlformats.org/officeDocument/2006/relationships/customXml" Target="../ink/ink37.xml"/><Relationship Id="rId42" Type="http://schemas.openxmlformats.org/officeDocument/2006/relationships/image" Target="../media/image43.png"/><Relationship Id="rId47" Type="http://schemas.openxmlformats.org/officeDocument/2006/relationships/image" Target="../media/image45.png"/><Relationship Id="rId7" Type="http://schemas.openxmlformats.org/officeDocument/2006/relationships/customXml" Target="../ink/ink22.xml"/><Relationship Id="rId2" Type="http://schemas.openxmlformats.org/officeDocument/2006/relationships/image" Target="../media/image6.png"/><Relationship Id="rId16" Type="http://schemas.openxmlformats.org/officeDocument/2006/relationships/image" Target="../media/image33.png"/><Relationship Id="rId29"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customXml" Target="../ink/ink25.xml"/><Relationship Id="rId24" Type="http://schemas.openxmlformats.org/officeDocument/2006/relationships/image" Target="../media/image36.png"/><Relationship Id="rId32" Type="http://schemas.openxmlformats.org/officeDocument/2006/relationships/customXml" Target="../ink/ink36.xml"/><Relationship Id="rId37" Type="http://schemas.openxmlformats.org/officeDocument/2006/relationships/customXml" Target="../ink/ink39.xml"/><Relationship Id="rId40" Type="http://schemas.openxmlformats.org/officeDocument/2006/relationships/image" Target="../media/image42.png"/><Relationship Id="rId45" Type="http://schemas.openxmlformats.org/officeDocument/2006/relationships/image" Target="../media/image44.png"/><Relationship Id="rId5" Type="http://schemas.openxmlformats.org/officeDocument/2006/relationships/customXml" Target="../ink/ink21.xml"/><Relationship Id="rId15" Type="http://schemas.openxmlformats.org/officeDocument/2006/relationships/customXml" Target="../ink/ink27.xml"/><Relationship Id="rId23" Type="http://schemas.openxmlformats.org/officeDocument/2006/relationships/customXml" Target="../ink/ink31.xml"/><Relationship Id="rId28" Type="http://schemas.openxmlformats.org/officeDocument/2006/relationships/customXml" Target="../ink/ink34.xml"/><Relationship Id="rId36" Type="http://schemas.openxmlformats.org/officeDocument/2006/relationships/customXml" Target="../ink/ink38.xml"/><Relationship Id="rId10" Type="http://schemas.openxmlformats.org/officeDocument/2006/relationships/customXml" Target="../ink/ink24.xml"/><Relationship Id="rId19" Type="http://schemas.openxmlformats.org/officeDocument/2006/relationships/customXml" Target="../ink/ink29.xml"/><Relationship Id="rId31" Type="http://schemas.openxmlformats.org/officeDocument/2006/relationships/image" Target="../media/image27.png"/><Relationship Id="rId44" Type="http://schemas.openxmlformats.org/officeDocument/2006/relationships/customXml" Target="../ink/ink43.xml"/><Relationship Id="rId4" Type="http://schemas.openxmlformats.org/officeDocument/2006/relationships/image" Target="../media/image14.png"/><Relationship Id="rId9" Type="http://schemas.openxmlformats.org/officeDocument/2006/relationships/customXml" Target="../ink/ink23.xml"/><Relationship Id="rId14" Type="http://schemas.openxmlformats.org/officeDocument/2006/relationships/image" Target="../media/image32.png"/><Relationship Id="rId22" Type="http://schemas.openxmlformats.org/officeDocument/2006/relationships/image" Target="../media/image35.png"/><Relationship Id="rId27" Type="http://schemas.openxmlformats.org/officeDocument/2006/relationships/image" Target="../media/image37.png"/><Relationship Id="rId30" Type="http://schemas.openxmlformats.org/officeDocument/2006/relationships/customXml" Target="../ink/ink35.xml"/><Relationship Id="rId35" Type="http://schemas.openxmlformats.org/officeDocument/2006/relationships/image" Target="../media/image40.png"/><Relationship Id="rId43" Type="http://schemas.openxmlformats.org/officeDocument/2006/relationships/customXml" Target="../ink/ink42.xml"/><Relationship Id="rId8" Type="http://schemas.openxmlformats.org/officeDocument/2006/relationships/image" Target="../media/image17.png"/><Relationship Id="rId3" Type="http://schemas.openxmlformats.org/officeDocument/2006/relationships/customXml" Target="../ink/ink20.xml"/><Relationship Id="rId12" Type="http://schemas.openxmlformats.org/officeDocument/2006/relationships/image" Target="../media/image31.png"/><Relationship Id="rId17" Type="http://schemas.openxmlformats.org/officeDocument/2006/relationships/customXml" Target="../ink/ink28.xml"/><Relationship Id="rId25" Type="http://schemas.openxmlformats.org/officeDocument/2006/relationships/customXml" Target="../ink/ink32.xml"/><Relationship Id="rId33" Type="http://schemas.openxmlformats.org/officeDocument/2006/relationships/image" Target="../media/image39.png"/><Relationship Id="rId38" Type="http://schemas.openxmlformats.org/officeDocument/2006/relationships/image" Target="../media/image41.png"/><Relationship Id="rId46" Type="http://schemas.openxmlformats.org/officeDocument/2006/relationships/customXml" Target="../ink/ink44.xml"/><Relationship Id="rId20" Type="http://schemas.openxmlformats.org/officeDocument/2006/relationships/image" Target="../media/image22.png"/><Relationship Id="rId41" Type="http://schemas.openxmlformats.org/officeDocument/2006/relationships/customXml" Target="../ink/ink41.xml"/></Relationships>
</file>

<file path=ppt/slides/_rels/slide8.xml.rels><?xml version="1.0" encoding="UTF-8" standalone="yes"?>
<Relationships xmlns="http://schemas.openxmlformats.org/package/2006/relationships"><Relationship Id="rId13" Type="http://schemas.openxmlformats.org/officeDocument/2006/relationships/customXml" Target="../ink/ink51.xml"/><Relationship Id="rId18" Type="http://schemas.openxmlformats.org/officeDocument/2006/relationships/image" Target="../media/image34.png"/><Relationship Id="rId26" Type="http://schemas.openxmlformats.org/officeDocument/2006/relationships/customXml" Target="../ink/ink58.xml"/><Relationship Id="rId39" Type="http://schemas.openxmlformats.org/officeDocument/2006/relationships/image" Target="../media/image42.png"/><Relationship Id="rId21" Type="http://schemas.openxmlformats.org/officeDocument/2006/relationships/customXml" Target="../ink/ink55.xml"/><Relationship Id="rId34" Type="http://schemas.openxmlformats.org/officeDocument/2006/relationships/customXml" Target="../ink/ink62.xml"/><Relationship Id="rId42" Type="http://schemas.openxmlformats.org/officeDocument/2006/relationships/customXml" Target="../ink/ink67.xml"/><Relationship Id="rId47" Type="http://schemas.openxmlformats.org/officeDocument/2006/relationships/image" Target="../media/image47.png"/><Relationship Id="rId7" Type="http://schemas.openxmlformats.org/officeDocument/2006/relationships/customXml" Target="../ink/ink47.xml"/><Relationship Id="rId2" Type="http://schemas.openxmlformats.org/officeDocument/2006/relationships/image" Target="../media/image6.png"/><Relationship Id="rId16" Type="http://schemas.openxmlformats.org/officeDocument/2006/relationships/image" Target="../media/image33.png"/><Relationship Id="rId29"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customXml" Target="../ink/ink50.xml"/><Relationship Id="rId24" Type="http://schemas.openxmlformats.org/officeDocument/2006/relationships/image" Target="../media/image36.png"/><Relationship Id="rId32" Type="http://schemas.openxmlformats.org/officeDocument/2006/relationships/customXml" Target="../ink/ink61.xml"/><Relationship Id="rId37" Type="http://schemas.openxmlformats.org/officeDocument/2006/relationships/customXml" Target="../ink/ink64.xml"/><Relationship Id="rId40" Type="http://schemas.openxmlformats.org/officeDocument/2006/relationships/customXml" Target="../ink/ink66.xml"/><Relationship Id="rId45" Type="http://schemas.openxmlformats.org/officeDocument/2006/relationships/customXml" Target="../ink/ink69.xml"/><Relationship Id="rId5" Type="http://schemas.openxmlformats.org/officeDocument/2006/relationships/customXml" Target="../ink/ink46.xml"/><Relationship Id="rId15" Type="http://schemas.openxmlformats.org/officeDocument/2006/relationships/customXml" Target="../ink/ink52.xml"/><Relationship Id="rId23" Type="http://schemas.openxmlformats.org/officeDocument/2006/relationships/customXml" Target="../ink/ink56.xml"/><Relationship Id="rId28" Type="http://schemas.openxmlformats.org/officeDocument/2006/relationships/customXml" Target="../ink/ink59.xml"/><Relationship Id="rId36" Type="http://schemas.openxmlformats.org/officeDocument/2006/relationships/customXml" Target="../ink/ink63.xml"/><Relationship Id="rId10" Type="http://schemas.openxmlformats.org/officeDocument/2006/relationships/customXml" Target="../ink/ink49.xml"/><Relationship Id="rId19" Type="http://schemas.openxmlformats.org/officeDocument/2006/relationships/customXml" Target="../ink/ink54.xml"/><Relationship Id="rId31" Type="http://schemas.openxmlformats.org/officeDocument/2006/relationships/image" Target="../media/image27.png"/><Relationship Id="rId44" Type="http://schemas.openxmlformats.org/officeDocument/2006/relationships/image" Target="../media/image44.png"/><Relationship Id="rId4" Type="http://schemas.openxmlformats.org/officeDocument/2006/relationships/image" Target="../media/image14.png"/><Relationship Id="rId9" Type="http://schemas.openxmlformats.org/officeDocument/2006/relationships/customXml" Target="../ink/ink48.xml"/><Relationship Id="rId14" Type="http://schemas.openxmlformats.org/officeDocument/2006/relationships/image" Target="../media/image32.png"/><Relationship Id="rId22" Type="http://schemas.openxmlformats.org/officeDocument/2006/relationships/image" Target="../media/image35.png"/><Relationship Id="rId27" Type="http://schemas.openxmlformats.org/officeDocument/2006/relationships/image" Target="../media/image37.png"/><Relationship Id="rId30" Type="http://schemas.openxmlformats.org/officeDocument/2006/relationships/customXml" Target="../ink/ink60.xml"/><Relationship Id="rId35" Type="http://schemas.openxmlformats.org/officeDocument/2006/relationships/image" Target="../media/image40.png"/><Relationship Id="rId43" Type="http://schemas.openxmlformats.org/officeDocument/2006/relationships/customXml" Target="../ink/ink68.xml"/><Relationship Id="rId8" Type="http://schemas.openxmlformats.org/officeDocument/2006/relationships/image" Target="../media/image17.png"/><Relationship Id="rId3" Type="http://schemas.openxmlformats.org/officeDocument/2006/relationships/customXml" Target="../ink/ink45.xml"/><Relationship Id="rId12" Type="http://schemas.openxmlformats.org/officeDocument/2006/relationships/image" Target="../media/image31.png"/><Relationship Id="rId17" Type="http://schemas.openxmlformats.org/officeDocument/2006/relationships/customXml" Target="../ink/ink53.xml"/><Relationship Id="rId25" Type="http://schemas.openxmlformats.org/officeDocument/2006/relationships/customXml" Target="../ink/ink57.xml"/><Relationship Id="rId33" Type="http://schemas.openxmlformats.org/officeDocument/2006/relationships/image" Target="../media/image39.png"/><Relationship Id="rId38" Type="http://schemas.openxmlformats.org/officeDocument/2006/relationships/customXml" Target="../ink/ink65.xml"/><Relationship Id="rId46" Type="http://schemas.openxmlformats.org/officeDocument/2006/relationships/image" Target="../media/image46.png"/><Relationship Id="rId20" Type="http://schemas.openxmlformats.org/officeDocument/2006/relationships/image" Target="../media/image22.png"/><Relationship Id="rId41" Type="http://schemas.openxmlformats.org/officeDocument/2006/relationships/image" Target="../media/image43.png"/></Relationships>
</file>

<file path=ppt/slides/_rels/slide9.xml.rels><?xml version="1.0" encoding="UTF-8" standalone="yes"?>
<Relationships xmlns="http://schemas.openxmlformats.org/package/2006/relationships"><Relationship Id="rId13" Type="http://schemas.openxmlformats.org/officeDocument/2006/relationships/customXml" Target="../ink/ink76.xml"/><Relationship Id="rId18" Type="http://schemas.openxmlformats.org/officeDocument/2006/relationships/image" Target="../media/image49.png"/><Relationship Id="rId26" Type="http://schemas.openxmlformats.org/officeDocument/2006/relationships/image" Target="../media/image53.png"/><Relationship Id="rId39" Type="http://schemas.openxmlformats.org/officeDocument/2006/relationships/customXml" Target="../ink/ink90.xml"/><Relationship Id="rId21" Type="http://schemas.openxmlformats.org/officeDocument/2006/relationships/customXml" Target="../ink/ink81.xml"/><Relationship Id="rId34" Type="http://schemas.openxmlformats.org/officeDocument/2006/relationships/image" Target="../media/image57.png"/><Relationship Id="rId42" Type="http://schemas.openxmlformats.org/officeDocument/2006/relationships/image" Target="../media/image61.png"/><Relationship Id="rId47" Type="http://schemas.openxmlformats.org/officeDocument/2006/relationships/customXml" Target="../ink/ink94.xml"/><Relationship Id="rId50" Type="http://schemas.openxmlformats.org/officeDocument/2006/relationships/customXml" Target="../ink/ink96.xml"/><Relationship Id="rId7" Type="http://schemas.openxmlformats.org/officeDocument/2006/relationships/customXml" Target="../ink/ink73.xml"/><Relationship Id="rId2" Type="http://schemas.openxmlformats.org/officeDocument/2006/relationships/image" Target="../media/image6.png"/><Relationship Id="rId16" Type="http://schemas.openxmlformats.org/officeDocument/2006/relationships/image" Target="../media/image48.png"/><Relationship Id="rId29" Type="http://schemas.openxmlformats.org/officeDocument/2006/relationships/customXml" Target="../ink/ink85.xml"/><Relationship Id="rId11" Type="http://schemas.openxmlformats.org/officeDocument/2006/relationships/customXml" Target="../ink/ink75.xml"/><Relationship Id="rId24" Type="http://schemas.openxmlformats.org/officeDocument/2006/relationships/image" Target="../media/image52.png"/><Relationship Id="rId32" Type="http://schemas.openxmlformats.org/officeDocument/2006/relationships/image" Target="../media/image56.png"/><Relationship Id="rId37" Type="http://schemas.openxmlformats.org/officeDocument/2006/relationships/customXml" Target="../ink/ink89.xml"/><Relationship Id="rId40" Type="http://schemas.openxmlformats.org/officeDocument/2006/relationships/image" Target="../media/image60.png"/><Relationship Id="rId45" Type="http://schemas.openxmlformats.org/officeDocument/2006/relationships/customXml" Target="../ink/ink93.xml"/><Relationship Id="rId5" Type="http://schemas.openxmlformats.org/officeDocument/2006/relationships/customXml" Target="../ink/ink71.xml"/><Relationship Id="rId15" Type="http://schemas.openxmlformats.org/officeDocument/2006/relationships/customXml" Target="../ink/ink78.xml"/><Relationship Id="rId23" Type="http://schemas.openxmlformats.org/officeDocument/2006/relationships/customXml" Target="../ink/ink82.xml"/><Relationship Id="rId28" Type="http://schemas.openxmlformats.org/officeDocument/2006/relationships/image" Target="../media/image54.png"/><Relationship Id="rId36" Type="http://schemas.openxmlformats.org/officeDocument/2006/relationships/image" Target="../media/image58.png"/><Relationship Id="rId49" Type="http://schemas.openxmlformats.org/officeDocument/2006/relationships/image" Target="../media/image64.png"/><Relationship Id="rId10" Type="http://schemas.openxmlformats.org/officeDocument/2006/relationships/image" Target="../media/image32.png"/><Relationship Id="rId19" Type="http://schemas.openxmlformats.org/officeDocument/2006/relationships/customXml" Target="../ink/ink80.xml"/><Relationship Id="rId31" Type="http://schemas.openxmlformats.org/officeDocument/2006/relationships/customXml" Target="../ink/ink86.xml"/><Relationship Id="rId44" Type="http://schemas.openxmlformats.org/officeDocument/2006/relationships/image" Target="../media/image62.png"/><Relationship Id="rId4" Type="http://schemas.openxmlformats.org/officeDocument/2006/relationships/image" Target="../media/image17.png"/><Relationship Id="rId9" Type="http://schemas.openxmlformats.org/officeDocument/2006/relationships/customXml" Target="../ink/ink74.xml"/><Relationship Id="rId14" Type="http://schemas.openxmlformats.org/officeDocument/2006/relationships/customXml" Target="../ink/ink77.xml"/><Relationship Id="rId22" Type="http://schemas.openxmlformats.org/officeDocument/2006/relationships/image" Target="../media/image51.png"/><Relationship Id="rId27" Type="http://schemas.openxmlformats.org/officeDocument/2006/relationships/customXml" Target="../ink/ink84.xml"/><Relationship Id="rId30" Type="http://schemas.openxmlformats.org/officeDocument/2006/relationships/image" Target="../media/image55.png"/><Relationship Id="rId35" Type="http://schemas.openxmlformats.org/officeDocument/2006/relationships/customXml" Target="../ink/ink88.xml"/><Relationship Id="rId43" Type="http://schemas.openxmlformats.org/officeDocument/2006/relationships/customXml" Target="../ink/ink92.xml"/><Relationship Id="rId48" Type="http://schemas.openxmlformats.org/officeDocument/2006/relationships/customXml" Target="../ink/ink95.xml"/><Relationship Id="rId8" Type="http://schemas.openxmlformats.org/officeDocument/2006/relationships/image" Target="../media/image31.png"/><Relationship Id="rId51" Type="http://schemas.openxmlformats.org/officeDocument/2006/relationships/image" Target="../media/image65.png"/><Relationship Id="rId3" Type="http://schemas.openxmlformats.org/officeDocument/2006/relationships/customXml" Target="../ink/ink70.xml"/><Relationship Id="rId12" Type="http://schemas.openxmlformats.org/officeDocument/2006/relationships/image" Target="../media/image33.png"/><Relationship Id="rId17" Type="http://schemas.openxmlformats.org/officeDocument/2006/relationships/customXml" Target="../ink/ink79.xml"/><Relationship Id="rId25" Type="http://schemas.openxmlformats.org/officeDocument/2006/relationships/customXml" Target="../ink/ink83.xml"/><Relationship Id="rId33" Type="http://schemas.openxmlformats.org/officeDocument/2006/relationships/customXml" Target="../ink/ink87.xml"/><Relationship Id="rId38" Type="http://schemas.openxmlformats.org/officeDocument/2006/relationships/image" Target="../media/image59.png"/><Relationship Id="rId46" Type="http://schemas.openxmlformats.org/officeDocument/2006/relationships/image" Target="../media/image63.png"/><Relationship Id="rId20" Type="http://schemas.openxmlformats.org/officeDocument/2006/relationships/image" Target="../media/image50.png"/><Relationship Id="rId41" Type="http://schemas.openxmlformats.org/officeDocument/2006/relationships/customXml" Target="../ink/ink91.xml"/><Relationship Id="rId1" Type="http://schemas.openxmlformats.org/officeDocument/2006/relationships/slideLayout" Target="../slideLayouts/slideLayout1.xml"/><Relationship Id="rId6" Type="http://schemas.openxmlformats.org/officeDocument/2006/relationships/customXml" Target="../ink/ink72.xml"/></Relationships>
</file>

<file path=ppt/slides/_rels/slide10.xml.rels><?xml version="1.0" encoding="UTF-8" standalone="yes"?>
<Relationships xmlns="http://schemas.openxmlformats.org/package/2006/relationships"><Relationship Id="rId8" Type="http://schemas.openxmlformats.org/officeDocument/2006/relationships/customXml" Target="../ink/ink101.xml"/><Relationship Id="rId13" Type="http://schemas.openxmlformats.org/officeDocument/2006/relationships/image" Target="../media/image64.png"/><Relationship Id="rId3" Type="http://schemas.openxmlformats.org/officeDocument/2006/relationships/customXml" Target="../ink/ink97.xml"/><Relationship Id="rId7" Type="http://schemas.openxmlformats.org/officeDocument/2006/relationships/customXml" Target="../ink/ink100.xml"/><Relationship Id="rId12" Type="http://schemas.openxmlformats.org/officeDocument/2006/relationships/customXml" Target="../ink/ink104.xml"/><Relationship Id="rId2" Type="http://schemas.openxmlformats.org/officeDocument/2006/relationships/image" Target="../media/image6.png"/><Relationship Id="rId16"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customXml" Target="../ink/ink99.xml"/><Relationship Id="rId11" Type="http://schemas.openxmlformats.org/officeDocument/2006/relationships/customXml" Target="../ink/ink103.xml"/><Relationship Id="rId5" Type="http://schemas.openxmlformats.org/officeDocument/2006/relationships/customXml" Target="../ink/ink98.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02.xml"/><Relationship Id="rId14" Type="http://schemas.openxmlformats.org/officeDocument/2006/relationships/customXml" Target="../ink/ink105.xml"/></Relationships>
</file>

<file path=ppt/slides/_rels/slide11.xml.rels><?xml version="1.0" encoding="UTF-8" standalone="yes"?>
<Relationships xmlns="http://schemas.openxmlformats.org/package/2006/relationships"><Relationship Id="rId8" Type="http://schemas.openxmlformats.org/officeDocument/2006/relationships/customXml" Target="../ink/ink110.xml"/><Relationship Id="rId13" Type="http://schemas.openxmlformats.org/officeDocument/2006/relationships/image" Target="../media/image64.png"/><Relationship Id="rId18" Type="http://schemas.openxmlformats.org/officeDocument/2006/relationships/image" Target="../media/image70.png"/><Relationship Id="rId3" Type="http://schemas.openxmlformats.org/officeDocument/2006/relationships/customXml" Target="../ink/ink106.xml"/><Relationship Id="rId7" Type="http://schemas.openxmlformats.org/officeDocument/2006/relationships/customXml" Target="../ink/ink109.xml"/><Relationship Id="rId12" Type="http://schemas.openxmlformats.org/officeDocument/2006/relationships/customXml" Target="../ink/ink113.xml"/><Relationship Id="rId17" Type="http://schemas.openxmlformats.org/officeDocument/2006/relationships/customXml" Target="../ink/ink115.xml"/><Relationship Id="rId2" Type="http://schemas.openxmlformats.org/officeDocument/2006/relationships/image" Target="../media/image6.png"/><Relationship Id="rId16"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customXml" Target="../ink/ink108.xml"/><Relationship Id="rId11" Type="http://schemas.openxmlformats.org/officeDocument/2006/relationships/customXml" Target="../ink/ink112.xml"/><Relationship Id="rId5" Type="http://schemas.openxmlformats.org/officeDocument/2006/relationships/customXml" Target="../ink/ink107.xml"/><Relationship Id="rId15" Type="http://schemas.openxmlformats.org/officeDocument/2006/relationships/image" Target="../media/image67.png"/><Relationship Id="rId10" Type="http://schemas.openxmlformats.org/officeDocument/2006/relationships/image" Target="../media/image66.png"/><Relationship Id="rId19" Type="http://schemas.openxmlformats.org/officeDocument/2006/relationships/customXml" Target="../ink/ink116.xml"/><Relationship Id="rId4" Type="http://schemas.openxmlformats.org/officeDocument/2006/relationships/image" Target="../media/image17.png"/><Relationship Id="rId9" Type="http://schemas.openxmlformats.org/officeDocument/2006/relationships/customXml" Target="../ink/ink111.xml"/><Relationship Id="rId14" Type="http://schemas.openxmlformats.org/officeDocument/2006/relationships/customXml" Target="../ink/ink114.xml"/></Relationships>
</file>

<file path=ppt/slides/_rels/slide12.xml.rels><?xml version="1.0" encoding="UTF-8" standalone="yes"?>
<Relationships xmlns="http://schemas.openxmlformats.org/package/2006/relationships"><Relationship Id="rId8" Type="http://schemas.openxmlformats.org/officeDocument/2006/relationships/customXml" Target="../ink/ink121.xml"/><Relationship Id="rId13" Type="http://schemas.openxmlformats.org/officeDocument/2006/relationships/image" Target="../media/image64.png"/><Relationship Id="rId3" Type="http://schemas.openxmlformats.org/officeDocument/2006/relationships/customXml" Target="../ink/ink117.xml"/><Relationship Id="rId7" Type="http://schemas.openxmlformats.org/officeDocument/2006/relationships/customXml" Target="../ink/ink120.xml"/><Relationship Id="rId12" Type="http://schemas.openxmlformats.org/officeDocument/2006/relationships/customXml" Target="../ink/ink124.xml"/><Relationship Id="rId2" Type="http://schemas.openxmlformats.org/officeDocument/2006/relationships/image" Target="../media/image6.png"/><Relationship Id="rId16"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customXml" Target="../ink/ink119.xml"/><Relationship Id="rId11" Type="http://schemas.openxmlformats.org/officeDocument/2006/relationships/customXml" Target="../ink/ink123.xml"/><Relationship Id="rId5" Type="http://schemas.openxmlformats.org/officeDocument/2006/relationships/customXml" Target="../ink/ink118.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22.xml"/><Relationship Id="rId14" Type="http://schemas.openxmlformats.org/officeDocument/2006/relationships/customXml" Target="../ink/ink125.xml"/></Relationships>
</file>

<file path=ppt/slides/_rels/slide13.xml.rels><?xml version="1.0" encoding="UTF-8" standalone="yes"?>
<Relationships xmlns="http://schemas.openxmlformats.org/package/2006/relationships"><Relationship Id="rId8" Type="http://schemas.openxmlformats.org/officeDocument/2006/relationships/customXml" Target="../ink/ink130.xml"/><Relationship Id="rId13" Type="http://schemas.openxmlformats.org/officeDocument/2006/relationships/image" Target="../media/image64.png"/><Relationship Id="rId3" Type="http://schemas.openxmlformats.org/officeDocument/2006/relationships/customXml" Target="../ink/ink126.xml"/><Relationship Id="rId7" Type="http://schemas.openxmlformats.org/officeDocument/2006/relationships/customXml" Target="../ink/ink129.xml"/><Relationship Id="rId12" Type="http://schemas.openxmlformats.org/officeDocument/2006/relationships/customXml" Target="../ink/ink133.xml"/><Relationship Id="rId2" Type="http://schemas.openxmlformats.org/officeDocument/2006/relationships/image" Target="../media/image6.png"/><Relationship Id="rId16"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customXml" Target="../ink/ink128.xml"/><Relationship Id="rId11" Type="http://schemas.openxmlformats.org/officeDocument/2006/relationships/customXml" Target="../ink/ink132.xml"/><Relationship Id="rId5" Type="http://schemas.openxmlformats.org/officeDocument/2006/relationships/customXml" Target="../ink/ink127.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31.xml"/><Relationship Id="rId14" Type="http://schemas.openxmlformats.org/officeDocument/2006/relationships/customXml" Target="../ink/ink134.xml"/></Relationships>
</file>

<file path=ppt/slides/_rels/slide14.xml.rels><?xml version="1.0" encoding="UTF-8" standalone="yes"?>
<Relationships xmlns="http://schemas.openxmlformats.org/package/2006/relationships"><Relationship Id="rId8" Type="http://schemas.openxmlformats.org/officeDocument/2006/relationships/customXml" Target="../ink/ink139.xml"/><Relationship Id="rId13" Type="http://schemas.openxmlformats.org/officeDocument/2006/relationships/image" Target="../media/image64.png"/><Relationship Id="rId18" Type="http://schemas.openxmlformats.org/officeDocument/2006/relationships/image" Target="../media/image74.png"/><Relationship Id="rId3" Type="http://schemas.openxmlformats.org/officeDocument/2006/relationships/customXml" Target="../ink/ink135.xml"/><Relationship Id="rId7" Type="http://schemas.openxmlformats.org/officeDocument/2006/relationships/customXml" Target="../ink/ink138.xml"/><Relationship Id="rId12" Type="http://schemas.openxmlformats.org/officeDocument/2006/relationships/customXml" Target="../ink/ink142.xml"/><Relationship Id="rId17" Type="http://schemas.openxmlformats.org/officeDocument/2006/relationships/customXml" Target="../ink/ink144.xml"/><Relationship Id="rId2" Type="http://schemas.openxmlformats.org/officeDocument/2006/relationships/image" Target="../media/image6.png"/><Relationship Id="rId16"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customXml" Target="../ink/ink137.xml"/><Relationship Id="rId11" Type="http://schemas.openxmlformats.org/officeDocument/2006/relationships/customXml" Target="../ink/ink141.xml"/><Relationship Id="rId5" Type="http://schemas.openxmlformats.org/officeDocument/2006/relationships/customXml" Target="../ink/ink136.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40.xml"/><Relationship Id="rId14" Type="http://schemas.openxmlformats.org/officeDocument/2006/relationships/customXml" Target="../ink/ink143.xml"/></Relationships>
</file>

<file path=ppt/slides/_rels/slide15.xml.rels><?xml version="1.0" encoding="UTF-8" standalone="yes"?>
<Relationships xmlns="http://schemas.openxmlformats.org/package/2006/relationships"><Relationship Id="rId8" Type="http://schemas.openxmlformats.org/officeDocument/2006/relationships/customXml" Target="../ink/ink149.xml"/><Relationship Id="rId13" Type="http://schemas.openxmlformats.org/officeDocument/2006/relationships/image" Target="../media/image64.png"/><Relationship Id="rId3" Type="http://schemas.openxmlformats.org/officeDocument/2006/relationships/customXml" Target="../ink/ink145.xml"/><Relationship Id="rId7" Type="http://schemas.openxmlformats.org/officeDocument/2006/relationships/customXml" Target="../ink/ink148.xml"/><Relationship Id="rId12" Type="http://schemas.openxmlformats.org/officeDocument/2006/relationships/customXml" Target="../ink/ink152.xml"/><Relationship Id="rId2" Type="http://schemas.openxmlformats.org/officeDocument/2006/relationships/image" Target="../media/image6.png"/><Relationship Id="rId16"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customXml" Target="../ink/ink147.xml"/><Relationship Id="rId11" Type="http://schemas.openxmlformats.org/officeDocument/2006/relationships/customXml" Target="../ink/ink151.xml"/><Relationship Id="rId5" Type="http://schemas.openxmlformats.org/officeDocument/2006/relationships/customXml" Target="../ink/ink146.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50.xml"/><Relationship Id="rId14" Type="http://schemas.openxmlformats.org/officeDocument/2006/relationships/customXml" Target="../ink/ink153.xml"/></Relationships>
</file>

<file path=ppt/slides/_rels/slide16.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77.png"/><Relationship Id="rId26" Type="http://schemas.openxmlformats.org/officeDocument/2006/relationships/image" Target="../media/image81.png"/><Relationship Id="rId3" Type="http://schemas.openxmlformats.org/officeDocument/2006/relationships/customXml" Target="../ink/ink154.xml"/><Relationship Id="rId21" Type="http://schemas.openxmlformats.org/officeDocument/2006/relationships/customXml" Target="../ink/ink165.xml"/><Relationship Id="rId34" Type="http://schemas.openxmlformats.org/officeDocument/2006/relationships/image" Target="../media/image85.png"/><Relationship Id="rId7" Type="http://schemas.openxmlformats.org/officeDocument/2006/relationships/customXml" Target="../ink/ink157.xml"/><Relationship Id="rId12" Type="http://schemas.openxmlformats.org/officeDocument/2006/relationships/customXml" Target="../ink/ink161.xml"/><Relationship Id="rId17" Type="http://schemas.openxmlformats.org/officeDocument/2006/relationships/customXml" Target="../ink/ink163.xml"/><Relationship Id="rId25" Type="http://schemas.openxmlformats.org/officeDocument/2006/relationships/customXml" Target="../ink/ink167.xml"/><Relationship Id="rId33" Type="http://schemas.openxmlformats.org/officeDocument/2006/relationships/customXml" Target="../ink/ink171.xml"/><Relationship Id="rId2" Type="http://schemas.openxmlformats.org/officeDocument/2006/relationships/image" Target="../media/image6.png"/><Relationship Id="rId16" Type="http://schemas.openxmlformats.org/officeDocument/2006/relationships/image" Target="../media/image76.png"/><Relationship Id="rId20" Type="http://schemas.openxmlformats.org/officeDocument/2006/relationships/image" Target="../media/image78.png"/><Relationship Id="rId29" Type="http://schemas.openxmlformats.org/officeDocument/2006/relationships/customXml" Target="../ink/ink169.xml"/><Relationship Id="rId1" Type="http://schemas.openxmlformats.org/officeDocument/2006/relationships/slideLayout" Target="../slideLayouts/slideLayout1.xml"/><Relationship Id="rId6" Type="http://schemas.openxmlformats.org/officeDocument/2006/relationships/customXml" Target="../ink/ink156.xml"/><Relationship Id="rId11" Type="http://schemas.openxmlformats.org/officeDocument/2006/relationships/customXml" Target="../ink/ink160.xml"/><Relationship Id="rId24" Type="http://schemas.openxmlformats.org/officeDocument/2006/relationships/image" Target="../media/image80.png"/><Relationship Id="rId32" Type="http://schemas.openxmlformats.org/officeDocument/2006/relationships/image" Target="../media/image84.png"/><Relationship Id="rId5" Type="http://schemas.openxmlformats.org/officeDocument/2006/relationships/customXml" Target="../ink/ink155.xml"/><Relationship Id="rId15" Type="http://schemas.openxmlformats.org/officeDocument/2006/relationships/image" Target="../media/image67.png"/><Relationship Id="rId23" Type="http://schemas.openxmlformats.org/officeDocument/2006/relationships/customXml" Target="../ink/ink166.xml"/><Relationship Id="rId28" Type="http://schemas.openxmlformats.org/officeDocument/2006/relationships/image" Target="../media/image82.png"/><Relationship Id="rId10" Type="http://schemas.openxmlformats.org/officeDocument/2006/relationships/image" Target="../media/image66.png"/><Relationship Id="rId19" Type="http://schemas.openxmlformats.org/officeDocument/2006/relationships/customXml" Target="../ink/ink164.xml"/><Relationship Id="rId31" Type="http://schemas.openxmlformats.org/officeDocument/2006/relationships/customXml" Target="../ink/ink170.xml"/><Relationship Id="rId4" Type="http://schemas.openxmlformats.org/officeDocument/2006/relationships/image" Target="../media/image17.png"/><Relationship Id="rId9" Type="http://schemas.openxmlformats.org/officeDocument/2006/relationships/customXml" Target="../ink/ink159.xml"/><Relationship Id="rId14" Type="http://schemas.openxmlformats.org/officeDocument/2006/relationships/customXml" Target="../ink/ink162.xml"/><Relationship Id="rId22" Type="http://schemas.openxmlformats.org/officeDocument/2006/relationships/image" Target="../media/image79.png"/><Relationship Id="rId27" Type="http://schemas.openxmlformats.org/officeDocument/2006/relationships/customXml" Target="../ink/ink168.xml"/><Relationship Id="rId30" Type="http://schemas.openxmlformats.org/officeDocument/2006/relationships/image" Target="../media/image83.png"/><Relationship Id="rId8" Type="http://schemas.openxmlformats.org/officeDocument/2006/relationships/customXml" Target="../ink/ink158.xml"/></Relationships>
</file>

<file path=ppt/slides/_rels/slide17.xml.rels><?xml version="1.0" encoding="UTF-8" standalone="yes"?>
<Relationships xmlns="http://schemas.openxmlformats.org/package/2006/relationships"><Relationship Id="rId8" Type="http://schemas.openxmlformats.org/officeDocument/2006/relationships/customXml" Target="../ink/ink176.xml"/><Relationship Id="rId13" Type="http://schemas.openxmlformats.org/officeDocument/2006/relationships/image" Target="../media/image64.png"/><Relationship Id="rId3" Type="http://schemas.openxmlformats.org/officeDocument/2006/relationships/customXml" Target="../ink/ink172.xml"/><Relationship Id="rId7" Type="http://schemas.openxmlformats.org/officeDocument/2006/relationships/customXml" Target="../ink/ink175.xml"/><Relationship Id="rId12" Type="http://schemas.openxmlformats.org/officeDocument/2006/relationships/customXml" Target="../ink/ink179.xml"/><Relationship Id="rId2" Type="http://schemas.openxmlformats.org/officeDocument/2006/relationships/image" Target="../media/image6.png"/><Relationship Id="rId16"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customXml" Target="../ink/ink174.xml"/><Relationship Id="rId11" Type="http://schemas.openxmlformats.org/officeDocument/2006/relationships/customXml" Target="../ink/ink178.xml"/><Relationship Id="rId5" Type="http://schemas.openxmlformats.org/officeDocument/2006/relationships/customXml" Target="../ink/ink173.xml"/><Relationship Id="rId15" Type="http://schemas.openxmlformats.org/officeDocument/2006/relationships/image" Target="../media/image67.png"/><Relationship Id="rId10" Type="http://schemas.openxmlformats.org/officeDocument/2006/relationships/image" Target="../media/image66.png"/><Relationship Id="rId4" Type="http://schemas.openxmlformats.org/officeDocument/2006/relationships/image" Target="../media/image17.png"/><Relationship Id="rId9" Type="http://schemas.openxmlformats.org/officeDocument/2006/relationships/customXml" Target="../ink/ink177.xml"/><Relationship Id="rId14" Type="http://schemas.openxmlformats.org/officeDocument/2006/relationships/customXml" Target="../ink/ink180.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Analyst Coverage Networks and Corporate Financial Policies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Armando Gomes</a:t>
            </a:r>
            <a:endParaRPr lang="en-US" b="1" dirty="0">
              <a:solidFill>
                <a:srgbClr val="00B050"/>
              </a:solidFill>
            </a:endParaRPr>
          </a:p>
          <a:p>
            <a:pPr algn="l"/>
            <a:r>
              <a:rPr lang="en-US" dirty="0"/>
              <a:t>Radhakrishnan Gopalan</a:t>
            </a:r>
          </a:p>
          <a:p>
            <a:pPr algn="l"/>
            <a:r>
              <a:rPr lang="en-US" dirty="0"/>
              <a:t>Mark T. Leary</a:t>
            </a:r>
          </a:p>
          <a:p>
            <a:pPr algn="l"/>
            <a:r>
              <a:rPr lang="en-US" dirty="0"/>
              <a:t>Francisco </a:t>
            </a:r>
            <a:r>
              <a:rPr lang="en-US" dirty="0" err="1"/>
              <a:t>Marcet</a:t>
            </a:r>
            <a:endParaRPr lang="en-US" dirty="0"/>
          </a:p>
          <a:p>
            <a:pPr algn="l"/>
            <a:r>
              <a:rPr lang="en-US" dirty="0"/>
              <a:t>Management Science</a:t>
            </a:r>
          </a:p>
          <a:p>
            <a:pPr algn="l"/>
            <a:r>
              <a:rPr lang="en-US" dirty="0"/>
              <a:t>September 2024</a:t>
            </a:r>
          </a:p>
          <a:p>
            <a:pPr algn="l"/>
            <a:r>
              <a:rPr lang="en-US" u="sng"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sz="2000" dirty="0"/>
              <a:t>Are sell-side analysts an important mechanism underpinning peer effects in financial policy choices?</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Prior Literature</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846668"/>
            <a:ext cx="12191999" cy="4887383"/>
          </a:xfrm>
        </p:spPr>
        <p:txBody>
          <a:bodyPr>
            <a:normAutofit/>
          </a:bodyPr>
          <a:lstStyle/>
          <a:p>
            <a:pPr marL="342900" indent="-342900" algn="l">
              <a:buFontTx/>
              <a:buChar char="-"/>
            </a:pPr>
            <a:r>
              <a:rPr lang="en-US" sz="2000" dirty="0"/>
              <a:t>The literature exploring the role of peer effects, or the interaction among agents, in corporate finance: Shue (2013), Leary and Roberts (2014), </a:t>
            </a:r>
            <a:r>
              <a:rPr lang="en-US" sz="2000" dirty="0" err="1"/>
              <a:t>Kaustia</a:t>
            </a:r>
            <a:r>
              <a:rPr lang="en-US" sz="2000" dirty="0"/>
              <a:t> and Rantala (2015), Fracassi (2017), </a:t>
            </a:r>
            <a:r>
              <a:rPr lang="en-US" sz="2000" dirty="0" err="1"/>
              <a:t>Grennan</a:t>
            </a:r>
            <a:r>
              <a:rPr lang="en-US" sz="2000" dirty="0"/>
              <a:t> (2019), </a:t>
            </a:r>
            <a:r>
              <a:rPr lang="en-US" sz="2000" dirty="0" err="1"/>
              <a:t>Matvos</a:t>
            </a:r>
            <a:r>
              <a:rPr lang="en-US" sz="2000" dirty="0"/>
              <a:t> and Ostrovsky (2010), and Pool et al. (2015)</a:t>
            </a:r>
          </a:p>
          <a:p>
            <a:pPr marL="342900" indent="-342900" algn="l">
              <a:buFontTx/>
              <a:buChar char="-"/>
            </a:pPr>
            <a:endParaRPr lang="en-US" sz="2000" dirty="0"/>
          </a:p>
          <a:p>
            <a:pPr marL="342900" indent="-342900" algn="l">
              <a:buFontTx/>
              <a:buChar char="-"/>
            </a:pPr>
            <a:r>
              <a:rPr lang="en-US" sz="2000" dirty="0"/>
              <a:t>Some studies have shown evidence that analysts produce value-relevant information about the firms they cover (Womack 1996, Barber et al. 2001, </a:t>
            </a:r>
            <a:r>
              <a:rPr lang="en-US" sz="2000" dirty="0" err="1"/>
              <a:t>Jegadeesh</a:t>
            </a:r>
            <a:r>
              <a:rPr lang="en-US" sz="2000" dirty="0"/>
              <a:t> et al. 2004). </a:t>
            </a:r>
          </a:p>
          <a:p>
            <a:pPr marL="342900" indent="-342900" algn="l">
              <a:buFontTx/>
              <a:buChar char="-"/>
            </a:pPr>
            <a:endParaRPr lang="en-US" dirty="0"/>
          </a:p>
          <a:p>
            <a:pPr marL="342900" indent="-342900" algn="l">
              <a:buFontTx/>
              <a:buChar char="-"/>
            </a:pPr>
            <a:r>
              <a:rPr lang="en-US" sz="2000" dirty="0"/>
              <a:t>In addition to communicating information to investors, analysts also influence outcomes at the firms they cover. This can happen through analysts’ monitoring role (Chen et al. 2015), catering to analysts’ preferred policies (</a:t>
            </a:r>
            <a:r>
              <a:rPr lang="en-US" sz="2000" dirty="0" err="1"/>
              <a:t>Degeorge</a:t>
            </a:r>
            <a:r>
              <a:rPr lang="en-US" sz="2000" dirty="0"/>
              <a:t> et al. 2013), or learning from analyst feedback (Bae et al. 2022). </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305366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Data &amp; Sample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2" name="TextBox 1">
            <a:extLst>
              <a:ext uri="{FF2B5EF4-FFF2-40B4-BE49-F238E27FC236}">
                <a16:creationId xmlns:a16="http://schemas.microsoft.com/office/drawing/2014/main" id="{C169C8DB-8F2E-9FC7-7FC6-2F62409CDADD}"/>
              </a:ext>
            </a:extLst>
          </p:cNvPr>
          <p:cNvSpPr txBox="1"/>
          <p:nvPr/>
        </p:nvSpPr>
        <p:spPr>
          <a:xfrm>
            <a:off x="287867" y="579513"/>
            <a:ext cx="11768666" cy="3970318"/>
          </a:xfrm>
          <a:prstGeom prst="rect">
            <a:avLst/>
          </a:prstGeom>
          <a:noFill/>
        </p:spPr>
        <p:txBody>
          <a:bodyPr wrap="square" rtlCol="0">
            <a:spAutoFit/>
          </a:bodyPr>
          <a:lstStyle/>
          <a:p>
            <a:r>
              <a:rPr lang="en-US" b="1" dirty="0"/>
              <a:t>Financial information: </a:t>
            </a:r>
            <a:r>
              <a:rPr lang="en-US" dirty="0" err="1"/>
              <a:t>Compustat</a:t>
            </a:r>
            <a:endParaRPr lang="en-US" dirty="0"/>
          </a:p>
          <a:p>
            <a:endParaRPr lang="en-US" dirty="0"/>
          </a:p>
          <a:p>
            <a:r>
              <a:rPr lang="en-US" b="1" dirty="0"/>
              <a:t>Stock price information: </a:t>
            </a:r>
            <a:r>
              <a:rPr lang="en-US" dirty="0"/>
              <a:t>the Center for Research in Security Prices (CRSP)</a:t>
            </a:r>
          </a:p>
          <a:p>
            <a:endParaRPr lang="en-US" dirty="0"/>
          </a:p>
          <a:p>
            <a:r>
              <a:rPr lang="en-US" b="1" dirty="0"/>
              <a:t>Analyst coverage information: </a:t>
            </a:r>
            <a:r>
              <a:rPr lang="en-US" dirty="0"/>
              <a:t>the Institutional Brokers’ Estimate System (IBES)</a:t>
            </a:r>
          </a:p>
          <a:p>
            <a:endParaRPr lang="en-US" b="1" dirty="0"/>
          </a:p>
          <a:p>
            <a:r>
              <a:rPr lang="en-US" dirty="0"/>
              <a:t>How to identify an analyst as following a firm in a fiscal year?</a:t>
            </a:r>
          </a:p>
          <a:p>
            <a:r>
              <a:rPr lang="en-US" dirty="0"/>
              <a:t>If that analyst makes at least one earnings forecast during the year, and the forecast is made at most six months before and three months after the end of the fiscal period.</a:t>
            </a:r>
          </a:p>
          <a:p>
            <a:endParaRPr lang="en-US" dirty="0"/>
          </a:p>
          <a:p>
            <a:r>
              <a:rPr lang="en-US" dirty="0"/>
              <a:t>In which situation a pair of firms are considered to be connected through the analyst?</a:t>
            </a:r>
          </a:p>
          <a:p>
            <a:r>
              <a:rPr lang="en-US" dirty="0"/>
              <a:t>If the analyst follows the pair of firms for at least two years in the entire sample</a:t>
            </a:r>
          </a:p>
          <a:p>
            <a:endParaRPr lang="en-US" b="1" dirty="0"/>
          </a:p>
          <a:p>
            <a:r>
              <a:rPr lang="en-US" b="1" dirty="0"/>
              <a:t>Final sample spans the period 1993–2015 and includes 41,411 firm-year observations.</a:t>
            </a:r>
          </a:p>
        </p:txBody>
      </p:sp>
    </p:spTree>
    <p:extLst>
      <p:ext uri="{BB962C8B-B14F-4D97-AF65-F5344CB8AC3E}">
        <p14:creationId xmlns:p14="http://schemas.microsoft.com/office/powerpoint/2010/main" val="39364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Empirical Methodology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6A571C82-4827-E6DD-836B-F7D8B7D94A1A}"/>
              </a:ext>
            </a:extLst>
          </p:cNvPr>
          <p:cNvPicPr>
            <a:picLocks noChangeAspect="1"/>
          </p:cNvPicPr>
          <p:nvPr/>
        </p:nvPicPr>
        <p:blipFill>
          <a:blip r:embed="rId3"/>
          <a:stretch>
            <a:fillRect/>
          </a:stretch>
        </p:blipFill>
        <p:spPr>
          <a:xfrm>
            <a:off x="345660" y="579513"/>
            <a:ext cx="5963482" cy="1276528"/>
          </a:xfrm>
          <a:prstGeom prst="rect">
            <a:avLst/>
          </a:prstGeom>
        </p:spPr>
      </p:pic>
      <p:sp>
        <p:nvSpPr>
          <p:cNvPr id="6" name="TextBox 5">
            <a:extLst>
              <a:ext uri="{FF2B5EF4-FFF2-40B4-BE49-F238E27FC236}">
                <a16:creationId xmlns:a16="http://schemas.microsoft.com/office/drawing/2014/main" id="{A84A6253-8F28-7A42-39AE-509599475DF4}"/>
              </a:ext>
            </a:extLst>
          </p:cNvPr>
          <p:cNvSpPr txBox="1"/>
          <p:nvPr/>
        </p:nvSpPr>
        <p:spPr>
          <a:xfrm>
            <a:off x="210930" y="1977997"/>
            <a:ext cx="11770140" cy="1754326"/>
          </a:xfrm>
          <a:prstGeom prst="rect">
            <a:avLst/>
          </a:prstGeom>
          <a:noFill/>
        </p:spPr>
        <p:txBody>
          <a:bodyPr wrap="square" rtlCol="0">
            <a:spAutoFit/>
          </a:bodyPr>
          <a:lstStyle/>
          <a:p>
            <a:r>
              <a:rPr lang="en-US" b="1" dirty="0"/>
              <a:t>The dependent variable: </a:t>
            </a:r>
            <a:r>
              <a:rPr lang="en-US" dirty="0"/>
              <a:t>Leverage, ∆Leverage, Net Debt, Net Equity, and Gross Equity</a:t>
            </a:r>
          </a:p>
          <a:p>
            <a:r>
              <a:rPr lang="en-US" b="1" dirty="0"/>
              <a:t>X</a:t>
            </a:r>
            <a:r>
              <a:rPr lang="en-US" b="1" baseline="-25000" dirty="0"/>
              <a:t>ijt-1</a:t>
            </a:r>
            <a:r>
              <a:rPr lang="en-US" b="1" dirty="0"/>
              <a:t>: </a:t>
            </a:r>
            <a:r>
              <a:rPr lang="en-US" dirty="0"/>
              <a:t>the set of firm-specific controls</a:t>
            </a:r>
          </a:p>
          <a:p>
            <a:r>
              <a:rPr lang="en-US" b="1" dirty="0" err="1"/>
              <a:t>y</a:t>
            </a:r>
            <a:r>
              <a:rPr lang="en-US" b="1" baseline="30000" dirty="0" err="1"/>
              <a:t>ACN</a:t>
            </a:r>
            <a:r>
              <a:rPr lang="en-US" b="1" dirty="0"/>
              <a:t>: </a:t>
            </a:r>
            <a:r>
              <a:rPr lang="en-US" dirty="0"/>
              <a:t>the weighted average value of the outcome variable for all the firms that are connected to firm </a:t>
            </a:r>
            <a:r>
              <a:rPr lang="en-US" dirty="0" err="1"/>
              <a:t>i</a:t>
            </a:r>
            <a:r>
              <a:rPr lang="en-US" dirty="0"/>
              <a:t> through common analysts in year t</a:t>
            </a:r>
          </a:p>
          <a:p>
            <a:r>
              <a:rPr lang="en-US" dirty="0"/>
              <a:t>The weights for each firm l in the analyst network: the number of common analysts between firm l and firm </a:t>
            </a:r>
            <a:r>
              <a:rPr lang="en-US" dirty="0" err="1"/>
              <a:t>i</a:t>
            </a:r>
            <a:endParaRPr lang="en-US" dirty="0"/>
          </a:p>
          <a:p>
            <a:r>
              <a:rPr lang="en-US" dirty="0" err="1"/>
              <a:t>n</a:t>
            </a:r>
            <a:r>
              <a:rPr lang="en-US" baseline="-25000" dirty="0" err="1"/>
              <a:t>ilt</a:t>
            </a:r>
            <a:r>
              <a:rPr lang="en-US" dirty="0"/>
              <a:t> represents the number of common analysts between firm </a:t>
            </a:r>
            <a:r>
              <a:rPr lang="en-US" dirty="0" err="1"/>
              <a:t>i</a:t>
            </a:r>
            <a:r>
              <a:rPr lang="en-US" dirty="0"/>
              <a:t> and firm l</a:t>
            </a:r>
            <a:endParaRPr lang="en-US" b="1" dirty="0"/>
          </a:p>
        </p:txBody>
      </p:sp>
      <p:pic>
        <p:nvPicPr>
          <p:cNvPr id="10" name="Picture 9">
            <a:extLst>
              <a:ext uri="{FF2B5EF4-FFF2-40B4-BE49-F238E27FC236}">
                <a16:creationId xmlns:a16="http://schemas.microsoft.com/office/drawing/2014/main" id="{B47EE066-2804-24BD-DE42-91770045CD85}"/>
              </a:ext>
            </a:extLst>
          </p:cNvPr>
          <p:cNvPicPr>
            <a:picLocks noChangeAspect="1"/>
          </p:cNvPicPr>
          <p:nvPr/>
        </p:nvPicPr>
        <p:blipFill>
          <a:blip r:embed="rId4"/>
          <a:stretch>
            <a:fillRect/>
          </a:stretch>
        </p:blipFill>
        <p:spPr>
          <a:xfrm>
            <a:off x="345660" y="4024855"/>
            <a:ext cx="5372850" cy="543001"/>
          </a:xfrm>
          <a:prstGeom prst="rect">
            <a:avLst/>
          </a:prstGeom>
        </p:spPr>
      </p:pic>
      <p:pic>
        <p:nvPicPr>
          <p:cNvPr id="12" name="Picture 11">
            <a:extLst>
              <a:ext uri="{FF2B5EF4-FFF2-40B4-BE49-F238E27FC236}">
                <a16:creationId xmlns:a16="http://schemas.microsoft.com/office/drawing/2014/main" id="{E2ACAEF5-AB7C-E0EF-BF2D-9072F76FF892}"/>
              </a:ext>
            </a:extLst>
          </p:cNvPr>
          <p:cNvPicPr>
            <a:picLocks noChangeAspect="1"/>
          </p:cNvPicPr>
          <p:nvPr/>
        </p:nvPicPr>
        <p:blipFill>
          <a:blip r:embed="rId5"/>
          <a:stretch>
            <a:fillRect/>
          </a:stretch>
        </p:blipFill>
        <p:spPr>
          <a:xfrm>
            <a:off x="345660" y="4573000"/>
            <a:ext cx="533474" cy="342948"/>
          </a:xfrm>
          <a:prstGeom prst="rect">
            <a:avLst/>
          </a:prstGeom>
        </p:spPr>
      </p:pic>
      <p:sp>
        <p:nvSpPr>
          <p:cNvPr id="14" name="TextBox 13">
            <a:extLst>
              <a:ext uri="{FF2B5EF4-FFF2-40B4-BE49-F238E27FC236}">
                <a16:creationId xmlns:a16="http://schemas.microsoft.com/office/drawing/2014/main" id="{599420C4-83F8-3981-A2DA-09A5B4788180}"/>
              </a:ext>
            </a:extLst>
          </p:cNvPr>
          <p:cNvSpPr txBox="1"/>
          <p:nvPr/>
        </p:nvSpPr>
        <p:spPr>
          <a:xfrm>
            <a:off x="962783" y="4636248"/>
            <a:ext cx="9027884" cy="369332"/>
          </a:xfrm>
          <a:prstGeom prst="rect">
            <a:avLst/>
          </a:prstGeom>
          <a:noFill/>
        </p:spPr>
        <p:txBody>
          <a:bodyPr wrap="square">
            <a:spAutoFit/>
          </a:bodyPr>
          <a:lstStyle/>
          <a:p>
            <a:r>
              <a:rPr lang="en-US" dirty="0"/>
              <a:t>the equally weighted average return of all firms in the analyst network of firm </a:t>
            </a:r>
            <a:r>
              <a:rPr lang="en-US" dirty="0" err="1"/>
              <a:t>i</a:t>
            </a:r>
            <a:endParaRPr lang="en-US" dirty="0"/>
          </a:p>
        </p:txBody>
      </p:sp>
      <p:pic>
        <p:nvPicPr>
          <p:cNvPr id="16" name="Picture 15">
            <a:extLst>
              <a:ext uri="{FF2B5EF4-FFF2-40B4-BE49-F238E27FC236}">
                <a16:creationId xmlns:a16="http://schemas.microsoft.com/office/drawing/2014/main" id="{19FAB1C9-E48A-E5D7-8FE0-494269259763}"/>
              </a:ext>
            </a:extLst>
          </p:cNvPr>
          <p:cNvPicPr>
            <a:picLocks noChangeAspect="1"/>
          </p:cNvPicPr>
          <p:nvPr/>
        </p:nvPicPr>
        <p:blipFill>
          <a:blip r:embed="rId6"/>
          <a:stretch>
            <a:fillRect/>
          </a:stretch>
        </p:blipFill>
        <p:spPr>
          <a:xfrm>
            <a:off x="474134" y="5326990"/>
            <a:ext cx="1667108" cy="342948"/>
          </a:xfrm>
          <a:prstGeom prst="rect">
            <a:avLst/>
          </a:prstGeom>
        </p:spPr>
      </p:pic>
      <p:sp>
        <p:nvSpPr>
          <p:cNvPr id="18" name="TextBox 17">
            <a:extLst>
              <a:ext uri="{FF2B5EF4-FFF2-40B4-BE49-F238E27FC236}">
                <a16:creationId xmlns:a16="http://schemas.microsoft.com/office/drawing/2014/main" id="{A4821AA5-E505-5227-6B15-E383ECD8967B}"/>
              </a:ext>
            </a:extLst>
          </p:cNvPr>
          <p:cNvSpPr txBox="1"/>
          <p:nvPr/>
        </p:nvSpPr>
        <p:spPr>
          <a:xfrm>
            <a:off x="2158175" y="5313798"/>
            <a:ext cx="8831557" cy="369332"/>
          </a:xfrm>
          <a:prstGeom prst="rect">
            <a:avLst/>
          </a:prstGeom>
          <a:noFill/>
        </p:spPr>
        <p:txBody>
          <a:bodyPr wrap="square">
            <a:spAutoFit/>
          </a:bodyPr>
          <a:lstStyle/>
          <a:p>
            <a:r>
              <a:rPr lang="en-US" dirty="0"/>
              <a:t>the weighted average equity shock for the analyst network; used as an instrument for </a:t>
            </a:r>
          </a:p>
        </p:txBody>
      </p:sp>
      <p:pic>
        <p:nvPicPr>
          <p:cNvPr id="23" name="Picture 22">
            <a:extLst>
              <a:ext uri="{FF2B5EF4-FFF2-40B4-BE49-F238E27FC236}">
                <a16:creationId xmlns:a16="http://schemas.microsoft.com/office/drawing/2014/main" id="{9E6DEC26-C924-A26C-5690-A6F0E6239DB8}"/>
              </a:ext>
            </a:extLst>
          </p:cNvPr>
          <p:cNvPicPr>
            <a:picLocks noChangeAspect="1"/>
          </p:cNvPicPr>
          <p:nvPr/>
        </p:nvPicPr>
        <p:blipFill>
          <a:blip r:embed="rId7"/>
          <a:stretch>
            <a:fillRect/>
          </a:stretch>
        </p:blipFill>
        <p:spPr>
          <a:xfrm>
            <a:off x="10456258" y="5303511"/>
            <a:ext cx="533474" cy="323895"/>
          </a:xfrm>
          <a:prstGeom prst="rect">
            <a:avLst/>
          </a:prstGeom>
        </p:spPr>
      </p:pic>
      <p:pic>
        <p:nvPicPr>
          <p:cNvPr id="25" name="Picture 24">
            <a:extLst>
              <a:ext uri="{FF2B5EF4-FFF2-40B4-BE49-F238E27FC236}">
                <a16:creationId xmlns:a16="http://schemas.microsoft.com/office/drawing/2014/main" id="{9D91E938-87AF-0413-D921-DA06FB044142}"/>
              </a:ext>
            </a:extLst>
          </p:cNvPr>
          <p:cNvPicPr>
            <a:picLocks noChangeAspect="1"/>
          </p:cNvPicPr>
          <p:nvPr/>
        </p:nvPicPr>
        <p:blipFill>
          <a:blip r:embed="rId8"/>
          <a:stretch>
            <a:fillRect/>
          </a:stretch>
        </p:blipFill>
        <p:spPr>
          <a:xfrm>
            <a:off x="6907967" y="660279"/>
            <a:ext cx="4353533" cy="905001"/>
          </a:xfrm>
          <a:prstGeom prst="rect">
            <a:avLst/>
          </a:prstGeom>
        </p:spPr>
      </p:pic>
    </p:spTree>
    <p:extLst>
      <p:ext uri="{BB962C8B-B14F-4D97-AF65-F5344CB8AC3E}">
        <p14:creationId xmlns:p14="http://schemas.microsoft.com/office/powerpoint/2010/main" val="1246346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573C0EEF-CEA5-132F-1F03-758703FC9FDD}"/>
              </a:ext>
            </a:extLst>
          </p:cNvPr>
          <p:cNvPicPr>
            <a:picLocks noChangeAspect="1"/>
          </p:cNvPicPr>
          <p:nvPr/>
        </p:nvPicPr>
        <p:blipFill>
          <a:blip r:embed="rId3"/>
          <a:stretch>
            <a:fillRect/>
          </a:stretch>
        </p:blipFill>
        <p:spPr>
          <a:xfrm>
            <a:off x="0" y="613767"/>
            <a:ext cx="12103974" cy="4263033"/>
          </a:xfrm>
          <a:prstGeom prst="rect">
            <a:avLst/>
          </a:prstGeom>
        </p:spPr>
      </p:pic>
      <p:sp>
        <p:nvSpPr>
          <p:cNvPr id="8" name="TextBox 7">
            <a:extLst>
              <a:ext uri="{FF2B5EF4-FFF2-40B4-BE49-F238E27FC236}">
                <a16:creationId xmlns:a16="http://schemas.microsoft.com/office/drawing/2014/main" id="{B009F765-9598-BB86-42E1-8DE6F96D20D4}"/>
              </a:ext>
            </a:extLst>
          </p:cNvPr>
          <p:cNvSpPr txBox="1"/>
          <p:nvPr/>
        </p:nvSpPr>
        <p:spPr>
          <a:xfrm>
            <a:off x="101599" y="4911054"/>
            <a:ext cx="9254067" cy="369332"/>
          </a:xfrm>
          <a:prstGeom prst="rect">
            <a:avLst/>
          </a:prstGeom>
          <a:noFill/>
        </p:spPr>
        <p:txBody>
          <a:bodyPr wrap="square">
            <a:spAutoFit/>
          </a:bodyPr>
          <a:lstStyle/>
          <a:p>
            <a:r>
              <a:rPr lang="en-US" dirty="0"/>
              <a:t>Table 1 provides descriptive statistics for the analyst networks.</a:t>
            </a:r>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BDF11B8B-C8EC-6551-AE7F-A0CBC0CE6EFF}"/>
                  </a:ext>
                </a:extLst>
              </p14:cNvPr>
              <p14:cNvContentPartPr/>
              <p14:nvPr/>
            </p14:nvContentPartPr>
            <p14:xfrm>
              <a:off x="3056253" y="1693133"/>
              <a:ext cx="304200" cy="360"/>
            </p14:xfrm>
          </p:contentPart>
        </mc:Choice>
        <mc:Fallback xmlns="">
          <p:pic>
            <p:nvPicPr>
              <p:cNvPr id="9" name="Ink 8">
                <a:extLst>
                  <a:ext uri="{FF2B5EF4-FFF2-40B4-BE49-F238E27FC236}">
                    <a16:creationId xmlns:a16="http://schemas.microsoft.com/office/drawing/2014/main" id="{BDF11B8B-C8EC-6551-AE7F-A0CBC0CE6EFF}"/>
                  </a:ext>
                </a:extLst>
              </p:cNvPr>
              <p:cNvPicPr/>
              <p:nvPr/>
            </p:nvPicPr>
            <p:blipFill>
              <a:blip r:embed="rId5"/>
              <a:stretch>
                <a:fillRect/>
              </a:stretch>
            </p:blipFill>
            <p:spPr>
              <a:xfrm>
                <a:off x="3038613" y="1657133"/>
                <a:ext cx="339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AAE28E6F-444D-A019-5B30-3E095B4978AB}"/>
                  </a:ext>
                </a:extLst>
              </p14:cNvPr>
              <p14:cNvContentPartPr/>
              <p14:nvPr/>
            </p14:nvContentPartPr>
            <p14:xfrm>
              <a:off x="3073173" y="1845053"/>
              <a:ext cx="308880" cy="18000"/>
            </p14:xfrm>
          </p:contentPart>
        </mc:Choice>
        <mc:Fallback xmlns="">
          <p:pic>
            <p:nvPicPr>
              <p:cNvPr id="13" name="Ink 12">
                <a:extLst>
                  <a:ext uri="{FF2B5EF4-FFF2-40B4-BE49-F238E27FC236}">
                    <a16:creationId xmlns:a16="http://schemas.microsoft.com/office/drawing/2014/main" id="{AAE28E6F-444D-A019-5B30-3E095B4978AB}"/>
                  </a:ext>
                </a:extLst>
              </p:cNvPr>
              <p:cNvPicPr/>
              <p:nvPr/>
            </p:nvPicPr>
            <p:blipFill>
              <a:blip r:embed="rId7"/>
              <a:stretch>
                <a:fillRect/>
              </a:stretch>
            </p:blipFill>
            <p:spPr>
              <a:xfrm>
                <a:off x="3055533" y="1809413"/>
                <a:ext cx="3445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7C4F85A-84FE-CCFA-60EE-19E69A07237C}"/>
                  </a:ext>
                </a:extLst>
              </p14:cNvPr>
              <p14:cNvContentPartPr/>
              <p14:nvPr/>
            </p14:nvContentPartPr>
            <p14:xfrm>
              <a:off x="8771253" y="1666853"/>
              <a:ext cx="211680" cy="27000"/>
            </p14:xfrm>
          </p:contentPart>
        </mc:Choice>
        <mc:Fallback xmlns="">
          <p:pic>
            <p:nvPicPr>
              <p:cNvPr id="15" name="Ink 14">
                <a:extLst>
                  <a:ext uri="{FF2B5EF4-FFF2-40B4-BE49-F238E27FC236}">
                    <a16:creationId xmlns:a16="http://schemas.microsoft.com/office/drawing/2014/main" id="{37C4F85A-84FE-CCFA-60EE-19E69A07237C}"/>
                  </a:ext>
                </a:extLst>
              </p:cNvPr>
              <p:cNvPicPr/>
              <p:nvPr/>
            </p:nvPicPr>
            <p:blipFill>
              <a:blip r:embed="rId9"/>
              <a:stretch>
                <a:fillRect/>
              </a:stretch>
            </p:blipFill>
            <p:spPr>
              <a:xfrm>
                <a:off x="8753253" y="1630853"/>
                <a:ext cx="2473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11"/>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11"/>
              <a:stretch>
                <a:fillRect/>
              </a:stretch>
            </p:blipFill>
            <p:spPr>
              <a:xfrm>
                <a:off x="219093" y="42124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BFC57229-98B9-591E-5792-F686C32A0BDD}"/>
                  </a:ext>
                </a:extLst>
              </p14:cNvPr>
              <p14:cNvContentPartPr/>
              <p14:nvPr/>
            </p14:nvContentPartPr>
            <p14:xfrm>
              <a:off x="8771253" y="1811920"/>
              <a:ext cx="360" cy="360"/>
            </p14:xfrm>
          </p:contentPart>
        </mc:Choice>
        <mc:Fallback xmlns="">
          <p:pic>
            <p:nvPicPr>
              <p:cNvPr id="21" name="Ink 20">
                <a:extLst>
                  <a:ext uri="{FF2B5EF4-FFF2-40B4-BE49-F238E27FC236}">
                    <a16:creationId xmlns:a16="http://schemas.microsoft.com/office/drawing/2014/main" id="{BFC57229-98B9-591E-5792-F686C32A0BDD}"/>
                  </a:ext>
                </a:extLst>
              </p:cNvPr>
              <p:cNvPicPr/>
              <p:nvPr/>
            </p:nvPicPr>
            <p:blipFill>
              <a:blip r:embed="rId11"/>
              <a:stretch>
                <a:fillRect/>
              </a:stretch>
            </p:blipFill>
            <p:spPr>
              <a:xfrm>
                <a:off x="8753253" y="17759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71CAAB15-E1D4-E36E-D910-9388581054B4}"/>
                  </a:ext>
                </a:extLst>
              </p14:cNvPr>
              <p14:cNvContentPartPr/>
              <p14:nvPr/>
            </p14:nvContentPartPr>
            <p14:xfrm>
              <a:off x="8774853" y="1810840"/>
              <a:ext cx="260640" cy="70920"/>
            </p14:xfrm>
          </p:contentPart>
        </mc:Choice>
        <mc:Fallback xmlns="">
          <p:pic>
            <p:nvPicPr>
              <p:cNvPr id="22" name="Ink 21">
                <a:extLst>
                  <a:ext uri="{FF2B5EF4-FFF2-40B4-BE49-F238E27FC236}">
                    <a16:creationId xmlns:a16="http://schemas.microsoft.com/office/drawing/2014/main" id="{71CAAB15-E1D4-E36E-D910-9388581054B4}"/>
                  </a:ext>
                </a:extLst>
              </p:cNvPr>
              <p:cNvPicPr/>
              <p:nvPr/>
            </p:nvPicPr>
            <p:blipFill>
              <a:blip r:embed="rId15"/>
              <a:stretch>
                <a:fillRect/>
              </a:stretch>
            </p:blipFill>
            <p:spPr>
              <a:xfrm>
                <a:off x="8756853" y="1774840"/>
                <a:ext cx="2962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D2028F76-61AA-A95A-1ECE-616A0CB6D454}"/>
                  </a:ext>
                </a:extLst>
              </p14:cNvPr>
              <p14:cNvContentPartPr/>
              <p14:nvPr/>
            </p14:nvContentPartPr>
            <p14:xfrm>
              <a:off x="8768733" y="2029000"/>
              <a:ext cx="250560" cy="20520"/>
            </p14:xfrm>
          </p:contentPart>
        </mc:Choice>
        <mc:Fallback xmlns="">
          <p:pic>
            <p:nvPicPr>
              <p:cNvPr id="24" name="Ink 23">
                <a:extLst>
                  <a:ext uri="{FF2B5EF4-FFF2-40B4-BE49-F238E27FC236}">
                    <a16:creationId xmlns:a16="http://schemas.microsoft.com/office/drawing/2014/main" id="{D2028F76-61AA-A95A-1ECE-616A0CB6D454}"/>
                  </a:ext>
                </a:extLst>
              </p:cNvPr>
              <p:cNvPicPr/>
              <p:nvPr/>
            </p:nvPicPr>
            <p:blipFill>
              <a:blip r:embed="rId17"/>
              <a:stretch>
                <a:fillRect/>
              </a:stretch>
            </p:blipFill>
            <p:spPr>
              <a:xfrm>
                <a:off x="8751093" y="1993360"/>
                <a:ext cx="2862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D6AF26F4-C33E-5709-E8E3-A9119921C1D1}"/>
                  </a:ext>
                </a:extLst>
              </p14:cNvPr>
              <p14:cNvContentPartPr/>
              <p14:nvPr/>
            </p14:nvContentPartPr>
            <p14:xfrm>
              <a:off x="8771253" y="1997320"/>
              <a:ext cx="228600" cy="18000"/>
            </p14:xfrm>
          </p:contentPart>
        </mc:Choice>
        <mc:Fallback xmlns="">
          <p:pic>
            <p:nvPicPr>
              <p:cNvPr id="26" name="Ink 25">
                <a:extLst>
                  <a:ext uri="{FF2B5EF4-FFF2-40B4-BE49-F238E27FC236}">
                    <a16:creationId xmlns:a16="http://schemas.microsoft.com/office/drawing/2014/main" id="{D6AF26F4-C33E-5709-E8E3-A9119921C1D1}"/>
                  </a:ext>
                </a:extLst>
              </p:cNvPr>
              <p:cNvPicPr/>
              <p:nvPr/>
            </p:nvPicPr>
            <p:blipFill>
              <a:blip r:embed="rId19"/>
              <a:stretch>
                <a:fillRect/>
              </a:stretch>
            </p:blipFill>
            <p:spPr>
              <a:xfrm>
                <a:off x="8753253" y="1961320"/>
                <a:ext cx="2642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5DE9A699-769C-3860-0DD0-A4F717598F55}"/>
                  </a:ext>
                </a:extLst>
              </p14:cNvPr>
              <p14:cNvContentPartPr/>
              <p14:nvPr/>
            </p14:nvContentPartPr>
            <p14:xfrm>
              <a:off x="3005493" y="3352720"/>
              <a:ext cx="294120" cy="9360"/>
            </p14:xfrm>
          </p:contentPart>
        </mc:Choice>
        <mc:Fallback xmlns="">
          <p:pic>
            <p:nvPicPr>
              <p:cNvPr id="27" name="Ink 26">
                <a:extLst>
                  <a:ext uri="{FF2B5EF4-FFF2-40B4-BE49-F238E27FC236}">
                    <a16:creationId xmlns:a16="http://schemas.microsoft.com/office/drawing/2014/main" id="{5DE9A699-769C-3860-0DD0-A4F717598F55}"/>
                  </a:ext>
                </a:extLst>
              </p:cNvPr>
              <p:cNvPicPr/>
              <p:nvPr/>
            </p:nvPicPr>
            <p:blipFill>
              <a:blip r:embed="rId21"/>
              <a:stretch>
                <a:fillRect/>
              </a:stretch>
            </p:blipFill>
            <p:spPr>
              <a:xfrm>
                <a:off x="2987493" y="3316720"/>
                <a:ext cx="3297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25540932-7E21-E5E9-333C-13F7E1925658}"/>
                  </a:ext>
                </a:extLst>
              </p14:cNvPr>
              <p14:cNvContentPartPr/>
              <p14:nvPr/>
            </p14:nvContentPartPr>
            <p14:xfrm>
              <a:off x="3039333" y="3310240"/>
              <a:ext cx="294480" cy="29880"/>
            </p14:xfrm>
          </p:contentPart>
        </mc:Choice>
        <mc:Fallback xmlns="">
          <p:pic>
            <p:nvPicPr>
              <p:cNvPr id="28" name="Ink 27">
                <a:extLst>
                  <a:ext uri="{FF2B5EF4-FFF2-40B4-BE49-F238E27FC236}">
                    <a16:creationId xmlns:a16="http://schemas.microsoft.com/office/drawing/2014/main" id="{25540932-7E21-E5E9-333C-13F7E1925658}"/>
                  </a:ext>
                </a:extLst>
              </p:cNvPr>
              <p:cNvPicPr/>
              <p:nvPr/>
            </p:nvPicPr>
            <p:blipFill>
              <a:blip r:embed="rId23"/>
              <a:stretch>
                <a:fillRect/>
              </a:stretch>
            </p:blipFill>
            <p:spPr>
              <a:xfrm>
                <a:off x="3021693" y="3274600"/>
                <a:ext cx="330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CD223C80-ACB0-18E1-5954-E83BB3976BC6}"/>
                  </a:ext>
                </a:extLst>
              </p14:cNvPr>
              <p14:cNvContentPartPr/>
              <p14:nvPr/>
            </p14:nvContentPartPr>
            <p14:xfrm>
              <a:off x="3107373" y="3292600"/>
              <a:ext cx="245520" cy="34920"/>
            </p14:xfrm>
          </p:contentPart>
        </mc:Choice>
        <mc:Fallback xmlns="">
          <p:pic>
            <p:nvPicPr>
              <p:cNvPr id="29" name="Ink 28">
                <a:extLst>
                  <a:ext uri="{FF2B5EF4-FFF2-40B4-BE49-F238E27FC236}">
                    <a16:creationId xmlns:a16="http://schemas.microsoft.com/office/drawing/2014/main" id="{CD223C80-ACB0-18E1-5954-E83BB3976BC6}"/>
                  </a:ext>
                </a:extLst>
              </p:cNvPr>
              <p:cNvPicPr/>
              <p:nvPr/>
            </p:nvPicPr>
            <p:blipFill>
              <a:blip r:embed="rId25"/>
              <a:stretch>
                <a:fillRect/>
              </a:stretch>
            </p:blipFill>
            <p:spPr>
              <a:xfrm>
                <a:off x="3089373" y="3256960"/>
                <a:ext cx="281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705F8981-BA67-B75E-A1D4-EF38460E2E98}"/>
                  </a:ext>
                </a:extLst>
              </p14:cNvPr>
              <p14:cNvContentPartPr/>
              <p14:nvPr/>
            </p14:nvContentPartPr>
            <p14:xfrm>
              <a:off x="2997213" y="3276400"/>
              <a:ext cx="143640" cy="26640"/>
            </p14:xfrm>
          </p:contentPart>
        </mc:Choice>
        <mc:Fallback xmlns="">
          <p:pic>
            <p:nvPicPr>
              <p:cNvPr id="30" name="Ink 29">
                <a:extLst>
                  <a:ext uri="{FF2B5EF4-FFF2-40B4-BE49-F238E27FC236}">
                    <a16:creationId xmlns:a16="http://schemas.microsoft.com/office/drawing/2014/main" id="{705F8981-BA67-B75E-A1D4-EF38460E2E98}"/>
                  </a:ext>
                </a:extLst>
              </p:cNvPr>
              <p:cNvPicPr/>
              <p:nvPr/>
            </p:nvPicPr>
            <p:blipFill>
              <a:blip r:embed="rId27"/>
              <a:stretch>
                <a:fillRect/>
              </a:stretch>
            </p:blipFill>
            <p:spPr>
              <a:xfrm>
                <a:off x="2979213" y="3240760"/>
                <a:ext cx="1792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353AE4F7-268F-6A70-67E1-F3A7C003FFD2}"/>
                  </a:ext>
                </a:extLst>
              </p14:cNvPr>
              <p14:cNvContentPartPr/>
              <p14:nvPr/>
            </p14:nvContentPartPr>
            <p14:xfrm>
              <a:off x="3014133" y="3327160"/>
              <a:ext cx="360" cy="360"/>
            </p14:xfrm>
          </p:contentPart>
        </mc:Choice>
        <mc:Fallback xmlns="">
          <p:pic>
            <p:nvPicPr>
              <p:cNvPr id="31" name="Ink 30">
                <a:extLst>
                  <a:ext uri="{FF2B5EF4-FFF2-40B4-BE49-F238E27FC236}">
                    <a16:creationId xmlns:a16="http://schemas.microsoft.com/office/drawing/2014/main" id="{353AE4F7-268F-6A70-67E1-F3A7C003FFD2}"/>
                  </a:ext>
                </a:extLst>
              </p:cNvPr>
              <p:cNvPicPr/>
              <p:nvPr/>
            </p:nvPicPr>
            <p:blipFill>
              <a:blip r:embed="rId11"/>
              <a:stretch>
                <a:fillRect/>
              </a:stretch>
            </p:blipFill>
            <p:spPr>
              <a:xfrm>
                <a:off x="2996133" y="32915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2" name="Ink 31">
                <a:extLst>
                  <a:ext uri="{FF2B5EF4-FFF2-40B4-BE49-F238E27FC236}">
                    <a16:creationId xmlns:a16="http://schemas.microsoft.com/office/drawing/2014/main" id="{78E70C90-BD35-29A5-4505-BE559B2057F9}"/>
                  </a:ext>
                </a:extLst>
              </p14:cNvPr>
              <p14:cNvContentPartPr/>
              <p14:nvPr/>
            </p14:nvContentPartPr>
            <p14:xfrm>
              <a:off x="5139213" y="3301240"/>
              <a:ext cx="168480" cy="27000"/>
            </p14:xfrm>
          </p:contentPart>
        </mc:Choice>
        <mc:Fallback xmlns="">
          <p:pic>
            <p:nvPicPr>
              <p:cNvPr id="32" name="Ink 31">
                <a:extLst>
                  <a:ext uri="{FF2B5EF4-FFF2-40B4-BE49-F238E27FC236}">
                    <a16:creationId xmlns:a16="http://schemas.microsoft.com/office/drawing/2014/main" id="{78E70C90-BD35-29A5-4505-BE559B2057F9}"/>
                  </a:ext>
                </a:extLst>
              </p:cNvPr>
              <p:cNvPicPr/>
              <p:nvPr/>
            </p:nvPicPr>
            <p:blipFill>
              <a:blip r:embed="rId30"/>
              <a:stretch>
                <a:fillRect/>
              </a:stretch>
            </p:blipFill>
            <p:spPr>
              <a:xfrm>
                <a:off x="5121573" y="3265600"/>
                <a:ext cx="204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7C08FAE5-C3D9-A45B-B7A6-B81C5C3CF048}"/>
                  </a:ext>
                </a:extLst>
              </p14:cNvPr>
              <p14:cNvContentPartPr/>
              <p14:nvPr/>
            </p14:nvContentPartPr>
            <p14:xfrm>
              <a:off x="5139213" y="3352720"/>
              <a:ext cx="160560" cy="360"/>
            </p14:xfrm>
          </p:contentPart>
        </mc:Choice>
        <mc:Fallback xmlns="">
          <p:pic>
            <p:nvPicPr>
              <p:cNvPr id="33" name="Ink 32">
                <a:extLst>
                  <a:ext uri="{FF2B5EF4-FFF2-40B4-BE49-F238E27FC236}">
                    <a16:creationId xmlns:a16="http://schemas.microsoft.com/office/drawing/2014/main" id="{7C08FAE5-C3D9-A45B-B7A6-B81C5C3CF048}"/>
                  </a:ext>
                </a:extLst>
              </p:cNvPr>
              <p:cNvPicPr/>
              <p:nvPr/>
            </p:nvPicPr>
            <p:blipFill>
              <a:blip r:embed="rId32"/>
              <a:stretch>
                <a:fillRect/>
              </a:stretch>
            </p:blipFill>
            <p:spPr>
              <a:xfrm>
                <a:off x="5121573" y="3316720"/>
                <a:ext cx="1962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4" name="Ink 33">
                <a:extLst>
                  <a:ext uri="{FF2B5EF4-FFF2-40B4-BE49-F238E27FC236}">
                    <a16:creationId xmlns:a16="http://schemas.microsoft.com/office/drawing/2014/main" id="{5CD97EC6-AE5A-BD7C-9251-30B0D6DCBFCB}"/>
                  </a:ext>
                </a:extLst>
              </p14:cNvPr>
              <p14:cNvContentPartPr/>
              <p14:nvPr/>
            </p14:nvContentPartPr>
            <p14:xfrm>
              <a:off x="3047613" y="3665920"/>
              <a:ext cx="300240" cy="360"/>
            </p14:xfrm>
          </p:contentPart>
        </mc:Choice>
        <mc:Fallback xmlns="">
          <p:pic>
            <p:nvPicPr>
              <p:cNvPr id="34" name="Ink 33">
                <a:extLst>
                  <a:ext uri="{FF2B5EF4-FFF2-40B4-BE49-F238E27FC236}">
                    <a16:creationId xmlns:a16="http://schemas.microsoft.com/office/drawing/2014/main" id="{5CD97EC6-AE5A-BD7C-9251-30B0D6DCBFCB}"/>
                  </a:ext>
                </a:extLst>
              </p:cNvPr>
              <p:cNvPicPr/>
              <p:nvPr/>
            </p:nvPicPr>
            <p:blipFill>
              <a:blip r:embed="rId34"/>
              <a:stretch>
                <a:fillRect/>
              </a:stretch>
            </p:blipFill>
            <p:spPr>
              <a:xfrm>
                <a:off x="3029973" y="3629920"/>
                <a:ext cx="335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5" name="Ink 34">
                <a:extLst>
                  <a:ext uri="{FF2B5EF4-FFF2-40B4-BE49-F238E27FC236}">
                    <a16:creationId xmlns:a16="http://schemas.microsoft.com/office/drawing/2014/main" id="{0DFB274C-DF45-52E3-7DA1-AB311E3F13A9}"/>
                  </a:ext>
                </a:extLst>
              </p14:cNvPr>
              <p14:cNvContentPartPr/>
              <p14:nvPr/>
            </p14:nvContentPartPr>
            <p14:xfrm>
              <a:off x="3022413" y="3640720"/>
              <a:ext cx="319680" cy="26640"/>
            </p14:xfrm>
          </p:contentPart>
        </mc:Choice>
        <mc:Fallback xmlns="">
          <p:pic>
            <p:nvPicPr>
              <p:cNvPr id="35" name="Ink 34">
                <a:extLst>
                  <a:ext uri="{FF2B5EF4-FFF2-40B4-BE49-F238E27FC236}">
                    <a16:creationId xmlns:a16="http://schemas.microsoft.com/office/drawing/2014/main" id="{0DFB274C-DF45-52E3-7DA1-AB311E3F13A9}"/>
                  </a:ext>
                </a:extLst>
              </p:cNvPr>
              <p:cNvPicPr/>
              <p:nvPr/>
            </p:nvPicPr>
            <p:blipFill>
              <a:blip r:embed="rId36"/>
              <a:stretch>
                <a:fillRect/>
              </a:stretch>
            </p:blipFill>
            <p:spPr>
              <a:xfrm>
                <a:off x="3004773" y="3604720"/>
                <a:ext cx="3553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6" name="Ink 35">
                <a:extLst>
                  <a:ext uri="{FF2B5EF4-FFF2-40B4-BE49-F238E27FC236}">
                    <a16:creationId xmlns:a16="http://schemas.microsoft.com/office/drawing/2014/main" id="{08555663-11DE-74D2-2664-BF470E1B49A3}"/>
                  </a:ext>
                </a:extLst>
              </p14:cNvPr>
              <p14:cNvContentPartPr/>
              <p14:nvPr/>
            </p14:nvContentPartPr>
            <p14:xfrm>
              <a:off x="2997213" y="3673120"/>
              <a:ext cx="354600" cy="36360"/>
            </p14:xfrm>
          </p:contentPart>
        </mc:Choice>
        <mc:Fallback xmlns="">
          <p:pic>
            <p:nvPicPr>
              <p:cNvPr id="36" name="Ink 35">
                <a:extLst>
                  <a:ext uri="{FF2B5EF4-FFF2-40B4-BE49-F238E27FC236}">
                    <a16:creationId xmlns:a16="http://schemas.microsoft.com/office/drawing/2014/main" id="{08555663-11DE-74D2-2664-BF470E1B49A3}"/>
                  </a:ext>
                </a:extLst>
              </p:cNvPr>
              <p:cNvPicPr/>
              <p:nvPr/>
            </p:nvPicPr>
            <p:blipFill>
              <a:blip r:embed="rId38"/>
              <a:stretch>
                <a:fillRect/>
              </a:stretch>
            </p:blipFill>
            <p:spPr>
              <a:xfrm>
                <a:off x="2979213" y="3637120"/>
                <a:ext cx="390240" cy="108000"/>
              </a:xfrm>
              <a:prstGeom prst="rect">
                <a:avLst/>
              </a:prstGeom>
            </p:spPr>
          </p:pic>
        </mc:Fallback>
      </mc:AlternateContent>
    </p:spTree>
    <p:extLst>
      <p:ext uri="{BB962C8B-B14F-4D97-AF65-F5344CB8AC3E}">
        <p14:creationId xmlns:p14="http://schemas.microsoft.com/office/powerpoint/2010/main" val="3984343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DF11B8B-C8EC-6551-AE7F-A0CBC0CE6EFF}"/>
                  </a:ext>
                </a:extLst>
              </p14:cNvPr>
              <p14:cNvContentPartPr/>
              <p14:nvPr/>
            </p14:nvContentPartPr>
            <p14:xfrm>
              <a:off x="3056253" y="1693133"/>
              <a:ext cx="304200" cy="360"/>
            </p14:xfrm>
          </p:contentPart>
        </mc:Choice>
        <mc:Fallback xmlns="">
          <p:pic>
            <p:nvPicPr>
              <p:cNvPr id="9" name="Ink 8">
                <a:extLst>
                  <a:ext uri="{FF2B5EF4-FFF2-40B4-BE49-F238E27FC236}">
                    <a16:creationId xmlns:a16="http://schemas.microsoft.com/office/drawing/2014/main" id="{BDF11B8B-C8EC-6551-AE7F-A0CBC0CE6EFF}"/>
                  </a:ext>
                </a:extLst>
              </p:cNvPr>
              <p:cNvPicPr/>
              <p:nvPr/>
            </p:nvPicPr>
            <p:blipFill>
              <a:blip r:embed="rId4"/>
              <a:stretch>
                <a:fillRect/>
              </a:stretch>
            </p:blipFill>
            <p:spPr>
              <a:xfrm>
                <a:off x="3038232" y="1657133"/>
                <a:ext cx="339882"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AAE28E6F-444D-A019-5B30-3E095B4978AB}"/>
                  </a:ext>
                </a:extLst>
              </p14:cNvPr>
              <p14:cNvContentPartPr/>
              <p14:nvPr/>
            </p14:nvContentPartPr>
            <p14:xfrm>
              <a:off x="3073173" y="1845053"/>
              <a:ext cx="308880" cy="18000"/>
            </p14:xfrm>
          </p:contentPart>
        </mc:Choice>
        <mc:Fallback xmlns="">
          <p:pic>
            <p:nvPicPr>
              <p:cNvPr id="13" name="Ink 12">
                <a:extLst>
                  <a:ext uri="{FF2B5EF4-FFF2-40B4-BE49-F238E27FC236}">
                    <a16:creationId xmlns:a16="http://schemas.microsoft.com/office/drawing/2014/main" id="{AAE28E6F-444D-A019-5B30-3E095B4978AB}"/>
                  </a:ext>
                </a:extLst>
              </p:cNvPr>
              <p:cNvPicPr/>
              <p:nvPr/>
            </p:nvPicPr>
            <p:blipFill>
              <a:blip r:embed="rId6"/>
              <a:stretch>
                <a:fillRect/>
              </a:stretch>
            </p:blipFill>
            <p:spPr>
              <a:xfrm>
                <a:off x="3055152" y="1808318"/>
                <a:ext cx="344562" cy="9110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8"/>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8"/>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BFC57229-98B9-591E-5792-F686C32A0BDD}"/>
                  </a:ext>
                </a:extLst>
              </p14:cNvPr>
              <p14:cNvContentPartPr/>
              <p14:nvPr/>
            </p14:nvContentPartPr>
            <p14:xfrm>
              <a:off x="8771253" y="1811920"/>
              <a:ext cx="360" cy="360"/>
            </p14:xfrm>
          </p:contentPart>
        </mc:Choice>
        <mc:Fallback xmlns="">
          <p:pic>
            <p:nvPicPr>
              <p:cNvPr id="21" name="Ink 20">
                <a:extLst>
                  <a:ext uri="{FF2B5EF4-FFF2-40B4-BE49-F238E27FC236}">
                    <a16:creationId xmlns:a16="http://schemas.microsoft.com/office/drawing/2014/main" id="{BFC57229-98B9-591E-5792-F686C32A0BDD}"/>
                  </a:ext>
                </a:extLst>
              </p:cNvPr>
              <p:cNvPicPr/>
              <p:nvPr/>
            </p:nvPicPr>
            <p:blipFill>
              <a:blip r:embed="rId8"/>
              <a:stretch>
                <a:fillRect/>
              </a:stretch>
            </p:blipFill>
            <p:spPr>
              <a:xfrm>
                <a:off x="8753253" y="17759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71CAAB15-E1D4-E36E-D910-9388581054B4}"/>
                  </a:ext>
                </a:extLst>
              </p14:cNvPr>
              <p14:cNvContentPartPr/>
              <p14:nvPr/>
            </p14:nvContentPartPr>
            <p14:xfrm>
              <a:off x="8774853" y="1810840"/>
              <a:ext cx="260640" cy="70920"/>
            </p14:xfrm>
          </p:contentPart>
        </mc:Choice>
        <mc:Fallback xmlns="">
          <p:pic>
            <p:nvPicPr>
              <p:cNvPr id="22" name="Ink 21">
                <a:extLst>
                  <a:ext uri="{FF2B5EF4-FFF2-40B4-BE49-F238E27FC236}">
                    <a16:creationId xmlns:a16="http://schemas.microsoft.com/office/drawing/2014/main" id="{71CAAB15-E1D4-E36E-D910-9388581054B4}"/>
                  </a:ext>
                </a:extLst>
              </p:cNvPr>
              <p:cNvPicPr/>
              <p:nvPr/>
            </p:nvPicPr>
            <p:blipFill>
              <a:blip r:embed="rId12"/>
              <a:stretch>
                <a:fillRect/>
              </a:stretch>
            </p:blipFill>
            <p:spPr>
              <a:xfrm>
                <a:off x="8756878" y="1775022"/>
                <a:ext cx="296231" cy="14219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2028F76-61AA-A95A-1ECE-616A0CB6D454}"/>
                  </a:ext>
                </a:extLst>
              </p14:cNvPr>
              <p14:cNvContentPartPr/>
              <p14:nvPr/>
            </p14:nvContentPartPr>
            <p14:xfrm>
              <a:off x="8768733" y="2029000"/>
              <a:ext cx="250560" cy="20520"/>
            </p14:xfrm>
          </p:contentPart>
        </mc:Choice>
        <mc:Fallback xmlns="">
          <p:pic>
            <p:nvPicPr>
              <p:cNvPr id="24" name="Ink 23">
                <a:extLst>
                  <a:ext uri="{FF2B5EF4-FFF2-40B4-BE49-F238E27FC236}">
                    <a16:creationId xmlns:a16="http://schemas.microsoft.com/office/drawing/2014/main" id="{D2028F76-61AA-A95A-1ECE-616A0CB6D454}"/>
                  </a:ext>
                </a:extLst>
              </p:cNvPr>
              <p:cNvPicPr/>
              <p:nvPr/>
            </p:nvPicPr>
            <p:blipFill>
              <a:blip r:embed="rId14"/>
              <a:stretch>
                <a:fillRect/>
              </a:stretch>
            </p:blipFill>
            <p:spPr>
              <a:xfrm>
                <a:off x="8750733" y="1993000"/>
                <a:ext cx="2862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D6AF26F4-C33E-5709-E8E3-A9119921C1D1}"/>
                  </a:ext>
                </a:extLst>
              </p14:cNvPr>
              <p14:cNvContentPartPr/>
              <p14:nvPr/>
            </p14:nvContentPartPr>
            <p14:xfrm>
              <a:off x="8771253" y="1997320"/>
              <a:ext cx="228600" cy="18000"/>
            </p14:xfrm>
          </p:contentPart>
        </mc:Choice>
        <mc:Fallback xmlns="">
          <p:pic>
            <p:nvPicPr>
              <p:cNvPr id="26" name="Ink 25">
                <a:extLst>
                  <a:ext uri="{FF2B5EF4-FFF2-40B4-BE49-F238E27FC236}">
                    <a16:creationId xmlns:a16="http://schemas.microsoft.com/office/drawing/2014/main" id="{D6AF26F4-C33E-5709-E8E3-A9119921C1D1}"/>
                  </a:ext>
                </a:extLst>
              </p:cNvPr>
              <p:cNvPicPr/>
              <p:nvPr/>
            </p:nvPicPr>
            <p:blipFill>
              <a:blip r:embed="rId16"/>
              <a:stretch>
                <a:fillRect/>
              </a:stretch>
            </p:blipFill>
            <p:spPr>
              <a:xfrm>
                <a:off x="8753281" y="1962026"/>
                <a:ext cx="264184" cy="88235"/>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5DE9A699-769C-3860-0DD0-A4F717598F55}"/>
                  </a:ext>
                </a:extLst>
              </p14:cNvPr>
              <p14:cNvContentPartPr/>
              <p14:nvPr/>
            </p14:nvContentPartPr>
            <p14:xfrm>
              <a:off x="3005493" y="3352720"/>
              <a:ext cx="294120" cy="9360"/>
            </p14:xfrm>
          </p:contentPart>
        </mc:Choice>
        <mc:Fallback xmlns="">
          <p:pic>
            <p:nvPicPr>
              <p:cNvPr id="27" name="Ink 26">
                <a:extLst>
                  <a:ext uri="{FF2B5EF4-FFF2-40B4-BE49-F238E27FC236}">
                    <a16:creationId xmlns:a16="http://schemas.microsoft.com/office/drawing/2014/main" id="{5DE9A699-769C-3860-0DD0-A4F717598F55}"/>
                  </a:ext>
                </a:extLst>
              </p:cNvPr>
              <p:cNvPicPr/>
              <p:nvPr/>
            </p:nvPicPr>
            <p:blipFill>
              <a:blip r:embed="rId18"/>
              <a:stretch>
                <a:fillRect/>
              </a:stretch>
            </p:blipFill>
            <p:spPr>
              <a:xfrm>
                <a:off x="2987493" y="3316720"/>
                <a:ext cx="3297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25540932-7E21-E5E9-333C-13F7E1925658}"/>
                  </a:ext>
                </a:extLst>
              </p14:cNvPr>
              <p14:cNvContentPartPr/>
              <p14:nvPr/>
            </p14:nvContentPartPr>
            <p14:xfrm>
              <a:off x="3039333" y="3310240"/>
              <a:ext cx="294480" cy="29880"/>
            </p14:xfrm>
          </p:contentPart>
        </mc:Choice>
        <mc:Fallback xmlns="">
          <p:pic>
            <p:nvPicPr>
              <p:cNvPr id="28" name="Ink 27">
                <a:extLst>
                  <a:ext uri="{FF2B5EF4-FFF2-40B4-BE49-F238E27FC236}">
                    <a16:creationId xmlns:a16="http://schemas.microsoft.com/office/drawing/2014/main" id="{25540932-7E21-E5E9-333C-13F7E1925658}"/>
                  </a:ext>
                </a:extLst>
              </p:cNvPr>
              <p:cNvPicPr/>
              <p:nvPr/>
            </p:nvPicPr>
            <p:blipFill>
              <a:blip r:embed="rId20"/>
              <a:stretch>
                <a:fillRect/>
              </a:stretch>
            </p:blipFill>
            <p:spPr>
              <a:xfrm>
                <a:off x="3021333" y="3274240"/>
                <a:ext cx="330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CD223C80-ACB0-18E1-5954-E83BB3976BC6}"/>
                  </a:ext>
                </a:extLst>
              </p14:cNvPr>
              <p14:cNvContentPartPr/>
              <p14:nvPr/>
            </p14:nvContentPartPr>
            <p14:xfrm>
              <a:off x="3107373" y="3292600"/>
              <a:ext cx="245520" cy="34920"/>
            </p14:xfrm>
          </p:contentPart>
        </mc:Choice>
        <mc:Fallback xmlns="">
          <p:pic>
            <p:nvPicPr>
              <p:cNvPr id="29" name="Ink 28">
                <a:extLst>
                  <a:ext uri="{FF2B5EF4-FFF2-40B4-BE49-F238E27FC236}">
                    <a16:creationId xmlns:a16="http://schemas.microsoft.com/office/drawing/2014/main" id="{CD223C80-ACB0-18E1-5954-E83BB3976BC6}"/>
                  </a:ext>
                </a:extLst>
              </p:cNvPr>
              <p:cNvPicPr/>
              <p:nvPr/>
            </p:nvPicPr>
            <p:blipFill>
              <a:blip r:embed="rId22"/>
              <a:stretch>
                <a:fillRect/>
              </a:stretch>
            </p:blipFill>
            <p:spPr>
              <a:xfrm>
                <a:off x="3089373" y="3256600"/>
                <a:ext cx="281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0" name="Ink 29">
                <a:extLst>
                  <a:ext uri="{FF2B5EF4-FFF2-40B4-BE49-F238E27FC236}">
                    <a16:creationId xmlns:a16="http://schemas.microsoft.com/office/drawing/2014/main" id="{705F8981-BA67-B75E-A1D4-EF38460E2E98}"/>
                  </a:ext>
                </a:extLst>
              </p14:cNvPr>
              <p14:cNvContentPartPr/>
              <p14:nvPr/>
            </p14:nvContentPartPr>
            <p14:xfrm>
              <a:off x="2997213" y="3276400"/>
              <a:ext cx="143640" cy="26640"/>
            </p14:xfrm>
          </p:contentPart>
        </mc:Choice>
        <mc:Fallback xmlns="">
          <p:pic>
            <p:nvPicPr>
              <p:cNvPr id="30" name="Ink 29">
                <a:extLst>
                  <a:ext uri="{FF2B5EF4-FFF2-40B4-BE49-F238E27FC236}">
                    <a16:creationId xmlns:a16="http://schemas.microsoft.com/office/drawing/2014/main" id="{705F8981-BA67-B75E-A1D4-EF38460E2E98}"/>
                  </a:ext>
                </a:extLst>
              </p:cNvPr>
              <p:cNvPicPr/>
              <p:nvPr/>
            </p:nvPicPr>
            <p:blipFill>
              <a:blip r:embed="rId24"/>
              <a:stretch>
                <a:fillRect/>
              </a:stretch>
            </p:blipFill>
            <p:spPr>
              <a:xfrm>
                <a:off x="2979213" y="3239907"/>
                <a:ext cx="179280" cy="99261"/>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1" name="Ink 30">
                <a:extLst>
                  <a:ext uri="{FF2B5EF4-FFF2-40B4-BE49-F238E27FC236}">
                    <a16:creationId xmlns:a16="http://schemas.microsoft.com/office/drawing/2014/main" id="{353AE4F7-268F-6A70-67E1-F3A7C003FFD2}"/>
                  </a:ext>
                </a:extLst>
              </p14:cNvPr>
              <p14:cNvContentPartPr/>
              <p14:nvPr/>
            </p14:nvContentPartPr>
            <p14:xfrm>
              <a:off x="3014133" y="3327160"/>
              <a:ext cx="360" cy="360"/>
            </p14:xfrm>
          </p:contentPart>
        </mc:Choice>
        <mc:Fallback xmlns="">
          <p:pic>
            <p:nvPicPr>
              <p:cNvPr id="31" name="Ink 30">
                <a:extLst>
                  <a:ext uri="{FF2B5EF4-FFF2-40B4-BE49-F238E27FC236}">
                    <a16:creationId xmlns:a16="http://schemas.microsoft.com/office/drawing/2014/main" id="{353AE4F7-268F-6A70-67E1-F3A7C003FFD2}"/>
                  </a:ext>
                </a:extLst>
              </p:cNvPr>
              <p:cNvPicPr/>
              <p:nvPr/>
            </p:nvPicPr>
            <p:blipFill>
              <a:blip r:embed="rId8"/>
              <a:stretch>
                <a:fillRect/>
              </a:stretch>
            </p:blipFill>
            <p:spPr>
              <a:xfrm>
                <a:off x="2996133" y="32911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78E70C90-BD35-29A5-4505-BE559B2057F9}"/>
                  </a:ext>
                </a:extLst>
              </p14:cNvPr>
              <p14:cNvContentPartPr/>
              <p14:nvPr/>
            </p14:nvContentPartPr>
            <p14:xfrm>
              <a:off x="5139213" y="3301240"/>
              <a:ext cx="168480" cy="27000"/>
            </p14:xfrm>
          </p:contentPart>
        </mc:Choice>
        <mc:Fallback xmlns="">
          <p:pic>
            <p:nvPicPr>
              <p:cNvPr id="32" name="Ink 31">
                <a:extLst>
                  <a:ext uri="{FF2B5EF4-FFF2-40B4-BE49-F238E27FC236}">
                    <a16:creationId xmlns:a16="http://schemas.microsoft.com/office/drawing/2014/main" id="{78E70C90-BD35-29A5-4505-BE559B2057F9}"/>
                  </a:ext>
                </a:extLst>
              </p:cNvPr>
              <p:cNvPicPr/>
              <p:nvPr/>
            </p:nvPicPr>
            <p:blipFill>
              <a:blip r:embed="rId27"/>
              <a:stretch>
                <a:fillRect/>
              </a:stretch>
            </p:blipFill>
            <p:spPr>
              <a:xfrm>
                <a:off x="5121213" y="3265240"/>
                <a:ext cx="204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7C08FAE5-C3D9-A45B-B7A6-B81C5C3CF048}"/>
                  </a:ext>
                </a:extLst>
              </p14:cNvPr>
              <p14:cNvContentPartPr/>
              <p14:nvPr/>
            </p14:nvContentPartPr>
            <p14:xfrm>
              <a:off x="5139213" y="3352720"/>
              <a:ext cx="160560" cy="360"/>
            </p14:xfrm>
          </p:contentPart>
        </mc:Choice>
        <mc:Fallback xmlns="">
          <p:pic>
            <p:nvPicPr>
              <p:cNvPr id="33" name="Ink 32">
                <a:extLst>
                  <a:ext uri="{FF2B5EF4-FFF2-40B4-BE49-F238E27FC236}">
                    <a16:creationId xmlns:a16="http://schemas.microsoft.com/office/drawing/2014/main" id="{7C08FAE5-C3D9-A45B-B7A6-B81C5C3CF048}"/>
                  </a:ext>
                </a:extLst>
              </p:cNvPr>
              <p:cNvPicPr/>
              <p:nvPr/>
            </p:nvPicPr>
            <p:blipFill>
              <a:blip r:embed="rId29"/>
              <a:stretch>
                <a:fillRect/>
              </a:stretch>
            </p:blipFill>
            <p:spPr>
              <a:xfrm>
                <a:off x="5121173" y="3316720"/>
                <a:ext cx="1962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4" name="Ink 33">
                <a:extLst>
                  <a:ext uri="{FF2B5EF4-FFF2-40B4-BE49-F238E27FC236}">
                    <a16:creationId xmlns:a16="http://schemas.microsoft.com/office/drawing/2014/main" id="{5CD97EC6-AE5A-BD7C-9251-30B0D6DCBFCB}"/>
                  </a:ext>
                </a:extLst>
              </p14:cNvPr>
              <p14:cNvContentPartPr/>
              <p14:nvPr/>
            </p14:nvContentPartPr>
            <p14:xfrm>
              <a:off x="3047613" y="3665920"/>
              <a:ext cx="300240" cy="360"/>
            </p14:xfrm>
          </p:contentPart>
        </mc:Choice>
        <mc:Fallback xmlns="">
          <p:pic>
            <p:nvPicPr>
              <p:cNvPr id="34" name="Ink 33">
                <a:extLst>
                  <a:ext uri="{FF2B5EF4-FFF2-40B4-BE49-F238E27FC236}">
                    <a16:creationId xmlns:a16="http://schemas.microsoft.com/office/drawing/2014/main" id="{5CD97EC6-AE5A-BD7C-9251-30B0D6DCBFCB}"/>
                  </a:ext>
                </a:extLst>
              </p:cNvPr>
              <p:cNvPicPr/>
              <p:nvPr/>
            </p:nvPicPr>
            <p:blipFill>
              <a:blip r:embed="rId31"/>
              <a:stretch>
                <a:fillRect/>
              </a:stretch>
            </p:blipFill>
            <p:spPr>
              <a:xfrm>
                <a:off x="3029613" y="3629920"/>
                <a:ext cx="335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0DFB274C-DF45-52E3-7DA1-AB311E3F13A9}"/>
                  </a:ext>
                </a:extLst>
              </p14:cNvPr>
              <p14:cNvContentPartPr/>
              <p14:nvPr/>
            </p14:nvContentPartPr>
            <p14:xfrm>
              <a:off x="3022413" y="3640720"/>
              <a:ext cx="319680" cy="26640"/>
            </p14:xfrm>
          </p:contentPart>
        </mc:Choice>
        <mc:Fallback xmlns="">
          <p:pic>
            <p:nvPicPr>
              <p:cNvPr id="35" name="Ink 34">
                <a:extLst>
                  <a:ext uri="{FF2B5EF4-FFF2-40B4-BE49-F238E27FC236}">
                    <a16:creationId xmlns:a16="http://schemas.microsoft.com/office/drawing/2014/main" id="{0DFB274C-DF45-52E3-7DA1-AB311E3F13A9}"/>
                  </a:ext>
                </a:extLst>
              </p:cNvPr>
              <p:cNvPicPr/>
              <p:nvPr/>
            </p:nvPicPr>
            <p:blipFill>
              <a:blip r:embed="rId33"/>
              <a:stretch>
                <a:fillRect/>
              </a:stretch>
            </p:blipFill>
            <p:spPr>
              <a:xfrm>
                <a:off x="3004413" y="3604720"/>
                <a:ext cx="3553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08555663-11DE-74D2-2664-BF470E1B49A3}"/>
                  </a:ext>
                </a:extLst>
              </p14:cNvPr>
              <p14:cNvContentPartPr/>
              <p14:nvPr/>
            </p14:nvContentPartPr>
            <p14:xfrm>
              <a:off x="2997213" y="3673120"/>
              <a:ext cx="354600" cy="36360"/>
            </p14:xfrm>
          </p:contentPart>
        </mc:Choice>
        <mc:Fallback xmlns="">
          <p:pic>
            <p:nvPicPr>
              <p:cNvPr id="36" name="Ink 35">
                <a:extLst>
                  <a:ext uri="{FF2B5EF4-FFF2-40B4-BE49-F238E27FC236}">
                    <a16:creationId xmlns:a16="http://schemas.microsoft.com/office/drawing/2014/main" id="{08555663-11DE-74D2-2664-BF470E1B49A3}"/>
                  </a:ext>
                </a:extLst>
              </p:cNvPr>
              <p:cNvPicPr/>
              <p:nvPr/>
            </p:nvPicPr>
            <p:blipFill>
              <a:blip r:embed="rId35"/>
              <a:stretch>
                <a:fillRect/>
              </a:stretch>
            </p:blipFill>
            <p:spPr>
              <a:xfrm>
                <a:off x="2979231" y="3637120"/>
                <a:ext cx="390204"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8"/>
              <a:stretch>
                <a:fillRect/>
              </a:stretch>
            </p:blipFill>
            <p:spPr>
              <a:xfrm>
                <a:off x="317397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8"/>
              <a:stretch>
                <a:fillRect/>
              </a:stretch>
            </p:blipFill>
            <p:spPr>
              <a:xfrm>
                <a:off x="3902253" y="403960"/>
                <a:ext cx="36000" cy="72000"/>
              </a:xfrm>
              <a:prstGeom prst="rect">
                <a:avLst/>
              </a:prstGeom>
            </p:spPr>
          </p:pic>
        </mc:Fallback>
      </mc:AlternateContent>
      <p:pic>
        <p:nvPicPr>
          <p:cNvPr id="11" name="Picture 10">
            <a:extLst>
              <a:ext uri="{FF2B5EF4-FFF2-40B4-BE49-F238E27FC236}">
                <a16:creationId xmlns:a16="http://schemas.microsoft.com/office/drawing/2014/main" id="{EEDE685E-E6B4-71C1-A18E-FFC6B7E8EA6E}"/>
              </a:ext>
            </a:extLst>
          </p:cNvPr>
          <p:cNvPicPr>
            <a:picLocks noChangeAspect="1"/>
          </p:cNvPicPr>
          <p:nvPr/>
        </p:nvPicPr>
        <p:blipFill>
          <a:blip r:embed="rId38"/>
          <a:stretch>
            <a:fillRect/>
          </a:stretch>
        </p:blipFill>
        <p:spPr>
          <a:xfrm>
            <a:off x="-3240" y="579513"/>
            <a:ext cx="7608571" cy="6592887"/>
          </a:xfrm>
          <a:prstGeom prst="rect">
            <a:avLst/>
          </a:prstGeom>
        </p:spPr>
      </p:pic>
      <mc:AlternateContent xmlns:mc="http://schemas.openxmlformats.org/markup-compatibility/2006" xmlns:p14="http://schemas.microsoft.com/office/powerpoint/2010/main">
        <mc:Choice Requires="p14">
          <p:contentPart p14:bwMode="auto" r:id="rId39">
            <p14:nvContentPartPr>
              <p14:cNvPr id="12" name="Ink 11">
                <a:extLst>
                  <a:ext uri="{FF2B5EF4-FFF2-40B4-BE49-F238E27FC236}">
                    <a16:creationId xmlns:a16="http://schemas.microsoft.com/office/drawing/2014/main" id="{74C9388E-BF80-1C56-7074-FD826BD3FD2E}"/>
                  </a:ext>
                </a:extLst>
              </p14:cNvPr>
              <p14:cNvContentPartPr/>
              <p14:nvPr/>
            </p14:nvContentPartPr>
            <p14:xfrm>
              <a:off x="1845573" y="1828627"/>
              <a:ext cx="206280" cy="360"/>
            </p14:xfrm>
          </p:contentPart>
        </mc:Choice>
        <mc:Fallback xmlns="">
          <p:pic>
            <p:nvPicPr>
              <p:cNvPr id="12" name="Ink 11">
                <a:extLst>
                  <a:ext uri="{FF2B5EF4-FFF2-40B4-BE49-F238E27FC236}">
                    <a16:creationId xmlns:a16="http://schemas.microsoft.com/office/drawing/2014/main" id="{74C9388E-BF80-1C56-7074-FD826BD3FD2E}"/>
                  </a:ext>
                </a:extLst>
              </p:cNvPr>
              <p:cNvPicPr/>
              <p:nvPr/>
            </p:nvPicPr>
            <p:blipFill>
              <a:blip r:embed="rId40"/>
              <a:stretch>
                <a:fillRect/>
              </a:stretch>
            </p:blipFill>
            <p:spPr>
              <a:xfrm>
                <a:off x="1827573" y="1792987"/>
                <a:ext cx="241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4" name="Ink 13">
                <a:extLst>
                  <a:ext uri="{FF2B5EF4-FFF2-40B4-BE49-F238E27FC236}">
                    <a16:creationId xmlns:a16="http://schemas.microsoft.com/office/drawing/2014/main" id="{DBFCB52D-70A9-2663-05AC-93332A8329C5}"/>
                  </a:ext>
                </a:extLst>
              </p14:cNvPr>
              <p14:cNvContentPartPr/>
              <p14:nvPr/>
            </p14:nvContentPartPr>
            <p14:xfrm>
              <a:off x="1845573" y="1988827"/>
              <a:ext cx="170640" cy="18000"/>
            </p14:xfrm>
          </p:contentPart>
        </mc:Choice>
        <mc:Fallback xmlns="">
          <p:pic>
            <p:nvPicPr>
              <p:cNvPr id="14" name="Ink 13">
                <a:extLst>
                  <a:ext uri="{FF2B5EF4-FFF2-40B4-BE49-F238E27FC236}">
                    <a16:creationId xmlns:a16="http://schemas.microsoft.com/office/drawing/2014/main" id="{DBFCB52D-70A9-2663-05AC-93332A8329C5}"/>
                  </a:ext>
                </a:extLst>
              </p:cNvPr>
              <p:cNvPicPr/>
              <p:nvPr/>
            </p:nvPicPr>
            <p:blipFill>
              <a:blip r:embed="rId42"/>
              <a:stretch>
                <a:fillRect/>
              </a:stretch>
            </p:blipFill>
            <p:spPr>
              <a:xfrm>
                <a:off x="1827573" y="1952827"/>
                <a:ext cx="2062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8"/>
              <a:stretch>
                <a:fillRect/>
              </a:stretch>
            </p:blipFill>
            <p:spPr>
              <a:xfrm>
                <a:off x="9803373" y="3088267"/>
                <a:ext cx="36000" cy="72000"/>
              </a:xfrm>
              <a:prstGeom prst="rect">
                <a:avLst/>
              </a:prstGeom>
            </p:spPr>
          </p:pic>
        </mc:Fallback>
      </mc:AlternateContent>
      <p:sp>
        <p:nvSpPr>
          <p:cNvPr id="37" name="TextBox 36">
            <a:extLst>
              <a:ext uri="{FF2B5EF4-FFF2-40B4-BE49-F238E27FC236}">
                <a16:creationId xmlns:a16="http://schemas.microsoft.com/office/drawing/2014/main" id="{90F9209D-AC8B-59A2-D0BF-5A06C98533BE}"/>
              </a:ext>
            </a:extLst>
          </p:cNvPr>
          <p:cNvSpPr txBox="1"/>
          <p:nvPr/>
        </p:nvSpPr>
        <p:spPr>
          <a:xfrm>
            <a:off x="7676612" y="1032933"/>
            <a:ext cx="4167896" cy="3416320"/>
          </a:xfrm>
          <a:prstGeom prst="rect">
            <a:avLst/>
          </a:prstGeom>
          <a:noFill/>
        </p:spPr>
        <p:txBody>
          <a:bodyPr wrap="square">
            <a:spAutoFit/>
          </a:bodyPr>
          <a:lstStyle/>
          <a:p>
            <a:r>
              <a:rPr lang="en-US" dirty="0"/>
              <a:t>the average Leverage (change in Leverage) for the firms in the sample is 22% (1%)</a:t>
            </a:r>
          </a:p>
          <a:p>
            <a:endParaRPr lang="en-US" dirty="0"/>
          </a:p>
          <a:p>
            <a:r>
              <a:rPr lang="en-US" dirty="0"/>
              <a:t>firms issue debt during 36% of the firm-years</a:t>
            </a:r>
          </a:p>
          <a:p>
            <a:endParaRPr lang="en-US" dirty="0"/>
          </a:p>
          <a:p>
            <a:r>
              <a:rPr lang="en-US" dirty="0"/>
              <a:t>Net equity: firms issue equity in 22% of firm-year</a:t>
            </a:r>
          </a:p>
          <a:p>
            <a:endParaRPr lang="en-US" dirty="0"/>
          </a:p>
          <a:p>
            <a:r>
              <a:rPr lang="en-US" dirty="0"/>
              <a:t>Gross equity: equity issuances occur in 36% of the firm-years</a:t>
            </a:r>
          </a:p>
        </p:txBody>
      </p:sp>
      <mc:AlternateContent xmlns:mc="http://schemas.openxmlformats.org/markup-compatibility/2006" xmlns:p14="http://schemas.microsoft.com/office/powerpoint/2010/main">
        <mc:Choice Requires="p14">
          <p:contentPart p14:bwMode="auto" r:id="rId44">
            <p14:nvContentPartPr>
              <p14:cNvPr id="38" name="Ink 37">
                <a:extLst>
                  <a:ext uri="{FF2B5EF4-FFF2-40B4-BE49-F238E27FC236}">
                    <a16:creationId xmlns:a16="http://schemas.microsoft.com/office/drawing/2014/main" id="{9DABA8CA-488C-3656-E2B4-7516E4E897E6}"/>
                  </a:ext>
                </a:extLst>
              </p14:cNvPr>
              <p14:cNvContentPartPr/>
              <p14:nvPr/>
            </p14:nvContentPartPr>
            <p14:xfrm>
              <a:off x="1828653" y="2125267"/>
              <a:ext cx="203040" cy="360"/>
            </p14:xfrm>
          </p:contentPart>
        </mc:Choice>
        <mc:Fallback xmlns="">
          <p:pic>
            <p:nvPicPr>
              <p:cNvPr id="38" name="Ink 37">
                <a:extLst>
                  <a:ext uri="{FF2B5EF4-FFF2-40B4-BE49-F238E27FC236}">
                    <a16:creationId xmlns:a16="http://schemas.microsoft.com/office/drawing/2014/main" id="{9DABA8CA-488C-3656-E2B4-7516E4E897E6}"/>
                  </a:ext>
                </a:extLst>
              </p:cNvPr>
              <p:cNvPicPr/>
              <p:nvPr/>
            </p:nvPicPr>
            <p:blipFill>
              <a:blip r:embed="rId45"/>
              <a:stretch>
                <a:fillRect/>
              </a:stretch>
            </p:blipFill>
            <p:spPr>
              <a:xfrm>
                <a:off x="1810653" y="2089267"/>
                <a:ext cx="238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12FE6F88-ADD5-4C87-6499-915888B46C39}"/>
                  </a:ext>
                </a:extLst>
              </p14:cNvPr>
              <p14:cNvContentPartPr/>
              <p14:nvPr/>
            </p14:nvContentPartPr>
            <p14:xfrm>
              <a:off x="1820013" y="2264227"/>
              <a:ext cx="214560" cy="13680"/>
            </p14:xfrm>
          </p:contentPart>
        </mc:Choice>
        <mc:Fallback xmlns="">
          <p:pic>
            <p:nvPicPr>
              <p:cNvPr id="39" name="Ink 38">
                <a:extLst>
                  <a:ext uri="{FF2B5EF4-FFF2-40B4-BE49-F238E27FC236}">
                    <a16:creationId xmlns:a16="http://schemas.microsoft.com/office/drawing/2014/main" id="{12FE6F88-ADD5-4C87-6499-915888B46C39}"/>
                  </a:ext>
                </a:extLst>
              </p:cNvPr>
              <p:cNvPicPr/>
              <p:nvPr/>
            </p:nvPicPr>
            <p:blipFill>
              <a:blip r:embed="rId47"/>
              <a:stretch>
                <a:fillRect/>
              </a:stretch>
            </p:blipFill>
            <p:spPr>
              <a:xfrm>
                <a:off x="1802373" y="2228227"/>
                <a:ext cx="250200" cy="85320"/>
              </a:xfrm>
              <a:prstGeom prst="rect">
                <a:avLst/>
              </a:prstGeom>
            </p:spPr>
          </p:pic>
        </mc:Fallback>
      </mc:AlternateContent>
    </p:spTree>
    <p:extLst>
      <p:ext uri="{BB962C8B-B14F-4D97-AF65-F5344CB8AC3E}">
        <p14:creationId xmlns:p14="http://schemas.microsoft.com/office/powerpoint/2010/main" val="2963514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Summary Statistics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DF11B8B-C8EC-6551-AE7F-A0CBC0CE6EFF}"/>
                  </a:ext>
                </a:extLst>
              </p14:cNvPr>
              <p14:cNvContentPartPr/>
              <p14:nvPr/>
            </p14:nvContentPartPr>
            <p14:xfrm>
              <a:off x="3056253" y="1693133"/>
              <a:ext cx="304200" cy="360"/>
            </p14:xfrm>
          </p:contentPart>
        </mc:Choice>
        <mc:Fallback xmlns="">
          <p:pic>
            <p:nvPicPr>
              <p:cNvPr id="9" name="Ink 8">
                <a:extLst>
                  <a:ext uri="{FF2B5EF4-FFF2-40B4-BE49-F238E27FC236}">
                    <a16:creationId xmlns:a16="http://schemas.microsoft.com/office/drawing/2014/main" id="{BDF11B8B-C8EC-6551-AE7F-A0CBC0CE6EFF}"/>
                  </a:ext>
                </a:extLst>
              </p:cNvPr>
              <p:cNvPicPr/>
              <p:nvPr/>
            </p:nvPicPr>
            <p:blipFill>
              <a:blip r:embed="rId4"/>
              <a:stretch>
                <a:fillRect/>
              </a:stretch>
            </p:blipFill>
            <p:spPr>
              <a:xfrm>
                <a:off x="3038232" y="1657133"/>
                <a:ext cx="339882"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AAE28E6F-444D-A019-5B30-3E095B4978AB}"/>
                  </a:ext>
                </a:extLst>
              </p14:cNvPr>
              <p14:cNvContentPartPr/>
              <p14:nvPr/>
            </p14:nvContentPartPr>
            <p14:xfrm>
              <a:off x="3073173" y="1845053"/>
              <a:ext cx="308880" cy="18000"/>
            </p14:xfrm>
          </p:contentPart>
        </mc:Choice>
        <mc:Fallback xmlns="">
          <p:pic>
            <p:nvPicPr>
              <p:cNvPr id="13" name="Ink 12">
                <a:extLst>
                  <a:ext uri="{FF2B5EF4-FFF2-40B4-BE49-F238E27FC236}">
                    <a16:creationId xmlns:a16="http://schemas.microsoft.com/office/drawing/2014/main" id="{AAE28E6F-444D-A019-5B30-3E095B4978AB}"/>
                  </a:ext>
                </a:extLst>
              </p:cNvPr>
              <p:cNvPicPr/>
              <p:nvPr/>
            </p:nvPicPr>
            <p:blipFill>
              <a:blip r:embed="rId6"/>
              <a:stretch>
                <a:fillRect/>
              </a:stretch>
            </p:blipFill>
            <p:spPr>
              <a:xfrm>
                <a:off x="3055152" y="1808318"/>
                <a:ext cx="344562" cy="9110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8"/>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8"/>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BFC57229-98B9-591E-5792-F686C32A0BDD}"/>
                  </a:ext>
                </a:extLst>
              </p14:cNvPr>
              <p14:cNvContentPartPr/>
              <p14:nvPr/>
            </p14:nvContentPartPr>
            <p14:xfrm>
              <a:off x="8771253" y="1811920"/>
              <a:ext cx="360" cy="360"/>
            </p14:xfrm>
          </p:contentPart>
        </mc:Choice>
        <mc:Fallback xmlns="">
          <p:pic>
            <p:nvPicPr>
              <p:cNvPr id="21" name="Ink 20">
                <a:extLst>
                  <a:ext uri="{FF2B5EF4-FFF2-40B4-BE49-F238E27FC236}">
                    <a16:creationId xmlns:a16="http://schemas.microsoft.com/office/drawing/2014/main" id="{BFC57229-98B9-591E-5792-F686C32A0BDD}"/>
                  </a:ext>
                </a:extLst>
              </p:cNvPr>
              <p:cNvPicPr/>
              <p:nvPr/>
            </p:nvPicPr>
            <p:blipFill>
              <a:blip r:embed="rId8"/>
              <a:stretch>
                <a:fillRect/>
              </a:stretch>
            </p:blipFill>
            <p:spPr>
              <a:xfrm>
                <a:off x="8753253" y="17759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71CAAB15-E1D4-E36E-D910-9388581054B4}"/>
                  </a:ext>
                </a:extLst>
              </p14:cNvPr>
              <p14:cNvContentPartPr/>
              <p14:nvPr/>
            </p14:nvContentPartPr>
            <p14:xfrm>
              <a:off x="8774853" y="1810840"/>
              <a:ext cx="260640" cy="70920"/>
            </p14:xfrm>
          </p:contentPart>
        </mc:Choice>
        <mc:Fallback xmlns="">
          <p:pic>
            <p:nvPicPr>
              <p:cNvPr id="22" name="Ink 21">
                <a:extLst>
                  <a:ext uri="{FF2B5EF4-FFF2-40B4-BE49-F238E27FC236}">
                    <a16:creationId xmlns:a16="http://schemas.microsoft.com/office/drawing/2014/main" id="{71CAAB15-E1D4-E36E-D910-9388581054B4}"/>
                  </a:ext>
                </a:extLst>
              </p:cNvPr>
              <p:cNvPicPr/>
              <p:nvPr/>
            </p:nvPicPr>
            <p:blipFill>
              <a:blip r:embed="rId12"/>
              <a:stretch>
                <a:fillRect/>
              </a:stretch>
            </p:blipFill>
            <p:spPr>
              <a:xfrm>
                <a:off x="8756878" y="1775022"/>
                <a:ext cx="296231" cy="14219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D2028F76-61AA-A95A-1ECE-616A0CB6D454}"/>
                  </a:ext>
                </a:extLst>
              </p14:cNvPr>
              <p14:cNvContentPartPr/>
              <p14:nvPr/>
            </p14:nvContentPartPr>
            <p14:xfrm>
              <a:off x="8768733" y="2029000"/>
              <a:ext cx="250560" cy="20520"/>
            </p14:xfrm>
          </p:contentPart>
        </mc:Choice>
        <mc:Fallback xmlns="">
          <p:pic>
            <p:nvPicPr>
              <p:cNvPr id="24" name="Ink 23">
                <a:extLst>
                  <a:ext uri="{FF2B5EF4-FFF2-40B4-BE49-F238E27FC236}">
                    <a16:creationId xmlns:a16="http://schemas.microsoft.com/office/drawing/2014/main" id="{D2028F76-61AA-A95A-1ECE-616A0CB6D454}"/>
                  </a:ext>
                </a:extLst>
              </p:cNvPr>
              <p:cNvPicPr/>
              <p:nvPr/>
            </p:nvPicPr>
            <p:blipFill>
              <a:blip r:embed="rId14"/>
              <a:stretch>
                <a:fillRect/>
              </a:stretch>
            </p:blipFill>
            <p:spPr>
              <a:xfrm>
                <a:off x="8750733" y="1993000"/>
                <a:ext cx="2862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D6AF26F4-C33E-5709-E8E3-A9119921C1D1}"/>
                  </a:ext>
                </a:extLst>
              </p14:cNvPr>
              <p14:cNvContentPartPr/>
              <p14:nvPr/>
            </p14:nvContentPartPr>
            <p14:xfrm>
              <a:off x="8771253" y="1997320"/>
              <a:ext cx="228600" cy="18000"/>
            </p14:xfrm>
          </p:contentPart>
        </mc:Choice>
        <mc:Fallback xmlns="">
          <p:pic>
            <p:nvPicPr>
              <p:cNvPr id="26" name="Ink 25">
                <a:extLst>
                  <a:ext uri="{FF2B5EF4-FFF2-40B4-BE49-F238E27FC236}">
                    <a16:creationId xmlns:a16="http://schemas.microsoft.com/office/drawing/2014/main" id="{D6AF26F4-C33E-5709-E8E3-A9119921C1D1}"/>
                  </a:ext>
                </a:extLst>
              </p:cNvPr>
              <p:cNvPicPr/>
              <p:nvPr/>
            </p:nvPicPr>
            <p:blipFill>
              <a:blip r:embed="rId16"/>
              <a:stretch>
                <a:fillRect/>
              </a:stretch>
            </p:blipFill>
            <p:spPr>
              <a:xfrm>
                <a:off x="8753281" y="1962026"/>
                <a:ext cx="264184" cy="88235"/>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5DE9A699-769C-3860-0DD0-A4F717598F55}"/>
                  </a:ext>
                </a:extLst>
              </p14:cNvPr>
              <p14:cNvContentPartPr/>
              <p14:nvPr/>
            </p14:nvContentPartPr>
            <p14:xfrm>
              <a:off x="3005493" y="3352720"/>
              <a:ext cx="294120" cy="9360"/>
            </p14:xfrm>
          </p:contentPart>
        </mc:Choice>
        <mc:Fallback xmlns="">
          <p:pic>
            <p:nvPicPr>
              <p:cNvPr id="27" name="Ink 26">
                <a:extLst>
                  <a:ext uri="{FF2B5EF4-FFF2-40B4-BE49-F238E27FC236}">
                    <a16:creationId xmlns:a16="http://schemas.microsoft.com/office/drawing/2014/main" id="{5DE9A699-769C-3860-0DD0-A4F717598F55}"/>
                  </a:ext>
                </a:extLst>
              </p:cNvPr>
              <p:cNvPicPr/>
              <p:nvPr/>
            </p:nvPicPr>
            <p:blipFill>
              <a:blip r:embed="rId18"/>
              <a:stretch>
                <a:fillRect/>
              </a:stretch>
            </p:blipFill>
            <p:spPr>
              <a:xfrm>
                <a:off x="2987493" y="3316720"/>
                <a:ext cx="3297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25540932-7E21-E5E9-333C-13F7E1925658}"/>
                  </a:ext>
                </a:extLst>
              </p14:cNvPr>
              <p14:cNvContentPartPr/>
              <p14:nvPr/>
            </p14:nvContentPartPr>
            <p14:xfrm>
              <a:off x="3039333" y="3310240"/>
              <a:ext cx="294480" cy="29880"/>
            </p14:xfrm>
          </p:contentPart>
        </mc:Choice>
        <mc:Fallback xmlns="">
          <p:pic>
            <p:nvPicPr>
              <p:cNvPr id="28" name="Ink 27">
                <a:extLst>
                  <a:ext uri="{FF2B5EF4-FFF2-40B4-BE49-F238E27FC236}">
                    <a16:creationId xmlns:a16="http://schemas.microsoft.com/office/drawing/2014/main" id="{25540932-7E21-E5E9-333C-13F7E1925658}"/>
                  </a:ext>
                </a:extLst>
              </p:cNvPr>
              <p:cNvPicPr/>
              <p:nvPr/>
            </p:nvPicPr>
            <p:blipFill>
              <a:blip r:embed="rId20"/>
              <a:stretch>
                <a:fillRect/>
              </a:stretch>
            </p:blipFill>
            <p:spPr>
              <a:xfrm>
                <a:off x="3021333" y="3274240"/>
                <a:ext cx="330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CD223C80-ACB0-18E1-5954-E83BB3976BC6}"/>
                  </a:ext>
                </a:extLst>
              </p14:cNvPr>
              <p14:cNvContentPartPr/>
              <p14:nvPr/>
            </p14:nvContentPartPr>
            <p14:xfrm>
              <a:off x="3107373" y="3292600"/>
              <a:ext cx="245520" cy="34920"/>
            </p14:xfrm>
          </p:contentPart>
        </mc:Choice>
        <mc:Fallback xmlns="">
          <p:pic>
            <p:nvPicPr>
              <p:cNvPr id="29" name="Ink 28">
                <a:extLst>
                  <a:ext uri="{FF2B5EF4-FFF2-40B4-BE49-F238E27FC236}">
                    <a16:creationId xmlns:a16="http://schemas.microsoft.com/office/drawing/2014/main" id="{CD223C80-ACB0-18E1-5954-E83BB3976BC6}"/>
                  </a:ext>
                </a:extLst>
              </p:cNvPr>
              <p:cNvPicPr/>
              <p:nvPr/>
            </p:nvPicPr>
            <p:blipFill>
              <a:blip r:embed="rId22"/>
              <a:stretch>
                <a:fillRect/>
              </a:stretch>
            </p:blipFill>
            <p:spPr>
              <a:xfrm>
                <a:off x="3089373" y="3256600"/>
                <a:ext cx="281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0" name="Ink 29">
                <a:extLst>
                  <a:ext uri="{FF2B5EF4-FFF2-40B4-BE49-F238E27FC236}">
                    <a16:creationId xmlns:a16="http://schemas.microsoft.com/office/drawing/2014/main" id="{705F8981-BA67-B75E-A1D4-EF38460E2E98}"/>
                  </a:ext>
                </a:extLst>
              </p14:cNvPr>
              <p14:cNvContentPartPr/>
              <p14:nvPr/>
            </p14:nvContentPartPr>
            <p14:xfrm>
              <a:off x="2997213" y="3276400"/>
              <a:ext cx="143640" cy="26640"/>
            </p14:xfrm>
          </p:contentPart>
        </mc:Choice>
        <mc:Fallback xmlns="">
          <p:pic>
            <p:nvPicPr>
              <p:cNvPr id="30" name="Ink 29">
                <a:extLst>
                  <a:ext uri="{FF2B5EF4-FFF2-40B4-BE49-F238E27FC236}">
                    <a16:creationId xmlns:a16="http://schemas.microsoft.com/office/drawing/2014/main" id="{705F8981-BA67-B75E-A1D4-EF38460E2E98}"/>
                  </a:ext>
                </a:extLst>
              </p:cNvPr>
              <p:cNvPicPr/>
              <p:nvPr/>
            </p:nvPicPr>
            <p:blipFill>
              <a:blip r:embed="rId24"/>
              <a:stretch>
                <a:fillRect/>
              </a:stretch>
            </p:blipFill>
            <p:spPr>
              <a:xfrm>
                <a:off x="2979213" y="3239907"/>
                <a:ext cx="179280" cy="99261"/>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1" name="Ink 30">
                <a:extLst>
                  <a:ext uri="{FF2B5EF4-FFF2-40B4-BE49-F238E27FC236}">
                    <a16:creationId xmlns:a16="http://schemas.microsoft.com/office/drawing/2014/main" id="{353AE4F7-268F-6A70-67E1-F3A7C003FFD2}"/>
                  </a:ext>
                </a:extLst>
              </p14:cNvPr>
              <p14:cNvContentPartPr/>
              <p14:nvPr/>
            </p14:nvContentPartPr>
            <p14:xfrm>
              <a:off x="3014133" y="3327160"/>
              <a:ext cx="360" cy="360"/>
            </p14:xfrm>
          </p:contentPart>
        </mc:Choice>
        <mc:Fallback xmlns="">
          <p:pic>
            <p:nvPicPr>
              <p:cNvPr id="31" name="Ink 30">
                <a:extLst>
                  <a:ext uri="{FF2B5EF4-FFF2-40B4-BE49-F238E27FC236}">
                    <a16:creationId xmlns:a16="http://schemas.microsoft.com/office/drawing/2014/main" id="{353AE4F7-268F-6A70-67E1-F3A7C003FFD2}"/>
                  </a:ext>
                </a:extLst>
              </p:cNvPr>
              <p:cNvPicPr/>
              <p:nvPr/>
            </p:nvPicPr>
            <p:blipFill>
              <a:blip r:embed="rId8"/>
              <a:stretch>
                <a:fillRect/>
              </a:stretch>
            </p:blipFill>
            <p:spPr>
              <a:xfrm>
                <a:off x="2996133" y="32911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78E70C90-BD35-29A5-4505-BE559B2057F9}"/>
                  </a:ext>
                </a:extLst>
              </p14:cNvPr>
              <p14:cNvContentPartPr/>
              <p14:nvPr/>
            </p14:nvContentPartPr>
            <p14:xfrm>
              <a:off x="5139213" y="3301240"/>
              <a:ext cx="168480" cy="27000"/>
            </p14:xfrm>
          </p:contentPart>
        </mc:Choice>
        <mc:Fallback xmlns="">
          <p:pic>
            <p:nvPicPr>
              <p:cNvPr id="32" name="Ink 31">
                <a:extLst>
                  <a:ext uri="{FF2B5EF4-FFF2-40B4-BE49-F238E27FC236}">
                    <a16:creationId xmlns:a16="http://schemas.microsoft.com/office/drawing/2014/main" id="{78E70C90-BD35-29A5-4505-BE559B2057F9}"/>
                  </a:ext>
                </a:extLst>
              </p:cNvPr>
              <p:cNvPicPr/>
              <p:nvPr/>
            </p:nvPicPr>
            <p:blipFill>
              <a:blip r:embed="rId27"/>
              <a:stretch>
                <a:fillRect/>
              </a:stretch>
            </p:blipFill>
            <p:spPr>
              <a:xfrm>
                <a:off x="5121213" y="3265240"/>
                <a:ext cx="204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7C08FAE5-C3D9-A45B-B7A6-B81C5C3CF048}"/>
                  </a:ext>
                </a:extLst>
              </p14:cNvPr>
              <p14:cNvContentPartPr/>
              <p14:nvPr/>
            </p14:nvContentPartPr>
            <p14:xfrm>
              <a:off x="5139213" y="3352720"/>
              <a:ext cx="160560" cy="360"/>
            </p14:xfrm>
          </p:contentPart>
        </mc:Choice>
        <mc:Fallback xmlns="">
          <p:pic>
            <p:nvPicPr>
              <p:cNvPr id="33" name="Ink 32">
                <a:extLst>
                  <a:ext uri="{FF2B5EF4-FFF2-40B4-BE49-F238E27FC236}">
                    <a16:creationId xmlns:a16="http://schemas.microsoft.com/office/drawing/2014/main" id="{7C08FAE5-C3D9-A45B-B7A6-B81C5C3CF048}"/>
                  </a:ext>
                </a:extLst>
              </p:cNvPr>
              <p:cNvPicPr/>
              <p:nvPr/>
            </p:nvPicPr>
            <p:blipFill>
              <a:blip r:embed="rId29"/>
              <a:stretch>
                <a:fillRect/>
              </a:stretch>
            </p:blipFill>
            <p:spPr>
              <a:xfrm>
                <a:off x="5121173" y="3316720"/>
                <a:ext cx="1962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4" name="Ink 33">
                <a:extLst>
                  <a:ext uri="{FF2B5EF4-FFF2-40B4-BE49-F238E27FC236}">
                    <a16:creationId xmlns:a16="http://schemas.microsoft.com/office/drawing/2014/main" id="{5CD97EC6-AE5A-BD7C-9251-30B0D6DCBFCB}"/>
                  </a:ext>
                </a:extLst>
              </p14:cNvPr>
              <p14:cNvContentPartPr/>
              <p14:nvPr/>
            </p14:nvContentPartPr>
            <p14:xfrm>
              <a:off x="3047613" y="3665920"/>
              <a:ext cx="300240" cy="360"/>
            </p14:xfrm>
          </p:contentPart>
        </mc:Choice>
        <mc:Fallback xmlns="">
          <p:pic>
            <p:nvPicPr>
              <p:cNvPr id="34" name="Ink 33">
                <a:extLst>
                  <a:ext uri="{FF2B5EF4-FFF2-40B4-BE49-F238E27FC236}">
                    <a16:creationId xmlns:a16="http://schemas.microsoft.com/office/drawing/2014/main" id="{5CD97EC6-AE5A-BD7C-9251-30B0D6DCBFCB}"/>
                  </a:ext>
                </a:extLst>
              </p:cNvPr>
              <p:cNvPicPr/>
              <p:nvPr/>
            </p:nvPicPr>
            <p:blipFill>
              <a:blip r:embed="rId31"/>
              <a:stretch>
                <a:fillRect/>
              </a:stretch>
            </p:blipFill>
            <p:spPr>
              <a:xfrm>
                <a:off x="3029613" y="3629920"/>
                <a:ext cx="335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0DFB274C-DF45-52E3-7DA1-AB311E3F13A9}"/>
                  </a:ext>
                </a:extLst>
              </p14:cNvPr>
              <p14:cNvContentPartPr/>
              <p14:nvPr/>
            </p14:nvContentPartPr>
            <p14:xfrm>
              <a:off x="3022413" y="3640720"/>
              <a:ext cx="319680" cy="26640"/>
            </p14:xfrm>
          </p:contentPart>
        </mc:Choice>
        <mc:Fallback xmlns="">
          <p:pic>
            <p:nvPicPr>
              <p:cNvPr id="35" name="Ink 34">
                <a:extLst>
                  <a:ext uri="{FF2B5EF4-FFF2-40B4-BE49-F238E27FC236}">
                    <a16:creationId xmlns:a16="http://schemas.microsoft.com/office/drawing/2014/main" id="{0DFB274C-DF45-52E3-7DA1-AB311E3F13A9}"/>
                  </a:ext>
                </a:extLst>
              </p:cNvPr>
              <p:cNvPicPr/>
              <p:nvPr/>
            </p:nvPicPr>
            <p:blipFill>
              <a:blip r:embed="rId33"/>
              <a:stretch>
                <a:fillRect/>
              </a:stretch>
            </p:blipFill>
            <p:spPr>
              <a:xfrm>
                <a:off x="3004413" y="3604720"/>
                <a:ext cx="3553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08555663-11DE-74D2-2664-BF470E1B49A3}"/>
                  </a:ext>
                </a:extLst>
              </p14:cNvPr>
              <p14:cNvContentPartPr/>
              <p14:nvPr/>
            </p14:nvContentPartPr>
            <p14:xfrm>
              <a:off x="2997213" y="3673120"/>
              <a:ext cx="354600" cy="36360"/>
            </p14:xfrm>
          </p:contentPart>
        </mc:Choice>
        <mc:Fallback xmlns="">
          <p:pic>
            <p:nvPicPr>
              <p:cNvPr id="36" name="Ink 35">
                <a:extLst>
                  <a:ext uri="{FF2B5EF4-FFF2-40B4-BE49-F238E27FC236}">
                    <a16:creationId xmlns:a16="http://schemas.microsoft.com/office/drawing/2014/main" id="{08555663-11DE-74D2-2664-BF470E1B49A3}"/>
                  </a:ext>
                </a:extLst>
              </p:cNvPr>
              <p:cNvPicPr/>
              <p:nvPr/>
            </p:nvPicPr>
            <p:blipFill>
              <a:blip r:embed="rId35"/>
              <a:stretch>
                <a:fillRect/>
              </a:stretch>
            </p:blipFill>
            <p:spPr>
              <a:xfrm>
                <a:off x="2979231" y="3637120"/>
                <a:ext cx="390204"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8"/>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8"/>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2" name="Ink 11">
                <a:extLst>
                  <a:ext uri="{FF2B5EF4-FFF2-40B4-BE49-F238E27FC236}">
                    <a16:creationId xmlns:a16="http://schemas.microsoft.com/office/drawing/2014/main" id="{74C9388E-BF80-1C56-7074-FD826BD3FD2E}"/>
                  </a:ext>
                </a:extLst>
              </p14:cNvPr>
              <p14:cNvContentPartPr/>
              <p14:nvPr/>
            </p14:nvContentPartPr>
            <p14:xfrm>
              <a:off x="1845573" y="1828627"/>
              <a:ext cx="206280" cy="360"/>
            </p14:xfrm>
          </p:contentPart>
        </mc:Choice>
        <mc:Fallback xmlns="">
          <p:pic>
            <p:nvPicPr>
              <p:cNvPr id="12" name="Ink 11">
                <a:extLst>
                  <a:ext uri="{FF2B5EF4-FFF2-40B4-BE49-F238E27FC236}">
                    <a16:creationId xmlns:a16="http://schemas.microsoft.com/office/drawing/2014/main" id="{74C9388E-BF80-1C56-7074-FD826BD3FD2E}"/>
                  </a:ext>
                </a:extLst>
              </p:cNvPr>
              <p:cNvPicPr/>
              <p:nvPr/>
            </p:nvPicPr>
            <p:blipFill>
              <a:blip r:embed="rId39"/>
              <a:stretch>
                <a:fillRect/>
              </a:stretch>
            </p:blipFill>
            <p:spPr>
              <a:xfrm>
                <a:off x="1827573" y="1792627"/>
                <a:ext cx="241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 name="Ink 13">
                <a:extLst>
                  <a:ext uri="{FF2B5EF4-FFF2-40B4-BE49-F238E27FC236}">
                    <a16:creationId xmlns:a16="http://schemas.microsoft.com/office/drawing/2014/main" id="{DBFCB52D-70A9-2663-05AC-93332A8329C5}"/>
                  </a:ext>
                </a:extLst>
              </p14:cNvPr>
              <p14:cNvContentPartPr/>
              <p14:nvPr/>
            </p14:nvContentPartPr>
            <p14:xfrm>
              <a:off x="1845573" y="1988827"/>
              <a:ext cx="170640" cy="18000"/>
            </p14:xfrm>
          </p:contentPart>
        </mc:Choice>
        <mc:Fallback xmlns="">
          <p:pic>
            <p:nvPicPr>
              <p:cNvPr id="14" name="Ink 13">
                <a:extLst>
                  <a:ext uri="{FF2B5EF4-FFF2-40B4-BE49-F238E27FC236}">
                    <a16:creationId xmlns:a16="http://schemas.microsoft.com/office/drawing/2014/main" id="{DBFCB52D-70A9-2663-05AC-93332A8329C5}"/>
                  </a:ext>
                </a:extLst>
              </p:cNvPr>
              <p:cNvPicPr/>
              <p:nvPr/>
            </p:nvPicPr>
            <p:blipFill>
              <a:blip r:embed="rId41"/>
              <a:stretch>
                <a:fillRect/>
              </a:stretch>
            </p:blipFill>
            <p:spPr>
              <a:xfrm>
                <a:off x="1827611" y="1952827"/>
                <a:ext cx="206205"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8"/>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9DABA8CA-488C-3656-E2B4-7516E4E897E6}"/>
                  </a:ext>
                </a:extLst>
              </p14:cNvPr>
              <p14:cNvContentPartPr/>
              <p14:nvPr/>
            </p14:nvContentPartPr>
            <p14:xfrm>
              <a:off x="1828653" y="2125267"/>
              <a:ext cx="203040" cy="360"/>
            </p14:xfrm>
          </p:contentPart>
        </mc:Choice>
        <mc:Fallback xmlns="">
          <p:pic>
            <p:nvPicPr>
              <p:cNvPr id="38" name="Ink 37">
                <a:extLst>
                  <a:ext uri="{FF2B5EF4-FFF2-40B4-BE49-F238E27FC236}">
                    <a16:creationId xmlns:a16="http://schemas.microsoft.com/office/drawing/2014/main" id="{9DABA8CA-488C-3656-E2B4-7516E4E897E6}"/>
                  </a:ext>
                </a:extLst>
              </p:cNvPr>
              <p:cNvPicPr/>
              <p:nvPr/>
            </p:nvPicPr>
            <p:blipFill>
              <a:blip r:embed="rId44"/>
              <a:stretch>
                <a:fillRect/>
              </a:stretch>
            </p:blipFill>
            <p:spPr>
              <a:xfrm>
                <a:off x="1810653" y="2089267"/>
                <a:ext cx="238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k 38">
                <a:extLst>
                  <a:ext uri="{FF2B5EF4-FFF2-40B4-BE49-F238E27FC236}">
                    <a16:creationId xmlns:a16="http://schemas.microsoft.com/office/drawing/2014/main" id="{12FE6F88-ADD5-4C87-6499-915888B46C39}"/>
                  </a:ext>
                </a:extLst>
              </p14:cNvPr>
              <p14:cNvContentPartPr/>
              <p14:nvPr/>
            </p14:nvContentPartPr>
            <p14:xfrm>
              <a:off x="1820013" y="2264227"/>
              <a:ext cx="214560" cy="13680"/>
            </p14:xfrm>
          </p:contentPart>
        </mc:Choice>
        <mc:Fallback xmlns="">
          <p:pic>
            <p:nvPicPr>
              <p:cNvPr id="39" name="Ink 38">
                <a:extLst>
                  <a:ext uri="{FF2B5EF4-FFF2-40B4-BE49-F238E27FC236}">
                    <a16:creationId xmlns:a16="http://schemas.microsoft.com/office/drawing/2014/main" id="{12FE6F88-ADD5-4C87-6499-915888B46C39}"/>
                  </a:ext>
                </a:extLst>
              </p:cNvPr>
              <p:cNvPicPr/>
              <p:nvPr/>
            </p:nvPicPr>
            <p:blipFill>
              <a:blip r:embed="rId46"/>
              <a:stretch>
                <a:fillRect/>
              </a:stretch>
            </p:blipFill>
            <p:spPr>
              <a:xfrm>
                <a:off x="1802013" y="2228227"/>
                <a:ext cx="250200" cy="85320"/>
              </a:xfrm>
              <a:prstGeom prst="rect">
                <a:avLst/>
              </a:prstGeom>
            </p:spPr>
          </p:pic>
        </mc:Fallback>
      </mc:AlternateContent>
      <p:pic>
        <p:nvPicPr>
          <p:cNvPr id="6" name="Picture 5">
            <a:extLst>
              <a:ext uri="{FF2B5EF4-FFF2-40B4-BE49-F238E27FC236}">
                <a16:creationId xmlns:a16="http://schemas.microsoft.com/office/drawing/2014/main" id="{7A0EF684-CDB7-9BB0-9005-4EADFBC92FED}"/>
              </a:ext>
            </a:extLst>
          </p:cNvPr>
          <p:cNvPicPr>
            <a:picLocks noChangeAspect="1"/>
          </p:cNvPicPr>
          <p:nvPr/>
        </p:nvPicPr>
        <p:blipFill>
          <a:blip r:embed="rId47"/>
          <a:stretch>
            <a:fillRect/>
          </a:stretch>
        </p:blipFill>
        <p:spPr>
          <a:xfrm>
            <a:off x="236732" y="718960"/>
            <a:ext cx="11769633" cy="2997360"/>
          </a:xfrm>
          <a:prstGeom prst="rect">
            <a:avLst/>
          </a:prstGeom>
        </p:spPr>
      </p:pic>
      <p:sp>
        <p:nvSpPr>
          <p:cNvPr id="8" name="TextBox 7">
            <a:extLst>
              <a:ext uri="{FF2B5EF4-FFF2-40B4-BE49-F238E27FC236}">
                <a16:creationId xmlns:a16="http://schemas.microsoft.com/office/drawing/2014/main" id="{3667509B-3764-432B-9023-048A8D1B93D2}"/>
              </a:ext>
            </a:extLst>
          </p:cNvPr>
          <p:cNvSpPr txBox="1"/>
          <p:nvPr/>
        </p:nvSpPr>
        <p:spPr>
          <a:xfrm>
            <a:off x="575733" y="4020519"/>
            <a:ext cx="11048999" cy="923330"/>
          </a:xfrm>
          <a:prstGeom prst="rect">
            <a:avLst/>
          </a:prstGeom>
          <a:noFill/>
        </p:spPr>
        <p:txBody>
          <a:bodyPr wrap="square">
            <a:spAutoFit/>
          </a:bodyPr>
          <a:lstStyle/>
          <a:p>
            <a:r>
              <a:rPr lang="en-US" dirty="0"/>
              <a:t>Although the average value of the own firm’s equity shock in the sample is close to zero at -0.03, it has sufficient dispersion with a standard deviation of 0.49. As expected, the dispersion declines when the equity shock is averaged over either the industry or analyst peer firms</a:t>
            </a:r>
          </a:p>
        </p:txBody>
      </p:sp>
    </p:spTree>
    <p:extLst>
      <p:ext uri="{BB962C8B-B14F-4D97-AF65-F5344CB8AC3E}">
        <p14:creationId xmlns:p14="http://schemas.microsoft.com/office/powerpoint/2010/main" val="638867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Baseline Regressions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BFC57229-98B9-591E-5792-F686C32A0BDD}"/>
                  </a:ext>
                </a:extLst>
              </p14:cNvPr>
              <p14:cNvContentPartPr/>
              <p14:nvPr/>
            </p14:nvContentPartPr>
            <p14:xfrm>
              <a:off x="8771253" y="1811920"/>
              <a:ext cx="360" cy="360"/>
            </p14:xfrm>
          </p:contentPart>
        </mc:Choice>
        <mc:Fallback xmlns="">
          <p:pic>
            <p:nvPicPr>
              <p:cNvPr id="21" name="Ink 20">
                <a:extLst>
                  <a:ext uri="{FF2B5EF4-FFF2-40B4-BE49-F238E27FC236}">
                    <a16:creationId xmlns:a16="http://schemas.microsoft.com/office/drawing/2014/main" id="{BFC57229-98B9-591E-5792-F686C32A0BDD}"/>
                  </a:ext>
                </a:extLst>
              </p:cNvPr>
              <p:cNvPicPr/>
              <p:nvPr/>
            </p:nvPicPr>
            <p:blipFill>
              <a:blip r:embed="rId4"/>
              <a:stretch>
                <a:fillRect/>
              </a:stretch>
            </p:blipFill>
            <p:spPr>
              <a:xfrm>
                <a:off x="8753253" y="17759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71CAAB15-E1D4-E36E-D910-9388581054B4}"/>
                  </a:ext>
                </a:extLst>
              </p14:cNvPr>
              <p14:cNvContentPartPr/>
              <p14:nvPr/>
            </p14:nvContentPartPr>
            <p14:xfrm>
              <a:off x="8774853" y="1810840"/>
              <a:ext cx="260640" cy="70920"/>
            </p14:xfrm>
          </p:contentPart>
        </mc:Choice>
        <mc:Fallback xmlns="">
          <p:pic>
            <p:nvPicPr>
              <p:cNvPr id="22" name="Ink 21">
                <a:extLst>
                  <a:ext uri="{FF2B5EF4-FFF2-40B4-BE49-F238E27FC236}">
                    <a16:creationId xmlns:a16="http://schemas.microsoft.com/office/drawing/2014/main" id="{71CAAB15-E1D4-E36E-D910-9388581054B4}"/>
                  </a:ext>
                </a:extLst>
              </p:cNvPr>
              <p:cNvPicPr/>
              <p:nvPr/>
            </p:nvPicPr>
            <p:blipFill>
              <a:blip r:embed="rId8"/>
              <a:stretch>
                <a:fillRect/>
              </a:stretch>
            </p:blipFill>
            <p:spPr>
              <a:xfrm>
                <a:off x="8756878" y="1775022"/>
                <a:ext cx="296231" cy="14219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D2028F76-61AA-A95A-1ECE-616A0CB6D454}"/>
                  </a:ext>
                </a:extLst>
              </p14:cNvPr>
              <p14:cNvContentPartPr/>
              <p14:nvPr/>
            </p14:nvContentPartPr>
            <p14:xfrm>
              <a:off x="8768733" y="2029000"/>
              <a:ext cx="250560" cy="20520"/>
            </p14:xfrm>
          </p:contentPart>
        </mc:Choice>
        <mc:Fallback xmlns="">
          <p:pic>
            <p:nvPicPr>
              <p:cNvPr id="24" name="Ink 23">
                <a:extLst>
                  <a:ext uri="{FF2B5EF4-FFF2-40B4-BE49-F238E27FC236}">
                    <a16:creationId xmlns:a16="http://schemas.microsoft.com/office/drawing/2014/main" id="{D2028F76-61AA-A95A-1ECE-616A0CB6D454}"/>
                  </a:ext>
                </a:extLst>
              </p:cNvPr>
              <p:cNvPicPr/>
              <p:nvPr/>
            </p:nvPicPr>
            <p:blipFill>
              <a:blip r:embed="rId10"/>
              <a:stretch>
                <a:fillRect/>
              </a:stretch>
            </p:blipFill>
            <p:spPr>
              <a:xfrm>
                <a:off x="8750733" y="1993000"/>
                <a:ext cx="2862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6" name="Ink 25">
                <a:extLst>
                  <a:ext uri="{FF2B5EF4-FFF2-40B4-BE49-F238E27FC236}">
                    <a16:creationId xmlns:a16="http://schemas.microsoft.com/office/drawing/2014/main" id="{D6AF26F4-C33E-5709-E8E3-A9119921C1D1}"/>
                  </a:ext>
                </a:extLst>
              </p14:cNvPr>
              <p14:cNvContentPartPr/>
              <p14:nvPr/>
            </p14:nvContentPartPr>
            <p14:xfrm>
              <a:off x="8771253" y="1997320"/>
              <a:ext cx="228600" cy="18000"/>
            </p14:xfrm>
          </p:contentPart>
        </mc:Choice>
        <mc:Fallback xmlns="">
          <p:pic>
            <p:nvPicPr>
              <p:cNvPr id="26" name="Ink 25">
                <a:extLst>
                  <a:ext uri="{FF2B5EF4-FFF2-40B4-BE49-F238E27FC236}">
                    <a16:creationId xmlns:a16="http://schemas.microsoft.com/office/drawing/2014/main" id="{D6AF26F4-C33E-5709-E8E3-A9119921C1D1}"/>
                  </a:ext>
                </a:extLst>
              </p:cNvPr>
              <p:cNvPicPr/>
              <p:nvPr/>
            </p:nvPicPr>
            <p:blipFill>
              <a:blip r:embed="rId12"/>
              <a:stretch>
                <a:fillRect/>
              </a:stretch>
            </p:blipFill>
            <p:spPr>
              <a:xfrm>
                <a:off x="8753281" y="1962026"/>
                <a:ext cx="264184" cy="8823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p:pic>
        <p:nvPicPr>
          <p:cNvPr id="7" name="Picture 6">
            <a:extLst>
              <a:ext uri="{FF2B5EF4-FFF2-40B4-BE49-F238E27FC236}">
                <a16:creationId xmlns:a16="http://schemas.microsoft.com/office/drawing/2014/main" id="{E484ECD9-CB19-04AD-0376-05A4C167E4F3}"/>
              </a:ext>
            </a:extLst>
          </p:cNvPr>
          <p:cNvPicPr>
            <a:picLocks noChangeAspect="1"/>
          </p:cNvPicPr>
          <p:nvPr/>
        </p:nvPicPr>
        <p:blipFill>
          <a:blip r:embed="rId16"/>
          <a:stretch>
            <a:fillRect/>
          </a:stretch>
        </p:blipFill>
        <p:spPr>
          <a:xfrm>
            <a:off x="72960" y="579513"/>
            <a:ext cx="7023253" cy="6858000"/>
          </a:xfrm>
          <a:prstGeom prst="rect">
            <a:avLst/>
          </a:prstGeom>
        </p:spPr>
      </p:pic>
      <p:sp>
        <p:nvSpPr>
          <p:cNvPr id="11" name="TextBox 10">
            <a:extLst>
              <a:ext uri="{FF2B5EF4-FFF2-40B4-BE49-F238E27FC236}">
                <a16:creationId xmlns:a16="http://schemas.microsoft.com/office/drawing/2014/main" id="{EE844672-FA4F-278A-F8E4-B383E77838A9}"/>
              </a:ext>
            </a:extLst>
          </p:cNvPr>
          <p:cNvSpPr txBox="1"/>
          <p:nvPr/>
        </p:nvSpPr>
        <p:spPr>
          <a:xfrm>
            <a:off x="7096213" y="793291"/>
            <a:ext cx="5095787" cy="4247317"/>
          </a:xfrm>
          <a:prstGeom prst="rect">
            <a:avLst/>
          </a:prstGeom>
          <a:noFill/>
        </p:spPr>
        <p:txBody>
          <a:bodyPr wrap="square">
            <a:spAutoFit/>
          </a:bodyPr>
          <a:lstStyle/>
          <a:p>
            <a:r>
              <a:rPr lang="en-US" dirty="0"/>
              <a:t>Peer average = the weighted average leverage of all firms in the analyst network</a:t>
            </a:r>
          </a:p>
          <a:p>
            <a:endParaRPr lang="en-US" dirty="0"/>
          </a:p>
          <a:p>
            <a:endParaRPr lang="en-US" dirty="0"/>
          </a:p>
          <a:p>
            <a:r>
              <a:rPr lang="en-US" dirty="0"/>
              <a:t>The positive and significant coefficient on Industry average highlights the positive association between a firm’s leverage and average leverage of other firms in its industry</a:t>
            </a:r>
          </a:p>
          <a:p>
            <a:endParaRPr lang="en-US" dirty="0"/>
          </a:p>
          <a:p>
            <a:r>
              <a:rPr lang="en-US" dirty="0"/>
              <a:t>The firm financial policies are positively related to the financial policies of firms that are connected through common analysts. The magnitude of the association is greater than that between firm financial policy and industry average financial policies.</a:t>
            </a:r>
          </a:p>
        </p:txBody>
      </p:sp>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278573" y="1658920"/>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8"/>
              <a:stretch>
                <a:fillRect/>
              </a:stretch>
            </p:blipFill>
            <p:spPr>
              <a:xfrm>
                <a:off x="1260573" y="1623280"/>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0A4814D6-1B90-021F-E98C-A22C1338E622}"/>
                  </a:ext>
                </a:extLst>
              </p14:cNvPr>
              <p14:cNvContentPartPr/>
              <p14:nvPr/>
            </p14:nvContentPartPr>
            <p14:xfrm>
              <a:off x="1964013" y="1693120"/>
              <a:ext cx="210240" cy="360"/>
            </p14:xfrm>
          </p:contentPart>
        </mc:Choice>
        <mc:Fallback xmlns="">
          <p:pic>
            <p:nvPicPr>
              <p:cNvPr id="18" name="Ink 17">
                <a:extLst>
                  <a:ext uri="{FF2B5EF4-FFF2-40B4-BE49-F238E27FC236}">
                    <a16:creationId xmlns:a16="http://schemas.microsoft.com/office/drawing/2014/main" id="{0A4814D6-1B90-021F-E98C-A22C1338E622}"/>
                  </a:ext>
                </a:extLst>
              </p:cNvPr>
              <p:cNvPicPr/>
              <p:nvPr/>
            </p:nvPicPr>
            <p:blipFill>
              <a:blip r:embed="rId20"/>
              <a:stretch>
                <a:fillRect/>
              </a:stretch>
            </p:blipFill>
            <p:spPr>
              <a:xfrm>
                <a:off x="1946373" y="1657120"/>
                <a:ext cx="245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3" name="Ink 22">
                <a:extLst>
                  <a:ext uri="{FF2B5EF4-FFF2-40B4-BE49-F238E27FC236}">
                    <a16:creationId xmlns:a16="http://schemas.microsoft.com/office/drawing/2014/main" id="{6E2DACCC-F805-C6FE-BB45-B94F1B8B470D}"/>
                  </a:ext>
                </a:extLst>
              </p14:cNvPr>
              <p14:cNvContentPartPr/>
              <p14:nvPr/>
            </p14:nvContentPartPr>
            <p14:xfrm>
              <a:off x="2531373" y="1693120"/>
              <a:ext cx="300960" cy="17640"/>
            </p14:xfrm>
          </p:contentPart>
        </mc:Choice>
        <mc:Fallback xmlns="">
          <p:pic>
            <p:nvPicPr>
              <p:cNvPr id="23" name="Ink 22">
                <a:extLst>
                  <a:ext uri="{FF2B5EF4-FFF2-40B4-BE49-F238E27FC236}">
                    <a16:creationId xmlns:a16="http://schemas.microsoft.com/office/drawing/2014/main" id="{6E2DACCC-F805-C6FE-BB45-B94F1B8B470D}"/>
                  </a:ext>
                </a:extLst>
              </p:cNvPr>
              <p:cNvPicPr/>
              <p:nvPr/>
            </p:nvPicPr>
            <p:blipFill>
              <a:blip r:embed="rId22"/>
              <a:stretch>
                <a:fillRect/>
              </a:stretch>
            </p:blipFill>
            <p:spPr>
              <a:xfrm>
                <a:off x="2513373" y="1657120"/>
                <a:ext cx="3366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5" name="Ink 24">
                <a:extLst>
                  <a:ext uri="{FF2B5EF4-FFF2-40B4-BE49-F238E27FC236}">
                    <a16:creationId xmlns:a16="http://schemas.microsoft.com/office/drawing/2014/main" id="{83DAC8D8-DE6F-248C-668D-6811C30922B6}"/>
                  </a:ext>
                </a:extLst>
              </p14:cNvPr>
              <p14:cNvContentPartPr/>
              <p14:nvPr/>
            </p14:nvContentPartPr>
            <p14:xfrm>
              <a:off x="3157773" y="1718320"/>
              <a:ext cx="236520" cy="9720"/>
            </p14:xfrm>
          </p:contentPart>
        </mc:Choice>
        <mc:Fallback xmlns="">
          <p:pic>
            <p:nvPicPr>
              <p:cNvPr id="25" name="Ink 24">
                <a:extLst>
                  <a:ext uri="{FF2B5EF4-FFF2-40B4-BE49-F238E27FC236}">
                    <a16:creationId xmlns:a16="http://schemas.microsoft.com/office/drawing/2014/main" id="{83DAC8D8-DE6F-248C-668D-6811C30922B6}"/>
                  </a:ext>
                </a:extLst>
              </p:cNvPr>
              <p:cNvPicPr/>
              <p:nvPr/>
            </p:nvPicPr>
            <p:blipFill>
              <a:blip r:embed="rId24"/>
              <a:stretch>
                <a:fillRect/>
              </a:stretch>
            </p:blipFill>
            <p:spPr>
              <a:xfrm>
                <a:off x="3140133" y="1682680"/>
                <a:ext cx="2721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 name="Ink 36">
                <a:extLst>
                  <a:ext uri="{FF2B5EF4-FFF2-40B4-BE49-F238E27FC236}">
                    <a16:creationId xmlns:a16="http://schemas.microsoft.com/office/drawing/2014/main" id="{96109CA3-E8A8-D007-BD02-B1D4CE19BFA6}"/>
                  </a:ext>
                </a:extLst>
              </p14:cNvPr>
              <p14:cNvContentPartPr/>
              <p14:nvPr/>
            </p14:nvContentPartPr>
            <p14:xfrm>
              <a:off x="3706773" y="1676200"/>
              <a:ext cx="379440" cy="9360"/>
            </p14:xfrm>
          </p:contentPart>
        </mc:Choice>
        <mc:Fallback xmlns="">
          <p:pic>
            <p:nvPicPr>
              <p:cNvPr id="37" name="Ink 36">
                <a:extLst>
                  <a:ext uri="{FF2B5EF4-FFF2-40B4-BE49-F238E27FC236}">
                    <a16:creationId xmlns:a16="http://schemas.microsoft.com/office/drawing/2014/main" id="{96109CA3-E8A8-D007-BD02-B1D4CE19BFA6}"/>
                  </a:ext>
                </a:extLst>
              </p:cNvPr>
              <p:cNvPicPr/>
              <p:nvPr/>
            </p:nvPicPr>
            <p:blipFill>
              <a:blip r:embed="rId26"/>
              <a:stretch>
                <a:fillRect/>
              </a:stretch>
            </p:blipFill>
            <p:spPr>
              <a:xfrm>
                <a:off x="3688773" y="1640200"/>
                <a:ext cx="4150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1" name="Ink 40">
                <a:extLst>
                  <a:ext uri="{FF2B5EF4-FFF2-40B4-BE49-F238E27FC236}">
                    <a16:creationId xmlns:a16="http://schemas.microsoft.com/office/drawing/2014/main" id="{01D14912-6A5E-A9C7-A44C-E7C72B650579}"/>
                  </a:ext>
                </a:extLst>
              </p14:cNvPr>
              <p14:cNvContentPartPr/>
              <p14:nvPr/>
            </p14:nvContentPartPr>
            <p14:xfrm>
              <a:off x="4224813" y="1675840"/>
              <a:ext cx="266040" cy="9360"/>
            </p14:xfrm>
          </p:contentPart>
        </mc:Choice>
        <mc:Fallback xmlns="">
          <p:pic>
            <p:nvPicPr>
              <p:cNvPr id="41" name="Ink 40">
                <a:extLst>
                  <a:ext uri="{FF2B5EF4-FFF2-40B4-BE49-F238E27FC236}">
                    <a16:creationId xmlns:a16="http://schemas.microsoft.com/office/drawing/2014/main" id="{01D14912-6A5E-A9C7-A44C-E7C72B650579}"/>
                  </a:ext>
                </a:extLst>
              </p:cNvPr>
              <p:cNvPicPr/>
              <p:nvPr/>
            </p:nvPicPr>
            <p:blipFill>
              <a:blip r:embed="rId28"/>
              <a:stretch>
                <a:fillRect/>
              </a:stretch>
            </p:blipFill>
            <p:spPr>
              <a:xfrm>
                <a:off x="4206813" y="1640200"/>
                <a:ext cx="3016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2" name="Ink 41">
                <a:extLst>
                  <a:ext uri="{FF2B5EF4-FFF2-40B4-BE49-F238E27FC236}">
                    <a16:creationId xmlns:a16="http://schemas.microsoft.com/office/drawing/2014/main" id="{466F1E1A-19F9-E27D-D5FA-78F1CF335181}"/>
                  </a:ext>
                </a:extLst>
              </p14:cNvPr>
              <p14:cNvContentPartPr/>
              <p14:nvPr/>
            </p14:nvContentPartPr>
            <p14:xfrm>
              <a:off x="4834293" y="1684840"/>
              <a:ext cx="367200" cy="9000"/>
            </p14:xfrm>
          </p:contentPart>
        </mc:Choice>
        <mc:Fallback xmlns="">
          <p:pic>
            <p:nvPicPr>
              <p:cNvPr id="42" name="Ink 41">
                <a:extLst>
                  <a:ext uri="{FF2B5EF4-FFF2-40B4-BE49-F238E27FC236}">
                    <a16:creationId xmlns:a16="http://schemas.microsoft.com/office/drawing/2014/main" id="{466F1E1A-19F9-E27D-D5FA-78F1CF335181}"/>
                  </a:ext>
                </a:extLst>
              </p:cNvPr>
              <p:cNvPicPr/>
              <p:nvPr/>
            </p:nvPicPr>
            <p:blipFill>
              <a:blip r:embed="rId30"/>
              <a:stretch>
                <a:fillRect/>
              </a:stretch>
            </p:blipFill>
            <p:spPr>
              <a:xfrm>
                <a:off x="4816293" y="1648840"/>
                <a:ext cx="402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3" name="Ink 42">
                <a:extLst>
                  <a:ext uri="{FF2B5EF4-FFF2-40B4-BE49-F238E27FC236}">
                    <a16:creationId xmlns:a16="http://schemas.microsoft.com/office/drawing/2014/main" id="{040F34C7-8308-5C02-867A-24ACDA57D4FD}"/>
                  </a:ext>
                </a:extLst>
              </p14:cNvPr>
              <p14:cNvContentPartPr/>
              <p14:nvPr/>
            </p14:nvContentPartPr>
            <p14:xfrm>
              <a:off x="5409933" y="1693120"/>
              <a:ext cx="362160" cy="360"/>
            </p14:xfrm>
          </p:contentPart>
        </mc:Choice>
        <mc:Fallback xmlns="">
          <p:pic>
            <p:nvPicPr>
              <p:cNvPr id="43" name="Ink 42">
                <a:extLst>
                  <a:ext uri="{FF2B5EF4-FFF2-40B4-BE49-F238E27FC236}">
                    <a16:creationId xmlns:a16="http://schemas.microsoft.com/office/drawing/2014/main" id="{040F34C7-8308-5C02-867A-24ACDA57D4FD}"/>
                  </a:ext>
                </a:extLst>
              </p:cNvPr>
              <p:cNvPicPr/>
              <p:nvPr/>
            </p:nvPicPr>
            <p:blipFill>
              <a:blip r:embed="rId32"/>
              <a:stretch>
                <a:fillRect/>
              </a:stretch>
            </p:blipFill>
            <p:spPr>
              <a:xfrm>
                <a:off x="5392293" y="1657120"/>
                <a:ext cx="3978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4" name="Ink 43">
                <a:extLst>
                  <a:ext uri="{FF2B5EF4-FFF2-40B4-BE49-F238E27FC236}">
                    <a16:creationId xmlns:a16="http://schemas.microsoft.com/office/drawing/2014/main" id="{802A8D33-E793-8061-CB02-D65AD2B4E68F}"/>
                  </a:ext>
                </a:extLst>
              </p14:cNvPr>
              <p14:cNvContentPartPr/>
              <p14:nvPr/>
            </p14:nvContentPartPr>
            <p14:xfrm>
              <a:off x="5952093" y="1676200"/>
              <a:ext cx="263520" cy="21600"/>
            </p14:xfrm>
          </p:contentPart>
        </mc:Choice>
        <mc:Fallback xmlns="">
          <p:pic>
            <p:nvPicPr>
              <p:cNvPr id="44" name="Ink 43">
                <a:extLst>
                  <a:ext uri="{FF2B5EF4-FFF2-40B4-BE49-F238E27FC236}">
                    <a16:creationId xmlns:a16="http://schemas.microsoft.com/office/drawing/2014/main" id="{802A8D33-E793-8061-CB02-D65AD2B4E68F}"/>
                  </a:ext>
                </a:extLst>
              </p:cNvPr>
              <p:cNvPicPr/>
              <p:nvPr/>
            </p:nvPicPr>
            <p:blipFill>
              <a:blip r:embed="rId34"/>
              <a:stretch>
                <a:fillRect/>
              </a:stretch>
            </p:blipFill>
            <p:spPr>
              <a:xfrm>
                <a:off x="5934093" y="1640200"/>
                <a:ext cx="2991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5" name="Ink 44">
                <a:extLst>
                  <a:ext uri="{FF2B5EF4-FFF2-40B4-BE49-F238E27FC236}">
                    <a16:creationId xmlns:a16="http://schemas.microsoft.com/office/drawing/2014/main" id="{9CE4E1CA-99A2-105F-5064-508886DCA482}"/>
                  </a:ext>
                </a:extLst>
              </p14:cNvPr>
              <p14:cNvContentPartPr/>
              <p14:nvPr/>
            </p14:nvContentPartPr>
            <p14:xfrm>
              <a:off x="6502173" y="1673320"/>
              <a:ext cx="287640" cy="20520"/>
            </p14:xfrm>
          </p:contentPart>
        </mc:Choice>
        <mc:Fallback xmlns="">
          <p:pic>
            <p:nvPicPr>
              <p:cNvPr id="45" name="Ink 44">
                <a:extLst>
                  <a:ext uri="{FF2B5EF4-FFF2-40B4-BE49-F238E27FC236}">
                    <a16:creationId xmlns:a16="http://schemas.microsoft.com/office/drawing/2014/main" id="{9CE4E1CA-99A2-105F-5064-508886DCA482}"/>
                  </a:ext>
                </a:extLst>
              </p:cNvPr>
              <p:cNvPicPr/>
              <p:nvPr/>
            </p:nvPicPr>
            <p:blipFill>
              <a:blip r:embed="rId36"/>
              <a:stretch>
                <a:fillRect/>
              </a:stretch>
            </p:blipFill>
            <p:spPr>
              <a:xfrm>
                <a:off x="6484173" y="1637680"/>
                <a:ext cx="3232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6" name="Ink 45">
                <a:extLst>
                  <a:ext uri="{FF2B5EF4-FFF2-40B4-BE49-F238E27FC236}">
                    <a16:creationId xmlns:a16="http://schemas.microsoft.com/office/drawing/2014/main" id="{A21AC329-ED5A-81A6-4FEF-EDE2A8972A12}"/>
                  </a:ext>
                </a:extLst>
              </p14:cNvPr>
              <p14:cNvContentPartPr/>
              <p14:nvPr/>
            </p14:nvContentPartPr>
            <p14:xfrm>
              <a:off x="1930173" y="1372000"/>
              <a:ext cx="236520" cy="17640"/>
            </p14:xfrm>
          </p:contentPart>
        </mc:Choice>
        <mc:Fallback xmlns="">
          <p:pic>
            <p:nvPicPr>
              <p:cNvPr id="46" name="Ink 45">
                <a:extLst>
                  <a:ext uri="{FF2B5EF4-FFF2-40B4-BE49-F238E27FC236}">
                    <a16:creationId xmlns:a16="http://schemas.microsoft.com/office/drawing/2014/main" id="{A21AC329-ED5A-81A6-4FEF-EDE2A8972A12}"/>
                  </a:ext>
                </a:extLst>
              </p:cNvPr>
              <p:cNvPicPr/>
              <p:nvPr/>
            </p:nvPicPr>
            <p:blipFill>
              <a:blip r:embed="rId38"/>
              <a:stretch>
                <a:fillRect/>
              </a:stretch>
            </p:blipFill>
            <p:spPr>
              <a:xfrm>
                <a:off x="1912533" y="1336000"/>
                <a:ext cx="272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7" name="Ink 46">
                <a:extLst>
                  <a:ext uri="{FF2B5EF4-FFF2-40B4-BE49-F238E27FC236}">
                    <a16:creationId xmlns:a16="http://schemas.microsoft.com/office/drawing/2014/main" id="{6E45EF26-F81F-7D31-3DF4-260B1DC17907}"/>
                  </a:ext>
                </a:extLst>
              </p14:cNvPr>
              <p14:cNvContentPartPr/>
              <p14:nvPr/>
            </p14:nvContentPartPr>
            <p14:xfrm>
              <a:off x="3191613" y="1422400"/>
              <a:ext cx="153000" cy="360"/>
            </p14:xfrm>
          </p:contentPart>
        </mc:Choice>
        <mc:Fallback xmlns="">
          <p:pic>
            <p:nvPicPr>
              <p:cNvPr id="47" name="Ink 46">
                <a:extLst>
                  <a:ext uri="{FF2B5EF4-FFF2-40B4-BE49-F238E27FC236}">
                    <a16:creationId xmlns:a16="http://schemas.microsoft.com/office/drawing/2014/main" id="{6E45EF26-F81F-7D31-3DF4-260B1DC17907}"/>
                  </a:ext>
                </a:extLst>
              </p:cNvPr>
              <p:cNvPicPr/>
              <p:nvPr/>
            </p:nvPicPr>
            <p:blipFill>
              <a:blip r:embed="rId40"/>
              <a:stretch>
                <a:fillRect/>
              </a:stretch>
            </p:blipFill>
            <p:spPr>
              <a:xfrm>
                <a:off x="3173973" y="1386400"/>
                <a:ext cx="1886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8" name="Ink 47">
                <a:extLst>
                  <a:ext uri="{FF2B5EF4-FFF2-40B4-BE49-F238E27FC236}">
                    <a16:creationId xmlns:a16="http://schemas.microsoft.com/office/drawing/2014/main" id="{7143D8E5-2640-8ECF-77B2-6348D8A06615}"/>
                  </a:ext>
                </a:extLst>
              </p14:cNvPr>
              <p14:cNvContentPartPr/>
              <p14:nvPr/>
            </p14:nvContentPartPr>
            <p14:xfrm>
              <a:off x="4233453" y="1447240"/>
              <a:ext cx="253440" cy="17640"/>
            </p14:xfrm>
          </p:contentPart>
        </mc:Choice>
        <mc:Fallback xmlns="">
          <p:pic>
            <p:nvPicPr>
              <p:cNvPr id="48" name="Ink 47">
                <a:extLst>
                  <a:ext uri="{FF2B5EF4-FFF2-40B4-BE49-F238E27FC236}">
                    <a16:creationId xmlns:a16="http://schemas.microsoft.com/office/drawing/2014/main" id="{7143D8E5-2640-8ECF-77B2-6348D8A06615}"/>
                  </a:ext>
                </a:extLst>
              </p:cNvPr>
              <p:cNvPicPr/>
              <p:nvPr/>
            </p:nvPicPr>
            <p:blipFill>
              <a:blip r:embed="rId42"/>
              <a:stretch>
                <a:fillRect/>
              </a:stretch>
            </p:blipFill>
            <p:spPr>
              <a:xfrm>
                <a:off x="4215453" y="1411240"/>
                <a:ext cx="28908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9" name="Ink 48">
                <a:extLst>
                  <a:ext uri="{FF2B5EF4-FFF2-40B4-BE49-F238E27FC236}">
                    <a16:creationId xmlns:a16="http://schemas.microsoft.com/office/drawing/2014/main" id="{6895DF58-2786-5450-7151-2A55968E7AA3}"/>
                  </a:ext>
                </a:extLst>
              </p14:cNvPr>
              <p14:cNvContentPartPr/>
              <p14:nvPr/>
            </p14:nvContentPartPr>
            <p14:xfrm>
              <a:off x="5376093" y="1401520"/>
              <a:ext cx="245160" cy="13320"/>
            </p14:xfrm>
          </p:contentPart>
        </mc:Choice>
        <mc:Fallback xmlns="">
          <p:pic>
            <p:nvPicPr>
              <p:cNvPr id="49" name="Ink 48">
                <a:extLst>
                  <a:ext uri="{FF2B5EF4-FFF2-40B4-BE49-F238E27FC236}">
                    <a16:creationId xmlns:a16="http://schemas.microsoft.com/office/drawing/2014/main" id="{6895DF58-2786-5450-7151-2A55968E7AA3}"/>
                  </a:ext>
                </a:extLst>
              </p:cNvPr>
              <p:cNvPicPr/>
              <p:nvPr/>
            </p:nvPicPr>
            <p:blipFill>
              <a:blip r:embed="rId44"/>
              <a:stretch>
                <a:fillRect/>
              </a:stretch>
            </p:blipFill>
            <p:spPr>
              <a:xfrm>
                <a:off x="5358093" y="1365880"/>
                <a:ext cx="2808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0" name="Ink 49">
                <a:extLst>
                  <a:ext uri="{FF2B5EF4-FFF2-40B4-BE49-F238E27FC236}">
                    <a16:creationId xmlns:a16="http://schemas.microsoft.com/office/drawing/2014/main" id="{17E7914E-7CE4-08B5-9719-D6FA4F797358}"/>
                  </a:ext>
                </a:extLst>
              </p14:cNvPr>
              <p14:cNvContentPartPr/>
              <p14:nvPr/>
            </p14:nvContentPartPr>
            <p14:xfrm>
              <a:off x="6536013" y="1439320"/>
              <a:ext cx="210960" cy="9360"/>
            </p14:xfrm>
          </p:contentPart>
        </mc:Choice>
        <mc:Fallback xmlns="">
          <p:pic>
            <p:nvPicPr>
              <p:cNvPr id="50" name="Ink 49">
                <a:extLst>
                  <a:ext uri="{FF2B5EF4-FFF2-40B4-BE49-F238E27FC236}">
                    <a16:creationId xmlns:a16="http://schemas.microsoft.com/office/drawing/2014/main" id="{17E7914E-7CE4-08B5-9719-D6FA4F797358}"/>
                  </a:ext>
                </a:extLst>
              </p:cNvPr>
              <p:cNvPicPr/>
              <p:nvPr/>
            </p:nvPicPr>
            <p:blipFill>
              <a:blip r:embed="rId46"/>
              <a:stretch>
                <a:fillRect/>
              </a:stretch>
            </p:blipFill>
            <p:spPr>
              <a:xfrm>
                <a:off x="6518373" y="1403320"/>
                <a:ext cx="2466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49"/>
              <a:stretch>
                <a:fillRect/>
              </a:stretch>
            </p:blipFill>
            <p:spPr>
              <a:xfrm>
                <a:off x="10251933" y="410440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51"/>
              <a:stretch>
                <a:fillRect/>
              </a:stretch>
            </p:blipFill>
            <p:spPr>
              <a:xfrm>
                <a:off x="9964293" y="3488080"/>
                <a:ext cx="39240" cy="78840"/>
              </a:xfrm>
              <a:prstGeom prst="rect">
                <a:avLst/>
              </a:prstGeom>
            </p:spPr>
          </p:pic>
        </mc:Fallback>
      </mc:AlternateContent>
    </p:spTree>
    <p:extLst>
      <p:ext uri="{BB962C8B-B14F-4D97-AF65-F5344CB8AC3E}">
        <p14:creationId xmlns:p14="http://schemas.microsoft.com/office/powerpoint/2010/main" val="215434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Reduced Form and Structural Regressions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6" name="Picture 5">
            <a:extLst>
              <a:ext uri="{FF2B5EF4-FFF2-40B4-BE49-F238E27FC236}">
                <a16:creationId xmlns:a16="http://schemas.microsoft.com/office/drawing/2014/main" id="{06E66497-B493-A433-27D7-854AF396F2E8}"/>
              </a:ext>
            </a:extLst>
          </p:cNvPr>
          <p:cNvPicPr>
            <a:picLocks noChangeAspect="1"/>
          </p:cNvPicPr>
          <p:nvPr/>
        </p:nvPicPr>
        <p:blipFill>
          <a:blip r:embed="rId16"/>
          <a:stretch>
            <a:fillRect/>
          </a:stretch>
        </p:blipFill>
        <p:spPr>
          <a:xfrm>
            <a:off x="0" y="573847"/>
            <a:ext cx="7995696" cy="6579042"/>
          </a:xfrm>
          <a:prstGeom prst="rect">
            <a:avLst/>
          </a:prstGeom>
        </p:spPr>
      </p:pic>
      <p:sp>
        <p:nvSpPr>
          <p:cNvPr id="9" name="TextBox 8">
            <a:extLst>
              <a:ext uri="{FF2B5EF4-FFF2-40B4-BE49-F238E27FC236}">
                <a16:creationId xmlns:a16="http://schemas.microsoft.com/office/drawing/2014/main" id="{A0502CD1-0C5C-8FB8-3281-5CF4C4204AE1}"/>
              </a:ext>
            </a:extLst>
          </p:cNvPr>
          <p:cNvSpPr txBox="1"/>
          <p:nvPr/>
        </p:nvSpPr>
        <p:spPr>
          <a:xfrm>
            <a:off x="8156950" y="990644"/>
            <a:ext cx="4162049" cy="3693319"/>
          </a:xfrm>
          <a:prstGeom prst="rect">
            <a:avLst/>
          </a:prstGeom>
          <a:noFill/>
        </p:spPr>
        <p:txBody>
          <a:bodyPr wrap="square">
            <a:spAutoFit/>
          </a:bodyPr>
          <a:lstStyle/>
          <a:p>
            <a:endParaRPr lang="en-US" dirty="0"/>
          </a:p>
          <a:p>
            <a:r>
              <a:rPr lang="en-US" dirty="0"/>
              <a:t>The industry average shock becomes statistically insignificant once we control for Equity shock</a:t>
            </a:r>
            <a:r>
              <a:rPr lang="en-US" baseline="30000" dirty="0"/>
              <a:t> CAN</a:t>
            </a:r>
          </a:p>
          <a:p>
            <a:endParaRPr lang="en-US" dirty="0"/>
          </a:p>
          <a:p>
            <a:r>
              <a:rPr lang="en-US" dirty="0"/>
              <a:t>The coefficient of the peer firm equity shock on leverage is negative, although the statistical significance is weak. </a:t>
            </a:r>
          </a:p>
          <a:p>
            <a:endParaRPr lang="en-US" dirty="0"/>
          </a:p>
          <a:p>
            <a:r>
              <a:rPr lang="en-US" dirty="0"/>
              <a:t>There appear to be strong social effects within analyst networks for leverage, equity issuance, and security choice decisions.</a:t>
            </a:r>
          </a:p>
        </p:txBody>
      </p:sp>
    </p:spTree>
    <p:extLst>
      <p:ext uri="{BB962C8B-B14F-4D97-AF65-F5344CB8AC3E}">
        <p14:creationId xmlns:p14="http://schemas.microsoft.com/office/powerpoint/2010/main" val="245154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Reduced Form and Structural Regressions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7" name="Picture 6">
            <a:extLst>
              <a:ext uri="{FF2B5EF4-FFF2-40B4-BE49-F238E27FC236}">
                <a16:creationId xmlns:a16="http://schemas.microsoft.com/office/drawing/2014/main" id="{E3C9F523-747F-CF79-E2D5-9397A7708787}"/>
              </a:ext>
            </a:extLst>
          </p:cNvPr>
          <p:cNvPicPr>
            <a:picLocks noChangeAspect="1"/>
          </p:cNvPicPr>
          <p:nvPr/>
        </p:nvPicPr>
        <p:blipFill>
          <a:blip r:embed="rId16"/>
          <a:stretch>
            <a:fillRect/>
          </a:stretch>
        </p:blipFill>
        <p:spPr>
          <a:xfrm>
            <a:off x="74469" y="579513"/>
            <a:ext cx="8852728" cy="5090099"/>
          </a:xfrm>
          <a:prstGeom prst="rect">
            <a:avLst/>
          </a:prstGeom>
        </p:spPr>
      </p:pic>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24CE0AA1-4A07-69BE-ED2C-4788CF743980}"/>
                  </a:ext>
                </a:extLst>
              </p14:cNvPr>
              <p14:cNvContentPartPr/>
              <p14:nvPr/>
            </p14:nvContentPartPr>
            <p14:xfrm>
              <a:off x="1201893" y="4131400"/>
              <a:ext cx="7705080" cy="101160"/>
            </p14:xfrm>
          </p:contentPart>
        </mc:Choice>
        <mc:Fallback xmlns="">
          <p:pic>
            <p:nvPicPr>
              <p:cNvPr id="10" name="Ink 9">
                <a:extLst>
                  <a:ext uri="{FF2B5EF4-FFF2-40B4-BE49-F238E27FC236}">
                    <a16:creationId xmlns:a16="http://schemas.microsoft.com/office/drawing/2014/main" id="{24CE0AA1-4A07-69BE-ED2C-4788CF743980}"/>
                  </a:ext>
                </a:extLst>
              </p:cNvPr>
              <p:cNvPicPr/>
              <p:nvPr/>
            </p:nvPicPr>
            <p:blipFill>
              <a:blip r:embed="rId18"/>
              <a:stretch>
                <a:fillRect/>
              </a:stretch>
            </p:blipFill>
            <p:spPr>
              <a:xfrm>
                <a:off x="1184253" y="4095760"/>
                <a:ext cx="77407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B353BEA8-0BD2-D6FE-9580-77AAC2DF237A}"/>
                  </a:ext>
                </a:extLst>
              </p14:cNvPr>
              <p14:cNvContentPartPr/>
              <p14:nvPr/>
            </p14:nvContentPartPr>
            <p14:xfrm>
              <a:off x="10244373" y="4173880"/>
              <a:ext cx="360" cy="360"/>
            </p14:xfrm>
          </p:contentPart>
        </mc:Choice>
        <mc:Fallback xmlns="">
          <p:pic>
            <p:nvPicPr>
              <p:cNvPr id="11" name="Ink 10">
                <a:extLst>
                  <a:ext uri="{FF2B5EF4-FFF2-40B4-BE49-F238E27FC236}">
                    <a16:creationId xmlns:a16="http://schemas.microsoft.com/office/drawing/2014/main" id="{B353BEA8-0BD2-D6FE-9580-77AAC2DF237A}"/>
                  </a:ext>
                </a:extLst>
              </p:cNvPr>
              <p:cNvPicPr/>
              <p:nvPr/>
            </p:nvPicPr>
            <p:blipFill>
              <a:blip r:embed="rId4"/>
              <a:stretch>
                <a:fillRect/>
              </a:stretch>
            </p:blipFill>
            <p:spPr>
              <a:xfrm>
                <a:off x="10226733" y="4138240"/>
                <a:ext cx="36000" cy="72000"/>
              </a:xfrm>
              <a:prstGeom prst="rect">
                <a:avLst/>
              </a:prstGeom>
            </p:spPr>
          </p:pic>
        </mc:Fallback>
      </mc:AlternateContent>
      <p:sp>
        <p:nvSpPr>
          <p:cNvPr id="13" name="TextBox 12">
            <a:extLst>
              <a:ext uri="{FF2B5EF4-FFF2-40B4-BE49-F238E27FC236}">
                <a16:creationId xmlns:a16="http://schemas.microsoft.com/office/drawing/2014/main" id="{2C51F2B6-2929-CD24-4E9E-91315A321A1E}"/>
              </a:ext>
            </a:extLst>
          </p:cNvPr>
          <p:cNvSpPr txBox="1"/>
          <p:nvPr/>
        </p:nvSpPr>
        <p:spPr>
          <a:xfrm flipH="1">
            <a:off x="9177719" y="714225"/>
            <a:ext cx="3132667" cy="2585323"/>
          </a:xfrm>
          <a:prstGeom prst="rect">
            <a:avLst/>
          </a:prstGeom>
          <a:noFill/>
        </p:spPr>
        <p:txBody>
          <a:bodyPr wrap="square">
            <a:spAutoFit/>
          </a:bodyPr>
          <a:lstStyle/>
          <a:p>
            <a:r>
              <a:rPr lang="en-US" dirty="0"/>
              <a:t>Firms are influenced by their analyst network peers when making SEO (seasoned equity offering ) decisions.</a:t>
            </a:r>
          </a:p>
          <a:p>
            <a:endParaRPr lang="en-US" dirty="0"/>
          </a:p>
          <a:p>
            <a:r>
              <a:rPr lang="en-US" dirty="0"/>
              <a:t>SEOs that follow those of analyst network peers appear to be associated with higher announcement returns</a:t>
            </a:r>
          </a:p>
        </p:txBody>
      </p:sp>
    </p:spTree>
    <p:extLst>
      <p:ext uri="{BB962C8B-B14F-4D97-AF65-F5344CB8AC3E}">
        <p14:creationId xmlns:p14="http://schemas.microsoft.com/office/powerpoint/2010/main" val="2440124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Reduced Form and Structural Regressions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6" name="Picture 5">
            <a:extLst>
              <a:ext uri="{FF2B5EF4-FFF2-40B4-BE49-F238E27FC236}">
                <a16:creationId xmlns:a16="http://schemas.microsoft.com/office/drawing/2014/main" id="{22FF4FBB-C530-6F3C-FBD5-131381856D4F}"/>
              </a:ext>
            </a:extLst>
          </p:cNvPr>
          <p:cNvPicPr>
            <a:picLocks noChangeAspect="1"/>
          </p:cNvPicPr>
          <p:nvPr/>
        </p:nvPicPr>
        <p:blipFill>
          <a:blip r:embed="rId16"/>
          <a:stretch>
            <a:fillRect/>
          </a:stretch>
        </p:blipFill>
        <p:spPr>
          <a:xfrm>
            <a:off x="0" y="579513"/>
            <a:ext cx="8066353" cy="6858000"/>
          </a:xfrm>
          <a:prstGeom prst="rect">
            <a:avLst/>
          </a:prstGeom>
        </p:spPr>
      </p:pic>
      <p:sp>
        <p:nvSpPr>
          <p:cNvPr id="9" name="TextBox 8">
            <a:extLst>
              <a:ext uri="{FF2B5EF4-FFF2-40B4-BE49-F238E27FC236}">
                <a16:creationId xmlns:a16="http://schemas.microsoft.com/office/drawing/2014/main" id="{A03411DB-3534-FBA0-0CAE-B085786426EC}"/>
              </a:ext>
            </a:extLst>
          </p:cNvPr>
          <p:cNvSpPr txBox="1"/>
          <p:nvPr/>
        </p:nvSpPr>
        <p:spPr>
          <a:xfrm>
            <a:off x="8066353" y="579514"/>
            <a:ext cx="4032514" cy="4247317"/>
          </a:xfrm>
          <a:prstGeom prst="rect">
            <a:avLst/>
          </a:prstGeom>
          <a:noFill/>
        </p:spPr>
        <p:txBody>
          <a:bodyPr wrap="square">
            <a:spAutoFit/>
          </a:bodyPr>
          <a:lstStyle/>
          <a:p>
            <a:r>
              <a:rPr lang="en-US" dirty="0"/>
              <a:t>Column (1) &amp; (2): the coefficient on the instrumented peer average leverage is positive and significant</a:t>
            </a:r>
          </a:p>
          <a:p>
            <a:endParaRPr lang="en-US" dirty="0"/>
          </a:p>
          <a:p>
            <a:r>
              <a:rPr lang="en-US" dirty="0"/>
              <a:t>Columns (3) and (4):</a:t>
            </a:r>
          </a:p>
          <a:p>
            <a:r>
              <a:rPr lang="en-US" dirty="0"/>
              <a:t>The decision of peer firms to issue equity in a year is associated with the own firm’s decision to issue equity. The effect of analyst peers is greater than the effect of industry peers. </a:t>
            </a:r>
          </a:p>
          <a:p>
            <a:endParaRPr lang="en-US" dirty="0"/>
          </a:p>
          <a:p>
            <a:r>
              <a:rPr lang="en-US" dirty="0"/>
              <a:t>Column (5) similarly find a significant positive relation between the debt-equity choice of analyst network peers and a firm’s own debt-equity choice.</a:t>
            </a:r>
          </a:p>
        </p:txBody>
      </p:sp>
    </p:spTree>
    <p:extLst>
      <p:ext uri="{BB962C8B-B14F-4D97-AF65-F5344CB8AC3E}">
        <p14:creationId xmlns:p14="http://schemas.microsoft.com/office/powerpoint/2010/main" val="3760109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Indirect Peer Approach</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7" name="Picture 6">
            <a:extLst>
              <a:ext uri="{FF2B5EF4-FFF2-40B4-BE49-F238E27FC236}">
                <a16:creationId xmlns:a16="http://schemas.microsoft.com/office/drawing/2014/main" id="{6228C51D-FDB8-0429-3FD7-E06BD751F407}"/>
              </a:ext>
            </a:extLst>
          </p:cNvPr>
          <p:cNvPicPr>
            <a:picLocks noChangeAspect="1"/>
          </p:cNvPicPr>
          <p:nvPr/>
        </p:nvPicPr>
        <p:blipFill>
          <a:blip r:embed="rId16"/>
          <a:stretch>
            <a:fillRect/>
          </a:stretch>
        </p:blipFill>
        <p:spPr>
          <a:xfrm>
            <a:off x="0" y="579513"/>
            <a:ext cx="9087298" cy="6858000"/>
          </a:xfrm>
          <a:prstGeom prst="rect">
            <a:avLst/>
          </a:prstGeom>
        </p:spPr>
      </p:pic>
      <p:sp>
        <p:nvSpPr>
          <p:cNvPr id="9" name="TextBox 8">
            <a:extLst>
              <a:ext uri="{FF2B5EF4-FFF2-40B4-BE49-F238E27FC236}">
                <a16:creationId xmlns:a16="http://schemas.microsoft.com/office/drawing/2014/main" id="{D4903739-5B70-49BE-D332-074F83C53783}"/>
              </a:ext>
            </a:extLst>
          </p:cNvPr>
          <p:cNvSpPr txBox="1"/>
          <p:nvPr/>
        </p:nvSpPr>
        <p:spPr>
          <a:xfrm>
            <a:off x="9144000" y="976909"/>
            <a:ext cx="2938008" cy="3970318"/>
          </a:xfrm>
          <a:prstGeom prst="rect">
            <a:avLst/>
          </a:prstGeom>
          <a:noFill/>
        </p:spPr>
        <p:txBody>
          <a:bodyPr wrap="square">
            <a:spAutoFit/>
          </a:bodyPr>
          <a:lstStyle/>
          <a:p>
            <a:r>
              <a:rPr lang="en-US" b="1" dirty="0"/>
              <a:t>Odd numbered columns </a:t>
            </a:r>
            <a:r>
              <a:rPr lang="en-US" dirty="0"/>
              <a:t>include all indirect peers. </a:t>
            </a:r>
          </a:p>
          <a:p>
            <a:r>
              <a:rPr lang="en-US" b="1" dirty="0"/>
              <a:t>Even numbered columns </a:t>
            </a:r>
            <a:r>
              <a:rPr lang="en-US" dirty="0"/>
              <a:t>excludes all indirect peers in the same industry as firm </a:t>
            </a:r>
            <a:r>
              <a:rPr lang="en-US" dirty="0" err="1"/>
              <a:t>i</a:t>
            </a:r>
            <a:r>
              <a:rPr lang="en-US" dirty="0"/>
              <a:t>. </a:t>
            </a:r>
          </a:p>
          <a:p>
            <a:endParaRPr lang="en-US" dirty="0"/>
          </a:p>
          <a:p>
            <a:r>
              <a:rPr lang="en-US" dirty="0"/>
              <a:t>There’s a significant relation between a firms’ financial policies and those of </a:t>
            </a:r>
            <a:r>
              <a:rPr lang="en-US"/>
              <a:t>their direct </a:t>
            </a:r>
            <a:r>
              <a:rPr lang="en-US" dirty="0"/>
              <a:t>peers for both the change and the level of leverage, gross equity issuances, and the debt- equity choice</a:t>
            </a:r>
          </a:p>
        </p:txBody>
      </p:sp>
    </p:spTree>
    <p:extLst>
      <p:ext uri="{BB962C8B-B14F-4D97-AF65-F5344CB8AC3E}">
        <p14:creationId xmlns:p14="http://schemas.microsoft.com/office/powerpoint/2010/main" val="1655735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0" y="182117"/>
            <a:ext cx="12285133" cy="397396"/>
          </a:xfrm>
        </p:spPr>
        <p:txBody>
          <a:bodyPr>
            <a:noAutofit/>
          </a:bodyPr>
          <a:lstStyle/>
          <a:p>
            <a:r>
              <a:rPr lang="en-US" sz="2800" b="1" dirty="0">
                <a:solidFill>
                  <a:srgbClr val="C00000"/>
                </a:solidFill>
              </a:rPr>
              <a:t>Distinguishing Analyst Network Effects from Industry Peer Effects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9" name="Picture 8">
            <a:extLst>
              <a:ext uri="{FF2B5EF4-FFF2-40B4-BE49-F238E27FC236}">
                <a16:creationId xmlns:a16="http://schemas.microsoft.com/office/drawing/2014/main" id="{3A47F25C-8525-C2A8-3D8A-56F96FD74A75}"/>
              </a:ext>
            </a:extLst>
          </p:cNvPr>
          <p:cNvPicPr>
            <a:picLocks noChangeAspect="1"/>
          </p:cNvPicPr>
          <p:nvPr/>
        </p:nvPicPr>
        <p:blipFill>
          <a:blip r:embed="rId16"/>
          <a:stretch>
            <a:fillRect/>
          </a:stretch>
        </p:blipFill>
        <p:spPr>
          <a:xfrm>
            <a:off x="155772" y="698163"/>
            <a:ext cx="4747657" cy="5846210"/>
          </a:xfrm>
          <a:prstGeom prst="rect">
            <a:avLst/>
          </a:prstGeom>
        </p:spPr>
      </p:pic>
      <p:sp>
        <p:nvSpPr>
          <p:cNvPr id="11" name="TextBox 10">
            <a:extLst>
              <a:ext uri="{FF2B5EF4-FFF2-40B4-BE49-F238E27FC236}">
                <a16:creationId xmlns:a16="http://schemas.microsoft.com/office/drawing/2014/main" id="{7324AD42-5DD6-284D-CA75-FD574EBBC6B5}"/>
              </a:ext>
            </a:extLst>
          </p:cNvPr>
          <p:cNvSpPr txBox="1"/>
          <p:nvPr/>
        </p:nvSpPr>
        <p:spPr>
          <a:xfrm>
            <a:off x="5190427" y="921135"/>
            <a:ext cx="6518973" cy="923330"/>
          </a:xfrm>
          <a:prstGeom prst="rect">
            <a:avLst/>
          </a:prstGeom>
          <a:noFill/>
        </p:spPr>
        <p:txBody>
          <a:bodyPr wrap="square">
            <a:spAutoFit/>
          </a:bodyPr>
          <a:lstStyle/>
          <a:p>
            <a:r>
              <a:rPr lang="en-US" dirty="0"/>
              <a:t>Pseudo Peers: in the same industry as the peer firms in the analyst network, but do not share a common analyst with firm </a:t>
            </a:r>
            <a:r>
              <a:rPr lang="en-US" dirty="0" err="1"/>
              <a:t>i</a:t>
            </a:r>
            <a:r>
              <a:rPr lang="en-US" dirty="0"/>
              <a:t>. </a:t>
            </a:r>
          </a:p>
          <a:p>
            <a:endParaRPr lang="en-US" dirty="0"/>
          </a:p>
        </p:txBody>
      </p:sp>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C1913D3E-5A21-7ED2-29C8-9992D91E0CAA}"/>
                  </a:ext>
                </a:extLst>
              </p14:cNvPr>
              <p14:cNvContentPartPr/>
              <p14:nvPr/>
            </p14:nvContentPartPr>
            <p14:xfrm>
              <a:off x="237093" y="4613800"/>
              <a:ext cx="4421880" cy="714600"/>
            </p14:xfrm>
          </p:contentPart>
        </mc:Choice>
        <mc:Fallback xmlns="">
          <p:pic>
            <p:nvPicPr>
              <p:cNvPr id="13" name="Ink 12">
                <a:extLst>
                  <a:ext uri="{FF2B5EF4-FFF2-40B4-BE49-F238E27FC236}">
                    <a16:creationId xmlns:a16="http://schemas.microsoft.com/office/drawing/2014/main" id="{C1913D3E-5A21-7ED2-29C8-9992D91E0CAA}"/>
                  </a:ext>
                </a:extLst>
              </p:cNvPr>
              <p:cNvPicPr/>
              <p:nvPr/>
            </p:nvPicPr>
            <p:blipFill>
              <a:blip r:embed="rId18"/>
              <a:stretch>
                <a:fillRect/>
              </a:stretch>
            </p:blipFill>
            <p:spPr>
              <a:xfrm>
                <a:off x="230973" y="4607680"/>
                <a:ext cx="4434120" cy="726840"/>
              </a:xfrm>
              <a:prstGeom prst="rect">
                <a:avLst/>
              </a:prstGeom>
            </p:spPr>
          </p:pic>
        </mc:Fallback>
      </mc:AlternateContent>
    </p:spTree>
    <p:extLst>
      <p:ext uri="{BB962C8B-B14F-4D97-AF65-F5344CB8AC3E}">
        <p14:creationId xmlns:p14="http://schemas.microsoft.com/office/powerpoint/2010/main" val="438955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236733" y="182117"/>
            <a:ext cx="11714934" cy="397396"/>
          </a:xfrm>
        </p:spPr>
        <p:txBody>
          <a:bodyPr>
            <a:noAutofit/>
          </a:bodyPr>
          <a:lstStyle/>
          <a:p>
            <a:r>
              <a:rPr lang="en-US" sz="2800" b="1" dirty="0">
                <a:solidFill>
                  <a:srgbClr val="C00000"/>
                </a:solidFill>
              </a:rPr>
              <a:t>Distinguishing Analyst Network Effects from Industry Peer Effects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6" name="Picture 5">
            <a:extLst>
              <a:ext uri="{FF2B5EF4-FFF2-40B4-BE49-F238E27FC236}">
                <a16:creationId xmlns:a16="http://schemas.microsoft.com/office/drawing/2014/main" id="{4B98163F-700C-188F-4C73-05A8981152B6}"/>
              </a:ext>
            </a:extLst>
          </p:cNvPr>
          <p:cNvPicPr>
            <a:picLocks noChangeAspect="1"/>
          </p:cNvPicPr>
          <p:nvPr/>
        </p:nvPicPr>
        <p:blipFill>
          <a:blip r:embed="rId16"/>
          <a:stretch>
            <a:fillRect/>
          </a:stretch>
        </p:blipFill>
        <p:spPr>
          <a:xfrm>
            <a:off x="0" y="562647"/>
            <a:ext cx="8689060" cy="6858000"/>
          </a:xfrm>
          <a:prstGeom prst="rect">
            <a:avLst/>
          </a:prstGeom>
        </p:spPr>
      </p:pic>
      <p:sp>
        <p:nvSpPr>
          <p:cNvPr id="7" name="TextBox 6">
            <a:extLst>
              <a:ext uri="{FF2B5EF4-FFF2-40B4-BE49-F238E27FC236}">
                <a16:creationId xmlns:a16="http://schemas.microsoft.com/office/drawing/2014/main" id="{3FC4DEB5-35FD-B8EE-1339-269EFC2DDD54}"/>
              </a:ext>
            </a:extLst>
          </p:cNvPr>
          <p:cNvSpPr txBox="1"/>
          <p:nvPr/>
        </p:nvSpPr>
        <p:spPr>
          <a:xfrm>
            <a:off x="8822267" y="880613"/>
            <a:ext cx="2857152" cy="4524315"/>
          </a:xfrm>
          <a:prstGeom prst="rect">
            <a:avLst/>
          </a:prstGeom>
          <a:noFill/>
        </p:spPr>
        <p:txBody>
          <a:bodyPr wrap="square">
            <a:spAutoFit/>
          </a:bodyPr>
          <a:lstStyle/>
          <a:p>
            <a:r>
              <a:rPr lang="en-US" dirty="0"/>
              <a:t>There is no significant relationship between the equity shocks of pseudo-peers and a firm’s financial policy.</a:t>
            </a:r>
          </a:p>
          <a:p>
            <a:endParaRPr lang="en-US" dirty="0"/>
          </a:p>
          <a:p>
            <a:endParaRPr lang="en-US" dirty="0"/>
          </a:p>
          <a:p>
            <a:r>
              <a:rPr lang="en-US" dirty="0"/>
              <a:t>It suggests that the previous results were not simply driven by economic connections between industries, but that analyst networks play a particular role in propagating financial policies across firms.</a:t>
            </a:r>
          </a:p>
        </p:txBody>
      </p:sp>
    </p:spTree>
    <p:extLst>
      <p:ext uri="{BB962C8B-B14F-4D97-AF65-F5344CB8AC3E}">
        <p14:creationId xmlns:p14="http://schemas.microsoft.com/office/powerpoint/2010/main" val="4029857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Exogenous Variation in Common Analysts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7" name="Picture 6">
            <a:extLst>
              <a:ext uri="{FF2B5EF4-FFF2-40B4-BE49-F238E27FC236}">
                <a16:creationId xmlns:a16="http://schemas.microsoft.com/office/drawing/2014/main" id="{2D2AF0D7-9F7D-CB59-9C4C-59FF5D61C5F4}"/>
              </a:ext>
            </a:extLst>
          </p:cNvPr>
          <p:cNvPicPr>
            <a:picLocks noChangeAspect="1"/>
          </p:cNvPicPr>
          <p:nvPr/>
        </p:nvPicPr>
        <p:blipFill>
          <a:blip r:embed="rId16"/>
          <a:stretch>
            <a:fillRect/>
          </a:stretch>
        </p:blipFill>
        <p:spPr>
          <a:xfrm>
            <a:off x="26838" y="579513"/>
            <a:ext cx="8279987" cy="5154538"/>
          </a:xfrm>
          <a:prstGeom prst="rect">
            <a:avLst/>
          </a:prstGeom>
        </p:spPr>
      </p:pic>
      <p:sp>
        <p:nvSpPr>
          <p:cNvPr id="11" name="TextBox 10">
            <a:extLst>
              <a:ext uri="{FF2B5EF4-FFF2-40B4-BE49-F238E27FC236}">
                <a16:creationId xmlns:a16="http://schemas.microsoft.com/office/drawing/2014/main" id="{EFAE61A5-4973-06A4-2B8D-DAF1A96F7C1C}"/>
              </a:ext>
            </a:extLst>
          </p:cNvPr>
          <p:cNvSpPr txBox="1"/>
          <p:nvPr/>
        </p:nvSpPr>
        <p:spPr>
          <a:xfrm>
            <a:off x="8306825" y="778934"/>
            <a:ext cx="3854556" cy="2862322"/>
          </a:xfrm>
          <a:prstGeom prst="rect">
            <a:avLst/>
          </a:prstGeom>
          <a:noFill/>
        </p:spPr>
        <p:txBody>
          <a:bodyPr wrap="square">
            <a:spAutoFit/>
          </a:bodyPr>
          <a:lstStyle/>
          <a:p>
            <a:r>
              <a:rPr lang="en-US" b="1" dirty="0"/>
              <a:t>Even Columns: </a:t>
            </a:r>
            <a:r>
              <a:rPr lang="en-US" dirty="0"/>
              <a:t>pairs of firms that were connected by one analyst who stopped the coverage of at least one of the two firms (</a:t>
            </a:r>
            <a:r>
              <a:rPr lang="en-US" dirty="0" err="1"/>
              <a:t>i</a:t>
            </a:r>
            <a:r>
              <a:rPr lang="en-US" dirty="0"/>
              <a:t> and/or k) as a consequence of the brokerage closures/mergers </a:t>
            </a:r>
          </a:p>
          <a:p>
            <a:r>
              <a:rPr lang="en-US" b="1" dirty="0"/>
              <a:t>Odd Columns: </a:t>
            </a:r>
            <a:r>
              <a:rPr lang="en-US" dirty="0"/>
              <a:t>pairs of firms that were connected by one analyst who stopped following firm </a:t>
            </a:r>
            <a:r>
              <a:rPr lang="en-US" dirty="0" err="1"/>
              <a:t>i</a:t>
            </a:r>
            <a:r>
              <a:rPr lang="en-US" dirty="0"/>
              <a:t> and firm k at the same time; </a:t>
            </a:r>
            <a:r>
              <a:rPr lang="en-US" b="1" dirty="0"/>
              <a:t>stronger effects </a:t>
            </a:r>
          </a:p>
        </p:txBody>
      </p:sp>
      <p:sp>
        <p:nvSpPr>
          <p:cNvPr id="13" name="TextBox 12">
            <a:extLst>
              <a:ext uri="{FF2B5EF4-FFF2-40B4-BE49-F238E27FC236}">
                <a16:creationId xmlns:a16="http://schemas.microsoft.com/office/drawing/2014/main" id="{D7686069-6AD8-4381-0A14-4D6AEA6D63D6}"/>
              </a:ext>
            </a:extLst>
          </p:cNvPr>
          <p:cNvSpPr txBox="1"/>
          <p:nvPr/>
        </p:nvSpPr>
        <p:spPr>
          <a:xfrm>
            <a:off x="8360501" y="3671991"/>
            <a:ext cx="3858337" cy="2031325"/>
          </a:xfrm>
          <a:prstGeom prst="rect">
            <a:avLst/>
          </a:prstGeom>
          <a:noFill/>
        </p:spPr>
        <p:txBody>
          <a:bodyPr wrap="square">
            <a:spAutoFit/>
          </a:bodyPr>
          <a:lstStyle/>
          <a:p>
            <a:r>
              <a:rPr lang="en-US" dirty="0"/>
              <a:t>After brokerage closures/mergers and the attendant reduction in common analysts, there is a reduction in the influence of peer firms. This effect is more pronounced when common analysts stopped their coverage of both firms simultaneously</a:t>
            </a:r>
            <a:endParaRPr lang="en-US" b="1" dirty="0"/>
          </a:p>
        </p:txBody>
      </p:sp>
      <mc:AlternateContent xmlns:mc="http://schemas.openxmlformats.org/markup-compatibility/2006" xmlns:p14="http://schemas.microsoft.com/office/powerpoint/2010/main">
        <mc:Choice Requires="p14">
          <p:contentPart p14:bwMode="auto" r:id="rId17">
            <p14:nvContentPartPr>
              <p14:cNvPr id="3" name="Ink 2">
                <a:extLst>
                  <a:ext uri="{FF2B5EF4-FFF2-40B4-BE49-F238E27FC236}">
                    <a16:creationId xmlns:a16="http://schemas.microsoft.com/office/drawing/2014/main" id="{C2680139-9DD8-B90E-0C17-88F34F5F8523}"/>
                  </a:ext>
                </a:extLst>
              </p14:cNvPr>
              <p14:cNvContentPartPr/>
              <p14:nvPr/>
            </p14:nvContentPartPr>
            <p14:xfrm>
              <a:off x="4558533" y="3208720"/>
              <a:ext cx="362160" cy="187200"/>
            </p14:xfrm>
          </p:contentPart>
        </mc:Choice>
        <mc:Fallback xmlns="">
          <p:pic>
            <p:nvPicPr>
              <p:cNvPr id="3" name="Ink 2">
                <a:extLst>
                  <a:ext uri="{FF2B5EF4-FFF2-40B4-BE49-F238E27FC236}">
                    <a16:creationId xmlns:a16="http://schemas.microsoft.com/office/drawing/2014/main" id="{C2680139-9DD8-B90E-0C17-88F34F5F8523}"/>
                  </a:ext>
                </a:extLst>
              </p:cNvPr>
              <p:cNvPicPr/>
              <p:nvPr/>
            </p:nvPicPr>
            <p:blipFill>
              <a:blip r:embed="rId18"/>
              <a:stretch>
                <a:fillRect/>
              </a:stretch>
            </p:blipFill>
            <p:spPr>
              <a:xfrm>
                <a:off x="4540533" y="3172720"/>
                <a:ext cx="3978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 name="Ink 5">
                <a:extLst>
                  <a:ext uri="{FF2B5EF4-FFF2-40B4-BE49-F238E27FC236}">
                    <a16:creationId xmlns:a16="http://schemas.microsoft.com/office/drawing/2014/main" id="{6FCBBD23-01B6-F41B-33B0-B4096A55C2CF}"/>
                  </a:ext>
                </a:extLst>
              </p14:cNvPr>
              <p14:cNvContentPartPr/>
              <p14:nvPr/>
            </p14:nvContentPartPr>
            <p14:xfrm>
              <a:off x="4512813" y="1878880"/>
              <a:ext cx="567000" cy="299160"/>
            </p14:xfrm>
          </p:contentPart>
        </mc:Choice>
        <mc:Fallback xmlns="">
          <p:pic>
            <p:nvPicPr>
              <p:cNvPr id="6" name="Ink 5">
                <a:extLst>
                  <a:ext uri="{FF2B5EF4-FFF2-40B4-BE49-F238E27FC236}">
                    <a16:creationId xmlns:a16="http://schemas.microsoft.com/office/drawing/2014/main" id="{6FCBBD23-01B6-F41B-33B0-B4096A55C2CF}"/>
                  </a:ext>
                </a:extLst>
              </p:cNvPr>
              <p:cNvPicPr/>
              <p:nvPr/>
            </p:nvPicPr>
            <p:blipFill>
              <a:blip r:embed="rId20"/>
              <a:stretch>
                <a:fillRect/>
              </a:stretch>
            </p:blipFill>
            <p:spPr>
              <a:xfrm>
                <a:off x="4494813" y="1842880"/>
                <a:ext cx="6026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9" name="Ink 8">
                <a:extLst>
                  <a:ext uri="{FF2B5EF4-FFF2-40B4-BE49-F238E27FC236}">
                    <a16:creationId xmlns:a16="http://schemas.microsoft.com/office/drawing/2014/main" id="{F6AA93F4-E7A1-3453-F2D9-CE066BAA6875}"/>
                  </a:ext>
                </a:extLst>
              </p14:cNvPr>
              <p14:cNvContentPartPr/>
              <p14:nvPr/>
            </p14:nvContentPartPr>
            <p14:xfrm>
              <a:off x="7687653" y="1944760"/>
              <a:ext cx="239040" cy="11160"/>
            </p14:xfrm>
          </p:contentPart>
        </mc:Choice>
        <mc:Fallback xmlns="">
          <p:pic>
            <p:nvPicPr>
              <p:cNvPr id="9" name="Ink 8">
                <a:extLst>
                  <a:ext uri="{FF2B5EF4-FFF2-40B4-BE49-F238E27FC236}">
                    <a16:creationId xmlns:a16="http://schemas.microsoft.com/office/drawing/2014/main" id="{F6AA93F4-E7A1-3453-F2D9-CE066BAA6875}"/>
                  </a:ext>
                </a:extLst>
              </p:cNvPr>
              <p:cNvPicPr/>
              <p:nvPr/>
            </p:nvPicPr>
            <p:blipFill>
              <a:blip r:embed="rId22"/>
              <a:stretch>
                <a:fillRect/>
              </a:stretch>
            </p:blipFill>
            <p:spPr>
              <a:xfrm>
                <a:off x="7670013" y="1908760"/>
                <a:ext cx="27468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 name="Ink 9">
                <a:extLst>
                  <a:ext uri="{FF2B5EF4-FFF2-40B4-BE49-F238E27FC236}">
                    <a16:creationId xmlns:a16="http://schemas.microsoft.com/office/drawing/2014/main" id="{EC303EB3-C17A-95E8-8C13-02674B6E3DCF}"/>
                  </a:ext>
                </a:extLst>
              </p14:cNvPr>
              <p14:cNvContentPartPr/>
              <p14:nvPr/>
            </p14:nvContentPartPr>
            <p14:xfrm>
              <a:off x="7712853" y="2014960"/>
              <a:ext cx="224280" cy="360"/>
            </p14:xfrm>
          </p:contentPart>
        </mc:Choice>
        <mc:Fallback xmlns="">
          <p:pic>
            <p:nvPicPr>
              <p:cNvPr id="10" name="Ink 9">
                <a:extLst>
                  <a:ext uri="{FF2B5EF4-FFF2-40B4-BE49-F238E27FC236}">
                    <a16:creationId xmlns:a16="http://schemas.microsoft.com/office/drawing/2014/main" id="{EC303EB3-C17A-95E8-8C13-02674B6E3DCF}"/>
                  </a:ext>
                </a:extLst>
              </p:cNvPr>
              <p:cNvPicPr/>
              <p:nvPr/>
            </p:nvPicPr>
            <p:blipFill>
              <a:blip r:embed="rId24"/>
              <a:stretch>
                <a:fillRect/>
              </a:stretch>
            </p:blipFill>
            <p:spPr>
              <a:xfrm>
                <a:off x="7695213" y="1979320"/>
                <a:ext cx="259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 name="Ink 11">
                <a:extLst>
                  <a:ext uri="{FF2B5EF4-FFF2-40B4-BE49-F238E27FC236}">
                    <a16:creationId xmlns:a16="http://schemas.microsoft.com/office/drawing/2014/main" id="{3132A97C-DEB5-CF0C-BE36-70668241DD3C}"/>
                  </a:ext>
                </a:extLst>
              </p14:cNvPr>
              <p14:cNvContentPartPr/>
              <p14:nvPr/>
            </p14:nvContentPartPr>
            <p14:xfrm>
              <a:off x="7670733" y="2056360"/>
              <a:ext cx="256320" cy="18000"/>
            </p14:xfrm>
          </p:contentPart>
        </mc:Choice>
        <mc:Fallback xmlns="">
          <p:pic>
            <p:nvPicPr>
              <p:cNvPr id="12" name="Ink 11">
                <a:extLst>
                  <a:ext uri="{FF2B5EF4-FFF2-40B4-BE49-F238E27FC236}">
                    <a16:creationId xmlns:a16="http://schemas.microsoft.com/office/drawing/2014/main" id="{3132A97C-DEB5-CF0C-BE36-70668241DD3C}"/>
                  </a:ext>
                </a:extLst>
              </p:cNvPr>
              <p:cNvPicPr/>
              <p:nvPr/>
            </p:nvPicPr>
            <p:blipFill>
              <a:blip r:embed="rId26"/>
              <a:stretch>
                <a:fillRect/>
              </a:stretch>
            </p:blipFill>
            <p:spPr>
              <a:xfrm>
                <a:off x="7653093" y="2020720"/>
                <a:ext cx="2919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 name="Ink 13">
                <a:extLst>
                  <a:ext uri="{FF2B5EF4-FFF2-40B4-BE49-F238E27FC236}">
                    <a16:creationId xmlns:a16="http://schemas.microsoft.com/office/drawing/2014/main" id="{4171FA91-BDBF-2DEE-4332-1737D3DCFAA3}"/>
                  </a:ext>
                </a:extLst>
              </p14:cNvPr>
              <p14:cNvContentPartPr/>
              <p14:nvPr/>
            </p14:nvContentPartPr>
            <p14:xfrm>
              <a:off x="7603053" y="3190360"/>
              <a:ext cx="304920" cy="52560"/>
            </p14:xfrm>
          </p:contentPart>
        </mc:Choice>
        <mc:Fallback xmlns="">
          <p:pic>
            <p:nvPicPr>
              <p:cNvPr id="14" name="Ink 13">
                <a:extLst>
                  <a:ext uri="{FF2B5EF4-FFF2-40B4-BE49-F238E27FC236}">
                    <a16:creationId xmlns:a16="http://schemas.microsoft.com/office/drawing/2014/main" id="{4171FA91-BDBF-2DEE-4332-1737D3DCFAA3}"/>
                  </a:ext>
                </a:extLst>
              </p:cNvPr>
              <p:cNvPicPr/>
              <p:nvPr/>
            </p:nvPicPr>
            <p:blipFill>
              <a:blip r:embed="rId28"/>
              <a:stretch>
                <a:fillRect/>
              </a:stretch>
            </p:blipFill>
            <p:spPr>
              <a:xfrm>
                <a:off x="7585053" y="3154720"/>
                <a:ext cx="3405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005E97BB-C67E-CDF1-AD1B-361463EEE6DF}"/>
                  </a:ext>
                </a:extLst>
              </p14:cNvPr>
              <p14:cNvContentPartPr/>
              <p14:nvPr/>
            </p14:nvContentPartPr>
            <p14:xfrm>
              <a:off x="7670733" y="3268120"/>
              <a:ext cx="429480" cy="360"/>
            </p14:xfrm>
          </p:contentPart>
        </mc:Choice>
        <mc:Fallback xmlns="">
          <p:pic>
            <p:nvPicPr>
              <p:cNvPr id="18" name="Ink 17">
                <a:extLst>
                  <a:ext uri="{FF2B5EF4-FFF2-40B4-BE49-F238E27FC236}">
                    <a16:creationId xmlns:a16="http://schemas.microsoft.com/office/drawing/2014/main" id="{005E97BB-C67E-CDF1-AD1B-361463EEE6DF}"/>
                  </a:ext>
                </a:extLst>
              </p:cNvPr>
              <p:cNvPicPr/>
              <p:nvPr/>
            </p:nvPicPr>
            <p:blipFill>
              <a:blip r:embed="rId30"/>
              <a:stretch>
                <a:fillRect/>
              </a:stretch>
            </p:blipFill>
            <p:spPr>
              <a:xfrm>
                <a:off x="7653093" y="3232120"/>
                <a:ext cx="4651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D7A644FC-AB1C-E7C2-907A-6006A089BF66}"/>
                  </a:ext>
                </a:extLst>
              </p14:cNvPr>
              <p14:cNvContentPartPr/>
              <p14:nvPr/>
            </p14:nvContentPartPr>
            <p14:xfrm>
              <a:off x="7645173" y="3318520"/>
              <a:ext cx="344520" cy="360"/>
            </p14:xfrm>
          </p:contentPart>
        </mc:Choice>
        <mc:Fallback xmlns="">
          <p:pic>
            <p:nvPicPr>
              <p:cNvPr id="21" name="Ink 20">
                <a:extLst>
                  <a:ext uri="{FF2B5EF4-FFF2-40B4-BE49-F238E27FC236}">
                    <a16:creationId xmlns:a16="http://schemas.microsoft.com/office/drawing/2014/main" id="{D7A644FC-AB1C-E7C2-907A-6006A089BF66}"/>
                  </a:ext>
                </a:extLst>
              </p:cNvPr>
              <p:cNvPicPr/>
              <p:nvPr/>
            </p:nvPicPr>
            <p:blipFill>
              <a:blip r:embed="rId32"/>
              <a:stretch>
                <a:fillRect/>
              </a:stretch>
            </p:blipFill>
            <p:spPr>
              <a:xfrm>
                <a:off x="7627173" y="3282880"/>
                <a:ext cx="3801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12CB9E06-E978-6D44-8212-5601BF65D77E}"/>
                  </a:ext>
                </a:extLst>
              </p14:cNvPr>
              <p14:cNvContentPartPr/>
              <p14:nvPr/>
            </p14:nvContentPartPr>
            <p14:xfrm>
              <a:off x="7591173" y="3206560"/>
              <a:ext cx="395280" cy="183960"/>
            </p14:xfrm>
          </p:contentPart>
        </mc:Choice>
        <mc:Fallback xmlns="">
          <p:pic>
            <p:nvPicPr>
              <p:cNvPr id="22" name="Ink 21">
                <a:extLst>
                  <a:ext uri="{FF2B5EF4-FFF2-40B4-BE49-F238E27FC236}">
                    <a16:creationId xmlns:a16="http://schemas.microsoft.com/office/drawing/2014/main" id="{12CB9E06-E978-6D44-8212-5601BF65D77E}"/>
                  </a:ext>
                </a:extLst>
              </p:cNvPr>
              <p:cNvPicPr/>
              <p:nvPr/>
            </p:nvPicPr>
            <p:blipFill>
              <a:blip r:embed="rId34"/>
              <a:stretch>
                <a:fillRect/>
              </a:stretch>
            </p:blipFill>
            <p:spPr>
              <a:xfrm>
                <a:off x="7573533" y="3170560"/>
                <a:ext cx="430920" cy="255600"/>
              </a:xfrm>
              <a:prstGeom prst="rect">
                <a:avLst/>
              </a:prstGeom>
            </p:spPr>
          </p:pic>
        </mc:Fallback>
      </mc:AlternateContent>
    </p:spTree>
    <p:extLst>
      <p:ext uri="{BB962C8B-B14F-4D97-AF65-F5344CB8AC3E}">
        <p14:creationId xmlns:p14="http://schemas.microsoft.com/office/powerpoint/2010/main" val="2215630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Analyst Influence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B45B528C-1039-94A8-8778-E50885E309AE}"/>
                  </a:ext>
                </a:extLst>
              </p14:cNvPr>
              <p14:cNvContentPartPr/>
              <p14:nvPr/>
            </p14:nvContentPartPr>
            <p14:xfrm>
              <a:off x="1159773" y="33893"/>
              <a:ext cx="360" cy="360"/>
            </p14:xfrm>
          </p:contentPart>
        </mc:Choice>
        <mc:Fallback xmlns="">
          <p:pic>
            <p:nvPicPr>
              <p:cNvPr id="17" name="Ink 16">
                <a:extLst>
                  <a:ext uri="{FF2B5EF4-FFF2-40B4-BE49-F238E27FC236}">
                    <a16:creationId xmlns:a16="http://schemas.microsoft.com/office/drawing/2014/main" id="{B45B528C-1039-94A8-8778-E50885E309AE}"/>
                  </a:ext>
                </a:extLst>
              </p:cNvPr>
              <p:cNvPicPr/>
              <p:nvPr/>
            </p:nvPicPr>
            <p:blipFill>
              <a:blip r:embed="rId4"/>
              <a:stretch>
                <a:fillRect/>
              </a:stretch>
            </p:blipFill>
            <p:spPr>
              <a:xfrm>
                <a:off x="1141773" y="-210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1A8CA230-FFB3-FDDC-46A3-274D619A2241}"/>
                  </a:ext>
                </a:extLst>
              </p14:cNvPr>
              <p14:cNvContentPartPr/>
              <p14:nvPr/>
            </p14:nvContentPartPr>
            <p14:xfrm>
              <a:off x="236733" y="456880"/>
              <a:ext cx="360" cy="360"/>
            </p14:xfrm>
          </p:contentPart>
        </mc:Choice>
        <mc:Fallback xmlns="">
          <p:pic>
            <p:nvPicPr>
              <p:cNvPr id="19" name="Ink 18">
                <a:extLst>
                  <a:ext uri="{FF2B5EF4-FFF2-40B4-BE49-F238E27FC236}">
                    <a16:creationId xmlns:a16="http://schemas.microsoft.com/office/drawing/2014/main" id="{1A8CA230-FFB3-FDDC-46A3-274D619A2241}"/>
                  </a:ext>
                </a:extLst>
              </p:cNvPr>
              <p:cNvPicPr/>
              <p:nvPr/>
            </p:nvPicPr>
            <p:blipFill>
              <a:blip r:embed="rId4"/>
              <a:stretch>
                <a:fillRect/>
              </a:stretch>
            </p:blipFill>
            <p:spPr>
              <a:xfrm>
                <a:off x="218733" y="420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CAA30098-FA0A-451E-CA6D-C247C1B7E533}"/>
                  </a:ext>
                </a:extLst>
              </p14:cNvPr>
              <p14:cNvContentPartPr/>
              <p14:nvPr/>
            </p14:nvContentPartPr>
            <p14:xfrm>
              <a:off x="3191613" y="4461880"/>
              <a:ext cx="360" cy="360"/>
            </p14:xfrm>
          </p:contentPart>
        </mc:Choice>
        <mc:Fallback xmlns="">
          <p:pic>
            <p:nvPicPr>
              <p:cNvPr id="2" name="Ink 1">
                <a:extLst>
                  <a:ext uri="{FF2B5EF4-FFF2-40B4-BE49-F238E27FC236}">
                    <a16:creationId xmlns:a16="http://schemas.microsoft.com/office/drawing/2014/main" id="{CAA30098-FA0A-451E-CA6D-C247C1B7E533}"/>
                  </a:ext>
                </a:extLst>
              </p:cNvPr>
              <p:cNvPicPr/>
              <p:nvPr/>
            </p:nvPicPr>
            <p:blipFill>
              <a:blip r:embed="rId4"/>
              <a:stretch>
                <a:fillRect/>
              </a:stretch>
            </p:blipFill>
            <p:spPr>
              <a:xfrm>
                <a:off x="3173613" y="442588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9AD0605-83D8-FAF7-A1D4-0B3918C6769D}"/>
                  </a:ext>
                </a:extLst>
              </p14:cNvPr>
              <p14:cNvContentPartPr/>
              <p14:nvPr/>
            </p14:nvContentPartPr>
            <p14:xfrm>
              <a:off x="3919893" y="439960"/>
              <a:ext cx="360" cy="360"/>
            </p14:xfrm>
          </p:contentPart>
        </mc:Choice>
        <mc:Fallback xmlns="">
          <p:pic>
            <p:nvPicPr>
              <p:cNvPr id="4" name="Ink 3">
                <a:extLst>
                  <a:ext uri="{FF2B5EF4-FFF2-40B4-BE49-F238E27FC236}">
                    <a16:creationId xmlns:a16="http://schemas.microsoft.com/office/drawing/2014/main" id="{C9AD0605-83D8-FAF7-A1D4-0B3918C6769D}"/>
                  </a:ext>
                </a:extLst>
              </p:cNvPr>
              <p:cNvPicPr/>
              <p:nvPr/>
            </p:nvPicPr>
            <p:blipFill>
              <a:blip r:embed="rId4"/>
              <a:stretch>
                <a:fillRect/>
              </a:stretch>
            </p:blipFill>
            <p:spPr>
              <a:xfrm>
                <a:off x="3901893" y="40396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CF86360-688E-5AE7-51EB-698348A2E556}"/>
                  </a:ext>
                </a:extLst>
              </p14:cNvPr>
              <p14:cNvContentPartPr/>
              <p14:nvPr/>
            </p14:nvContentPartPr>
            <p14:xfrm>
              <a:off x="9821013" y="3124267"/>
              <a:ext cx="360" cy="360"/>
            </p14:xfrm>
          </p:contentPart>
        </mc:Choice>
        <mc:Fallback xmlns="">
          <p:pic>
            <p:nvPicPr>
              <p:cNvPr id="16" name="Ink 15">
                <a:extLst>
                  <a:ext uri="{FF2B5EF4-FFF2-40B4-BE49-F238E27FC236}">
                    <a16:creationId xmlns:a16="http://schemas.microsoft.com/office/drawing/2014/main" id="{5CF86360-688E-5AE7-51EB-698348A2E556}"/>
                  </a:ext>
                </a:extLst>
              </p:cNvPr>
              <p:cNvPicPr/>
              <p:nvPr/>
            </p:nvPicPr>
            <p:blipFill>
              <a:blip r:embed="rId4"/>
              <a:stretch>
                <a:fillRect/>
              </a:stretch>
            </p:blipFill>
            <p:spPr>
              <a:xfrm>
                <a:off x="9803013" y="308826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AC918A0C-1506-0410-F0B0-658DE9F27B58}"/>
                  </a:ext>
                </a:extLst>
              </p14:cNvPr>
              <p14:cNvContentPartPr/>
              <p14:nvPr/>
            </p14:nvContentPartPr>
            <p14:xfrm>
              <a:off x="1606007" y="4308986"/>
              <a:ext cx="575640" cy="34920"/>
            </p14:xfrm>
          </p:contentPart>
        </mc:Choice>
        <mc:Fallback xmlns="">
          <p:pic>
            <p:nvPicPr>
              <p:cNvPr id="15" name="Ink 14">
                <a:extLst>
                  <a:ext uri="{FF2B5EF4-FFF2-40B4-BE49-F238E27FC236}">
                    <a16:creationId xmlns:a16="http://schemas.microsoft.com/office/drawing/2014/main" id="{AC918A0C-1506-0410-F0B0-658DE9F27B58}"/>
                  </a:ext>
                </a:extLst>
              </p:cNvPr>
              <p:cNvPicPr/>
              <p:nvPr/>
            </p:nvPicPr>
            <p:blipFill>
              <a:blip r:embed="rId10"/>
              <a:stretch>
                <a:fillRect/>
              </a:stretch>
            </p:blipFill>
            <p:spPr>
              <a:xfrm>
                <a:off x="1588007" y="4272986"/>
                <a:ext cx="6112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1" name="Ink 50">
                <a:extLst>
                  <a:ext uri="{FF2B5EF4-FFF2-40B4-BE49-F238E27FC236}">
                    <a16:creationId xmlns:a16="http://schemas.microsoft.com/office/drawing/2014/main" id="{E55FD9B4-DD12-DC2F-3D13-4458111A2854}"/>
                  </a:ext>
                </a:extLst>
              </p14:cNvPr>
              <p14:cNvContentPartPr/>
              <p14:nvPr/>
            </p14:nvContentPartPr>
            <p14:xfrm>
              <a:off x="10744053" y="4639720"/>
              <a:ext cx="360" cy="360"/>
            </p14:xfrm>
          </p:contentPart>
        </mc:Choice>
        <mc:Fallback xmlns="">
          <p:pic>
            <p:nvPicPr>
              <p:cNvPr id="51" name="Ink 50">
                <a:extLst>
                  <a:ext uri="{FF2B5EF4-FFF2-40B4-BE49-F238E27FC236}">
                    <a16:creationId xmlns:a16="http://schemas.microsoft.com/office/drawing/2014/main" id="{E55FD9B4-DD12-DC2F-3D13-4458111A2854}"/>
                  </a:ext>
                </a:extLst>
              </p:cNvPr>
              <p:cNvPicPr/>
              <p:nvPr/>
            </p:nvPicPr>
            <p:blipFill>
              <a:blip r:embed="rId4"/>
              <a:stretch>
                <a:fillRect/>
              </a:stretch>
            </p:blipFill>
            <p:spPr>
              <a:xfrm>
                <a:off x="10726053" y="46037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D0B89797-0506-3CB8-FB06-0DCE2569CEB9}"/>
                  </a:ext>
                </a:extLst>
              </p14:cNvPr>
              <p14:cNvContentPartPr/>
              <p14:nvPr/>
            </p14:nvContentPartPr>
            <p14:xfrm>
              <a:off x="10269933" y="4140040"/>
              <a:ext cx="360" cy="47520"/>
            </p14:xfrm>
          </p:contentPart>
        </mc:Choice>
        <mc:Fallback xmlns="">
          <p:pic>
            <p:nvPicPr>
              <p:cNvPr id="52" name="Ink 51">
                <a:extLst>
                  <a:ext uri="{FF2B5EF4-FFF2-40B4-BE49-F238E27FC236}">
                    <a16:creationId xmlns:a16="http://schemas.microsoft.com/office/drawing/2014/main" id="{D0B89797-0506-3CB8-FB06-0DCE2569CEB9}"/>
                  </a:ext>
                </a:extLst>
              </p:cNvPr>
              <p:cNvPicPr/>
              <p:nvPr/>
            </p:nvPicPr>
            <p:blipFill>
              <a:blip r:embed="rId13"/>
              <a:stretch>
                <a:fillRect/>
              </a:stretch>
            </p:blipFill>
            <p:spPr>
              <a:xfrm>
                <a:off x="10251933" y="4104040"/>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CAEBD827-6558-17F7-1476-CAC112CF860B}"/>
                  </a:ext>
                </a:extLst>
              </p14:cNvPr>
              <p14:cNvContentPartPr/>
              <p14:nvPr/>
            </p14:nvContentPartPr>
            <p14:xfrm>
              <a:off x="9981933" y="3523720"/>
              <a:ext cx="3600" cy="7200"/>
            </p14:xfrm>
          </p:contentPart>
        </mc:Choice>
        <mc:Fallback xmlns="">
          <p:pic>
            <p:nvPicPr>
              <p:cNvPr id="53" name="Ink 52">
                <a:extLst>
                  <a:ext uri="{FF2B5EF4-FFF2-40B4-BE49-F238E27FC236}">
                    <a16:creationId xmlns:a16="http://schemas.microsoft.com/office/drawing/2014/main" id="{CAEBD827-6558-17F7-1476-CAC112CF860B}"/>
                  </a:ext>
                </a:extLst>
              </p:cNvPr>
              <p:cNvPicPr/>
              <p:nvPr/>
            </p:nvPicPr>
            <p:blipFill>
              <a:blip r:embed="rId15"/>
              <a:stretch>
                <a:fillRect/>
              </a:stretch>
            </p:blipFill>
            <p:spPr>
              <a:xfrm>
                <a:off x="9963933" y="3485825"/>
                <a:ext cx="39240" cy="82611"/>
              </a:xfrm>
              <a:prstGeom prst="rect">
                <a:avLst/>
              </a:prstGeom>
            </p:spPr>
          </p:pic>
        </mc:Fallback>
      </mc:AlternateContent>
      <p:pic>
        <p:nvPicPr>
          <p:cNvPr id="6" name="Picture 5">
            <a:extLst>
              <a:ext uri="{FF2B5EF4-FFF2-40B4-BE49-F238E27FC236}">
                <a16:creationId xmlns:a16="http://schemas.microsoft.com/office/drawing/2014/main" id="{75689E42-20A9-D5C4-B0CA-F67ED81B82A5}"/>
              </a:ext>
            </a:extLst>
          </p:cNvPr>
          <p:cNvPicPr>
            <a:picLocks noChangeAspect="1"/>
          </p:cNvPicPr>
          <p:nvPr/>
        </p:nvPicPr>
        <p:blipFill>
          <a:blip r:embed="rId16"/>
          <a:stretch>
            <a:fillRect/>
          </a:stretch>
        </p:blipFill>
        <p:spPr>
          <a:xfrm>
            <a:off x="0" y="579513"/>
            <a:ext cx="9050386" cy="6858000"/>
          </a:xfrm>
          <a:prstGeom prst="rect">
            <a:avLst/>
          </a:prstGeom>
        </p:spPr>
      </p:pic>
      <p:sp>
        <p:nvSpPr>
          <p:cNvPr id="9" name="TextBox 8">
            <a:extLst>
              <a:ext uri="{FF2B5EF4-FFF2-40B4-BE49-F238E27FC236}">
                <a16:creationId xmlns:a16="http://schemas.microsoft.com/office/drawing/2014/main" id="{B82F13FD-577C-7D8D-11BA-232EE2C342DA}"/>
              </a:ext>
            </a:extLst>
          </p:cNvPr>
          <p:cNvSpPr txBox="1"/>
          <p:nvPr/>
        </p:nvSpPr>
        <p:spPr>
          <a:xfrm>
            <a:off x="9119319" y="812800"/>
            <a:ext cx="2979547" cy="3416320"/>
          </a:xfrm>
          <a:prstGeom prst="rect">
            <a:avLst/>
          </a:prstGeom>
          <a:noFill/>
        </p:spPr>
        <p:txBody>
          <a:bodyPr wrap="square">
            <a:spAutoFit/>
          </a:bodyPr>
          <a:lstStyle/>
          <a:p>
            <a:r>
              <a:rPr lang="en-US" dirty="0"/>
              <a:t>Connections through all-star analysts may be more influential for equity issuance decisions than for debt decisions</a:t>
            </a:r>
          </a:p>
          <a:p>
            <a:endParaRPr lang="en-US" dirty="0"/>
          </a:p>
          <a:p>
            <a:r>
              <a:rPr lang="en-US" b="1" dirty="0"/>
              <a:t>Overall:</a:t>
            </a:r>
          </a:p>
          <a:p>
            <a:r>
              <a:rPr lang="en-US" dirty="0"/>
              <a:t>There are stronger peer effects among firms that are connected through all-star analysts and more experienced analysts</a:t>
            </a:r>
          </a:p>
        </p:txBody>
      </p:sp>
    </p:spTree>
    <p:extLst>
      <p:ext uri="{BB962C8B-B14F-4D97-AF65-F5344CB8AC3E}">
        <p14:creationId xmlns:p14="http://schemas.microsoft.com/office/powerpoint/2010/main" val="109603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571500" indent="-571500" algn="l">
              <a:buFont typeface="Arial" panose="020B0604020202020204" pitchFamily="34" charset="0"/>
              <a:buChar char="•"/>
            </a:pPr>
            <a:r>
              <a:rPr lang="en-US" dirty="0"/>
              <a:t>Exogenous changes to financial policies of firms covered by an analyst, such as leverage and equity issuance, lead other firms covered by the same analyst to make similar changes in policy</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The network effects are distinct from industry peer effects and that these effects are more pronounced among peers connected by analysts that are more experienced and from more influential brokerage houses</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The peer effects are weaker after the reduction in common coverage as a consequence of brokerage closures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5621</TotalTime>
  <Words>1214</Words>
  <Application>Microsoft Office PowerPoint</Application>
  <PresentationFormat>Widescreen</PresentationFormat>
  <Paragraphs>103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Calisto MT</vt:lpstr>
      <vt:lpstr>Open Sans</vt:lpstr>
      <vt:lpstr>Wingdings 2</vt:lpstr>
      <vt:lpstr>Slate</vt:lpstr>
      <vt:lpstr>Analyst Coverage Networks and Corporate Financial Policies</vt:lpstr>
      <vt:lpstr>Research Question:</vt:lpstr>
      <vt:lpstr>Prior Literature</vt:lpstr>
      <vt:lpstr>Data &amp; Sample</vt:lpstr>
      <vt:lpstr>Empirical Methodology</vt:lpstr>
      <vt:lpstr>Summary Statistics</vt:lpstr>
      <vt:lpstr>Summary Statistics</vt:lpstr>
      <vt:lpstr>Summary Statistics</vt:lpstr>
      <vt:lpstr>Baseline Regressions</vt:lpstr>
      <vt:lpstr>Reduced Form and Structural Regressions</vt:lpstr>
      <vt:lpstr>Reduced Form and Structural Regressions</vt:lpstr>
      <vt:lpstr>Reduced Form and Structural Regressions</vt:lpstr>
      <vt:lpstr>Indirect Peer Approach</vt:lpstr>
      <vt:lpstr>Distinguishing Analyst Network Effects from Industry Peer Effects</vt:lpstr>
      <vt:lpstr>Distinguishing Analyst Network Effects from Industry Peer Effects</vt:lpstr>
      <vt:lpstr>Exogenous Variation in Common Analysts</vt:lpstr>
      <vt:lpstr>Analyst Influence</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288</cp:revision>
  <dcterms:created xsi:type="dcterms:W3CDTF">2024-01-18T13:26:59Z</dcterms:created>
  <dcterms:modified xsi:type="dcterms:W3CDTF">2024-10-01T17:30:27Z</dcterms:modified>
</cp:coreProperties>
</file>