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22"/>
  </p:notesMasterIdLst>
  <p:sldIdLst>
    <p:sldId id="291" r:id="rId2"/>
    <p:sldId id="292" r:id="rId3"/>
    <p:sldId id="388" r:id="rId4"/>
    <p:sldId id="336" r:id="rId5"/>
    <p:sldId id="402" r:id="rId6"/>
    <p:sldId id="406" r:id="rId7"/>
    <p:sldId id="407" r:id="rId8"/>
    <p:sldId id="403" r:id="rId9"/>
    <p:sldId id="408" r:id="rId10"/>
    <p:sldId id="404" r:id="rId11"/>
    <p:sldId id="405" r:id="rId12"/>
    <p:sldId id="401" r:id="rId13"/>
    <p:sldId id="395" r:id="rId14"/>
    <p:sldId id="396" r:id="rId15"/>
    <p:sldId id="398" r:id="rId16"/>
    <p:sldId id="409" r:id="rId17"/>
    <p:sldId id="399" r:id="rId18"/>
    <p:sldId id="400" r:id="rId19"/>
    <p:sldId id="293" r:id="rId20"/>
    <p:sldId id="29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A87FB5-F0EB-4FBA-8A5E-FAAD43B7474B}">
          <p14:sldIdLst>
            <p14:sldId id="291"/>
            <p14:sldId id="292"/>
            <p14:sldId id="388"/>
            <p14:sldId id="336"/>
            <p14:sldId id="402"/>
            <p14:sldId id="406"/>
            <p14:sldId id="407"/>
            <p14:sldId id="403"/>
            <p14:sldId id="408"/>
            <p14:sldId id="404"/>
            <p14:sldId id="405"/>
          </p14:sldIdLst>
        </p14:section>
        <p14:section name="Untitled Section" id="{43869892-F9B2-4101-B346-C564C3AD44BA}">
          <p14:sldIdLst>
            <p14:sldId id="401"/>
            <p14:sldId id="395"/>
            <p14:sldId id="396"/>
            <p14:sldId id="398"/>
            <p14:sldId id="409"/>
            <p14:sldId id="399"/>
            <p14:sldId id="400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9A3FD9-75E6-48B4-8622-40F229F05D29}" v="7" dt="2024-09-11T21:25:49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Li" userId="8c31b902-5b3a-4bc1-a03f-ce296c1668b4" providerId="ADAL" clId="{6F9A3FD9-75E6-48B4-8622-40F229F05D29}"/>
    <pc:docChg chg="undo custSel addSld delSld modSld sldOrd">
      <pc:chgData name="Yan Li" userId="8c31b902-5b3a-4bc1-a03f-ce296c1668b4" providerId="ADAL" clId="{6F9A3FD9-75E6-48B4-8622-40F229F05D29}" dt="2024-09-12T19:03:07.450" v="908" actId="14100"/>
      <pc:docMkLst>
        <pc:docMk/>
      </pc:docMkLst>
      <pc:sldChg chg="modSp mod">
        <pc:chgData name="Yan Li" userId="8c31b902-5b3a-4bc1-a03f-ce296c1668b4" providerId="ADAL" clId="{6F9A3FD9-75E6-48B4-8622-40F229F05D29}" dt="2024-09-11T14:31:51.268" v="118" actId="20577"/>
        <pc:sldMkLst>
          <pc:docMk/>
          <pc:sldMk cId="811220229" sldId="291"/>
        </pc:sldMkLst>
        <pc:spChg chg="mod">
          <ac:chgData name="Yan Li" userId="8c31b902-5b3a-4bc1-a03f-ce296c1668b4" providerId="ADAL" clId="{6F9A3FD9-75E6-48B4-8622-40F229F05D29}" dt="2024-09-11T14:25:29.871" v="18" actId="27636"/>
          <ac:spMkLst>
            <pc:docMk/>
            <pc:sldMk cId="811220229" sldId="291"/>
            <ac:spMk id="2" creationId="{A0B2FD85-87AA-4580-1FB4-0EBB0A967AA9}"/>
          </ac:spMkLst>
        </pc:spChg>
        <pc:spChg chg="mod">
          <ac:chgData name="Yan Li" userId="8c31b902-5b3a-4bc1-a03f-ce296c1668b4" providerId="ADAL" clId="{6F9A3FD9-75E6-48B4-8622-40F229F05D29}" dt="2024-09-11T14:31:51.268" v="118" actId="20577"/>
          <ac:spMkLst>
            <pc:docMk/>
            <pc:sldMk cId="811220229" sldId="291"/>
            <ac:spMk id="3" creationId="{829828C6-6D41-BE5B-CC0A-8492B54C3375}"/>
          </ac:spMkLst>
        </pc:spChg>
      </pc:sldChg>
      <pc:sldChg chg="modSp mod">
        <pc:chgData name="Yan Li" userId="8c31b902-5b3a-4bc1-a03f-ce296c1668b4" providerId="ADAL" clId="{6F9A3FD9-75E6-48B4-8622-40F229F05D29}" dt="2024-09-11T14:37:29.706" v="184" actId="20577"/>
        <pc:sldMkLst>
          <pc:docMk/>
          <pc:sldMk cId="2783577023" sldId="292"/>
        </pc:sldMkLst>
        <pc:spChg chg="mod">
          <ac:chgData name="Yan Li" userId="8c31b902-5b3a-4bc1-a03f-ce296c1668b4" providerId="ADAL" clId="{6F9A3FD9-75E6-48B4-8622-40F229F05D29}" dt="2024-09-11T14:37:16.594" v="176" actId="20577"/>
          <ac:spMkLst>
            <pc:docMk/>
            <pc:sldMk cId="2783577023" sldId="292"/>
            <ac:spMk id="3" creationId="{829828C6-6D41-BE5B-CC0A-8492B54C3375}"/>
          </ac:spMkLst>
        </pc:spChg>
        <pc:spChg chg="mod">
          <ac:chgData name="Yan Li" userId="8c31b902-5b3a-4bc1-a03f-ce296c1668b4" providerId="ADAL" clId="{6F9A3FD9-75E6-48B4-8622-40F229F05D29}" dt="2024-09-11T14:37:29.706" v="184" actId="20577"/>
          <ac:spMkLst>
            <pc:docMk/>
            <pc:sldMk cId="2783577023" sldId="292"/>
            <ac:spMk id="5" creationId="{87397B05-2868-01CF-5915-644A9A5CFD2E}"/>
          </ac:spMkLst>
        </pc:spChg>
      </pc:sldChg>
      <pc:sldChg chg="modSp mod">
        <pc:chgData name="Yan Li" userId="8c31b902-5b3a-4bc1-a03f-ce296c1668b4" providerId="ADAL" clId="{6F9A3FD9-75E6-48B4-8622-40F229F05D29}" dt="2024-09-11T14:35:49.649" v="137" actId="20577"/>
        <pc:sldMkLst>
          <pc:docMk/>
          <pc:sldMk cId="1794454954" sldId="293"/>
        </pc:sldMkLst>
        <pc:spChg chg="mod">
          <ac:chgData name="Yan Li" userId="8c31b902-5b3a-4bc1-a03f-ce296c1668b4" providerId="ADAL" clId="{6F9A3FD9-75E6-48B4-8622-40F229F05D29}" dt="2024-09-11T14:35:49.649" v="137" actId="20577"/>
          <ac:spMkLst>
            <pc:docMk/>
            <pc:sldMk cId="1794454954" sldId="293"/>
            <ac:spMk id="3" creationId="{829828C6-6D41-BE5B-CC0A-8492B54C3375}"/>
          </ac:spMkLst>
        </pc:spChg>
      </pc:sldChg>
      <pc:sldChg chg="addSp delSp modSp mod">
        <pc:chgData name="Yan Li" userId="8c31b902-5b3a-4bc1-a03f-ce296c1668b4" providerId="ADAL" clId="{6F9A3FD9-75E6-48B4-8622-40F229F05D29}" dt="2024-09-11T14:25:07.823" v="12" actId="478"/>
        <pc:sldMkLst>
          <pc:docMk/>
          <pc:sldMk cId="735065743" sldId="294"/>
        </pc:sldMkLst>
        <pc:spChg chg="del mod">
          <ac:chgData name="Yan Li" userId="8c31b902-5b3a-4bc1-a03f-ce296c1668b4" providerId="ADAL" clId="{6F9A3FD9-75E6-48B4-8622-40F229F05D29}" dt="2024-09-11T14:25:07.823" v="12" actId="478"/>
          <ac:spMkLst>
            <pc:docMk/>
            <pc:sldMk cId="735065743" sldId="294"/>
            <ac:spMk id="3" creationId="{829828C6-6D41-BE5B-CC0A-8492B54C3375}"/>
          </ac:spMkLst>
        </pc:spChg>
        <pc:spChg chg="add mod">
          <ac:chgData name="Yan Li" userId="8c31b902-5b3a-4bc1-a03f-ce296c1668b4" providerId="ADAL" clId="{6F9A3FD9-75E6-48B4-8622-40F229F05D29}" dt="2024-09-11T14:24:56.120" v="11" actId="20577"/>
          <ac:spMkLst>
            <pc:docMk/>
            <pc:sldMk cId="735065743" sldId="294"/>
            <ac:spMk id="4" creationId="{5A21D306-94C6-13E1-545F-46C526B992F5}"/>
          </ac:spMkLst>
        </pc:spChg>
        <pc:spChg chg="del">
          <ac:chgData name="Yan Li" userId="8c31b902-5b3a-4bc1-a03f-ce296c1668b4" providerId="ADAL" clId="{6F9A3FD9-75E6-48B4-8622-40F229F05D29}" dt="2024-09-11T14:24:51.695" v="1" actId="478"/>
          <ac:spMkLst>
            <pc:docMk/>
            <pc:sldMk cId="735065743" sldId="294"/>
            <ac:spMk id="5" creationId="{87397B05-2868-01CF-5915-644A9A5CFD2E}"/>
          </ac:spMkLst>
        </pc:spChg>
      </pc:sldChg>
      <pc:sldChg chg="modSp mod">
        <pc:chgData name="Yan Li" userId="8c31b902-5b3a-4bc1-a03f-ce296c1668b4" providerId="ADAL" clId="{6F9A3FD9-75E6-48B4-8622-40F229F05D29}" dt="2024-09-11T15:18:14.562" v="420"/>
        <pc:sldMkLst>
          <pc:docMk/>
          <pc:sldMk cId="39364166" sldId="336"/>
        </pc:sldMkLst>
        <pc:spChg chg="mod">
          <ac:chgData name="Yan Li" userId="8c31b902-5b3a-4bc1-a03f-ce296c1668b4" providerId="ADAL" clId="{6F9A3FD9-75E6-48B4-8622-40F229F05D29}" dt="2024-09-11T15:18:14.562" v="420"/>
          <ac:spMkLst>
            <pc:docMk/>
            <pc:sldMk cId="39364166" sldId="336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44:35.143" v="190" actId="20577"/>
          <ac:spMkLst>
            <pc:docMk/>
            <pc:sldMk cId="39364166" sldId="336"/>
            <ac:spMk id="5" creationId="{87397B05-2868-01CF-5915-644A9A5CFD2E}"/>
          </ac:spMkLst>
        </pc:spChg>
      </pc:sldChg>
      <pc:sldChg chg="addSp delSp modSp mod">
        <pc:chgData name="Yan Li" userId="8c31b902-5b3a-4bc1-a03f-ce296c1668b4" providerId="ADAL" clId="{6F9A3FD9-75E6-48B4-8622-40F229F05D29}" dt="2024-09-11T21:29:47.318" v="850" actId="20577"/>
        <pc:sldMkLst>
          <pc:docMk/>
          <pc:sldMk cId="1672721486" sldId="353"/>
        </pc:sldMkLst>
        <pc:spChg chg="mod">
          <ac:chgData name="Yan Li" userId="8c31b902-5b3a-4bc1-a03f-ce296c1668b4" providerId="ADAL" clId="{6F9A3FD9-75E6-48B4-8622-40F229F05D29}" dt="2024-09-11T21:29:47.318" v="850" actId="20577"/>
          <ac:spMkLst>
            <pc:docMk/>
            <pc:sldMk cId="1672721486" sldId="353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20:10:06.964" v="526" actId="478"/>
          <ac:spMkLst>
            <pc:docMk/>
            <pc:sldMk cId="1672721486" sldId="353"/>
            <ac:spMk id="8" creationId="{0160CDDE-8B8A-47B1-6D47-8E6BF547EEA2}"/>
          </ac:spMkLst>
        </pc:spChg>
        <pc:picChg chg="del">
          <ac:chgData name="Yan Li" userId="8c31b902-5b3a-4bc1-a03f-ce296c1668b4" providerId="ADAL" clId="{6F9A3FD9-75E6-48B4-8622-40F229F05D29}" dt="2024-09-11T20:09:58.610" v="524" actId="478"/>
          <ac:picMkLst>
            <pc:docMk/>
            <pc:sldMk cId="1672721486" sldId="353"/>
            <ac:picMk id="3" creationId="{FE977112-40CB-FBCD-38A6-0799E4D9B6CF}"/>
          </ac:picMkLst>
        </pc:picChg>
        <pc:picChg chg="add mod">
          <ac:chgData name="Yan Li" userId="8c31b902-5b3a-4bc1-a03f-ce296c1668b4" providerId="ADAL" clId="{6F9A3FD9-75E6-48B4-8622-40F229F05D29}" dt="2024-09-11T20:10:39.077" v="535" actId="14100"/>
          <ac:picMkLst>
            <pc:docMk/>
            <pc:sldMk cId="1672721486" sldId="353"/>
            <ac:picMk id="4" creationId="{66D71068-19D8-FCE8-C3D8-B7F8F0B2602E}"/>
          </ac:picMkLst>
        </pc:picChg>
        <pc:picChg chg="add mod">
          <ac:chgData name="Yan Li" userId="8c31b902-5b3a-4bc1-a03f-ce296c1668b4" providerId="ADAL" clId="{6F9A3FD9-75E6-48B4-8622-40F229F05D29}" dt="2024-09-11T20:11:05.697" v="539" actId="14100"/>
          <ac:picMkLst>
            <pc:docMk/>
            <pc:sldMk cId="1672721486" sldId="353"/>
            <ac:picMk id="7" creationId="{9FF394D2-AEC5-45B5-182F-F6EAF175061A}"/>
          </ac:picMkLst>
        </pc:picChg>
        <pc:picChg chg="add mod">
          <ac:chgData name="Yan Li" userId="8c31b902-5b3a-4bc1-a03f-ce296c1668b4" providerId="ADAL" clId="{6F9A3FD9-75E6-48B4-8622-40F229F05D29}" dt="2024-09-11T20:11:11.803" v="540" actId="14100"/>
          <ac:picMkLst>
            <pc:docMk/>
            <pc:sldMk cId="1672721486" sldId="353"/>
            <ac:picMk id="10" creationId="{4ABF265F-2465-2972-71AB-3B53C06BD6CC}"/>
          </ac:picMkLst>
        </pc:picChg>
      </pc:sldChg>
      <pc:sldChg chg="del">
        <pc:chgData name="Yan Li" userId="8c31b902-5b3a-4bc1-a03f-ce296c1668b4" providerId="ADAL" clId="{6F9A3FD9-75E6-48B4-8622-40F229F05D29}" dt="2024-09-11T20:14:41.715" v="583" actId="2696"/>
        <pc:sldMkLst>
          <pc:docMk/>
          <pc:sldMk cId="1992345357" sldId="354"/>
        </pc:sldMkLst>
      </pc:sldChg>
      <pc:sldChg chg="addSp delSp modSp mod">
        <pc:chgData name="Yan Li" userId="8c31b902-5b3a-4bc1-a03f-ce296c1668b4" providerId="ADAL" clId="{6F9A3FD9-75E6-48B4-8622-40F229F05D29}" dt="2024-09-11T20:08:27.934" v="523" actId="14100"/>
        <pc:sldMkLst>
          <pc:docMk/>
          <pc:sldMk cId="2389474902" sldId="362"/>
        </pc:sldMkLst>
        <pc:spChg chg="mod">
          <ac:chgData name="Yan Li" userId="8c31b902-5b3a-4bc1-a03f-ce296c1668b4" providerId="ADAL" clId="{6F9A3FD9-75E6-48B4-8622-40F229F05D29}" dt="2024-09-11T20:04:03.526" v="515" actId="20577"/>
          <ac:spMkLst>
            <pc:docMk/>
            <pc:sldMk cId="2389474902" sldId="362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20:03:57.175" v="512" actId="478"/>
          <ac:spMkLst>
            <pc:docMk/>
            <pc:sldMk cId="2389474902" sldId="362"/>
            <ac:spMk id="11" creationId="{E65F6242-B1DD-FB3E-7288-A430926B0532}"/>
          </ac:spMkLst>
        </pc:spChg>
        <pc:spChg chg="del">
          <ac:chgData name="Yan Li" userId="8c31b902-5b3a-4bc1-a03f-ce296c1668b4" providerId="ADAL" clId="{6F9A3FD9-75E6-48B4-8622-40F229F05D29}" dt="2024-09-11T20:03:59.499" v="513" actId="478"/>
          <ac:spMkLst>
            <pc:docMk/>
            <pc:sldMk cId="2389474902" sldId="362"/>
            <ac:spMk id="14" creationId="{51C5A95B-C155-9A4C-ABA6-39802806D910}"/>
          </ac:spMkLst>
        </pc:spChg>
        <pc:picChg chg="add mod">
          <ac:chgData name="Yan Li" userId="8c31b902-5b3a-4bc1-a03f-ce296c1668b4" providerId="ADAL" clId="{6F9A3FD9-75E6-48B4-8622-40F229F05D29}" dt="2024-09-11T20:08:27.934" v="523" actId="14100"/>
          <ac:picMkLst>
            <pc:docMk/>
            <pc:sldMk cId="2389474902" sldId="362"/>
            <ac:picMk id="3" creationId="{84FAFC4A-9DFB-B88B-FB17-CEE8E95E6FF2}"/>
          </ac:picMkLst>
        </pc:picChg>
        <pc:picChg chg="del">
          <ac:chgData name="Yan Li" userId="8c31b902-5b3a-4bc1-a03f-ce296c1668b4" providerId="ADAL" clId="{6F9A3FD9-75E6-48B4-8622-40F229F05D29}" dt="2024-09-11T20:03:54.224" v="511" actId="478"/>
          <ac:picMkLst>
            <pc:docMk/>
            <pc:sldMk cId="2389474902" sldId="362"/>
            <ac:picMk id="4" creationId="{23889084-B2E1-067C-B5FF-27B6C955487D}"/>
          </ac:picMkLst>
        </pc:picChg>
        <pc:picChg chg="del">
          <ac:chgData name="Yan Li" userId="8c31b902-5b3a-4bc1-a03f-ce296c1668b4" providerId="ADAL" clId="{6F9A3FD9-75E6-48B4-8622-40F229F05D29}" dt="2024-09-11T20:03:52.667" v="510" actId="478"/>
          <ac:picMkLst>
            <pc:docMk/>
            <pc:sldMk cId="2389474902" sldId="362"/>
            <ac:picMk id="8" creationId="{CA59E1EA-A92F-2881-A947-568663F6FCCD}"/>
          </ac:picMkLst>
        </pc:picChg>
      </pc:sldChg>
      <pc:sldChg chg="addSp delSp modSp mod">
        <pc:chgData name="Yan Li" userId="8c31b902-5b3a-4bc1-a03f-ce296c1668b4" providerId="ADAL" clId="{6F9A3FD9-75E6-48B4-8622-40F229F05D29}" dt="2024-09-11T15:29:30.996" v="473" actId="14100"/>
        <pc:sldMkLst>
          <pc:docMk/>
          <pc:sldMk cId="4040327365" sldId="363"/>
        </pc:sldMkLst>
        <pc:spChg chg="del mod">
          <ac:chgData name="Yan Li" userId="8c31b902-5b3a-4bc1-a03f-ce296c1668b4" providerId="ADAL" clId="{6F9A3FD9-75E6-48B4-8622-40F229F05D29}" dt="2024-09-11T14:56:40.621" v="406" actId="478"/>
          <ac:spMkLst>
            <pc:docMk/>
            <pc:sldMk cId="4040327365" sldId="363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57:27.264" v="413"/>
          <ac:spMkLst>
            <pc:docMk/>
            <pc:sldMk cId="4040327365" sldId="363"/>
            <ac:spMk id="5" creationId="{87397B05-2868-01CF-5915-644A9A5CFD2E}"/>
          </ac:spMkLst>
        </pc:spChg>
        <pc:spChg chg="del">
          <ac:chgData name="Yan Li" userId="8c31b902-5b3a-4bc1-a03f-ce296c1668b4" providerId="ADAL" clId="{6F9A3FD9-75E6-48B4-8622-40F229F05D29}" dt="2024-09-11T14:56:42.145" v="407" actId="478"/>
          <ac:spMkLst>
            <pc:docMk/>
            <pc:sldMk cId="4040327365" sldId="363"/>
            <ac:spMk id="6" creationId="{EBDE8F8F-1E69-637B-C7AE-A04DDE82AF07}"/>
          </ac:spMkLst>
        </pc:spChg>
        <pc:spChg chg="del">
          <ac:chgData name="Yan Li" userId="8c31b902-5b3a-4bc1-a03f-ce296c1668b4" providerId="ADAL" clId="{6F9A3FD9-75E6-48B4-8622-40F229F05D29}" dt="2024-09-11T14:56:44.657" v="408" actId="478"/>
          <ac:spMkLst>
            <pc:docMk/>
            <pc:sldMk cId="4040327365" sldId="363"/>
            <ac:spMk id="8" creationId="{EA0D4854-5387-B9AA-72E7-8E07F595390E}"/>
          </ac:spMkLst>
        </pc:spChg>
        <pc:spChg chg="add del mod">
          <ac:chgData name="Yan Li" userId="8c31b902-5b3a-4bc1-a03f-ce296c1668b4" providerId="ADAL" clId="{6F9A3FD9-75E6-48B4-8622-40F229F05D29}" dt="2024-09-11T15:28:46.887" v="463" actId="478"/>
          <ac:spMkLst>
            <pc:docMk/>
            <pc:sldMk cId="4040327365" sldId="363"/>
            <ac:spMk id="10" creationId="{4F036EC2-E650-EC80-F2A9-D2525366FFAB}"/>
          </ac:spMkLst>
        </pc:spChg>
        <pc:spChg chg="add mod">
          <ac:chgData name="Yan Li" userId="8c31b902-5b3a-4bc1-a03f-ce296c1668b4" providerId="ADAL" clId="{6F9A3FD9-75E6-48B4-8622-40F229F05D29}" dt="2024-09-11T15:29:25.417" v="472" actId="14100"/>
          <ac:spMkLst>
            <pc:docMk/>
            <pc:sldMk cId="4040327365" sldId="363"/>
            <ac:spMk id="11" creationId="{73471EBA-6BC0-0DD0-04E4-4A2D385A71F7}"/>
          </ac:spMkLst>
        </pc:spChg>
        <pc:spChg chg="add mod">
          <ac:chgData name="Yan Li" userId="8c31b902-5b3a-4bc1-a03f-ce296c1668b4" providerId="ADAL" clId="{6F9A3FD9-75E6-48B4-8622-40F229F05D29}" dt="2024-09-11T15:29:30.996" v="473" actId="14100"/>
          <ac:spMkLst>
            <pc:docMk/>
            <pc:sldMk cId="4040327365" sldId="363"/>
            <ac:spMk id="12" creationId="{5D58AEDB-C825-A4AD-DECD-1719F885D9F9}"/>
          </ac:spMkLst>
        </pc:spChg>
        <pc:picChg chg="del">
          <ac:chgData name="Yan Li" userId="8c31b902-5b3a-4bc1-a03f-ce296c1668b4" providerId="ADAL" clId="{6F9A3FD9-75E6-48B4-8622-40F229F05D29}" dt="2024-09-11T14:56:37.823" v="404" actId="478"/>
          <ac:picMkLst>
            <pc:docMk/>
            <pc:sldMk cId="4040327365" sldId="363"/>
            <ac:picMk id="3" creationId="{E66D0882-ECA8-545C-9C86-E2A8E77C0240}"/>
          </ac:picMkLst>
        </pc:picChg>
        <pc:picChg chg="add mod">
          <ac:chgData name="Yan Li" userId="8c31b902-5b3a-4bc1-a03f-ce296c1668b4" providerId="ADAL" clId="{6F9A3FD9-75E6-48B4-8622-40F229F05D29}" dt="2024-09-11T15:29:11.258" v="469" actId="1076"/>
          <ac:picMkLst>
            <pc:docMk/>
            <pc:sldMk cId="4040327365" sldId="363"/>
            <ac:picMk id="7" creationId="{5AB8F1CD-14B4-5B0F-CAD2-48C4388CA5A4}"/>
          </ac:picMkLst>
        </pc:picChg>
      </pc:sldChg>
      <pc:sldChg chg="addSp delSp modSp mod">
        <pc:chgData name="Yan Li" userId="8c31b902-5b3a-4bc1-a03f-ce296c1668b4" providerId="ADAL" clId="{6F9A3FD9-75E6-48B4-8622-40F229F05D29}" dt="2024-09-11T19:18:40.651" v="509" actId="1076"/>
        <pc:sldMkLst>
          <pc:docMk/>
          <pc:sldMk cId="900937590" sldId="364"/>
        </pc:sldMkLst>
        <pc:spChg chg="del">
          <ac:chgData name="Yan Li" userId="8c31b902-5b3a-4bc1-a03f-ce296c1668b4" providerId="ADAL" clId="{6F9A3FD9-75E6-48B4-8622-40F229F05D29}" dt="2024-09-11T19:18:34.445" v="506" actId="478"/>
          <ac:spMkLst>
            <pc:docMk/>
            <pc:sldMk cId="900937590" sldId="364"/>
            <ac:spMk id="10" creationId="{AD30A36A-AE0F-8D04-FB26-22FB8C6292D1}"/>
          </ac:spMkLst>
        </pc:spChg>
        <pc:spChg chg="del">
          <ac:chgData name="Yan Li" userId="8c31b902-5b3a-4bc1-a03f-ce296c1668b4" providerId="ADAL" clId="{6F9A3FD9-75E6-48B4-8622-40F229F05D29}" dt="2024-09-11T19:18:27.673" v="503" actId="478"/>
          <ac:spMkLst>
            <pc:docMk/>
            <pc:sldMk cId="900937590" sldId="364"/>
            <ac:spMk id="11" creationId="{954508ED-3D8B-B544-A34C-04F5693BC94F}"/>
          </ac:spMkLst>
        </pc:spChg>
        <pc:spChg chg="del">
          <ac:chgData name="Yan Li" userId="8c31b902-5b3a-4bc1-a03f-ce296c1668b4" providerId="ADAL" clId="{6F9A3FD9-75E6-48B4-8622-40F229F05D29}" dt="2024-09-11T19:18:25.746" v="502" actId="478"/>
          <ac:spMkLst>
            <pc:docMk/>
            <pc:sldMk cId="900937590" sldId="364"/>
            <ac:spMk id="12" creationId="{0BE13F01-6E8F-8FDB-EA31-5064696E53B8}"/>
          </ac:spMkLst>
        </pc:spChg>
        <pc:spChg chg="del">
          <ac:chgData name="Yan Li" userId="8c31b902-5b3a-4bc1-a03f-ce296c1668b4" providerId="ADAL" clId="{6F9A3FD9-75E6-48B4-8622-40F229F05D29}" dt="2024-09-11T19:18:29.592" v="504" actId="478"/>
          <ac:spMkLst>
            <pc:docMk/>
            <pc:sldMk cId="900937590" sldId="364"/>
            <ac:spMk id="13" creationId="{DD9963AE-A340-84B8-4432-36B1BB59C6E7}"/>
          </ac:spMkLst>
        </pc:spChg>
        <pc:spChg chg="del">
          <ac:chgData name="Yan Li" userId="8c31b902-5b3a-4bc1-a03f-ce296c1668b4" providerId="ADAL" clId="{6F9A3FD9-75E6-48B4-8622-40F229F05D29}" dt="2024-09-11T19:18:31.554" v="505" actId="478"/>
          <ac:spMkLst>
            <pc:docMk/>
            <pc:sldMk cId="900937590" sldId="364"/>
            <ac:spMk id="14" creationId="{8C41A0C1-EA6A-3E5B-608D-6ABCFD0AA2C5}"/>
          </ac:spMkLst>
        </pc:spChg>
        <pc:picChg chg="add mod">
          <ac:chgData name="Yan Li" userId="8c31b902-5b3a-4bc1-a03f-ce296c1668b4" providerId="ADAL" clId="{6F9A3FD9-75E6-48B4-8622-40F229F05D29}" dt="2024-09-11T19:18:40.651" v="509" actId="1076"/>
          <ac:picMkLst>
            <pc:docMk/>
            <pc:sldMk cId="900937590" sldId="364"/>
            <ac:picMk id="3" creationId="{42845F6E-488A-4D89-CC72-399212D87002}"/>
          </ac:picMkLst>
        </pc:picChg>
        <pc:picChg chg="del">
          <ac:chgData name="Yan Li" userId="8c31b902-5b3a-4bc1-a03f-ce296c1668b4" providerId="ADAL" clId="{6F9A3FD9-75E6-48B4-8622-40F229F05D29}" dt="2024-09-11T19:18:23.661" v="501" actId="478"/>
          <ac:picMkLst>
            <pc:docMk/>
            <pc:sldMk cId="900937590" sldId="364"/>
            <ac:picMk id="6" creationId="{1FB89782-536A-B55F-9529-EB7FF81F8731}"/>
          </ac:picMkLst>
        </pc:picChg>
        <pc:picChg chg="del">
          <ac:chgData name="Yan Li" userId="8c31b902-5b3a-4bc1-a03f-ce296c1668b4" providerId="ADAL" clId="{6F9A3FD9-75E6-48B4-8622-40F229F05D29}" dt="2024-09-11T19:18:36.940" v="507" actId="478"/>
          <ac:picMkLst>
            <pc:docMk/>
            <pc:sldMk cId="900937590" sldId="364"/>
            <ac:picMk id="8" creationId="{41EBD8C9-DFFA-ADED-FAE7-C7060392A233}"/>
          </ac:picMkLst>
        </pc:picChg>
      </pc:sldChg>
      <pc:sldChg chg="addSp delSp modSp mod">
        <pc:chgData name="Yan Li" userId="8c31b902-5b3a-4bc1-a03f-ce296c1668b4" providerId="ADAL" clId="{6F9A3FD9-75E6-48B4-8622-40F229F05D29}" dt="2024-09-11T14:57:18.764" v="412" actId="1076"/>
        <pc:sldMkLst>
          <pc:docMk/>
          <pc:sldMk cId="3307445110" sldId="365"/>
        </pc:sldMkLst>
        <pc:spChg chg="del mod">
          <ac:chgData name="Yan Li" userId="8c31b902-5b3a-4bc1-a03f-ce296c1668b4" providerId="ADAL" clId="{6F9A3FD9-75E6-48B4-8622-40F229F05D29}" dt="2024-09-11T14:53:18.544" v="325" actId="478"/>
          <ac:spMkLst>
            <pc:docMk/>
            <pc:sldMk cId="3307445110" sldId="365"/>
            <ac:spMk id="4" creationId="{9AB0BF49-E80D-DBCB-4C42-05CFFE57A525}"/>
          </ac:spMkLst>
        </pc:spChg>
        <pc:spChg chg="mod">
          <ac:chgData name="Yan Li" userId="8c31b902-5b3a-4bc1-a03f-ce296c1668b4" providerId="ADAL" clId="{6F9A3FD9-75E6-48B4-8622-40F229F05D29}" dt="2024-09-11T14:57:18.764" v="412" actId="1076"/>
          <ac:spMkLst>
            <pc:docMk/>
            <pc:sldMk cId="3307445110" sldId="365"/>
            <ac:spMk id="5" creationId="{87397B05-2868-01CF-5915-644A9A5CFD2E}"/>
          </ac:spMkLst>
        </pc:spChg>
        <pc:spChg chg="add mod">
          <ac:chgData name="Yan Li" userId="8c31b902-5b3a-4bc1-a03f-ce296c1668b4" providerId="ADAL" clId="{6F9A3FD9-75E6-48B4-8622-40F229F05D29}" dt="2024-09-11T14:56:32.115" v="403" actId="6549"/>
          <ac:spMkLst>
            <pc:docMk/>
            <pc:sldMk cId="3307445110" sldId="365"/>
            <ac:spMk id="6" creationId="{1054AD48-5DC1-AFF8-5D83-A751E6D9B3DF}"/>
          </ac:spMkLst>
        </pc:spChg>
        <pc:picChg chg="add mod">
          <ac:chgData name="Yan Li" userId="8c31b902-5b3a-4bc1-a03f-ce296c1668b4" providerId="ADAL" clId="{6F9A3FD9-75E6-48B4-8622-40F229F05D29}" dt="2024-09-11T14:54:24.891" v="327" actId="1076"/>
          <ac:picMkLst>
            <pc:docMk/>
            <pc:sldMk cId="3307445110" sldId="365"/>
            <ac:picMk id="3" creationId="{03BBAAE9-ABF8-F153-45D9-9AED61E92F16}"/>
          </ac:picMkLst>
        </pc:picChg>
      </pc:sldChg>
      <pc:sldChg chg="addSp delSp modSp mod ord">
        <pc:chgData name="Yan Li" userId="8c31b902-5b3a-4bc1-a03f-ce296c1668b4" providerId="ADAL" clId="{6F9A3FD9-75E6-48B4-8622-40F229F05D29}" dt="2024-09-11T21:34:55.724" v="893" actId="20577"/>
        <pc:sldMkLst>
          <pc:docMk/>
          <pc:sldMk cId="1795160791" sldId="366"/>
        </pc:sldMkLst>
        <pc:spChg chg="add del mod">
          <ac:chgData name="Yan Li" userId="8c31b902-5b3a-4bc1-a03f-ce296c1668b4" providerId="ADAL" clId="{6F9A3FD9-75E6-48B4-8622-40F229F05D29}" dt="2024-09-11T20:12:32.274" v="555" actId="478"/>
          <ac:spMkLst>
            <pc:docMk/>
            <pc:sldMk cId="1795160791" sldId="366"/>
            <ac:spMk id="3" creationId="{1725F5B2-AD6B-CA52-3260-DD0D9C0F1576}"/>
          </ac:spMkLst>
        </pc:spChg>
        <pc:spChg chg="del">
          <ac:chgData name="Yan Li" userId="8c31b902-5b3a-4bc1-a03f-ce296c1668b4" providerId="ADAL" clId="{6F9A3FD9-75E6-48B4-8622-40F229F05D29}" dt="2024-09-11T20:11:59.088" v="551" actId="478"/>
          <ac:spMkLst>
            <pc:docMk/>
            <pc:sldMk cId="1795160791" sldId="366"/>
            <ac:spMk id="5" creationId="{87397B05-2868-01CF-5915-644A9A5CFD2E}"/>
          </ac:spMkLst>
        </pc:spChg>
        <pc:spChg chg="add mod">
          <ac:chgData name="Yan Li" userId="8c31b902-5b3a-4bc1-a03f-ce296c1668b4" providerId="ADAL" clId="{6F9A3FD9-75E6-48B4-8622-40F229F05D29}" dt="2024-09-11T21:34:55.724" v="893" actId="20577"/>
          <ac:spMkLst>
            <pc:docMk/>
            <pc:sldMk cId="1795160791" sldId="366"/>
            <ac:spMk id="8" creationId="{4E818595-8F84-CDC7-458C-1886E7FAE27A}"/>
          </ac:spMkLst>
        </pc:spChg>
        <pc:spChg chg="add mod">
          <ac:chgData name="Yan Li" userId="8c31b902-5b3a-4bc1-a03f-ce296c1668b4" providerId="ADAL" clId="{6F9A3FD9-75E6-48B4-8622-40F229F05D29}" dt="2024-09-11T21:29:08.220" v="817" actId="14100"/>
          <ac:spMkLst>
            <pc:docMk/>
            <pc:sldMk cId="1795160791" sldId="366"/>
            <ac:spMk id="9" creationId="{F7B1927F-7384-F7DE-0721-DF59F4DEBF0E}"/>
          </ac:spMkLst>
        </pc:spChg>
        <pc:spChg chg="del">
          <ac:chgData name="Yan Li" userId="8c31b902-5b3a-4bc1-a03f-ce296c1668b4" providerId="ADAL" clId="{6F9A3FD9-75E6-48B4-8622-40F229F05D29}" dt="2024-09-11T20:12:05.905" v="553" actId="478"/>
          <ac:spMkLst>
            <pc:docMk/>
            <pc:sldMk cId="1795160791" sldId="366"/>
            <ac:spMk id="10" creationId="{F4232FD8-CFAD-9746-E3E4-DE49F831408F}"/>
          </ac:spMkLst>
        </pc:spChg>
        <pc:spChg chg="del">
          <ac:chgData name="Yan Li" userId="8c31b902-5b3a-4bc1-a03f-ce296c1668b4" providerId="ADAL" clId="{6F9A3FD9-75E6-48B4-8622-40F229F05D29}" dt="2024-09-11T20:12:02.738" v="552" actId="478"/>
          <ac:spMkLst>
            <pc:docMk/>
            <pc:sldMk cId="1795160791" sldId="366"/>
            <ac:spMk id="12" creationId="{C08A3E29-1372-340D-0912-C1B178A9EB91}"/>
          </ac:spMkLst>
        </pc:spChg>
        <pc:picChg chg="add mod">
          <ac:chgData name="Yan Li" userId="8c31b902-5b3a-4bc1-a03f-ce296c1668b4" providerId="ADAL" clId="{6F9A3FD9-75E6-48B4-8622-40F229F05D29}" dt="2024-09-11T20:12:41.809" v="558" actId="14100"/>
          <ac:picMkLst>
            <pc:docMk/>
            <pc:sldMk cId="1795160791" sldId="366"/>
            <ac:picMk id="6" creationId="{C0AC18D4-6BE8-1E94-2582-534892753F0F}"/>
          </ac:picMkLst>
        </pc:picChg>
        <pc:picChg chg="del">
          <ac:chgData name="Yan Li" userId="8c31b902-5b3a-4bc1-a03f-ce296c1668b4" providerId="ADAL" clId="{6F9A3FD9-75E6-48B4-8622-40F229F05D29}" dt="2024-09-11T20:11:54.134" v="550" actId="478"/>
          <ac:picMkLst>
            <pc:docMk/>
            <pc:sldMk cId="1795160791" sldId="366"/>
            <ac:picMk id="7" creationId="{E099CDF4-B651-0365-77A0-695CE11A6964}"/>
          </ac:picMkLst>
        </pc:picChg>
      </pc:sldChg>
      <pc:sldChg chg="del">
        <pc:chgData name="Yan Li" userId="8c31b902-5b3a-4bc1-a03f-ce296c1668b4" providerId="ADAL" clId="{6F9A3FD9-75E6-48B4-8622-40F229F05D29}" dt="2024-09-11T20:14:39.554" v="582" actId="2696"/>
        <pc:sldMkLst>
          <pc:docMk/>
          <pc:sldMk cId="1701158441" sldId="367"/>
        </pc:sldMkLst>
      </pc:sldChg>
      <pc:sldChg chg="del">
        <pc:chgData name="Yan Li" userId="8c31b902-5b3a-4bc1-a03f-ce296c1668b4" providerId="ADAL" clId="{6F9A3FD9-75E6-48B4-8622-40F229F05D29}" dt="2024-09-11T20:14:37.008" v="581" actId="2696"/>
        <pc:sldMkLst>
          <pc:docMk/>
          <pc:sldMk cId="3496130074" sldId="368"/>
        </pc:sldMkLst>
      </pc:sldChg>
      <pc:sldChg chg="del">
        <pc:chgData name="Yan Li" userId="8c31b902-5b3a-4bc1-a03f-ce296c1668b4" providerId="ADAL" clId="{6F9A3FD9-75E6-48B4-8622-40F229F05D29}" dt="2024-09-11T20:14:27.454" v="579" actId="2696"/>
        <pc:sldMkLst>
          <pc:docMk/>
          <pc:sldMk cId="809149955" sldId="369"/>
        </pc:sldMkLst>
      </pc:sldChg>
      <pc:sldChg chg="del">
        <pc:chgData name="Yan Li" userId="8c31b902-5b3a-4bc1-a03f-ce296c1668b4" providerId="ADAL" clId="{6F9A3FD9-75E6-48B4-8622-40F229F05D29}" dt="2024-09-11T20:14:32.466" v="580" actId="2696"/>
        <pc:sldMkLst>
          <pc:docMk/>
          <pc:sldMk cId="1469367766" sldId="370"/>
        </pc:sldMkLst>
      </pc:sldChg>
      <pc:sldChg chg="del">
        <pc:chgData name="Yan Li" userId="8c31b902-5b3a-4bc1-a03f-ce296c1668b4" providerId="ADAL" clId="{6F9A3FD9-75E6-48B4-8622-40F229F05D29}" dt="2024-09-11T20:14:44.021" v="584" actId="2696"/>
        <pc:sldMkLst>
          <pc:docMk/>
          <pc:sldMk cId="3816998467" sldId="371"/>
        </pc:sldMkLst>
      </pc:sldChg>
      <pc:sldChg chg="del">
        <pc:chgData name="Yan Li" userId="8c31b902-5b3a-4bc1-a03f-ce296c1668b4" providerId="ADAL" clId="{6F9A3FD9-75E6-48B4-8622-40F229F05D29}" dt="2024-09-11T20:14:46.603" v="585" actId="2696"/>
        <pc:sldMkLst>
          <pc:docMk/>
          <pc:sldMk cId="1823488101" sldId="372"/>
        </pc:sldMkLst>
      </pc:sldChg>
      <pc:sldChg chg="del">
        <pc:chgData name="Yan Li" userId="8c31b902-5b3a-4bc1-a03f-ce296c1668b4" providerId="ADAL" clId="{6F9A3FD9-75E6-48B4-8622-40F229F05D29}" dt="2024-09-11T20:14:49.819" v="586" actId="2696"/>
        <pc:sldMkLst>
          <pc:docMk/>
          <pc:sldMk cId="3343509872" sldId="373"/>
        </pc:sldMkLst>
      </pc:sldChg>
      <pc:sldChg chg="del">
        <pc:chgData name="Yan Li" userId="8c31b902-5b3a-4bc1-a03f-ce296c1668b4" providerId="ADAL" clId="{6F9A3FD9-75E6-48B4-8622-40F229F05D29}" dt="2024-09-11T20:14:51.649" v="587" actId="2696"/>
        <pc:sldMkLst>
          <pc:docMk/>
          <pc:sldMk cId="3218294921" sldId="375"/>
        </pc:sldMkLst>
      </pc:sldChg>
      <pc:sldChg chg="addSp delSp modSp add mod">
        <pc:chgData name="Yan Li" userId="8c31b902-5b3a-4bc1-a03f-ce296c1668b4" providerId="ADAL" clId="{6F9A3FD9-75E6-48B4-8622-40F229F05D29}" dt="2024-09-11T15:20:24.533" v="444" actId="14100"/>
        <pc:sldMkLst>
          <pc:docMk/>
          <pc:sldMk cId="1171648086" sldId="376"/>
        </pc:sldMkLst>
        <pc:spChg chg="del mod">
          <ac:chgData name="Yan Li" userId="8c31b902-5b3a-4bc1-a03f-ce296c1668b4" providerId="ADAL" clId="{6F9A3FD9-75E6-48B4-8622-40F229F05D29}" dt="2024-09-11T15:20:18.604" v="442" actId="478"/>
          <ac:spMkLst>
            <pc:docMk/>
            <pc:sldMk cId="1171648086" sldId="376"/>
            <ac:spMk id="10" creationId="{4F036EC2-E650-EC80-F2A9-D2525366FFAB}"/>
          </ac:spMkLst>
        </pc:spChg>
        <pc:picChg chg="add mod">
          <ac:chgData name="Yan Li" userId="8c31b902-5b3a-4bc1-a03f-ce296c1668b4" providerId="ADAL" clId="{6F9A3FD9-75E6-48B4-8622-40F229F05D29}" dt="2024-09-11T15:20:24.533" v="444" actId="14100"/>
          <ac:picMkLst>
            <pc:docMk/>
            <pc:sldMk cId="1171648086" sldId="376"/>
            <ac:picMk id="3" creationId="{18F7B82B-3D27-5B00-8A80-60ED13C8DA84}"/>
          </ac:picMkLst>
        </pc:picChg>
        <pc:picChg chg="del">
          <ac:chgData name="Yan Li" userId="8c31b902-5b3a-4bc1-a03f-ce296c1668b4" providerId="ADAL" clId="{6F9A3FD9-75E6-48B4-8622-40F229F05D29}" dt="2024-09-11T15:20:08.802" v="438" actId="478"/>
          <ac:picMkLst>
            <pc:docMk/>
            <pc:sldMk cId="1171648086" sldId="376"/>
            <ac:picMk id="7" creationId="{5AB8F1CD-14B4-5B0F-CAD2-48C4388CA5A4}"/>
          </ac:picMkLst>
        </pc:picChg>
      </pc:sldChg>
      <pc:sldChg chg="addSp delSp modSp add mod">
        <pc:chgData name="Yan Li" userId="8c31b902-5b3a-4bc1-a03f-ce296c1668b4" providerId="ADAL" clId="{6F9A3FD9-75E6-48B4-8622-40F229F05D29}" dt="2024-09-11T15:30:23.469" v="500" actId="14100"/>
        <pc:sldMkLst>
          <pc:docMk/>
          <pc:sldMk cId="237069390" sldId="377"/>
        </pc:sldMkLst>
        <pc:spChg chg="add mod">
          <ac:chgData name="Yan Li" userId="8c31b902-5b3a-4bc1-a03f-ce296c1668b4" providerId="ADAL" clId="{6F9A3FD9-75E6-48B4-8622-40F229F05D29}" dt="2024-09-11T15:30:23.469" v="500" actId="14100"/>
          <ac:spMkLst>
            <pc:docMk/>
            <pc:sldMk cId="237069390" sldId="377"/>
            <ac:spMk id="3" creationId="{5FB5493A-AFB9-A974-23B5-83D35B62AE3F}"/>
          </ac:spMkLst>
        </pc:spChg>
        <pc:spChg chg="mod">
          <ac:chgData name="Yan Li" userId="8c31b902-5b3a-4bc1-a03f-ce296c1668b4" providerId="ADAL" clId="{6F9A3FD9-75E6-48B4-8622-40F229F05D29}" dt="2024-09-11T15:29:54.030" v="495" actId="20577"/>
          <ac:spMkLst>
            <pc:docMk/>
            <pc:sldMk cId="237069390" sldId="377"/>
            <ac:spMk id="5" creationId="{87397B05-2868-01CF-5915-644A9A5CFD2E}"/>
          </ac:spMkLst>
        </pc:spChg>
        <pc:spChg chg="del mod">
          <ac:chgData name="Yan Li" userId="8c31b902-5b3a-4bc1-a03f-ce296c1668b4" providerId="ADAL" clId="{6F9A3FD9-75E6-48B4-8622-40F229F05D29}" dt="2024-09-11T15:28:35.503" v="457"/>
          <ac:spMkLst>
            <pc:docMk/>
            <pc:sldMk cId="237069390" sldId="377"/>
            <ac:spMk id="10" creationId="{4F036EC2-E650-EC80-F2A9-D2525366FFAB}"/>
          </ac:spMkLst>
        </pc:spChg>
        <pc:spChg chg="del">
          <ac:chgData name="Yan Li" userId="8c31b902-5b3a-4bc1-a03f-ce296c1668b4" providerId="ADAL" clId="{6F9A3FD9-75E6-48B4-8622-40F229F05D29}" dt="2024-09-11T15:28:39.289" v="460" actId="478"/>
          <ac:spMkLst>
            <pc:docMk/>
            <pc:sldMk cId="237069390" sldId="377"/>
            <ac:spMk id="11" creationId="{73471EBA-6BC0-0DD0-04E4-4A2D385A71F7}"/>
          </ac:spMkLst>
        </pc:spChg>
        <pc:spChg chg="del">
          <ac:chgData name="Yan Li" userId="8c31b902-5b3a-4bc1-a03f-ce296c1668b4" providerId="ADAL" clId="{6F9A3FD9-75E6-48B4-8622-40F229F05D29}" dt="2024-09-11T15:28:40.808" v="461" actId="478"/>
          <ac:spMkLst>
            <pc:docMk/>
            <pc:sldMk cId="237069390" sldId="377"/>
            <ac:spMk id="12" creationId="{5D58AEDB-C825-A4AD-DECD-1719F885D9F9}"/>
          </ac:spMkLst>
        </pc:spChg>
        <pc:picChg chg="del">
          <ac:chgData name="Yan Li" userId="8c31b902-5b3a-4bc1-a03f-ce296c1668b4" providerId="ADAL" clId="{6F9A3FD9-75E6-48B4-8622-40F229F05D29}" dt="2024-09-11T15:28:36.764" v="458" actId="478"/>
          <ac:picMkLst>
            <pc:docMk/>
            <pc:sldMk cId="237069390" sldId="377"/>
            <ac:picMk id="7" creationId="{5AB8F1CD-14B4-5B0F-CAD2-48C4388CA5A4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0:04:36.557" v="522" actId="14100"/>
        <pc:sldMkLst>
          <pc:docMk/>
          <pc:sldMk cId="3062616720" sldId="378"/>
        </pc:sldMkLst>
        <pc:picChg chg="del">
          <ac:chgData name="Yan Li" userId="8c31b902-5b3a-4bc1-a03f-ce296c1668b4" providerId="ADAL" clId="{6F9A3FD9-75E6-48B4-8622-40F229F05D29}" dt="2024-09-11T20:04:29.828" v="518" actId="478"/>
          <ac:picMkLst>
            <pc:docMk/>
            <pc:sldMk cId="3062616720" sldId="378"/>
            <ac:picMk id="3" creationId="{84FAFC4A-9DFB-B88B-FB17-CEE8E95E6FF2}"/>
          </ac:picMkLst>
        </pc:picChg>
        <pc:picChg chg="add mod">
          <ac:chgData name="Yan Li" userId="8c31b902-5b3a-4bc1-a03f-ce296c1668b4" providerId="ADAL" clId="{6F9A3FD9-75E6-48B4-8622-40F229F05D29}" dt="2024-09-11T20:04:36.557" v="522" actId="14100"/>
          <ac:picMkLst>
            <pc:docMk/>
            <pc:sldMk cId="3062616720" sldId="378"/>
            <ac:picMk id="4" creationId="{E23597E9-F3B0-5EFB-FD3A-8F0CF203B943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1:29:59.670" v="881" actId="20577"/>
        <pc:sldMkLst>
          <pc:docMk/>
          <pc:sldMk cId="1802307800" sldId="379"/>
        </pc:sldMkLst>
        <pc:spChg chg="mod">
          <ac:chgData name="Yan Li" userId="8c31b902-5b3a-4bc1-a03f-ce296c1668b4" providerId="ADAL" clId="{6F9A3FD9-75E6-48B4-8622-40F229F05D29}" dt="2024-09-11T21:29:59.670" v="881" actId="20577"/>
          <ac:spMkLst>
            <pc:docMk/>
            <pc:sldMk cId="1802307800" sldId="379"/>
            <ac:spMk id="5" creationId="{87397B05-2868-01CF-5915-644A9A5CFD2E}"/>
          </ac:spMkLst>
        </pc:spChg>
        <pc:picChg chg="add mod">
          <ac:chgData name="Yan Li" userId="8c31b902-5b3a-4bc1-a03f-ce296c1668b4" providerId="ADAL" clId="{6F9A3FD9-75E6-48B4-8622-40F229F05D29}" dt="2024-09-11T20:11:44.886" v="549" actId="14100"/>
          <ac:picMkLst>
            <pc:docMk/>
            <pc:sldMk cId="1802307800" sldId="379"/>
            <ac:picMk id="3" creationId="{BE3E5651-956D-A988-0F09-D05F7896F863}"/>
          </ac:picMkLst>
        </pc:picChg>
        <pc:picChg chg="del">
          <ac:chgData name="Yan Li" userId="8c31b902-5b3a-4bc1-a03f-ce296c1668b4" providerId="ADAL" clId="{6F9A3FD9-75E6-48B4-8622-40F229F05D29}" dt="2024-09-11T20:11:20.258" v="543" actId="478"/>
          <ac:picMkLst>
            <pc:docMk/>
            <pc:sldMk cId="1802307800" sldId="379"/>
            <ac:picMk id="4" creationId="{66D71068-19D8-FCE8-C3D8-B7F8F0B2602E}"/>
          </ac:picMkLst>
        </pc:picChg>
        <pc:picChg chg="del">
          <ac:chgData name="Yan Li" userId="8c31b902-5b3a-4bc1-a03f-ce296c1668b4" providerId="ADAL" clId="{6F9A3FD9-75E6-48B4-8622-40F229F05D29}" dt="2024-09-11T20:11:21.763" v="544" actId="478"/>
          <ac:picMkLst>
            <pc:docMk/>
            <pc:sldMk cId="1802307800" sldId="379"/>
            <ac:picMk id="7" creationId="{9FF394D2-AEC5-45B5-182F-F6EAF175061A}"/>
          </ac:picMkLst>
        </pc:picChg>
        <pc:picChg chg="del">
          <ac:chgData name="Yan Li" userId="8c31b902-5b3a-4bc1-a03f-ce296c1668b4" providerId="ADAL" clId="{6F9A3FD9-75E6-48B4-8622-40F229F05D29}" dt="2024-09-11T20:11:18.799" v="542" actId="478"/>
          <ac:picMkLst>
            <pc:docMk/>
            <pc:sldMk cId="1802307800" sldId="379"/>
            <ac:picMk id="10" creationId="{4ABF265F-2465-2972-71AB-3B53C06BD6CC}"/>
          </ac:picMkLst>
        </pc:picChg>
      </pc:sldChg>
      <pc:sldChg chg="addSp delSp modSp add mod">
        <pc:chgData name="Yan Li" userId="8c31b902-5b3a-4bc1-a03f-ce296c1668b4" providerId="ADAL" clId="{6F9A3FD9-75E6-48B4-8622-40F229F05D29}" dt="2024-09-11T21:22:39.617" v="770" actId="207"/>
        <pc:sldMkLst>
          <pc:docMk/>
          <pc:sldMk cId="2457219249" sldId="380"/>
        </pc:sldMkLst>
        <pc:spChg chg="add del">
          <ac:chgData name="Yan Li" userId="8c31b902-5b3a-4bc1-a03f-ce296c1668b4" providerId="ADAL" clId="{6F9A3FD9-75E6-48B4-8622-40F229F05D29}" dt="2024-09-11T21:21:50.313" v="709" actId="11529"/>
          <ac:spMkLst>
            <pc:docMk/>
            <pc:sldMk cId="2457219249" sldId="380"/>
            <ac:spMk id="4" creationId="{A56FD78F-8D42-4249-010E-B7F4543D15F3}"/>
          </ac:spMkLst>
        </pc:spChg>
        <pc:spChg chg="add del mod">
          <ac:chgData name="Yan Li" userId="8c31b902-5b3a-4bc1-a03f-ce296c1668b4" providerId="ADAL" clId="{6F9A3FD9-75E6-48B4-8622-40F229F05D29}" dt="2024-09-11T21:22:23.749" v="762"/>
          <ac:spMkLst>
            <pc:docMk/>
            <pc:sldMk cId="2457219249" sldId="380"/>
            <ac:spMk id="5" creationId="{AB2745BB-4FB7-AE7A-4BE4-086D361E520D}"/>
          </ac:spMkLst>
        </pc:spChg>
        <pc:spChg chg="add mod">
          <ac:chgData name="Yan Li" userId="8c31b902-5b3a-4bc1-a03f-ce296c1668b4" providerId="ADAL" clId="{6F9A3FD9-75E6-48B4-8622-40F229F05D29}" dt="2024-09-11T21:22:39.617" v="770" actId="207"/>
          <ac:spMkLst>
            <pc:docMk/>
            <pc:sldMk cId="2457219249" sldId="380"/>
            <ac:spMk id="7" creationId="{FCB68779-F731-AF46-27E9-7DDB234EE987}"/>
          </ac:spMkLst>
        </pc:spChg>
        <pc:picChg chg="add mod">
          <ac:chgData name="Yan Li" userId="8c31b902-5b3a-4bc1-a03f-ce296c1668b4" providerId="ADAL" clId="{6F9A3FD9-75E6-48B4-8622-40F229F05D29}" dt="2024-09-11T21:21:36.415" v="707" actId="14100"/>
          <ac:picMkLst>
            <pc:docMk/>
            <pc:sldMk cId="2457219249" sldId="380"/>
            <ac:picMk id="3" creationId="{380F0D2A-1E8C-B585-75F7-CDEF67FF29D9}"/>
          </ac:picMkLst>
        </pc:picChg>
        <pc:picChg chg="del">
          <ac:chgData name="Yan Li" userId="8c31b902-5b3a-4bc1-a03f-ce296c1668b4" providerId="ADAL" clId="{6F9A3FD9-75E6-48B4-8622-40F229F05D29}" dt="2024-09-11T20:13:05.507" v="560" actId="478"/>
          <ac:picMkLst>
            <pc:docMk/>
            <pc:sldMk cId="2457219249" sldId="380"/>
            <ac:picMk id="6" creationId="{C0AC18D4-6BE8-1E94-2582-534892753F0F}"/>
          </ac:picMkLst>
        </pc:picChg>
      </pc:sldChg>
      <pc:sldChg chg="addSp delSp modSp add mod">
        <pc:chgData name="Yan Li" userId="8c31b902-5b3a-4bc1-a03f-ce296c1668b4" providerId="ADAL" clId="{6F9A3FD9-75E6-48B4-8622-40F229F05D29}" dt="2024-09-12T19:03:07.450" v="908" actId="14100"/>
        <pc:sldMkLst>
          <pc:docMk/>
          <pc:sldMk cId="4201203152" sldId="381"/>
        </pc:sldMkLst>
        <pc:picChg chg="del">
          <ac:chgData name="Yan Li" userId="8c31b902-5b3a-4bc1-a03f-ce296c1668b4" providerId="ADAL" clId="{6F9A3FD9-75E6-48B4-8622-40F229F05D29}" dt="2024-09-11T20:13:42.803" v="568" actId="478"/>
          <ac:picMkLst>
            <pc:docMk/>
            <pc:sldMk cId="4201203152" sldId="381"/>
            <ac:picMk id="3" creationId="{380F0D2A-1E8C-B585-75F7-CDEF67FF29D9}"/>
          </ac:picMkLst>
        </pc:picChg>
        <pc:picChg chg="add mod">
          <ac:chgData name="Yan Li" userId="8c31b902-5b3a-4bc1-a03f-ce296c1668b4" providerId="ADAL" clId="{6F9A3FD9-75E6-48B4-8622-40F229F05D29}" dt="2024-09-12T19:03:07.450" v="908" actId="14100"/>
          <ac:picMkLst>
            <pc:docMk/>
            <pc:sldMk cId="4201203152" sldId="381"/>
            <ac:picMk id="4" creationId="{9AE54620-C18D-4671-CA7E-AEFC02432EC8}"/>
          </ac:picMkLst>
        </pc:picChg>
      </pc:sldChg>
      <pc:sldChg chg="addSp delSp modSp add mod">
        <pc:chgData name="Yan Li" userId="8c31b902-5b3a-4bc1-a03f-ce296c1668b4" providerId="ADAL" clId="{6F9A3FD9-75E6-48B4-8622-40F229F05D29}" dt="2024-09-12T19:02:05.062" v="907" actId="255"/>
        <pc:sldMkLst>
          <pc:docMk/>
          <pc:sldMk cId="3207380264" sldId="382"/>
        </pc:sldMkLst>
        <pc:spChg chg="add mod">
          <ac:chgData name="Yan Li" userId="8c31b902-5b3a-4bc1-a03f-ce296c1668b4" providerId="ADAL" clId="{6F9A3FD9-75E6-48B4-8622-40F229F05D29}" dt="2024-09-12T19:02:05.062" v="907" actId="255"/>
          <ac:spMkLst>
            <pc:docMk/>
            <pc:sldMk cId="3207380264" sldId="382"/>
            <ac:spMk id="4" creationId="{D231FD1C-BDD1-CC9C-3CCB-A088E8D33FF3}"/>
          </ac:spMkLst>
        </pc:spChg>
        <pc:spChg chg="add mod">
          <ac:chgData name="Yan Li" userId="8c31b902-5b3a-4bc1-a03f-ce296c1668b4" providerId="ADAL" clId="{6F9A3FD9-75E6-48B4-8622-40F229F05D29}" dt="2024-09-12T19:01:39.301" v="901" actId="208"/>
          <ac:spMkLst>
            <pc:docMk/>
            <pc:sldMk cId="3207380264" sldId="382"/>
            <ac:spMk id="5" creationId="{A89EAC3A-6CCE-31F9-0E76-C4A500394563}"/>
          </ac:spMkLst>
        </pc:spChg>
        <pc:picChg chg="add mod">
          <ac:chgData name="Yan Li" userId="8c31b902-5b3a-4bc1-a03f-ce296c1668b4" providerId="ADAL" clId="{6F9A3FD9-75E6-48B4-8622-40F229F05D29}" dt="2024-09-11T20:14:19.763" v="578" actId="14100"/>
          <ac:picMkLst>
            <pc:docMk/>
            <pc:sldMk cId="3207380264" sldId="382"/>
            <ac:picMk id="3" creationId="{0731F19B-13F5-9A52-D0EC-0F4B5C081E37}"/>
          </ac:picMkLst>
        </pc:picChg>
        <pc:picChg chg="del">
          <ac:chgData name="Yan Li" userId="8c31b902-5b3a-4bc1-a03f-ce296c1668b4" providerId="ADAL" clId="{6F9A3FD9-75E6-48B4-8622-40F229F05D29}" dt="2024-09-11T20:14:08.793" v="574" actId="478"/>
          <ac:picMkLst>
            <pc:docMk/>
            <pc:sldMk cId="3207380264" sldId="382"/>
            <ac:picMk id="4" creationId="{9AE54620-C18D-4671-CA7E-AEFC02432EC8}"/>
          </ac:picMkLst>
        </pc:picChg>
      </pc:sldChg>
    </pc:docChg>
  </pc:docChgLst>
  <pc:docChgLst>
    <pc:chgData name="Yan Li" userId="9c24dcb21a99a041" providerId="LiveId" clId="{66E74474-2EE9-4435-BA9F-B494A12966C2}"/>
    <pc:docChg chg="undo custSel modSld">
      <pc:chgData name="Yan Li" userId="9c24dcb21a99a041" providerId="LiveId" clId="{66E74474-2EE9-4435-BA9F-B494A12966C2}" dt="2024-09-01T13:48:30.086" v="268" actId="207"/>
      <pc:docMkLst>
        <pc:docMk/>
      </pc:docMkLst>
      <pc:sldChg chg="modSp mod">
        <pc:chgData name="Yan Li" userId="9c24dcb21a99a041" providerId="LiveId" clId="{66E74474-2EE9-4435-BA9F-B494A12966C2}" dt="2024-09-01T13:48:30.086" v="268" actId="207"/>
        <pc:sldMkLst>
          <pc:docMk/>
          <pc:sldMk cId="811220229" sldId="291"/>
        </pc:sldMkLst>
        <pc:spChg chg="mod">
          <ac:chgData name="Yan Li" userId="9c24dcb21a99a041" providerId="LiveId" clId="{66E74474-2EE9-4435-BA9F-B494A12966C2}" dt="2024-09-01T13:45:11.020" v="72" actId="20577"/>
          <ac:spMkLst>
            <pc:docMk/>
            <pc:sldMk cId="811220229" sldId="291"/>
            <ac:spMk id="2" creationId="{A0B2FD85-87AA-4580-1FB4-0EBB0A967AA9}"/>
          </ac:spMkLst>
        </pc:spChg>
        <pc:spChg chg="mod">
          <ac:chgData name="Yan Li" userId="9c24dcb21a99a041" providerId="LiveId" clId="{66E74474-2EE9-4435-BA9F-B494A12966C2}" dt="2024-09-01T13:48:30.086" v="268" actId="207"/>
          <ac:spMkLst>
            <pc:docMk/>
            <pc:sldMk cId="811220229" sldId="291"/>
            <ac:spMk id="3" creationId="{829828C6-6D41-BE5B-CC0A-8492B54C337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19:16:15.48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72,'3'1,"0"-1,0 1,0 0,0 1,0-1,0 0,0 1,-1-1,1 1,3 3,22 11,7-9,1-1,0-2,1-1,-1-2,43-4,-2 1,750 0,-657-10,10 0,-93 14,-12 0,0-3,-1-3,75-13,26-15,218-11,-214 42,-149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19:16:26.3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26,'12'-5,"0"0,0 1,1 1,0 0,0 1,22-2,86 5,-67 0,29 0,0 3,0 4,141 31,-170-29,2-2,-1-3,1-2,89-7,-16 1,692 3,-746-3,96-18,47-2,536 20,-365 6,1647-3,-1983 2,0 2,0 3,-1 2,86 25,-110-25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19:16:29.01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0 143,'78'-14,"-1"3,154-2,-152 11,-42 0,129-3,212-35,-272 24,133-1,111 17,-205 1,270-13,445 0,-563 14,777-1,-1020-1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19:16:31.9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0 173,'70'-19,"1"2,127-12,-150 23,708-46,11 53,-293 3,-422-4,1026 32,-352 9,-680-40,114 9,64 1,1109-12,-1300-1,0-1,0-2,50-14,13-3,26 1,151-31,-220 42,1 3,0 2,0 3,79 6,-8-1,-103-3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19:16:34.06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2,'35'0,"47"-2,0 4,-1 4,113 21,-142-18,1-3,0-2,0-2,55-6,3 1,-42 3,-1-2,1 2,-1 4,130 25,-125-15,92 7,-73-11,14 1,131-3,-218-9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6.3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7.2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7:19.9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6.3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6:17.2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7:07:19.98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8:52:39.1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27,'25'-7,"0"1,1 1,0 1,30 0,109 5,-75 1,-21 1,-1 2,115 26,-164-27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27:43.10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1,'193'-1,"542"9,-4 63,-620-58,1-6,159-8,-106-2,1348 3,-1463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27:45.8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0,'3591'0,"-3573"1,1 1,-1 1,0 0,24 9,43 7,216-11,-280-8,3-1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37:03.3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0 111,'1434'19,"-1339"-16,168-1,-254-2,0-1,-1-1,1 0,-1 0,1 0,-1-1,0-1,0 1,0-1,-1-1,1 1,8-9,36-19,-40 28,-1-1,0 2,1-1,0 2,0-1,0 2,14-1,92 4,-56 1,890 0,-565-4,-378 0,0 0,0 0,0-1,0 0,0-1,0 0,14-7,0 0,-4 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37:05.24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0,'2544'0,"-2398"12,-2 1,-85-13,25-1,112 15,1 14,-172-25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37:14.492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1,'338'23,"-138"-5,730 9,-469-21,99 31,-468-28,-17 0,35 3,207-13,-286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6T21:37:17.336"/>
    </inkml:context>
    <inkml:brush xml:id="br0">
      <inkml:brushProperty name="width" value="0.1" units="cm"/>
      <inkml:brushProperty name="height" value="0.2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16,'492'-1,"557"4,-653 20,25 1,190-24,-250-2,-313 0,1-3,61-15,-19 4,-18 3,-39 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28.79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26,'15'-5,"0"1,0 0,0 1,0 0,1 2,-1 0,31 1,-4 0,997-5,-554 8,-457-3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0.2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1,'1064'0,"-1047"0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1.4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0,'8'0,"31"0,36 0,38 0,36 0,20 0,17 0,6 0,1 0,-11 0,-14 0,-22 0,-33 0,-35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2.9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1,'238'10,"256"46,-419-46,56 8,314 36,7-36,-307-31,-84 6,-29 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7.63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1,'164'0,"308"4,-336 4,193 35,-115 5,-136-29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5:21.451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0,'8'0,"35"0,29 0,36 0,26 0,15 0,6 0,1 8,-6 3,-25-1,-30-2,-31-2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5:22.522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1,'20'0,"30"0,36 0,22 0,13 0,10 0,-10 0,-12 0,-22 0,-25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28.79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26,'15'-5,"0"1,0 0,0 1,0 0,1 2,-1 0,31 1,-4 0,997-5,-554 8,-457-3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0.22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1,'1064'0,"-1047"0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1.4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0,'8'0,"31"0,36 0,38 0,36 0,20 0,17 0,6 0,1 0,-11 0,-14 0,-22 0,-33 0,-35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2.9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1,'238'10,"256"46,-419-46,56 8,314 36,7-36,-307-31,-84 6,-29 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7T15:34:37.63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1,'164'0,"308"4,-336 4,193 35,-115 5,-136-29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00.46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46,'8'0,"15"0,15 0,17 0,24 0,13 0,8 0,-1 0,-5-4,-16-1,-16 0,-15-3,-11-1,-8 3,-5 1,-6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26.3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128 190,'17'0,"0"-2,0 0,30-9,12-1,6 1,841-110,-888 119,8 0,0 0,30 3,-55-2,0 1,-1 0,1 0,-1 0,1 0,-1 0,1 0,-1 0,1 0,0 1,-1-1,1 0,-1 0,1 0,-1 1,1-1,-1 0,1 0,-1 1,0-1,1 0,-1 1,1-1,-1 1,0-1,1 0,-1 1,0-1,1 1,-1-1,0 2,-10 13,-33 15,38-27,-14 9,0-1,0 0,-2-2,1 0,-1-1,0-1,0-1,-1-1,0-1,0-1,0-1,-33-1,-597-4,633 5,1 1,0 0,-26 9,3-1,40-10,0-1,0 1,0-1,0 0,-1 1,1-1,0 0,0 0,0 0,0 0,-1 0,1 0,0 0,0-1,0 1,0 0,-1-1,1 1,0 0,0-1,0 0,0 1,0-1,0 1,0-1,-1-2,-6-27,8 26,-1 0,1 0,-1 0,0 0,0 1,0-1,-3-6,0 5,-1-1,1 1,-1 0,0 0,0 0,0 1,-1 0,0 0,0 0,0 1,-7-4,-17-10,76 3,16 1,0 3,84-2,131 11,-140 2,37 11,-16 0,-147-12,0 0,0 1,-1 1,21 5,-29-6,-1-1,0 0,0 1,1 0,-1-1,0 1,0 0,0-1,0 1,0 0,0 0,0 0,0 0,0 0,0 0,0 0,0 0,-1 0,1 1,0 0,-1 0,0 0,0 0,0-1,-1 1,1 0,0-1,-1 1,0 0,1-1,-1 1,0-1,0 1,0-1,0 1,0-1,0 1,0-1,0 0,0 0,-3 2,-33 29,28-26,0 1,1 1,-1 0,2 0,-1 1,1-1,-7 13,10-13,0 0,-1-1,0 1,0-1,-1 0,1 0,-2-1,1 0,-1 0,0 0,0-1,0 0,-1 0,0-1,0 0,0 0,0-1,-11 3,-34 8,0-2,-1-3,-1-2,1-2,-59-3,-231-23,251 19,72 3,0-1,0-1,0-1,-23-5,41 6,0 0,1 0,-1-1,1 1,-1-1,1 0,-1 0,1 1,0-2,0 1,0 0,0 0,1-1,-1 1,0-1,1 1,0-1,-1 0,1 0,0 1,1-1,-1 0,0 0,1 0,-1-6,0-10,0 0,4-38,-1 32,0-16,0 31,-1 30,-1-4,-1 4,2 0,0 0,2 0,4 20,-5-33,0-1,1 1,-1 0,2-1,-1 0,1 0,0 0,0 0,1 0,-1-1,1 0,0 0,1 0,-1-1,8 5,-3-3,0-1,1 0,0 0,0-1,0 0,0-1,1 0,0-1,17 1,13-1,57-5,-20 0,133-9,11 0,-144 15,-43-1,0-2,56-5,-87 3,1 1,-1-1,1 1,-1-2,0 1,0 0,9-7,6-6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28.6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1,'4'0,"6"0,8 0,2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38.5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1,'12'0,"24"0,34 0,25 0,20 0,11 0,-4 0,-11 0,-17 0,-19 0,-19 0,-16 4,-13 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0.24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1,'64'0,"382"14,-158 14,-226-24,-36-3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1.52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18,'0'-4,"8"-1,7 0,4 1,8 5,7 3,1 0,3-1,-1 0,-2-1,-4-1,-3 0,-6-1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4.25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1,'18'264,"-19"-216,0-39,1 0,-1 0,2 0,-1 0,3 11,-3-18,1 0,0 1,0-1,0 0,0 1,0-1,0 0,1 0,-1 0,1 0,-1 0,1-1,0 1,0 0,0-1,0 1,0-1,0 0,0 0,0 1,0-1,1-1,3 2,11 3,1-1,0-2,1 1,-1-2,33-1,96-18,-96 10,67-2,-24 11,-31 1,1-3,98-15,-156 16,0-2,0 1,-1-1,1 0,0 0,-1 0,1-1,-1 0,0 0,0 0,0-1,-1 0,1 0,-1 0,0 0,0-1,0 1,-1-1,1 0,-1 0,0 0,3-10,1-10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47.2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1190 0,'3'86,"24"139,-27-222,1 0,-1 0,0 1,0-1,0 0,0 1,0-1,-1 0,0 0,1 1,-3 3,3-7,0 0,0 1,-1-1,1 0,0 1,0-1,0 0,-1 0,1 0,0 1,0-1,-1 0,1 0,0 0,0 1,-1-1,1 0,0 0,-1 0,1 0,0 0,0 0,-1 0,1 0,0 0,-1 0,1 0,0 0,-1 0,1 0,0 0,-1 0,1 0,0 0,-1 0,1 0,-16-20,12 13,0-1,-1 1,1 0,-1 1,0-1,-1 1,-8-7,10 10,0 0,-1 1,0-1,1 1,-1 0,0 1,0-1,-1 1,1 0,0 0,0 0,-11 1,-58-1,37 2,0-2,0-1,-65-14,9-6,0 4,0 4,-187-4,57 19,595-1,-340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3:55.0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7:03.5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1,'-4'0,"-1"0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47.0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96,'47'0,"0"-1,0-3,0-1,0-3,47-14,-48 8,1 2,0 2,0 2,1 2,72 1,-100 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49.44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0,'871'0,"-850"0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52.5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50,'2'-4,"1"1,-1 0,1 0,0 1,0-1,0 0,0 1,1 0,-1 0,1 0,-1 0,1 0,0 1,-1-1,1 1,0 0,7 0,72-8,-75 9,289-1,-137 3,-137-1,0 1,23 6,-3-1,-20-4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09:55.09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3,'212'-2,"229"5,-401 0,0 1,58 15,-78-13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15.3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1,'835'0,"-809"0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16.64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0,'918'0,"-898"0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21.8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1,'802'0,"-798"-1,0 1,0 0,0 0,0 1,0-1,0 1,0 0,0 0,-1 1,1-1,0 1,-1-1,1 1,0 0,-1 1,0-1,5 5,-5-3,0 0,0 0,-1 1,0-1,0 1,0 0,0-1,-1 1,0 0,0 0,0 0,0 0,-1 10,-1 8,-1 0,-1 0,-1 0,-12 42,16-63,-1 0,0 1,1-1,-1 0,0 0,0 1,-1-1,1 0,0 0,-1 0,1 0,-1-1,0 1,-2 2,3-4,0 1,0-1,0 1,0-1,0 0,-1 1,1-1,0 0,0 0,0 0,0 0,-1 0,1 0,0 0,0 0,0 0,0-1,-1 1,1-1,0 1,-1-1,-7-5,1 1,0-2,0 1,1-1,-12-14,-22-17,29 34,-1-1,1 2,-1 0,0 0,0 1,0 1,-22 0,-31-5,34 2,-55 1,68 4,-1-1,0-1,1-1,-1-1,1 0,-1-1,-30-12,27 7,0 0,-1 2,1 1,-2 1,1 1,-43-2,-2-7,49 10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36.5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0,'11'0,"21"0,33 0,29 0,14 0,14 0,1 0,-8 0,-19 0,-27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0:41.10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2,'660'0,"-658"0,1-1,0 1,0 0,-1 0,1 0,0 1,-1-1,1 0,0 1,-1 0,1 0,0 0,-1 0,1 0,-1 0,0 1,1-1,-1 1,0 0,0 0,0-1,0 1,0 1,0-1,-1 0,1 0,-1 1,0-1,1 0,-1 1,0 0,0-1,-1 1,1-1,0 1,-1 0,0 0,0-1,1 1,-2 0,1 4,0 16,0 0,-2 0,-5 33,5-47,0 0,0-1,-1 1,0 0,0-1,-1 0,0 1,-1-2,1 1,-2 0,-9 10,11-14,-1-1,1 0,-1 0,0 0,-1-1,1 0,0 0,-1 0,1-1,-1 1,1-1,-1-1,-8 1,-83-4,50 0,-544 2,590 1,-1 1,1-1,-1 0,1 0,-1 0,0 0,1 0,-1 0,1 0,-1-1,0 1,1 0,-1-1,1 1,-1-1,1 0,0 1,-1-1,1 0,0 0,-1 0,-1-2,4 2,-1 0,0 0,1-1,-1 1,1 0,0 0,-1 0,1-1,0 1,0 0,-1 0,1 0,0 0,0 0,0 1,0-1,0 0,1 0,1 0,14-10,1 1,23-10,-21 12,-1 0,1 1,1 1,-1 0,1 2,0 0,0 2,22 0,285 3,-308-1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18:27.98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7:36.5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44,'123'2,"180"-5,-266-2,0-2,61-19,-82 22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7:39.60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0 168,'900'0,"-978"-11,35 3,0 0,-61-20,72 17,0 2,0 2,-1 1,-34-2,17 7,-71-5,109 5,1-1,-1 0,1-1,0 0,0-1,0 0,-18-10,29 14,0 0,-1 0,1 0,0 0,-1-1,1 1,-1 0,1 0,0 0,0 0,-1-1,1 1,0 0,-1 0,1-1,0 1,0 0,-1-1,1 1,0 0,0-1,0 1,0 0,-1-1,1 1,0 0,0-1,0 1,0-1,0 1,0 0,0-1,0 1,0 0,0-1,0 1,0-1,0 1,1 0,-1-1,0 1,0 0,0-1,0 1,1 0,-1-1,0 1,0 0,0 0,1-1,-1 1,0 0,1 0,-1-1,0 1,1 0,-1 0,0 0,1 0,-1-1,0 1,1 0,-1 0,0 0,1 0,-1 0,1 0,27-7,40 1,133 5,-89 3,-93-2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8:33.50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8:33.94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40.6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90,'137'-5,"140"-25,64-5,-39 16,-300 18,1 1,-1 0,1 0,-1 0,1 0,-1 1,1-1,-1 1,0-1,1 1,-1 0,0 0,1 0,-1 0,0 0,0 1,0-1,0 0,2 3,-3-2,0 0,0 1,0-1,0 0,0 0,-1 1,1-1,-1 1,0-1,1 0,-1 1,0-1,0 1,-1-1,1 0,-1 1,1-1,-1 1,0 1,-5 10,-1-1,0 0,0-1,-1 1,-1-1,0-1,0 0,-1 0,-21 17,-14 17,37-35,-2 0,1 0,-1-1,-1 0,0-1,-20 13,26-19,1 0,-1-1,0 1,0-1,0 0,0 0,0 0,0-1,0 0,0 0,0 0,0 0,0-1,0 0,0 0,0 0,0-1,0 0,0 0,1 0,-7-4,-39-23,30 15,-1 2,-1 1,-27-10,1 6,-93-16,140 31,-1-1,0 1,0 0,0 0,1-1,-1 1,0-1,0 1,1-1,-1 0,0 0,1 0,-1 0,1 0,-2-1,3 1,0 0,0 1,0-1,0 1,0-1,1 1,-1-1,0 0,1 1,-1-1,0 1,1-1,-1 1,0 0,1-1,-1 1,1-1,-1 1,1 0,-1-1,1 1,-1 0,1-1,-1 1,1 0,0 0,-1 0,2-1,66-19,-58 17,116-24,147-12,-26 6,-149 20,0 5,1 5,103 8,-127 3,122 28,-153-27,37 2,0-3,0-3,108-9,-36 1,-63 2,98 3,-186-2,0 0,-1 0,1 0,0 1,0-1,0 0,-1 1,1-1,0 1,0 0,-1 0,1-1,0 1,-1 0,1 0,-1 0,0 1,1-1,-1 0,0 1,1-1,-1 0,1 3,-2-3,0 1,0-1,0 0,0 1,-1-1,1 0,0 1,-1-1,1 0,0 1,-1-1,0 0,1 0,-1 0,0 0,0 1,0-1,1 0,-1 0,0 0,0-1,0 1,-1 0,1 0,0 0,0-1,0 1,-1-1,1 1,0-1,0 1,-3-1,-57 24,-2-3,0-3,-92 14,50-19,-1-6,-172-9,92-1,-813 3,1521-24,64 1,105 24,-663 2,-28-2,0-1,0 1,0-1,0 0,0 1,0-1,0 0,0 1,-1-1,1 0,0 1,0-1,0 0,0 0,0 1,-1-1,1 0,0 1,0-1,0 0,-1 0,1 1,0-1,0 0,-1 0,1 0,0 1,-1-1,1 0,0 0,-1 0,1 0,0 0,-1 0,1 1,0-1,-1 0,-55 21,47-18,-38 11,1 3,0 2,1 2,-46 29,89-49,1 0,-1 0,0 0,1 1,-1-1,1 0,-1 0,1 1,0-1,-1 1,1-1,0 1,0 0,0-1,0 1,1 0,-2 3,2-4,0 0,0 0,1 0,-1-1,0 1,1 0,-1 0,1 0,-1-1,1 1,-1 0,1-1,-1 1,1 0,0-1,-1 1,1-1,0 1,0-1,-1 1,1-1,0 1,0-1,0 0,1 1,9 2,-1 0,1-1,-1-1,20 1,203 21,-37-2,-575-23,172 3,-826 41,1014-41,-37 1,1 3,-99 22,109-15,-1-2,0-1,0-3,-75 0,75-5,24 0,-1-1,0-1,-41-7,63 8,0 0,-1 0,1 0,0 0,0-1,-1 1,1-1,0 1,0-1,0 1,-1-1,1 1,0-1,0 0,0 0,0 1,0-1,0 0,1 0,-1 0,0 0,0 0,1 0,-1-1,0 0,1 0,0 1,1 0,-1-1,0 1,1 0,-1 0,1-1,0 1,-1 0,1 0,0 0,0 0,0 0,0 0,0 0,0 0,0 0,2-1,7-5,0 0,1 1,18-9,31-10,97-26,-128 46,1 1,59-1,-54 5,53-8,-64 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43.27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98,'25'-10,"0"2,1 1,-1 1,2 1,-1 2,0 0,49 2,-24-1,62-2,185-13,-68-3,-112 10,187 9,-152 3,1454-2,-1587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45.91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74,'783'0,"-766"-2,0 0,-1-1,1 0,-1-2,0 0,22-10,-18 7,0 0,1 2,30-6,12 7,114 6,-66 2,-111-3,119-1,1 5,151 25,-152-15,-83-11,-1 1,58 14,-60-10,0-1,0-1,54 1,104-9,-72-1,-78 3,-9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48.4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1,'4'0,"9"0,15 0,14 0,12 0,9 0,-2 0,-4 0,-7 0,-5 0,-5 0,-6 0,-9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51.1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0,'0'2,"0"-1,1 0,-1 1,1-1,-1 0,1 0,-1 1,1-1,0 0,0 0,0 0,-1 1,1-1,0 0,0 0,0-1,1 1,-1 0,0 0,0 0,3 0,31 14,-28-13,155 44,-64-21,-29-4,2-4,0-2,136 9,-187-24,0-1,34-8,-27 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53.2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0 144,'57'-3,"0"-2,96-23,-93 15,1 3,74-3,176 16,120-5,-368-5,81-20,-80 14,71-6,416 12,-306 10,45-3,-270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54.3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0,'8'0,"6"0,18 0,14 0,16 0,14 0,9 0,6 4,9 5,-2 2,-9-2,-16-2,-16-2,-14-3,-14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56.11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4,'232'12,"7"0,-215-12,446-18,-334 9,140 10,-101 1,160-2,-310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39:57.60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49,'8'-8,"14"-2,12-1,8 3,1 2,-3 3,-4 1,-5 1,-2 1,-8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40:08.7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691 65,'43'-2,"-29"1,0 0,0 1,0 0,-1 1,1 1,17 4,-29-6,0 1,-1 0,1 0,0 0,-1 0,1 0,-1 0,0 0,1 0,-1 1,0-1,0 0,1 1,-1-1,0 1,0-1,-1 1,1 0,0-1,-1 1,1 0,-1 0,1 0,-1-1,0 1,1 0,-1 0,0 0,0 0,-1 3,-1 6,0 0,0 0,-2 0,-3 11,-1 2,-1 4,-2 0,0-1,-2-1,-1 0,-1-1,-1 0,-1-1,-36 38,52-60,-1 0,1 0,-1-1,0 1,0 0,0 0,0-1,0 0,0 1,-5 1,7-3,0 0,-1 0,1 0,0-1,-1 1,1 0,0 0,-1 0,1-1,0 1,0 0,-1 0,1-1,0 1,0 0,0 0,-1-1,1 1,0 0,0-1,0 1,0 0,0-1,-1 1,1 0,0-1,0 1,0 0,0-1,0 1,0 0,0-1,0 1,0 0,0-1,1 1,-1 0,0-1,0 1,0 0,0-1,3-9,-1 1,1 0,0 0,6-11,40-72,-30 59,-1 0,-1-1,-2-1,16-58,-30 89,0 0,1 0,-1 0,-1 0,1 0,-1-1,1 1,-1 0,0 0,-1-1,1 1,-1 0,-2-8,3 11,-1 1,1 0,0 0,-1-1,1 1,-1 0,1 0,-1-1,1 1,0 0,-1 0,1 0,-1 0,1 0,-1 0,1 0,-1 0,1 0,-1 0,1 0,-1 0,1 0,-1 0,1 0,0 0,-1 1,1-1,-1 0,1 0,-1 1,1-1,0 0,-1 0,1 1,0-1,-1 0,1 1,0-1,-1 1,1-1,0 0,0 1,0-1,-1 1,1 0,-19 24,15-18,-10 10,0 0,-1-1,0-1,-2 0,-29 21,34-28,0-1,0 0,-1-1,0 0,-1-1,1 0,-1-1,0-1,-25 3,4-2,0-2,0-1,-1-2,1-2,-56-10,79 8,0 0,0-1,0 0,1 0,-14-11,17 11,0 0,0 1,-1 0,1 0,-1 1,0 0,0 1,-1 0,1 0,-11-1,18 4,0 0,1 0,-1 0,0 0,0 0,0 0,1 0,-1 1,0-1,0 1,1 0,-1-1,0 1,1 0,-1 0,1 0,-1 0,1 0,-1 0,1 1,0-1,-1 0,0 3,-1 0,1 0,0 0,1 0,-1 1,1-1,-1 0,1 1,1-1,-2 7,2 4,-1 0,2 1,0-1,6 28,-3-27,0 0,0 0,2-1,0 0,11 21,-14-32,0 0,0 0,0 0,1 0,-1 0,1-1,0 0,0 0,0 0,0 0,1 0,-1-1,1 0,-1 0,1 0,0-1,0 1,0-1,0 0,0-1,7 1,294-2,-114-2,-71 5,129-5,-248 3,-1 0,0-1,0 1,0 0,1-1,-1 1,0-1,0 0,0 1,0-1,0 0,0 0,0 0,0 1,-1-1,1 0,0 0,0 0,-1 0,1 0,0-1,-1 1,1 0,-1 0,0 0,1 0,-1-1,0 1,0 0,0 0,0-1,0 1,0 0,0 0,0-2,-9-56,4 34,1-52,3 48,0 0,-2 1,-9-39,11 61,-1 0,0-1,0 1,0 0,-1 1,0-1,0 0,-1 1,0 0,1-1,-2 1,1 1,-1-1,1 1,-1 0,0 0,-1 0,1 1,-12-6,-5 1,16 7,0-1,1 0,0 0,-1-1,1 1,-5-5,8 2,14 5,15 6,-22-2,1 0,-1 0,0 0,-1 1,1-1,-1 1,0 1,0-1,-1 0,1 1,-1 0,0 0,-1 0,1 0,1 6,0 5,0 0,-1 0,0 0,0 26,-3-22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40:13.49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1602 154,'-63'3,"-81"15,101-12,-158 26,61-8,-278 11,269-33,-131-5,275 2,0 1,-1-1,1 0,0 0,0 0,0-1,0 1,1-1,-1-1,0 1,1 0,0-1,-1 0,1 0,0-1,0 1,-4-6,4 3,0-1,0 1,1-1,0 0,0 0,0 0,1-1,0 1,1 0,-2-16,0 1,-2-1,0 1,-1 1,-12-28,13 71,3 17,3 75,0-91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0T19:40:17.1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234 123,'708'0,"-701"0,0 0,0-1,-1 1,1-1,0-1,12-3,-17 4,0 0,-1 1,1-1,-1 0,1 0,-1 0,1-1,-1 1,0 0,1 0,-1-1,0 1,0-1,0 1,0-1,0 1,0-1,-1 0,1 1,0-1,-1 0,0 0,1 1,-1-1,0 0,0 0,0 0,0 1,0-1,0 0,-1-3,0 1,1 0,0 1,0-1,-1 0,0 0,0 0,0 1,0-1,-1 0,1 1,-1-1,0 1,0 0,0-1,-5-4,7 8,-1 0,1 0,-1 0,1 0,-1 0,1 0,-1 0,1 0,-1 0,1 0,-1 0,1 1,-1-1,1 0,-1 0,1 0,-1 1,1-1,0 0,-1 1,1-1,-1 0,1 1,0-1,-1 1,1-1,0 0,0 1,-1-1,1 1,0-1,0 1,0-1,0 1,-1-1,1 1,0-1,0 1,0-1,0 1,0-1,0 2,-4 28,3-25,-1 15,-1-1,0 0,-2 0,0 0,-2 0,-13 29,17-45,1 0,0-1,-1 1,0-1,1 1,-1-1,0 0,0 0,-1 0,1-1,0 1,-1-1,1 1,0-1,-1 0,0-1,1 1,-8 0,-8 0,0-1,-28-2,15-1,-510 0,349 3,172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DCE8C-2003-47A2-800E-2F90B246AB06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22B8F-EECA-4068-B343-503A0100A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7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47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7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3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4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6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6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4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21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028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658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8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5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57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7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D942967-BC0A-4551-A92E-9B26D7D102E7}" type="datetimeFigureOut">
              <a:rPr lang="en-US" smtClean="0"/>
              <a:t>9/30/2024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ED24ECE-7F31-41AA-ACA2-EC126C7F6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60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customXml" Target="../ink/ink7.xml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12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11" Type="http://schemas.openxmlformats.org/officeDocument/2006/relationships/customXml" Target="../ink/ink11.xml"/><Relationship Id="rId10" Type="http://schemas.openxmlformats.org/officeDocument/2006/relationships/customXml" Target="../ink/ink10.xml"/><Relationship Id="rId9" Type="http://schemas.openxmlformats.org/officeDocument/2006/relationships/image" Target="../media/image26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.xml"/><Relationship Id="rId18" Type="http://schemas.openxmlformats.org/officeDocument/2006/relationships/image" Target="../media/image220.png"/><Relationship Id="rId3" Type="http://schemas.openxmlformats.org/officeDocument/2006/relationships/customXml" Target="../ink/ink12.xml"/><Relationship Id="rId21" Type="http://schemas.openxmlformats.org/officeDocument/2006/relationships/customXml" Target="../ink/ink17.xml"/><Relationship Id="rId12" Type="http://schemas.openxmlformats.org/officeDocument/2006/relationships/image" Target="../media/image29.png"/><Relationship Id="rId17" Type="http://schemas.openxmlformats.org/officeDocument/2006/relationships/customXml" Target="../ink/ink15.xml"/><Relationship Id="rId2" Type="http://schemas.openxmlformats.org/officeDocument/2006/relationships/image" Target="../media/image6.png"/><Relationship Id="rId16" Type="http://schemas.openxmlformats.org/officeDocument/2006/relationships/image" Target="../media/image21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2.png"/><Relationship Id="rId24" Type="http://schemas.openxmlformats.org/officeDocument/2006/relationships/image" Target="../media/image250.png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19" Type="http://schemas.openxmlformats.org/officeDocument/2006/relationships/customXml" Target="../ink/ink16.xml"/><Relationship Id="rId14" Type="http://schemas.openxmlformats.org/officeDocument/2006/relationships/image" Target="../media/image200.png"/><Relationship Id="rId22" Type="http://schemas.openxmlformats.org/officeDocument/2006/relationships/image" Target="../media/image2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12" Type="http://schemas.openxmlformats.org/officeDocument/2006/relationships/customXml" Target="../ink/ink23.xml"/><Relationship Id="rId17" Type="http://schemas.openxmlformats.org/officeDocument/2006/relationships/image" Target="../media/image38.png"/><Relationship Id="rId2" Type="http://schemas.openxmlformats.org/officeDocument/2006/relationships/image" Target="../media/image6.png"/><Relationship Id="rId16" Type="http://schemas.openxmlformats.org/officeDocument/2006/relationships/customXml" Target="../ink/ink2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0.xml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37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4.png"/><Relationship Id="rId14" Type="http://schemas.openxmlformats.org/officeDocument/2006/relationships/customXml" Target="../ink/ink2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customXml" Target="../ink/ink29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0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39" Type="http://schemas.openxmlformats.org/officeDocument/2006/relationships/image" Target="../media/image53.png"/><Relationship Id="rId21" Type="http://schemas.openxmlformats.org/officeDocument/2006/relationships/image" Target="../media/image260.png"/><Relationship Id="rId34" Type="http://schemas.openxmlformats.org/officeDocument/2006/relationships/customXml" Target="../ink/ink46.xml"/><Relationship Id="rId42" Type="http://schemas.openxmlformats.org/officeDocument/2006/relationships/customXml" Target="../ink/ink50.xml"/><Relationship Id="rId7" Type="http://schemas.openxmlformats.org/officeDocument/2006/relationships/image" Target="../media/image380.png"/><Relationship Id="rId2" Type="http://schemas.openxmlformats.org/officeDocument/2006/relationships/image" Target="../media/image6.png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48.png"/><Relationship Id="rId41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2.xml"/><Relationship Id="rId11" Type="http://schemas.openxmlformats.org/officeDocument/2006/relationships/image" Target="../media/image400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52.png"/><Relationship Id="rId40" Type="http://schemas.openxmlformats.org/officeDocument/2006/relationships/customXml" Target="../ink/ink49.xml"/><Relationship Id="rId5" Type="http://schemas.openxmlformats.org/officeDocument/2006/relationships/image" Target="../media/image370.png"/><Relationship Id="rId15" Type="http://schemas.openxmlformats.org/officeDocument/2006/relationships/image" Target="../media/image420.png"/><Relationship Id="rId23" Type="http://schemas.openxmlformats.org/officeDocument/2006/relationships/image" Target="../media/image45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10" Type="http://schemas.openxmlformats.org/officeDocument/2006/relationships/customXml" Target="../ink/ink34.xml"/><Relationship Id="rId19" Type="http://schemas.openxmlformats.org/officeDocument/2006/relationships/image" Target="../media/image44.png"/><Relationship Id="rId31" Type="http://schemas.openxmlformats.org/officeDocument/2006/relationships/image" Target="../media/image49.png"/><Relationship Id="rId9" Type="http://schemas.openxmlformats.org/officeDocument/2006/relationships/image" Target="../media/image390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47.png"/><Relationship Id="rId30" Type="http://schemas.openxmlformats.org/officeDocument/2006/relationships/customXml" Target="../ink/ink44.xml"/><Relationship Id="rId35" Type="http://schemas.openxmlformats.org/officeDocument/2006/relationships/image" Target="../media/image51.png"/><Relationship Id="rId43" Type="http://schemas.openxmlformats.org/officeDocument/2006/relationships/image" Target="../media/image55.png"/><Relationship Id="rId8" Type="http://schemas.openxmlformats.org/officeDocument/2006/relationships/customXml" Target="../ink/ink33.xml"/><Relationship Id="rId3" Type="http://schemas.openxmlformats.org/officeDocument/2006/relationships/customXml" Target="../ink/ink31.xml"/><Relationship Id="rId12" Type="http://schemas.openxmlformats.org/officeDocument/2006/relationships/customXml" Target="../ink/ink35.xml"/><Relationship Id="rId17" Type="http://schemas.openxmlformats.org/officeDocument/2006/relationships/image" Target="../media/image43.png"/><Relationship Id="rId25" Type="http://schemas.openxmlformats.org/officeDocument/2006/relationships/image" Target="../media/image46.png"/><Relationship Id="rId33" Type="http://schemas.openxmlformats.org/officeDocument/2006/relationships/image" Target="../media/image50.png"/><Relationship Id="rId38" Type="http://schemas.openxmlformats.org/officeDocument/2006/relationships/customXml" Target="../ink/ink48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6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" Type="http://schemas.openxmlformats.org/officeDocument/2006/relationships/customXml" Target="../ink/ink51.xml"/><Relationship Id="rId21" Type="http://schemas.openxmlformats.org/officeDocument/2006/relationships/customXml" Target="../ink/ink60.xml"/><Relationship Id="rId34" Type="http://schemas.openxmlformats.org/officeDocument/2006/relationships/image" Target="../media/image69.png"/><Relationship Id="rId7" Type="http://schemas.openxmlformats.org/officeDocument/2006/relationships/image" Target="../media/image57.png"/><Relationship Id="rId12" Type="http://schemas.openxmlformats.org/officeDocument/2006/relationships/image" Target="../media/image58.png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33" Type="http://schemas.openxmlformats.org/officeDocument/2006/relationships/customXml" Target="../ink/ink66.xml"/><Relationship Id="rId2" Type="http://schemas.openxmlformats.org/officeDocument/2006/relationships/image" Target="../media/image6.png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29" Type="http://schemas.openxmlformats.org/officeDocument/2006/relationships/customXml" Target="../ink/ink6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2.xml"/><Relationship Id="rId11" Type="http://schemas.openxmlformats.org/officeDocument/2006/relationships/customXml" Target="../ink/ink55.xml"/><Relationship Id="rId24" Type="http://schemas.openxmlformats.org/officeDocument/2006/relationships/image" Target="../media/image64.png"/><Relationship Id="rId32" Type="http://schemas.openxmlformats.org/officeDocument/2006/relationships/image" Target="../media/image68.png"/><Relationship Id="rId5" Type="http://schemas.openxmlformats.org/officeDocument/2006/relationships/image" Target="../media/image56.png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28" Type="http://schemas.openxmlformats.org/officeDocument/2006/relationships/image" Target="../media/image66.png"/><Relationship Id="rId10" Type="http://schemas.openxmlformats.org/officeDocument/2006/relationships/customXml" Target="../ink/ink54.xml"/><Relationship Id="rId19" Type="http://schemas.openxmlformats.org/officeDocument/2006/relationships/customXml" Target="../ink/ink59.xml"/><Relationship Id="rId31" Type="http://schemas.openxmlformats.org/officeDocument/2006/relationships/customXml" Target="../ink/ink65.xml"/><Relationship Id="rId9" Type="http://schemas.openxmlformats.org/officeDocument/2006/relationships/image" Target="../media/image260.png"/><Relationship Id="rId14" Type="http://schemas.openxmlformats.org/officeDocument/2006/relationships/image" Target="../media/image59.png"/><Relationship Id="rId22" Type="http://schemas.openxmlformats.org/officeDocument/2006/relationships/image" Target="../media/image63.png"/><Relationship Id="rId27" Type="http://schemas.openxmlformats.org/officeDocument/2006/relationships/customXml" Target="../ink/ink63.xml"/><Relationship Id="rId30" Type="http://schemas.openxmlformats.org/officeDocument/2006/relationships/image" Target="../media/image67.png"/><Relationship Id="rId35" Type="http://schemas.openxmlformats.org/officeDocument/2006/relationships/image" Target="../media/image70.png"/><Relationship Id="rId8" Type="http://schemas.openxmlformats.org/officeDocument/2006/relationships/customXml" Target="../ink/ink5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FD85-87AA-4580-1FB4-0EBB0A967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1" y="431112"/>
            <a:ext cx="9997440" cy="1582578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dirty="0">
                <a:solidFill>
                  <a:srgbClr val="C00000"/>
                </a:solidFill>
                <a:latin typeface="Open Sans" panose="020B0606030504020204" pitchFamily="34" charset="0"/>
              </a:rPr>
              <a:t>Network effects in corporate financial policies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4733" y="2269437"/>
            <a:ext cx="7840134" cy="320886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dirty="0"/>
              <a:t>William </a:t>
            </a:r>
            <a:r>
              <a:rPr lang="en-US" b="1" dirty="0" err="1"/>
              <a:t>Grieser</a:t>
            </a:r>
            <a:endParaRPr lang="en-US" b="1" dirty="0"/>
          </a:p>
          <a:p>
            <a:pPr algn="l"/>
            <a:r>
              <a:rPr lang="en-US" dirty="0"/>
              <a:t>Texas Christian University</a:t>
            </a:r>
          </a:p>
          <a:p>
            <a:pPr algn="l"/>
            <a:r>
              <a:rPr lang="en-US" b="1" dirty="0"/>
              <a:t>Charles Hadlock</a:t>
            </a:r>
          </a:p>
          <a:p>
            <a:pPr algn="l"/>
            <a:r>
              <a:rPr lang="en-US" dirty="0"/>
              <a:t>Michigan State University</a:t>
            </a:r>
          </a:p>
          <a:p>
            <a:pPr algn="l"/>
            <a:r>
              <a:rPr lang="en-US" b="1" dirty="0"/>
              <a:t>James </a:t>
            </a:r>
            <a:r>
              <a:rPr lang="en-US" b="1" dirty="0" err="1"/>
              <a:t>LeSage</a:t>
            </a:r>
            <a:endParaRPr lang="en-US" b="1" dirty="0"/>
          </a:p>
          <a:p>
            <a:pPr algn="l"/>
            <a:r>
              <a:rPr lang="en-US" dirty="0"/>
              <a:t>Texas State University</a:t>
            </a:r>
            <a:endParaRPr lang="en-US" b="1" dirty="0"/>
          </a:p>
          <a:p>
            <a:pPr algn="l"/>
            <a:r>
              <a:rPr lang="en-US" b="1" dirty="0" err="1"/>
              <a:t>Morad</a:t>
            </a:r>
            <a:r>
              <a:rPr lang="en-US" b="1" dirty="0"/>
              <a:t> </a:t>
            </a:r>
            <a:r>
              <a:rPr lang="en-US" b="1" dirty="0" err="1"/>
              <a:t>Zekhnini</a:t>
            </a:r>
            <a:endParaRPr lang="en-US" b="1" dirty="0"/>
          </a:p>
          <a:p>
            <a:pPr algn="l"/>
            <a:r>
              <a:rPr lang="en-US" dirty="0"/>
              <a:t>Michigan State University</a:t>
            </a:r>
          </a:p>
          <a:p>
            <a:pPr algn="l"/>
            <a:r>
              <a:rPr lang="en-US" dirty="0"/>
              <a:t>Journal of Financial Reviews</a:t>
            </a:r>
          </a:p>
          <a:p>
            <a:pPr algn="l"/>
            <a:r>
              <a:rPr lang="en-US" dirty="0"/>
              <a:t>June 2021 </a:t>
            </a:r>
          </a:p>
          <a:p>
            <a:pPr algn="l"/>
            <a:r>
              <a:rPr lang="en-US" u="sng" dirty="0"/>
              <a:t>Presented by: Yan Li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2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49"/>
            <a:ext cx="9144000" cy="112010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</a:t>
            </a:r>
            <a:r>
              <a:rPr lang="en-US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1608668"/>
            <a:ext cx="10153261" cy="3370038"/>
          </a:xfrm>
        </p:spPr>
        <p:txBody>
          <a:bodyPr>
            <a:normAutofit/>
          </a:bodyPr>
          <a:lstStyle/>
          <a:p>
            <a:pPr algn="l"/>
            <a:r>
              <a:rPr lang="en-US" sz="2000" dirty="0"/>
              <a:t>What’s the magnitude of peer effects in capital structure ?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57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9250"/>
            <a:ext cx="9144000" cy="55741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Literature</a:t>
            </a:r>
            <a:endParaRPr lang="en-US" sz="3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846668"/>
            <a:ext cx="12191999" cy="4887383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dirty="0"/>
              <a:t>Peer effects in a variety of finance contexts including dividend policy ( Adhikari and Agrawal, 2018; </a:t>
            </a:r>
            <a:r>
              <a:rPr lang="en-US" dirty="0" err="1"/>
              <a:t>Grennan</a:t>
            </a:r>
            <a:r>
              <a:rPr lang="en-US" dirty="0"/>
              <a:t>, 2019 ), stock splits ( </a:t>
            </a:r>
            <a:r>
              <a:rPr lang="en-US" dirty="0" err="1"/>
              <a:t>Kaustia</a:t>
            </a:r>
            <a:r>
              <a:rPr lang="en-US" dirty="0"/>
              <a:t> and Rantala, 2015 ), capital investment ( Dougal et al., 2015; Bustamante and </a:t>
            </a:r>
            <a:r>
              <a:rPr lang="en-US" dirty="0" err="1"/>
              <a:t>Frésard</a:t>
            </a:r>
            <a:r>
              <a:rPr lang="en-US" dirty="0"/>
              <a:t>, 2020; Cookson, 2018 ), corporate social responsibility policies ( Cao et al., 2019 ), and bank liquidity choice ( Silva, 2019 ). </a:t>
            </a:r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b="1" dirty="0"/>
              <a:t>Specific issue of capital structure: </a:t>
            </a:r>
            <a:r>
              <a:rPr lang="en-US" dirty="0"/>
              <a:t>strategic considerations in specific industry contexts (see, e.g., Chevalier, 1995; Phillips, 1995; Zingales, 1998 ); the cross-sectional variation in leverage as a function of the product-market environment (see, e.g., MacKay and Phillips, 2005; </a:t>
            </a:r>
            <a:r>
              <a:rPr lang="en-US" dirty="0" err="1"/>
              <a:t>Almazan</a:t>
            </a:r>
            <a:r>
              <a:rPr lang="en-US" dirty="0"/>
              <a:t> and Molina, 2005 ). </a:t>
            </a:r>
          </a:p>
          <a:p>
            <a:pPr marL="342900" indent="-342900" algn="l">
              <a:buFontTx/>
              <a:buChar char="-"/>
            </a:pPr>
            <a:endParaRPr lang="en-US" dirty="0"/>
          </a:p>
          <a:p>
            <a:pPr marL="342900" indent="-342900" algn="l">
              <a:buFontTx/>
              <a:buChar char="-"/>
            </a:pPr>
            <a:r>
              <a:rPr lang="en-US" b="1" dirty="0"/>
              <a:t>Leary and Roberts (2014):A firm’s capital structure as a function of peer average leverage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68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Data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038E1D-65B3-F1E2-BC8E-8F5F9F4E3812}"/>
              </a:ext>
            </a:extLst>
          </p:cNvPr>
          <p:cNvSpPr txBox="1"/>
          <p:nvPr/>
        </p:nvSpPr>
        <p:spPr>
          <a:xfrm>
            <a:off x="287867" y="778933"/>
            <a:ext cx="102981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accounting and market information is derived from the CRSP-</a:t>
            </a:r>
            <a:r>
              <a:rPr lang="en-US" dirty="0" err="1"/>
              <a:t>Compustat</a:t>
            </a:r>
            <a:r>
              <a:rPr lang="en-US" dirty="0"/>
              <a:t> merged database</a:t>
            </a:r>
          </a:p>
          <a:p>
            <a:endParaRPr lang="en-US" dirty="0"/>
          </a:p>
          <a:p>
            <a:r>
              <a:rPr lang="en-US" dirty="0"/>
              <a:t>Sample period 1996–2017</a:t>
            </a:r>
          </a:p>
        </p:txBody>
      </p:sp>
    </p:spTree>
    <p:extLst>
      <p:ext uri="{BB962C8B-B14F-4D97-AF65-F5344CB8AC3E}">
        <p14:creationId xmlns:p14="http://schemas.microsoft.com/office/powerpoint/2010/main" val="3936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Sample Summary Statistics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FE0A83-5E51-825A-436F-2D0F692A3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513"/>
            <a:ext cx="5611208" cy="627848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1A927A-D3EB-1F97-DEB7-E6914FD72A5A}"/>
              </a:ext>
            </a:extLst>
          </p:cNvPr>
          <p:cNvSpPr/>
          <p:nvPr/>
        </p:nvSpPr>
        <p:spPr>
          <a:xfrm>
            <a:off x="186267" y="5190067"/>
            <a:ext cx="3767666" cy="347133"/>
          </a:xfrm>
          <a:prstGeom prst="roundRect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0D0987-0221-7A24-B882-92D9EFD83EB4}"/>
                  </a:ext>
                </a:extLst>
              </p14:cNvPr>
              <p14:cNvContentPartPr/>
              <p14:nvPr/>
            </p14:nvContentPartPr>
            <p14:xfrm>
              <a:off x="313053" y="1498013"/>
              <a:ext cx="1013040" cy="45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0D0987-0221-7A24-B882-92D9EFD83E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053" y="1462373"/>
                <a:ext cx="104868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0205335-D953-3665-3629-9ADEB7A1B2DB}"/>
                  </a:ext>
                </a:extLst>
              </p14:cNvPr>
              <p14:cNvContentPartPr/>
              <p14:nvPr/>
            </p14:nvContentPartPr>
            <p14:xfrm>
              <a:off x="3047613" y="1658573"/>
              <a:ext cx="2194200" cy="32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0205335-D953-3665-3629-9ADEB7A1B2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9973" y="1622573"/>
                <a:ext cx="2229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EC9351-314D-4AF3-DB4B-C18769587F3E}"/>
                  </a:ext>
                </a:extLst>
              </p14:cNvPr>
              <p14:cNvContentPartPr/>
              <p14:nvPr/>
            </p14:nvContentPartPr>
            <p14:xfrm>
              <a:off x="897333" y="1514573"/>
              <a:ext cx="1651320" cy="51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EC9351-314D-4AF3-DB4B-C18769587F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9333" y="1478573"/>
                <a:ext cx="16869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EA87719-57B1-12AD-6CAD-FD80D3240927}"/>
                  </a:ext>
                </a:extLst>
              </p14:cNvPr>
              <p14:cNvContentPartPr/>
              <p14:nvPr/>
            </p14:nvContentPartPr>
            <p14:xfrm>
              <a:off x="160773" y="1673333"/>
              <a:ext cx="2581920" cy="62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EA87719-57B1-12AD-6CAD-FD80D324092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773" y="1637693"/>
                <a:ext cx="26175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4722535-96CA-6F02-E0DF-31F4493BA819}"/>
                  </a:ext>
                </a:extLst>
              </p14:cNvPr>
              <p14:cNvContentPartPr/>
              <p14:nvPr/>
            </p14:nvContentPartPr>
            <p14:xfrm>
              <a:off x="2497533" y="1489373"/>
              <a:ext cx="744840" cy="51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4722535-96CA-6F02-E0DF-31F4493BA8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79893" y="1453373"/>
                <a:ext cx="780480" cy="12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15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Exploiting industry network structure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F1981-3878-F1C1-B16C-5265528619E1}"/>
              </a:ext>
            </a:extLst>
          </p:cNvPr>
          <p:cNvSpPr txBox="1"/>
          <p:nvPr/>
        </p:nvSpPr>
        <p:spPr>
          <a:xfrm>
            <a:off x="1" y="579513"/>
            <a:ext cx="1208193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S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: Product similarity measure if firm j is a top 10 peer according to product similarity score</a:t>
            </a:r>
          </a:p>
          <a:p>
            <a:r>
              <a:rPr lang="en-US" dirty="0"/>
              <a:t>Weighted measure: </a:t>
            </a:r>
            <a:r>
              <a:rPr lang="en-US" dirty="0" err="1"/>
              <a:t>W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=</a:t>
            </a:r>
            <a:r>
              <a:rPr lang="en-US" dirty="0" err="1"/>
              <a:t>S</a:t>
            </a:r>
            <a:r>
              <a:rPr lang="en-US" baseline="-25000" dirty="0" err="1"/>
              <a:t>ij</a:t>
            </a:r>
            <a:r>
              <a:rPr lang="en-US" dirty="0"/>
              <a:t>/the sum of all </a:t>
            </a:r>
            <a:r>
              <a:rPr lang="en-US" dirty="0" err="1"/>
              <a:t>S</a:t>
            </a:r>
            <a:r>
              <a:rPr lang="en-US" baseline="-25000" dirty="0" err="1"/>
              <a:t>ij</a:t>
            </a:r>
            <a:r>
              <a:rPr lang="en-US" baseline="-25000" dirty="0"/>
              <a:t> </a:t>
            </a:r>
            <a:r>
              <a:rPr lang="en-US" dirty="0"/>
              <a:t>across j</a:t>
            </a:r>
          </a:p>
          <a:p>
            <a:endParaRPr lang="en-US" baseline="-25000" dirty="0"/>
          </a:p>
          <a:p>
            <a:r>
              <a:rPr lang="en-US" dirty="0"/>
              <a:t>If there are n firms in year t, the associated </a:t>
            </a:r>
            <a:r>
              <a:rPr lang="en-US" dirty="0" err="1"/>
              <a:t>n×n</a:t>
            </a:r>
            <a:r>
              <a:rPr lang="en-US" dirty="0"/>
              <a:t> weighting matrix with </a:t>
            </a:r>
            <a:r>
              <a:rPr lang="en-US" dirty="0" err="1"/>
              <a:t>w</a:t>
            </a:r>
            <a:r>
              <a:rPr lang="en-US" baseline="-25000" dirty="0" err="1"/>
              <a:t>ij</a:t>
            </a:r>
            <a:r>
              <a:rPr lang="en-US" dirty="0"/>
              <a:t> as the entry in row </a:t>
            </a:r>
            <a:r>
              <a:rPr lang="en-US" dirty="0" err="1"/>
              <a:t>i</a:t>
            </a:r>
            <a:r>
              <a:rPr lang="en-US" dirty="0"/>
              <a:t> and column j will be referred as </a:t>
            </a:r>
            <a:r>
              <a:rPr lang="en-US" b="1" dirty="0"/>
              <a:t>The annual peer-weighting matrix </a:t>
            </a:r>
            <a:r>
              <a:rPr lang="en-US" b="1" dirty="0" err="1"/>
              <a:t>W</a:t>
            </a:r>
            <a:r>
              <a:rPr lang="en-US" b="1" baseline="-25000" dirty="0" err="1"/>
              <a:t>t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combine the annual peer-weighting matrices across years to form a block-diagonal matrix (with </a:t>
            </a:r>
            <a:r>
              <a:rPr lang="en-US" dirty="0" err="1"/>
              <a:t>W</a:t>
            </a:r>
            <a:r>
              <a:rPr lang="en-US" baseline="-25000" dirty="0" err="1"/>
              <a:t>ijt</a:t>
            </a:r>
            <a:r>
              <a:rPr lang="en-US" dirty="0"/>
              <a:t> denoting the entry in row </a:t>
            </a:r>
            <a:r>
              <a:rPr lang="en-US" dirty="0" err="1"/>
              <a:t>i</a:t>
            </a:r>
            <a:r>
              <a:rPr lang="en-US" dirty="0"/>
              <a:t> , column j, block t), we arrive at an overall sample peer-weighting matrix. This matrix, which we denote by W, will serve as </a:t>
            </a:r>
            <a:r>
              <a:rPr lang="en-US" dirty="0">
                <a:solidFill>
                  <a:srgbClr val="FF0000"/>
                </a:solidFill>
              </a:rPr>
              <a:t>our default/baseline peer network characterization</a:t>
            </a:r>
          </a:p>
        </p:txBody>
      </p:sp>
    </p:spTree>
    <p:extLst>
      <p:ext uri="{BB962C8B-B14F-4D97-AF65-F5344CB8AC3E}">
        <p14:creationId xmlns:p14="http://schemas.microsoft.com/office/powerpoint/2010/main" val="155238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133" y="31315"/>
            <a:ext cx="9095860" cy="42588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Identification of peer effects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F1981-3878-F1C1-B16C-5265528619E1}"/>
              </a:ext>
            </a:extLst>
          </p:cNvPr>
          <p:cNvSpPr txBox="1"/>
          <p:nvPr/>
        </p:nvSpPr>
        <p:spPr>
          <a:xfrm>
            <a:off x="0" y="381000"/>
            <a:ext cx="12081933" cy="5553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Transitive network case: </a:t>
            </a:r>
            <a:r>
              <a:rPr lang="en-US" dirty="0"/>
              <a:t>firms interact in a symmetric manner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Intransitive network case: </a:t>
            </a:r>
            <a:r>
              <a:rPr lang="en-US" dirty="0"/>
              <a:t>a lack of symmetry, e.g., one firm is central to the network, and the other two firms only directly interact with this central firm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The use of exogenous variation: Leary and Roberts 2SLS </a:t>
            </a:r>
            <a:r>
              <a:rPr lang="en-US" dirty="0"/>
              <a:t>Exogenous variation may initially impact only a peer, but the initial impact will then be transmitted to other firms via the peer effect, and then back to the original firm(s) via the peer of a peer effect. Solve it by combining asymmetries in the peer network structure with exogenous variation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C45AF-943E-C063-D6AE-F305EF63A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28" y="794951"/>
            <a:ext cx="1952623" cy="1401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5FA772-B8F4-3A41-4770-1CADB9D28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6932" y="836629"/>
            <a:ext cx="4126089" cy="6565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4C072B-B432-45EE-93A3-C899DBA79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102" y="856511"/>
            <a:ext cx="4068661" cy="9415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AA8BED-A1DE-67B8-3AF2-7168E34EC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1102" y="1798019"/>
            <a:ext cx="4769071" cy="5342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16F3E-0B62-E733-4659-A0CCFB161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66" y="2938274"/>
            <a:ext cx="3905249" cy="9814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637FF5-3CE5-04CA-4A2F-59E52A67D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66" y="3974283"/>
            <a:ext cx="4414911" cy="7469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ABD60C-594F-74C0-7E46-3D26B9C2ED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7736" y="2807215"/>
            <a:ext cx="3547696" cy="171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8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Applying spatial econometrics techniques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51914-4EE9-983E-9593-B35717CC455B}"/>
              </a:ext>
            </a:extLst>
          </p:cNvPr>
          <p:cNvSpPr txBox="1"/>
          <p:nvPr/>
        </p:nvSpPr>
        <p:spPr>
          <a:xfrm>
            <a:off x="93133" y="579513"/>
            <a:ext cx="9050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Spatial Autoregressive (SAR) model: </a:t>
            </a:r>
            <a:r>
              <a:rPr lang="el-GR" dirty="0"/>
              <a:t>θ </a:t>
            </a:r>
            <a:r>
              <a:rPr lang="en-US" dirty="0"/>
              <a:t>(contextual effects )</a:t>
            </a:r>
            <a:r>
              <a:rPr lang="el-GR" dirty="0"/>
              <a:t>= 0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7CA1E1-1AAD-6F46-EE53-5316152B6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86" y="1127135"/>
            <a:ext cx="5830114" cy="438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1C8DCC-28C4-DDD7-9B6D-976B64742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86" y="1743636"/>
            <a:ext cx="5839640" cy="4667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F71C56-79BD-B732-7649-B746BF4D0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86" y="3853142"/>
            <a:ext cx="5753903" cy="4382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5B27F5-B2E9-F03F-9051-FBF2242E6C49}"/>
              </a:ext>
            </a:extLst>
          </p:cNvPr>
          <p:cNvSpPr txBox="1"/>
          <p:nvPr/>
        </p:nvSpPr>
        <p:spPr>
          <a:xfrm>
            <a:off x="155006" y="3465033"/>
            <a:ext cx="887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Spatial Durbin model (SDM) :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C3554D-6872-9F4C-9D62-493A889C2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886" y="4523309"/>
            <a:ext cx="5753903" cy="4219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0811430-1442-A9A8-3303-6784D66200D1}"/>
              </a:ext>
            </a:extLst>
          </p:cNvPr>
          <p:cNvSpPr txBox="1"/>
          <p:nvPr/>
        </p:nvSpPr>
        <p:spPr>
          <a:xfrm>
            <a:off x="6612467" y="1287095"/>
            <a:ext cx="4902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solidFill>
                  <a:srgbClr val="00B050"/>
                </a:solidFill>
              </a:rPr>
              <a:t>ρ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the magnitude of the peer-effect relation</a:t>
            </a:r>
          </a:p>
          <a:p>
            <a:endParaRPr lang="en-US" dirty="0"/>
          </a:p>
          <a:p>
            <a:r>
              <a:rPr lang="el-GR" dirty="0">
                <a:solidFill>
                  <a:srgbClr val="00B050"/>
                </a:solidFill>
              </a:rPr>
              <a:t>β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the direct role of explanatory variables on a given firm’s dependent variable choice</a:t>
            </a:r>
          </a:p>
          <a:p>
            <a:endParaRPr lang="en-US" dirty="0"/>
          </a:p>
          <a:p>
            <a:r>
              <a:rPr lang="el-GR" dirty="0">
                <a:solidFill>
                  <a:srgbClr val="00B050"/>
                </a:solidFill>
              </a:rPr>
              <a:t>θ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a vector measuring the role of other firms’ explanatory variables on a given firm’s choice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W: </a:t>
            </a:r>
            <a:r>
              <a:rPr lang="en-US" dirty="0"/>
              <a:t>the peer-network weighting matrix characterizing the strength of individual peer interactions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X: </a:t>
            </a:r>
            <a:r>
              <a:rPr lang="en-US" dirty="0"/>
              <a:t>a matrix of explanatory variable values, one row corresponding to each firm-year. 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197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Initial evidence on peer effects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37C89B-A2E5-A17B-7813-B4B01F95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513"/>
            <a:ext cx="5458587" cy="63254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589F44-E4AC-D460-688E-7B7C8814B47D}"/>
              </a:ext>
            </a:extLst>
          </p:cNvPr>
          <p:cNvSpPr txBox="1"/>
          <p:nvPr/>
        </p:nvSpPr>
        <p:spPr>
          <a:xfrm>
            <a:off x="5777293" y="8053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reported ρ coefficients provide strong evidence of significant peer effects in capital structure decisions. </a:t>
            </a:r>
          </a:p>
        </p:txBody>
      </p:sp>
    </p:spTree>
    <p:extLst>
      <p:ext uri="{BB962C8B-B14F-4D97-AF65-F5344CB8AC3E}">
        <p14:creationId xmlns:p14="http://schemas.microsoft.com/office/powerpoint/2010/main" val="3291769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Robustness of initial evidence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78CA7F-D6CA-8A8F-A38B-DD9E1B563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0867" y="745067"/>
            <a:ext cx="10173477" cy="57836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43196-5F13-C06C-0F02-69E8863D555B}"/>
              </a:ext>
            </a:extLst>
          </p:cNvPr>
          <p:cNvSpPr txBox="1"/>
          <p:nvPr/>
        </p:nvSpPr>
        <p:spPr>
          <a:xfrm flipH="1">
            <a:off x="10012610" y="1295400"/>
            <a:ext cx="22725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coefficients on the peer-effect parameter ρ are positive and significant in all models, with magnitudes that are comparable to the corresponding earlier estimates.</a:t>
            </a:r>
          </a:p>
        </p:txBody>
      </p:sp>
    </p:spTree>
    <p:extLst>
      <p:ext uri="{BB962C8B-B14F-4D97-AF65-F5344CB8AC3E}">
        <p14:creationId xmlns:p14="http://schemas.microsoft.com/office/powerpoint/2010/main" val="37159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993" y="182117"/>
            <a:ext cx="9144000" cy="397396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Robustness of initial evidence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974DFE-B526-57EF-E0E7-6AF205F9E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9513"/>
            <a:ext cx="7076908" cy="62784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654C20-7D13-91AA-F49C-BC2FF0C50235}"/>
              </a:ext>
            </a:extLst>
          </p:cNvPr>
          <p:cNvSpPr txBox="1"/>
          <p:nvPr/>
        </p:nvSpPr>
        <p:spPr>
          <a:xfrm>
            <a:off x="7179733" y="1412502"/>
            <a:ext cx="4741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estimated peer-effect coefficients remain positive and highly significant in all models.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C80D6-82D1-2741-2D4D-D5A092664FFD}"/>
              </a:ext>
            </a:extLst>
          </p:cNvPr>
          <p:cNvSpPr/>
          <p:nvPr/>
        </p:nvSpPr>
        <p:spPr>
          <a:xfrm>
            <a:off x="254000" y="3683000"/>
            <a:ext cx="1837267" cy="228600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269054-73AE-C8C4-C8F2-D565F83AD83E}"/>
              </a:ext>
            </a:extLst>
          </p:cNvPr>
          <p:cNvSpPr/>
          <p:nvPr/>
        </p:nvSpPr>
        <p:spPr>
          <a:xfrm>
            <a:off x="254000" y="4343400"/>
            <a:ext cx="1837267" cy="228600"/>
          </a:xfrm>
          <a:prstGeom prst="rect">
            <a:avLst/>
          </a:prstGeom>
          <a:noFill/>
          <a:ln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1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Comparison to evidence from alternative estimation approaches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14:cNvPr>
              <p14:cNvContentPartPr/>
              <p14:nvPr/>
            </p14:nvContentPartPr>
            <p14:xfrm>
              <a:off x="7831293" y="4986627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3293" y="495062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14:cNvPr>
              <p14:cNvContentPartPr/>
              <p14:nvPr/>
            </p14:nvContentPartPr>
            <p14:xfrm>
              <a:off x="6332973" y="360674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4973" y="357074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14:cNvPr>
              <p14:cNvContentPartPr/>
              <p14:nvPr/>
            </p14:nvContentPartPr>
            <p14:xfrm>
              <a:off x="6807093" y="517274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9093" y="5136747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BCC933B-CAEE-FD36-82F0-9A55809C2D81}"/>
              </a:ext>
            </a:extLst>
          </p:cNvPr>
          <p:cNvSpPr txBox="1"/>
          <p:nvPr/>
        </p:nvSpPr>
        <p:spPr>
          <a:xfrm>
            <a:off x="118533" y="571046"/>
            <a:ext cx="119718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 5 Peer-coefficient estimates from traditional 2SLS models </a:t>
            </a:r>
            <a:r>
              <a:rPr lang="en-US" dirty="0"/>
              <a:t>. This table presents 2SLS estimates predicting firms’ leverage levels as a function of </a:t>
            </a:r>
            <a:r>
              <a:rPr lang="en-US" b="1" dirty="0"/>
              <a:t>peer average leverage </a:t>
            </a:r>
            <a:r>
              <a:rPr lang="en-US" dirty="0"/>
              <a:t>and control variables. Peer average leverage is instrumented </a:t>
            </a:r>
            <a:r>
              <a:rPr lang="en-US" b="1" dirty="0"/>
              <a:t>using the average equity shock of a firm’s industry peers </a:t>
            </a:r>
            <a:r>
              <a:rPr lang="en-US" dirty="0"/>
              <a:t>and the peer set is defined based on common 3-digit SIC codes. </a:t>
            </a:r>
            <a:r>
              <a:rPr lang="en-US" b="1" dirty="0"/>
              <a:t>Coefficient estimates from the second stage </a:t>
            </a:r>
            <a:r>
              <a:rPr lang="en-US" dirty="0"/>
              <a:t>are reported in the table with standard errors under the coefficient estimates.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DA335-6E55-1983-AED5-39FE005489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825922"/>
            <a:ext cx="5630061" cy="4858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185A22-0F49-397E-E5CA-A020E2EF911F}"/>
              </a:ext>
            </a:extLst>
          </p:cNvPr>
          <p:cNvSpPr txBox="1"/>
          <p:nvPr/>
        </p:nvSpPr>
        <p:spPr>
          <a:xfrm>
            <a:off x="5630061" y="2040468"/>
            <a:ext cx="65619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Leary and Roberts: </a:t>
            </a:r>
            <a:r>
              <a:rPr lang="en-US" dirty="0"/>
              <a:t>reported effect is at least 3.5 to 5 times larger than what is implied by our estimates and suggests that peer leverage is a dominant factor in causally determining a firm’s leverage policy</a:t>
            </a:r>
          </a:p>
          <a:p>
            <a:endParaRPr lang="en-US" dirty="0"/>
          </a:p>
          <a:p>
            <a:r>
              <a:rPr lang="en-US" dirty="0"/>
              <a:t>Column1-2:  the 2SLS coefficients we estimate on peer (unweighted) average leverage, reported in the first row, agree with LR in sign, but they are small and insignificant.</a:t>
            </a:r>
          </a:p>
          <a:p>
            <a:endParaRPr lang="en-US" dirty="0"/>
          </a:p>
          <a:p>
            <a:r>
              <a:rPr lang="en-US" dirty="0"/>
              <a:t>Columns 3–4, the estimated peer-effects coefficients are somewhat different for the earlier period, and the coefficient in the market leverage model is now significant but substantially smaller than the corresponding LR figure. </a:t>
            </a:r>
          </a:p>
        </p:txBody>
      </p:sp>
    </p:spTree>
    <p:extLst>
      <p:ext uri="{BB962C8B-B14F-4D97-AF65-F5344CB8AC3E}">
        <p14:creationId xmlns:p14="http://schemas.microsoft.com/office/powerpoint/2010/main" val="1913227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60" y="173650"/>
            <a:ext cx="9144000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Comparison to evidence from alternative estimation approaches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14:cNvPr>
              <p14:cNvContentPartPr/>
              <p14:nvPr/>
            </p14:nvContentPartPr>
            <p14:xfrm>
              <a:off x="7831293" y="4986627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2EC4EE-B66B-A371-A0B7-38A9E3313A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13653" y="495062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14:cNvPr>
              <p14:cNvContentPartPr/>
              <p14:nvPr/>
            </p14:nvContentPartPr>
            <p14:xfrm>
              <a:off x="6332973" y="360674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F781500-6E30-0EED-636B-F0D9F8406C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14973" y="357074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14:cNvPr>
              <p14:cNvContentPartPr/>
              <p14:nvPr/>
            </p14:nvContentPartPr>
            <p14:xfrm>
              <a:off x="6807093" y="517274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3548307-29E0-C8A3-519E-50E9C1908C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9093" y="5137107"/>
                <a:ext cx="36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2125DC2-E379-69B4-36DB-A0841B5F65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77618"/>
            <a:ext cx="6965512" cy="62803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8F70C9E-29D1-576D-5404-243D0A454364}"/>
              </a:ext>
            </a:extLst>
          </p:cNvPr>
          <p:cNvSpPr txBox="1"/>
          <p:nvPr/>
        </p:nvSpPr>
        <p:spPr>
          <a:xfrm>
            <a:off x="7284289" y="1473774"/>
            <a:ext cx="45889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3 × 16 × 2 = 96 model permutations</a:t>
            </a:r>
          </a:p>
          <a:p>
            <a:endParaRPr lang="en-US" dirty="0"/>
          </a:p>
          <a:p>
            <a:r>
              <a:rPr lang="en-US" dirty="0"/>
              <a:t>Relatively small variations in modeling choices result in a set of estimates that vary widely, from close to 0 to more than 0.90. The dispersion in these figures suggests that 2SLS estimates of purported peer-effect coefficients are quite unstable, in addition to being theoretically ambiguous indicators of the underlying quantity of interest. </a:t>
            </a:r>
          </a:p>
        </p:txBody>
      </p:sp>
    </p:spTree>
    <p:extLst>
      <p:ext uri="{BB962C8B-B14F-4D97-AF65-F5344CB8AC3E}">
        <p14:creationId xmlns:p14="http://schemas.microsoft.com/office/powerpoint/2010/main" val="994870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525" y="88983"/>
            <a:ext cx="11520473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Evidence on the role of the peer-network characterization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BD7103-E4B7-266E-E577-A0298035652D}"/>
                  </a:ext>
                </a:extLst>
              </p14:cNvPr>
              <p14:cNvContentPartPr/>
              <p14:nvPr/>
            </p14:nvContentPartPr>
            <p14:xfrm>
              <a:off x="4444773" y="2555547"/>
              <a:ext cx="271080" cy="16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BD7103-E4B7-266E-E577-A029803565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27133" y="2519907"/>
                <a:ext cx="306720" cy="88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48BE082-C4C6-2D7C-FE9E-557FE3CE63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86379"/>
            <a:ext cx="12192000" cy="3500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DA4F87-A88C-25BA-EA92-AB967B2A5076}"/>
              </a:ext>
            </a:extLst>
          </p:cNvPr>
          <p:cNvSpPr txBox="1"/>
          <p:nvPr/>
        </p:nvSpPr>
        <p:spPr>
          <a:xfrm>
            <a:off x="81762" y="4044983"/>
            <a:ext cx="12028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log-marginal likelihood (LML) values: </a:t>
            </a:r>
            <a:r>
              <a:rPr lang="en-US" sz="1600" dirty="0"/>
              <a:t> assess model fit. Larger (i.e., less negative) figures provide evidence of better model fit.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05F59-472E-038E-B691-2A6B46D56503}"/>
              </a:ext>
            </a:extLst>
          </p:cNvPr>
          <p:cNvSpPr txBox="1"/>
          <p:nvPr/>
        </p:nvSpPr>
        <p:spPr>
          <a:xfrm>
            <a:off x="40881" y="4427852"/>
            <a:ext cx="1211023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Important information content is gained when the members of the peer network are selected based on product similarity scores rather than SIC codes. </a:t>
            </a:r>
            <a:r>
              <a:rPr lang="en-US" sz="1600" dirty="0">
                <a:solidFill>
                  <a:srgbClr val="00B050"/>
                </a:solidFill>
              </a:rPr>
              <a:t>More important element in the peer network characterization is in the selection of peers, rather than in the precise weights</a:t>
            </a:r>
            <a:r>
              <a:rPr lang="en-US" sz="1600" dirty="0"/>
              <a:t>. </a:t>
            </a:r>
            <a:r>
              <a:rPr lang="en-US" sz="1600" dirty="0">
                <a:solidFill>
                  <a:srgbClr val="7030A0"/>
                </a:solidFill>
              </a:rPr>
              <a:t>Inclusion of distant peers does not lead to an improvement that would merit their inclusion.</a:t>
            </a:r>
          </a:p>
          <a:p>
            <a:r>
              <a:rPr lang="en-US" sz="1400" dirty="0"/>
              <a:t>The baseline models indicate a significant peer role in leverage decisions with an initial effect on the order of 0.20 that is slightly magnified as the firm and peer network re-equilibrate.</a:t>
            </a:r>
            <a:endParaRPr lang="en-US" sz="14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843C69-5135-E4CA-B3A5-1E8C610925D2}"/>
                  </a:ext>
                </a:extLst>
              </p14:cNvPr>
              <p14:cNvContentPartPr/>
              <p14:nvPr/>
            </p14:nvContentPartPr>
            <p14:xfrm>
              <a:off x="7052613" y="3572693"/>
              <a:ext cx="1397520" cy="36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843C69-5135-E4CA-B3A5-1E8C610925D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34613" y="3536693"/>
                <a:ext cx="1433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65E37F-554A-B33A-931C-D7E964C110D0}"/>
                  </a:ext>
                </a:extLst>
              </p14:cNvPr>
              <p14:cNvContentPartPr/>
              <p14:nvPr/>
            </p14:nvContentPartPr>
            <p14:xfrm>
              <a:off x="7035693" y="3217373"/>
              <a:ext cx="1489680" cy="1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65E37F-554A-B33A-931C-D7E964C110D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17693" y="3181373"/>
                <a:ext cx="15253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3B5FF5-C36F-02EB-A457-92C78C2D27FF}"/>
                  </a:ext>
                </a:extLst>
              </p14:cNvPr>
              <p14:cNvContentPartPr/>
              <p14:nvPr/>
            </p14:nvContentPartPr>
            <p14:xfrm>
              <a:off x="8771253" y="3185693"/>
              <a:ext cx="1337400" cy="48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3B5FF5-C36F-02EB-A457-92C78C2D27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53253" y="3150053"/>
                <a:ext cx="13730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C84180C-C12E-7748-FF11-B6EBB9807271}"/>
                  </a:ext>
                </a:extLst>
              </p14:cNvPr>
              <p14:cNvContentPartPr/>
              <p14:nvPr/>
            </p14:nvContentPartPr>
            <p14:xfrm>
              <a:off x="8805093" y="2717693"/>
              <a:ext cx="1222560" cy="25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C84180C-C12E-7748-FF11-B6EBB980727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87453" y="2681693"/>
                <a:ext cx="12582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621FCBE-11AC-D82E-814C-CF3C78346404}"/>
                  </a:ext>
                </a:extLst>
              </p14:cNvPr>
              <p14:cNvContentPartPr/>
              <p14:nvPr/>
            </p14:nvContentPartPr>
            <p14:xfrm>
              <a:off x="10523733" y="2751533"/>
              <a:ext cx="1121760" cy="511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621FCBE-11AC-D82E-814C-CF3C7834640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06093" y="2715893"/>
                <a:ext cx="11574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8681E9C-2968-36C7-987B-5402848EF5DF}"/>
                  </a:ext>
                </a:extLst>
              </p14:cNvPr>
              <p14:cNvContentPartPr/>
              <p14:nvPr/>
            </p14:nvContentPartPr>
            <p14:xfrm>
              <a:off x="10523733" y="3245453"/>
              <a:ext cx="1345320" cy="23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8681E9C-2968-36C7-987B-5402848EF5D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06093" y="3209813"/>
                <a:ext cx="1380960" cy="9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074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59267"/>
            <a:ext cx="9112793" cy="379711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Measurement error in the peer network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846BE2-49F3-3973-6D6C-9C091719F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778"/>
            <a:ext cx="12192000" cy="49809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169A99-D432-95AE-B784-63A121C61528}"/>
                  </a:ext>
                </a:extLst>
              </p14:cNvPr>
              <p14:cNvContentPartPr/>
              <p14:nvPr/>
            </p14:nvContentPartPr>
            <p14:xfrm>
              <a:off x="6358533" y="2623733"/>
              <a:ext cx="628920" cy="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169A99-D432-95AE-B784-63A121C615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0533" y="2587733"/>
                <a:ext cx="6645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004FBC-FD14-EF4C-7198-34EF32F52FF9}"/>
                  </a:ext>
                </a:extLst>
              </p14:cNvPr>
              <p14:cNvContentPartPr/>
              <p14:nvPr/>
            </p14:nvContentPartPr>
            <p14:xfrm>
              <a:off x="7941453" y="2607533"/>
              <a:ext cx="38988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004FBC-FD14-EF4C-7198-34EF32F52F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3813" y="2571893"/>
                <a:ext cx="425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904E9E-729E-8AAE-8C77-F244FFBF243F}"/>
                  </a:ext>
                </a:extLst>
              </p14:cNvPr>
              <p14:cNvContentPartPr/>
              <p14:nvPr/>
            </p14:nvContentPartPr>
            <p14:xfrm>
              <a:off x="6298773" y="3098573"/>
              <a:ext cx="6523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904E9E-729E-8AAE-8C77-F244FFBF24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1133" y="3062573"/>
                <a:ext cx="687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F37634-8FB7-478A-9B53-5A65366AAA0A}"/>
                  </a:ext>
                </a:extLst>
              </p14:cNvPr>
              <p14:cNvContentPartPr/>
              <p14:nvPr/>
            </p14:nvContentPartPr>
            <p14:xfrm>
              <a:off x="7839933" y="3022253"/>
              <a:ext cx="747000" cy="6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F37634-8FB7-478A-9B53-5A65366AAA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22293" y="2986613"/>
                <a:ext cx="7826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4A49F9-8E74-955F-C4BA-169A2FEFCAF8}"/>
                  </a:ext>
                </a:extLst>
              </p14:cNvPr>
              <p14:cNvContentPartPr/>
              <p14:nvPr/>
            </p14:nvContentPartPr>
            <p14:xfrm>
              <a:off x="7899333" y="3098213"/>
              <a:ext cx="501840" cy="4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4A49F9-8E74-955F-C4BA-169A2FEFCA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881333" y="3062573"/>
                <a:ext cx="5374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F1AD9AC-9C3B-B41A-6B80-6DCE437C8A60}"/>
                  </a:ext>
                </a:extLst>
              </p14:cNvPr>
              <p14:cNvContentPartPr/>
              <p14:nvPr/>
            </p14:nvContentPartPr>
            <p14:xfrm>
              <a:off x="10413933" y="2650013"/>
              <a:ext cx="453600" cy="15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F1AD9AC-9C3B-B41A-6B80-6DCE437C8A6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395933" y="2614013"/>
                <a:ext cx="4892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4B41353-D9E5-3202-54AD-A0B4A42F8A98}"/>
                  </a:ext>
                </a:extLst>
              </p14:cNvPr>
              <p14:cNvContentPartPr/>
              <p14:nvPr/>
            </p14:nvContentPartPr>
            <p14:xfrm>
              <a:off x="11514453" y="2624453"/>
              <a:ext cx="3225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4B41353-D9E5-3202-54AD-A0B4A42F8A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96813" y="2588813"/>
                <a:ext cx="3582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8BF824C-A881-823B-ACCF-ADD5D88ED575}"/>
              </a:ext>
            </a:extLst>
          </p:cNvPr>
          <p:cNvSpPr txBox="1"/>
          <p:nvPr/>
        </p:nvSpPr>
        <p:spPr>
          <a:xfrm>
            <a:off x="93133" y="5343755"/>
            <a:ext cx="1149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25%/75% level : significant downward bias; </a:t>
            </a:r>
            <a:r>
              <a:rPr lang="fr-FR" dirty="0"/>
              <a:t>a 10%/90% noise ratio: </a:t>
            </a:r>
            <a:r>
              <a:rPr lang="en-US" dirty="0"/>
              <a:t>the coefficient approaches to 0</a:t>
            </a:r>
          </a:p>
        </p:txBody>
      </p:sp>
    </p:spTree>
    <p:extLst>
      <p:ext uri="{BB962C8B-B14F-4D97-AF65-F5344CB8AC3E}">
        <p14:creationId xmlns:p14="http://schemas.microsoft.com/office/powerpoint/2010/main" val="2294614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6" y="59267"/>
            <a:ext cx="9076267" cy="575733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Table 6 &amp; 7 Takeaway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A169A99-D432-95AE-B784-63A121C61528}"/>
                  </a:ext>
                </a:extLst>
              </p14:cNvPr>
              <p14:cNvContentPartPr/>
              <p14:nvPr/>
            </p14:nvContentPartPr>
            <p14:xfrm>
              <a:off x="6358533" y="2623733"/>
              <a:ext cx="628920" cy="9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A169A99-D432-95AE-B784-63A121C615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40533" y="2589066"/>
                <a:ext cx="664560" cy="78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004FBC-FD14-EF4C-7198-34EF32F52FF9}"/>
                  </a:ext>
                </a:extLst>
              </p14:cNvPr>
              <p14:cNvContentPartPr/>
              <p14:nvPr/>
            </p14:nvContentPartPr>
            <p14:xfrm>
              <a:off x="7941453" y="2607533"/>
              <a:ext cx="38988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004FBC-FD14-EF4C-7198-34EF32F52FF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23436" y="2571533"/>
                <a:ext cx="425553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904E9E-729E-8AAE-8C77-F244FFBF243F}"/>
                  </a:ext>
                </a:extLst>
              </p14:cNvPr>
              <p14:cNvContentPartPr/>
              <p14:nvPr/>
            </p14:nvContentPartPr>
            <p14:xfrm>
              <a:off x="6298773" y="3098573"/>
              <a:ext cx="65232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904E9E-729E-8AAE-8C77-F244FFBF24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0773" y="3062573"/>
                <a:ext cx="687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F37634-8FB7-478A-9B53-5A65366AAA0A}"/>
                  </a:ext>
                </a:extLst>
              </p14:cNvPr>
              <p14:cNvContentPartPr/>
              <p14:nvPr/>
            </p14:nvContentPartPr>
            <p14:xfrm>
              <a:off x="7839933" y="3022253"/>
              <a:ext cx="747000" cy="6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F37634-8FB7-478A-9B53-5A65366AAA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21924" y="2986253"/>
                <a:ext cx="782657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4A49F9-8E74-955F-C4BA-169A2FEFCAF8}"/>
                  </a:ext>
                </a:extLst>
              </p14:cNvPr>
              <p14:cNvContentPartPr/>
              <p14:nvPr/>
            </p14:nvContentPartPr>
            <p14:xfrm>
              <a:off x="7899333" y="3098213"/>
              <a:ext cx="501840" cy="4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4A49F9-8E74-955F-C4BA-169A2FEFCA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81333" y="3062213"/>
                <a:ext cx="537480" cy="1159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88F0B60-ED13-D781-AF47-6018AADD784C}"/>
              </a:ext>
            </a:extLst>
          </p:cNvPr>
          <p:cNvSpPr txBox="1"/>
          <p:nvPr/>
        </p:nvSpPr>
        <p:spPr>
          <a:xfrm>
            <a:off x="76200" y="635000"/>
            <a:ext cx="112775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magnitudes of estimated peer-effect coefficients using the framework are not highly sensitive to a reasonable degree of noise in the matrix characterizing peer interactions. </a:t>
            </a:r>
          </a:p>
          <a:p>
            <a:endParaRPr lang="en-US" dirty="0"/>
          </a:p>
          <a:p>
            <a:r>
              <a:rPr lang="en-US" dirty="0"/>
              <a:t>There is a significant difference between using SIC codes and product similarity scores as the starting point for characterizing peer interactions. The latter choice will generally lead to more economically informative estimates.</a:t>
            </a:r>
          </a:p>
        </p:txBody>
      </p:sp>
    </p:spTree>
    <p:extLst>
      <p:ext uri="{BB962C8B-B14F-4D97-AF65-F5344CB8AC3E}">
        <p14:creationId xmlns:p14="http://schemas.microsoft.com/office/powerpoint/2010/main" val="155970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59" y="173650"/>
            <a:ext cx="11080207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Variation across subsamples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D0BD6DC-0EB6-A312-2593-82D9AB492182}"/>
                  </a:ext>
                </a:extLst>
              </p14:cNvPr>
              <p14:cNvContentPartPr/>
              <p14:nvPr/>
            </p14:nvContentPartPr>
            <p14:xfrm>
              <a:off x="2540013" y="2023827"/>
              <a:ext cx="316800" cy="16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D0BD6DC-0EB6-A312-2593-82D9AB4921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2013" y="1987827"/>
                <a:ext cx="3524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697F1BC-5F94-E2F4-62DF-50224D0B9F16}"/>
                  </a:ext>
                </a:extLst>
              </p14:cNvPr>
              <p14:cNvContentPartPr/>
              <p14:nvPr/>
            </p14:nvContentPartPr>
            <p14:xfrm>
              <a:off x="3984333" y="2412267"/>
              <a:ext cx="503280" cy="138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697F1BC-5F94-E2F4-62DF-50224D0B9F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6333" y="2376627"/>
                <a:ext cx="5389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EBF5DF-5D56-3410-FB17-DB06D7DCCBAE}"/>
                  </a:ext>
                </a:extLst>
              </p14:cNvPr>
              <p14:cNvContentPartPr/>
              <p14:nvPr/>
            </p14:nvContentPartPr>
            <p14:xfrm>
              <a:off x="3987573" y="2395707"/>
              <a:ext cx="1908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EBF5DF-5D56-3410-FB17-DB06D7DCCBA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69573" y="2360067"/>
                <a:ext cx="54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CFB8A7A-8699-A7EF-DA42-055FB35BAD93}"/>
                  </a:ext>
                </a:extLst>
              </p14:cNvPr>
              <p14:cNvContentPartPr/>
              <p14:nvPr/>
            </p14:nvContentPartPr>
            <p14:xfrm>
              <a:off x="2590773" y="1980987"/>
              <a:ext cx="352440" cy="3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CFB8A7A-8699-A7EF-DA42-055FB35BAD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72773" y="1945347"/>
                <a:ext cx="388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87EE32-19F5-76F4-C9FA-3309CEB6C865}"/>
                  </a:ext>
                </a:extLst>
              </p14:cNvPr>
              <p14:cNvContentPartPr/>
              <p14:nvPr/>
            </p14:nvContentPartPr>
            <p14:xfrm>
              <a:off x="2632893" y="2074227"/>
              <a:ext cx="319320" cy="1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87EE32-19F5-76F4-C9FA-3309CEB6C8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15253" y="2038587"/>
                <a:ext cx="3549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3F4F76D-45A6-D651-831F-A7CEF5FE8456}"/>
                  </a:ext>
                </a:extLst>
              </p14:cNvPr>
              <p14:cNvContentPartPr/>
              <p14:nvPr/>
            </p14:nvContentPartPr>
            <p14:xfrm>
              <a:off x="2870133" y="2008347"/>
              <a:ext cx="118800" cy="7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3F4F76D-45A6-D651-831F-A7CEF5FE845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52133" y="1972347"/>
                <a:ext cx="1544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250D794-0814-7FBF-74AF-18CED6DA9326}"/>
                  </a:ext>
                </a:extLst>
              </p14:cNvPr>
              <p14:cNvContentPartPr/>
              <p14:nvPr/>
            </p14:nvContentPartPr>
            <p14:xfrm>
              <a:off x="2590773" y="1938507"/>
              <a:ext cx="366840" cy="156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250D794-0814-7FBF-74AF-18CED6DA93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72773" y="1902867"/>
                <a:ext cx="4024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4781F7D-8962-5CF2-56BE-79E27A4189CB}"/>
                  </a:ext>
                </a:extLst>
              </p14:cNvPr>
              <p14:cNvContentPartPr/>
              <p14:nvPr/>
            </p14:nvContentPartPr>
            <p14:xfrm>
              <a:off x="2534973" y="2023467"/>
              <a:ext cx="439920" cy="129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4781F7D-8962-5CF2-56BE-79E27A4189C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16973" y="1987467"/>
                <a:ext cx="47556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19CAEDC-BE3A-1EA9-3CF7-CA2DA611C6C4}"/>
                  </a:ext>
                </a:extLst>
              </p14:cNvPr>
              <p14:cNvContentPartPr/>
              <p14:nvPr/>
            </p14:nvContentPartPr>
            <p14:xfrm>
              <a:off x="6561573" y="3521787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19CAEDC-BE3A-1EA9-3CF7-CA2DA611C6C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43933" y="3486147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A31A044-F0AD-8CBA-871D-421538C47DAF}"/>
                  </a:ext>
                </a:extLst>
              </p14:cNvPr>
              <p14:cNvContentPartPr/>
              <p14:nvPr/>
            </p14:nvContentPartPr>
            <p14:xfrm>
              <a:off x="6862893" y="3919947"/>
              <a:ext cx="360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A31A044-F0AD-8CBA-871D-421538C47D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45253" y="3884307"/>
                <a:ext cx="39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40F95A6-A781-1D47-F92B-877DB2C25E26}"/>
                  </a:ext>
                </a:extLst>
              </p14:cNvPr>
              <p14:cNvContentPartPr/>
              <p14:nvPr/>
            </p14:nvContentPartPr>
            <p14:xfrm>
              <a:off x="1845573" y="4605387"/>
              <a:ext cx="253800" cy="3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40F95A6-A781-1D47-F92B-877DB2C25E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7573" y="4569747"/>
                <a:ext cx="2894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79DA023-AFBE-1480-DBE6-B6A9154964EC}"/>
                  </a:ext>
                </a:extLst>
              </p14:cNvPr>
              <p14:cNvContentPartPr/>
              <p14:nvPr/>
            </p14:nvContentPartPr>
            <p14:xfrm>
              <a:off x="1803093" y="4715907"/>
              <a:ext cx="32148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79DA023-AFBE-1480-DBE6-B6A9154964E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85453" y="4679907"/>
                <a:ext cx="357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70363CF-2D70-7E43-94EE-FE60D28C6D3A}"/>
                  </a:ext>
                </a:extLst>
              </p14:cNvPr>
              <p14:cNvContentPartPr/>
              <p14:nvPr/>
            </p14:nvContentPartPr>
            <p14:xfrm>
              <a:off x="1811373" y="4605027"/>
              <a:ext cx="278280" cy="18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70363CF-2D70-7E43-94EE-FE60D28C6D3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93733" y="4569387"/>
                <a:ext cx="31392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AB063DB-2DEC-D888-74C9-3B103D0850AD}"/>
                  </a:ext>
                </a:extLst>
              </p14:cNvPr>
              <p14:cNvContentPartPr/>
              <p14:nvPr/>
            </p14:nvContentPartPr>
            <p14:xfrm>
              <a:off x="1794813" y="4680987"/>
              <a:ext cx="306720" cy="133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AB063DB-2DEC-D888-74C9-3B103D0850A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77173" y="4645347"/>
                <a:ext cx="3423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F21E49-9525-EC39-F31F-B228F81CB019}"/>
                  </a:ext>
                </a:extLst>
              </p14:cNvPr>
              <p14:cNvContentPartPr/>
              <p14:nvPr/>
            </p14:nvContentPartPr>
            <p14:xfrm>
              <a:off x="3360813" y="4647867"/>
              <a:ext cx="31032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F21E49-9525-EC39-F31F-B228F81CB01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43173" y="4612227"/>
                <a:ext cx="345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D191216-8BC8-60AC-E9E2-99CF26CD7BBD}"/>
                  </a:ext>
                </a:extLst>
              </p14:cNvPr>
              <p14:cNvContentPartPr/>
              <p14:nvPr/>
            </p14:nvContentPartPr>
            <p14:xfrm>
              <a:off x="3403653" y="4715907"/>
              <a:ext cx="33804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D191216-8BC8-60AC-E9E2-99CF26CD7BB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85653" y="4679907"/>
                <a:ext cx="373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873B8FD-ED58-D289-240B-63B1E50A2C6C}"/>
                  </a:ext>
                </a:extLst>
              </p14:cNvPr>
              <p14:cNvContentPartPr/>
              <p14:nvPr/>
            </p14:nvContentPartPr>
            <p14:xfrm>
              <a:off x="3404373" y="4605747"/>
              <a:ext cx="348120" cy="106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873B8FD-ED58-D289-240B-63B1E50A2C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86373" y="4569747"/>
                <a:ext cx="3837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E38292F-CDB1-C6F7-A89D-7AB0FBED2B63}"/>
                  </a:ext>
                </a:extLst>
              </p14:cNvPr>
              <p14:cNvContentPartPr/>
              <p14:nvPr/>
            </p14:nvContentPartPr>
            <p14:xfrm>
              <a:off x="2599053" y="5113707"/>
              <a:ext cx="30132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E38292F-CDB1-C6F7-A89D-7AB0FBED2B6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81413" y="5077707"/>
                <a:ext cx="336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A5FF29-3413-0985-29A8-DB143993460F}"/>
                  </a:ext>
                </a:extLst>
              </p14:cNvPr>
              <p14:cNvContentPartPr/>
              <p14:nvPr/>
            </p14:nvContentPartPr>
            <p14:xfrm>
              <a:off x="2585013" y="5070867"/>
              <a:ext cx="329400" cy="121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A5FF29-3413-0985-29A8-DB143993460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67013" y="5035227"/>
                <a:ext cx="36504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DF85504-FBB7-4A1D-D28B-78D63A661D02}"/>
                  </a:ext>
                </a:extLst>
              </p14:cNvPr>
              <p14:cNvContentPartPr/>
              <p14:nvPr/>
            </p14:nvContentPartPr>
            <p14:xfrm>
              <a:off x="7916253" y="4385787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DF85504-FBB7-4A1D-D28B-78D63A661D0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98253" y="4349787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F801FC-0D25-8038-310D-42657119C976}"/>
              </a:ext>
            </a:extLst>
          </p:cNvPr>
          <p:cNvSpPr txBox="1"/>
          <p:nvPr/>
        </p:nvSpPr>
        <p:spPr>
          <a:xfrm>
            <a:off x="85027" y="571046"/>
            <a:ext cx="11836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 8 Peer-effect coefficient estimates by subsample. </a:t>
            </a:r>
            <a:r>
              <a:rPr lang="en-US" dirty="0"/>
              <a:t>This table presents sub- sample estimates of the peer-effect coefficients ρ from the parsimonious SAR models of Table 2 in which corporate leverage levels are a function of peer leverage and an exogenous explanatory variable.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BC9EB9-3826-366A-74CC-2D847E1840D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1494376"/>
            <a:ext cx="4706867" cy="61358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935D55-B5B4-4748-1CE9-D7C9270453C6}"/>
              </a:ext>
            </a:extLst>
          </p:cNvPr>
          <p:cNvSpPr txBox="1"/>
          <p:nvPr/>
        </p:nvSpPr>
        <p:spPr>
          <a:xfrm>
            <a:off x="4748987" y="1494377"/>
            <a:ext cx="7265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some modest but no compelling differences in peer-effect coefficients ρ estimated for more versus less concentrated industries, or in a more versus less fluid product- market environment, or public versus private firms. </a:t>
            </a:r>
          </a:p>
          <a:p>
            <a:endParaRPr lang="en-US" dirty="0"/>
          </a:p>
          <a:p>
            <a:r>
              <a:rPr lang="en-US" dirty="0"/>
              <a:t>Estimated peer- effect coefficients in the market (book) leverage models are approximately 25% (100%) larger for with above median leverage compared to firms in below median industries. </a:t>
            </a:r>
          </a:p>
          <a:p>
            <a:endParaRPr lang="en-US" dirty="0"/>
          </a:p>
          <a:p>
            <a:r>
              <a:rPr lang="en-US" dirty="0"/>
              <a:t>Panel E: small firms do not treat leverage as a strategic choice variable in the context of product-market interactions. Excluding small caps, the magnitude of estimated peer effects rises by a modest amount</a:t>
            </a:r>
          </a:p>
        </p:txBody>
      </p:sp>
    </p:spTree>
    <p:extLst>
      <p:ext uri="{BB962C8B-B14F-4D97-AF65-F5344CB8AC3E}">
        <p14:creationId xmlns:p14="http://schemas.microsoft.com/office/powerpoint/2010/main" val="1157710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77799" y="173650"/>
            <a:ext cx="12022666" cy="397396"/>
          </a:xfr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Peer effects in other finance contexts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FC228DE-190A-325D-997B-FCB49740AD6B}"/>
                  </a:ext>
                </a:extLst>
              </p14:cNvPr>
              <p14:cNvContentPartPr/>
              <p14:nvPr/>
            </p14:nvContentPartPr>
            <p14:xfrm>
              <a:off x="4715853" y="4564853"/>
              <a:ext cx="221760" cy="1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FC228DE-190A-325D-997B-FCB49740AD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98213" y="4529213"/>
                <a:ext cx="257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905FED-8F47-8CC6-AF76-8F587A3A6844}"/>
                  </a:ext>
                </a:extLst>
              </p14:cNvPr>
              <p14:cNvContentPartPr/>
              <p14:nvPr/>
            </p14:nvContentPartPr>
            <p14:xfrm>
              <a:off x="4690293" y="4638653"/>
              <a:ext cx="324000" cy="60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905FED-8F47-8CC6-AF76-8F587A3A68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2293" y="4603013"/>
                <a:ext cx="3596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7FC799-E6B0-E417-6B1A-1C00952F5B3D}"/>
                  </a:ext>
                </a:extLst>
              </p14:cNvPr>
              <p14:cNvContentPartPr/>
              <p14:nvPr/>
            </p14:nvContentPartPr>
            <p14:xfrm>
              <a:off x="9685653" y="456341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7FC799-E6B0-E417-6B1A-1C00952F5B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68013" y="4527773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EA11726-43B2-830F-5A27-D2D11E536817}"/>
                  </a:ext>
                </a:extLst>
              </p14:cNvPr>
              <p14:cNvContentPartPr/>
              <p14:nvPr/>
            </p14:nvContentPartPr>
            <p14:xfrm>
              <a:off x="12293493" y="3987773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EA11726-43B2-830F-5A27-D2D11E5368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275493" y="3951773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D5CB629-F7D4-9623-226C-1D2466702D67}"/>
                  </a:ext>
                </a:extLst>
              </p14:cNvPr>
              <p14:cNvContentPartPr/>
              <p14:nvPr/>
            </p14:nvContentPartPr>
            <p14:xfrm>
              <a:off x="1540653" y="4928813"/>
              <a:ext cx="1018800" cy="212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D5CB629-F7D4-9623-226C-1D2466702D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23013" y="4892813"/>
                <a:ext cx="10544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C110276-DC65-5994-BC88-15A4A53A6712}"/>
                  </a:ext>
                </a:extLst>
              </p14:cNvPr>
              <p14:cNvContentPartPr/>
              <p14:nvPr/>
            </p14:nvContentPartPr>
            <p14:xfrm>
              <a:off x="5494893" y="4960133"/>
              <a:ext cx="1134360" cy="35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C110276-DC65-5994-BC88-15A4A53A671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76893" y="4924493"/>
                <a:ext cx="11700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E110730-3735-3391-92D4-3BE82C93A9DF}"/>
                  </a:ext>
                </a:extLst>
              </p14:cNvPr>
              <p14:cNvContentPartPr/>
              <p14:nvPr/>
            </p14:nvContentPartPr>
            <p14:xfrm>
              <a:off x="5477613" y="4993973"/>
              <a:ext cx="988560" cy="3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E110730-3735-3391-92D4-3BE82C93A9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59973" y="4957973"/>
                <a:ext cx="10242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597027-1489-6DB4-20F6-9E30D8E00B25}"/>
                  </a:ext>
                </a:extLst>
              </p14:cNvPr>
              <p14:cNvContentPartPr/>
              <p14:nvPr/>
            </p14:nvContentPartPr>
            <p14:xfrm>
              <a:off x="6417573" y="5003693"/>
              <a:ext cx="18648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597027-1489-6DB4-20F6-9E30D8E00B2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99933" y="4968053"/>
                <a:ext cx="222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ABCB267-F1E8-2D39-F7C8-8A53E10CF701}"/>
                  </a:ext>
                </a:extLst>
              </p14:cNvPr>
              <p14:cNvContentPartPr/>
              <p14:nvPr/>
            </p14:nvContentPartPr>
            <p14:xfrm>
              <a:off x="5477613" y="5063093"/>
              <a:ext cx="310320" cy="68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ABCB267-F1E8-2D39-F7C8-8A53E10CF70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59973" y="5027093"/>
                <a:ext cx="3459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3701FFC-0DDC-251F-0D97-858F4D51A0B4}"/>
                  </a:ext>
                </a:extLst>
              </p14:cNvPr>
              <p14:cNvContentPartPr/>
              <p14:nvPr/>
            </p14:nvContentPartPr>
            <p14:xfrm>
              <a:off x="5545653" y="5062013"/>
              <a:ext cx="999720" cy="52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3701FFC-0DDC-251F-0D97-858F4D51A0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27653" y="5026013"/>
                <a:ext cx="10353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1C03FF6-029A-907A-F4CE-0C4DFB987B3E}"/>
                  </a:ext>
                </a:extLst>
              </p14:cNvPr>
              <p14:cNvContentPartPr/>
              <p14:nvPr/>
            </p14:nvContentPartPr>
            <p14:xfrm>
              <a:off x="5748693" y="5046173"/>
              <a:ext cx="325440" cy="18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1C03FF6-029A-907A-F4CE-0C4DFB987B3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31053" y="5010173"/>
                <a:ext cx="3610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41790D4-2BB4-EBC7-DAA5-8E1959360552}"/>
                  </a:ext>
                </a:extLst>
              </p14:cNvPr>
              <p14:cNvContentPartPr/>
              <p14:nvPr/>
            </p14:nvContentPartPr>
            <p14:xfrm>
              <a:off x="5825013" y="5112413"/>
              <a:ext cx="688680" cy="10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41790D4-2BB4-EBC7-DAA5-8E195936055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07013" y="5076773"/>
                <a:ext cx="72432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98EDCB3-913D-7E03-E569-5BA35EFC96B5}"/>
                  </a:ext>
                </a:extLst>
              </p14:cNvPr>
              <p14:cNvContentPartPr/>
              <p14:nvPr/>
            </p14:nvContentPartPr>
            <p14:xfrm>
              <a:off x="5553933" y="5062373"/>
              <a:ext cx="110520" cy="180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98EDCB3-913D-7E03-E569-5BA35EFC96B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536293" y="5026373"/>
                <a:ext cx="1461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853363-87F7-8B16-2877-ED132BE1611F}"/>
                  </a:ext>
                </a:extLst>
              </p14:cNvPr>
              <p14:cNvContentPartPr/>
              <p14:nvPr/>
            </p14:nvContentPartPr>
            <p14:xfrm>
              <a:off x="4687413" y="4548653"/>
              <a:ext cx="375480" cy="179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853363-87F7-8B16-2877-ED132BE1611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69413" y="4513013"/>
                <a:ext cx="411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8EF06AA-83CA-C02C-D24D-A8DC50CC02D4}"/>
                  </a:ext>
                </a:extLst>
              </p14:cNvPr>
              <p14:cNvContentPartPr/>
              <p14:nvPr/>
            </p14:nvContentPartPr>
            <p14:xfrm>
              <a:off x="1624893" y="4973813"/>
              <a:ext cx="576720" cy="99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8EF06AA-83CA-C02C-D24D-A8DC50CC02D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06893" y="4937813"/>
                <a:ext cx="61236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58B3252-C919-FEF3-126C-DD60D0804A76}"/>
                  </a:ext>
                </a:extLst>
              </p14:cNvPr>
              <p14:cNvContentPartPr/>
              <p14:nvPr/>
            </p14:nvContentPartPr>
            <p14:xfrm>
              <a:off x="2210253" y="4968053"/>
              <a:ext cx="370440" cy="896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58B3252-C919-FEF3-126C-DD60D0804A7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92613" y="4932413"/>
                <a:ext cx="406080" cy="1612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2F0BB8E-98FB-70F5-8F5F-16F0AA114AE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5353" y="500115"/>
            <a:ext cx="6281760" cy="64451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3686C91-085B-4D30-66C3-FCC12E1530FC}"/>
              </a:ext>
            </a:extLst>
          </p:cNvPr>
          <p:cNvSpPr txBox="1"/>
          <p:nvPr/>
        </p:nvSpPr>
        <p:spPr>
          <a:xfrm>
            <a:off x="6417573" y="1049868"/>
            <a:ext cx="5749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of the estimated ρ coefficients are positive, substantial in magnitude, and highly significant.</a:t>
            </a:r>
          </a:p>
        </p:txBody>
      </p:sp>
    </p:spTree>
    <p:extLst>
      <p:ext uri="{BB962C8B-B14F-4D97-AF65-F5344CB8AC3E}">
        <p14:creationId xmlns:p14="http://schemas.microsoft.com/office/powerpoint/2010/main" val="2065244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397B05-2868-01CF-5915-644A9A5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762"/>
            <a:ext cx="9144000" cy="50833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28C6-6D41-BE5B-CC0A-8492B54C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685800"/>
            <a:ext cx="11652381" cy="4753947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There’re strong positive peer effects in capital structure decisions. The initial sensitivity of a firm’s leverage choice to a similarity-weighted measure of peer average leverage is on the order of 0.20</a:t>
            </a:r>
            <a:r>
              <a:rPr lang="en-US"/>
              <a:t>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The detected behavior reflects strategic considerations, and variation in the magnitude of estimated peer effects across different product-market environments.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There are significant peer effects for several other important firm policies. Peer effects must be accounted for to uncover an accurate picture of firm financial behavior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54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49F419D-A800-E75F-4E48-4FB3E8C5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34051"/>
            <a:ext cx="12192000" cy="11239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21D306-94C6-13E1-545F-46C526B99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35065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5788</TotalTime>
  <Words>1372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Calisto MT</vt:lpstr>
      <vt:lpstr>Open Sans</vt:lpstr>
      <vt:lpstr>Wingdings 2</vt:lpstr>
      <vt:lpstr>Slate</vt:lpstr>
      <vt:lpstr>Network effects in corporate financial policies</vt:lpstr>
      <vt:lpstr>Research Question:</vt:lpstr>
      <vt:lpstr>Prior Literature</vt:lpstr>
      <vt:lpstr>Data</vt:lpstr>
      <vt:lpstr>Sample Summary Statistics</vt:lpstr>
      <vt:lpstr>Exploiting industry network structure</vt:lpstr>
      <vt:lpstr>Identification of peer effects </vt:lpstr>
      <vt:lpstr>Applying spatial econometrics techniques </vt:lpstr>
      <vt:lpstr>Initial evidence on peer effects </vt:lpstr>
      <vt:lpstr>Robustness of initial evidence </vt:lpstr>
      <vt:lpstr>Robustness of initial evidence </vt:lpstr>
      <vt:lpstr>Comparison to evidence from alternative estimation approaches</vt:lpstr>
      <vt:lpstr>Comparison to evidence from alternative estimation approaches</vt:lpstr>
      <vt:lpstr>Evidence on the role of the peer-network characterization</vt:lpstr>
      <vt:lpstr>Measurement error in the peer network </vt:lpstr>
      <vt:lpstr>Table 6 &amp; 7 Takeaway</vt:lpstr>
      <vt:lpstr>Variation across subsamples </vt:lpstr>
      <vt:lpstr>Peer effects in other finance contexts 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Primary Hypotheses</dc:title>
  <dc:creator>Yan Li</dc:creator>
  <cp:lastModifiedBy>Yan Li</cp:lastModifiedBy>
  <cp:revision>303</cp:revision>
  <dcterms:created xsi:type="dcterms:W3CDTF">2024-01-18T13:26:59Z</dcterms:created>
  <dcterms:modified xsi:type="dcterms:W3CDTF">2024-09-30T17:33:19Z</dcterms:modified>
</cp:coreProperties>
</file>