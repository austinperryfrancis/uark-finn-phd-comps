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notesSlides/notesSlide6.xml" ContentType="application/vnd.openxmlformats-officedocument.presentationml.notesSlide+xml"/>
  <Override PartName="/ppt/ink/ink56.xml" ContentType="application/inkml+xml"/>
  <Override PartName="/ppt/ink/ink57.xml" ContentType="application/inkml+xml"/>
  <Override PartName="/ppt/ink/ink58.xml" ContentType="application/inkml+xml"/>
  <Override PartName="/ppt/ink/ink59.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notesSlides/notesSlide11.xml" ContentType="application/vnd.openxmlformats-officedocument.presentationml.notesSlide+xml"/>
  <Override PartName="/ppt/ink/ink66.xml" ContentType="application/inkml+xml"/>
  <Override PartName="/ppt/ink/ink67.xml" ContentType="application/inkml+xml"/>
  <Override PartName="/ppt/ink/ink68.xml" ContentType="application/inkml+xml"/>
  <Override PartName="/ppt/ink/ink69.xml" ContentType="application/inkml+xml"/>
  <Override PartName="/ppt/notesSlides/notesSlide12.xml" ContentType="application/vnd.openxmlformats-officedocument.presentationml.notesSlide+xml"/>
  <Override PartName="/ppt/ink/ink70.xml" ContentType="application/inkml+xml"/>
  <Override PartName="/ppt/ink/ink71.xml" ContentType="application/inkml+xml"/>
  <Override PartName="/ppt/ink/ink72.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73.xml" ContentType="application/inkml+xml"/>
  <Override PartName="/ppt/ink/ink74.xml" ContentType="application/inkml+xml"/>
  <Override PartName="/ppt/ink/ink75.xml" ContentType="application/inkml+xml"/>
  <Override PartName="/ppt/ink/ink76.xml" ContentType="application/inkml+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3"/>
  </p:notesMasterIdLst>
  <p:sldIdLst>
    <p:sldId id="291" r:id="rId2"/>
    <p:sldId id="292" r:id="rId3"/>
    <p:sldId id="295" r:id="rId4"/>
    <p:sldId id="319" r:id="rId5"/>
    <p:sldId id="321" r:id="rId6"/>
    <p:sldId id="342" r:id="rId7"/>
    <p:sldId id="344" r:id="rId8"/>
    <p:sldId id="346" r:id="rId9"/>
    <p:sldId id="347" r:id="rId10"/>
    <p:sldId id="348" r:id="rId11"/>
    <p:sldId id="349" r:id="rId12"/>
    <p:sldId id="357" r:id="rId13"/>
    <p:sldId id="350" r:id="rId14"/>
    <p:sldId id="351" r:id="rId15"/>
    <p:sldId id="352" r:id="rId16"/>
    <p:sldId id="353" r:id="rId17"/>
    <p:sldId id="354" r:id="rId18"/>
    <p:sldId id="355" r:id="rId19"/>
    <p:sldId id="356" r:id="rId20"/>
    <p:sldId id="293" r:id="rId21"/>
    <p:sldId id="29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295"/>
            <p14:sldId id="319"/>
            <p14:sldId id="321"/>
            <p14:sldId id="342"/>
            <p14:sldId id="344"/>
            <p14:sldId id="346"/>
            <p14:sldId id="347"/>
            <p14:sldId id="348"/>
            <p14:sldId id="349"/>
            <p14:sldId id="357"/>
            <p14:sldId id="350"/>
            <p14:sldId id="351"/>
            <p14:sldId id="352"/>
            <p14:sldId id="353"/>
            <p14:sldId id="354"/>
            <p14:sldId id="355"/>
            <p14:sldId id="356"/>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E2F155-1101-4902-976B-AD814EDA6EB0}" v="15" dt="2024-11-21T17:42:28.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92" autoAdjust="0"/>
    <p:restoredTop sz="84988" autoAdjust="0"/>
  </p:normalViewPr>
  <p:slideViewPr>
    <p:cSldViewPr snapToGrid="0">
      <p:cViewPr varScale="1">
        <p:scale>
          <a:sx n="94" d="100"/>
          <a:sy n="94" d="100"/>
        </p:scale>
        <p:origin x="12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8c31b902-5b3a-4bc1-a03f-ce296c1668b4" providerId="ADAL" clId="{8DBCA75A-D556-49E8-B6F6-1D78308D8DED}"/>
    <pc:docChg chg="undo custSel addSld delSld modSld modSection">
      <pc:chgData name="Yan Li" userId="8c31b902-5b3a-4bc1-a03f-ce296c1668b4" providerId="ADAL" clId="{8DBCA75A-D556-49E8-B6F6-1D78308D8DED}" dt="2024-11-01T10:58:02.553" v="1178" actId="2696"/>
      <pc:docMkLst>
        <pc:docMk/>
      </pc:docMkLst>
      <pc:sldChg chg="modSp mod">
        <pc:chgData name="Yan Li" userId="8c31b902-5b3a-4bc1-a03f-ce296c1668b4" providerId="ADAL" clId="{8DBCA75A-D556-49E8-B6F6-1D78308D8DED}" dt="2024-10-30T13:16:38.761" v="101" actId="27636"/>
        <pc:sldMkLst>
          <pc:docMk/>
          <pc:sldMk cId="811220229" sldId="291"/>
        </pc:sldMkLst>
        <pc:spChg chg="mod">
          <ac:chgData name="Yan Li" userId="8c31b902-5b3a-4bc1-a03f-ce296c1668b4" providerId="ADAL" clId="{8DBCA75A-D556-49E8-B6F6-1D78308D8DED}" dt="2024-10-30T13:15:03.825" v="83" actId="20577"/>
          <ac:spMkLst>
            <pc:docMk/>
            <pc:sldMk cId="811220229" sldId="291"/>
            <ac:spMk id="2" creationId="{A0B2FD85-87AA-4580-1FB4-0EBB0A967AA9}"/>
          </ac:spMkLst>
        </pc:spChg>
        <pc:spChg chg="mod">
          <ac:chgData name="Yan Li" userId="8c31b902-5b3a-4bc1-a03f-ce296c1668b4" providerId="ADAL" clId="{8DBCA75A-D556-49E8-B6F6-1D78308D8DED}" dt="2024-10-30T13:16:38.761" v="101" actId="27636"/>
          <ac:spMkLst>
            <pc:docMk/>
            <pc:sldMk cId="811220229" sldId="291"/>
            <ac:spMk id="3" creationId="{829828C6-6D41-BE5B-CC0A-8492B54C3375}"/>
          </ac:spMkLst>
        </pc:spChg>
      </pc:sldChg>
      <pc:sldChg chg="modSp mod">
        <pc:chgData name="Yan Li" userId="8c31b902-5b3a-4bc1-a03f-ce296c1668b4" providerId="ADAL" clId="{8DBCA75A-D556-49E8-B6F6-1D78308D8DED}" dt="2024-10-30T13:19:15.923" v="116" actId="20577"/>
        <pc:sldMkLst>
          <pc:docMk/>
          <pc:sldMk cId="2783577023" sldId="292"/>
        </pc:sldMkLst>
        <pc:spChg chg="mod">
          <ac:chgData name="Yan Li" userId="8c31b902-5b3a-4bc1-a03f-ce296c1668b4" providerId="ADAL" clId="{8DBCA75A-D556-49E8-B6F6-1D78308D8DED}" dt="2024-10-30T13:19:15.923" v="116" actId="20577"/>
          <ac:spMkLst>
            <pc:docMk/>
            <pc:sldMk cId="2783577023" sldId="292"/>
            <ac:spMk id="3" creationId="{829828C6-6D41-BE5B-CC0A-8492B54C3375}"/>
          </ac:spMkLst>
        </pc:spChg>
      </pc:sldChg>
      <pc:sldChg chg="modSp mod">
        <pc:chgData name="Yan Li" userId="8c31b902-5b3a-4bc1-a03f-ce296c1668b4" providerId="ADAL" clId="{8DBCA75A-D556-49E8-B6F6-1D78308D8DED}" dt="2024-10-30T13:20:58.175" v="123" actId="20577"/>
        <pc:sldMkLst>
          <pc:docMk/>
          <pc:sldMk cId="1794454954" sldId="293"/>
        </pc:sldMkLst>
        <pc:spChg chg="mod">
          <ac:chgData name="Yan Li" userId="8c31b902-5b3a-4bc1-a03f-ce296c1668b4" providerId="ADAL" clId="{8DBCA75A-D556-49E8-B6F6-1D78308D8DED}" dt="2024-10-30T13:20:58.175" v="123" actId="20577"/>
          <ac:spMkLst>
            <pc:docMk/>
            <pc:sldMk cId="1794454954" sldId="293"/>
            <ac:spMk id="3" creationId="{829828C6-6D41-BE5B-CC0A-8492B54C3375}"/>
          </ac:spMkLst>
        </pc:spChg>
      </pc:sldChg>
      <pc:sldChg chg="modSp mod">
        <pc:chgData name="Yan Li" userId="8c31b902-5b3a-4bc1-a03f-ce296c1668b4" providerId="ADAL" clId="{8DBCA75A-D556-49E8-B6F6-1D78308D8DED}" dt="2024-11-01T10:45:19.940" v="1131" actId="20577"/>
        <pc:sldMkLst>
          <pc:docMk/>
          <pc:sldMk cId="3269129918" sldId="295"/>
        </pc:sldMkLst>
        <pc:spChg chg="mod">
          <ac:chgData name="Yan Li" userId="8c31b902-5b3a-4bc1-a03f-ce296c1668b4" providerId="ADAL" clId="{8DBCA75A-D556-49E8-B6F6-1D78308D8DED}" dt="2024-11-01T10:45:19.940" v="1131" actId="20577"/>
          <ac:spMkLst>
            <pc:docMk/>
            <pc:sldMk cId="3269129918" sldId="295"/>
            <ac:spMk id="3" creationId="{829828C6-6D41-BE5B-CC0A-8492B54C3375}"/>
          </ac:spMkLst>
        </pc:spChg>
        <pc:spChg chg="mod">
          <ac:chgData name="Yan Li" userId="8c31b902-5b3a-4bc1-a03f-ce296c1668b4" providerId="ADAL" clId="{8DBCA75A-D556-49E8-B6F6-1D78308D8DED}" dt="2024-11-01T10:41:21.967" v="1084" actId="27636"/>
          <ac:spMkLst>
            <pc:docMk/>
            <pc:sldMk cId="3269129918" sldId="295"/>
            <ac:spMk id="5" creationId="{87397B05-2868-01CF-5915-644A9A5CFD2E}"/>
          </ac:spMkLst>
        </pc:spChg>
      </pc:sldChg>
      <pc:sldChg chg="del">
        <pc:chgData name="Yan Li" userId="8c31b902-5b3a-4bc1-a03f-ce296c1668b4" providerId="ADAL" clId="{8DBCA75A-D556-49E8-B6F6-1D78308D8DED}" dt="2024-10-30T14:08:59.670" v="631" actId="2696"/>
        <pc:sldMkLst>
          <pc:docMk/>
          <pc:sldMk cId="1996953553" sldId="296"/>
        </pc:sldMkLst>
      </pc:sldChg>
      <pc:sldChg chg="del">
        <pc:chgData name="Yan Li" userId="8c31b902-5b3a-4bc1-a03f-ce296c1668b4" providerId="ADAL" clId="{8DBCA75A-D556-49E8-B6F6-1D78308D8DED}" dt="2024-10-30T14:08:59.670" v="631" actId="2696"/>
        <pc:sldMkLst>
          <pc:docMk/>
          <pc:sldMk cId="1126493822" sldId="297"/>
        </pc:sldMkLst>
      </pc:sldChg>
      <pc:sldChg chg="del">
        <pc:chgData name="Yan Li" userId="8c31b902-5b3a-4bc1-a03f-ce296c1668b4" providerId="ADAL" clId="{8DBCA75A-D556-49E8-B6F6-1D78308D8DED}" dt="2024-10-30T14:08:59.670" v="631" actId="2696"/>
        <pc:sldMkLst>
          <pc:docMk/>
          <pc:sldMk cId="786866253" sldId="298"/>
        </pc:sldMkLst>
      </pc:sldChg>
      <pc:sldChg chg="del">
        <pc:chgData name="Yan Li" userId="8c31b902-5b3a-4bc1-a03f-ce296c1668b4" providerId="ADAL" clId="{8DBCA75A-D556-49E8-B6F6-1D78308D8DED}" dt="2024-10-30T14:08:59.670" v="631" actId="2696"/>
        <pc:sldMkLst>
          <pc:docMk/>
          <pc:sldMk cId="3130871541" sldId="299"/>
        </pc:sldMkLst>
      </pc:sldChg>
      <pc:sldChg chg="modSp mod">
        <pc:chgData name="Yan Li" userId="8c31b902-5b3a-4bc1-a03f-ce296c1668b4" providerId="ADAL" clId="{8DBCA75A-D556-49E8-B6F6-1D78308D8DED}" dt="2024-11-01T10:49:17.633" v="1149" actId="255"/>
        <pc:sldMkLst>
          <pc:docMk/>
          <pc:sldMk cId="696899848" sldId="300"/>
        </pc:sldMkLst>
        <pc:spChg chg="mod">
          <ac:chgData name="Yan Li" userId="8c31b902-5b3a-4bc1-a03f-ce296c1668b4" providerId="ADAL" clId="{8DBCA75A-D556-49E8-B6F6-1D78308D8DED}" dt="2024-11-01T10:49:17.633" v="1149" actId="255"/>
          <ac:spMkLst>
            <pc:docMk/>
            <pc:sldMk cId="696899848" sldId="300"/>
            <ac:spMk id="3" creationId="{829828C6-6D41-BE5B-CC0A-8492B54C3375}"/>
          </ac:spMkLst>
        </pc:spChg>
        <pc:spChg chg="mod">
          <ac:chgData name="Yan Li" userId="8c31b902-5b3a-4bc1-a03f-ce296c1668b4" providerId="ADAL" clId="{8DBCA75A-D556-49E8-B6F6-1D78308D8DED}" dt="2024-11-01T10:46:16.804" v="1145" actId="20577"/>
          <ac:spMkLst>
            <pc:docMk/>
            <pc:sldMk cId="696899848" sldId="300"/>
            <ac:spMk id="5" creationId="{87397B05-2868-01CF-5915-644A9A5CFD2E}"/>
          </ac:spMkLst>
        </pc:spChg>
      </pc:sldChg>
      <pc:sldChg chg="del">
        <pc:chgData name="Yan Li" userId="8c31b902-5b3a-4bc1-a03f-ce296c1668b4" providerId="ADAL" clId="{8DBCA75A-D556-49E8-B6F6-1D78308D8DED}" dt="2024-10-30T14:08:59.670" v="631" actId="2696"/>
        <pc:sldMkLst>
          <pc:docMk/>
          <pc:sldMk cId="803970066" sldId="301"/>
        </pc:sldMkLst>
      </pc:sldChg>
      <pc:sldChg chg="del">
        <pc:chgData name="Yan Li" userId="8c31b902-5b3a-4bc1-a03f-ce296c1668b4" providerId="ADAL" clId="{8DBCA75A-D556-49E8-B6F6-1D78308D8DED}" dt="2024-10-30T14:08:59.670" v="631" actId="2696"/>
        <pc:sldMkLst>
          <pc:docMk/>
          <pc:sldMk cId="1889604675" sldId="302"/>
        </pc:sldMkLst>
      </pc:sldChg>
      <pc:sldChg chg="del">
        <pc:chgData name="Yan Li" userId="8c31b902-5b3a-4bc1-a03f-ce296c1668b4" providerId="ADAL" clId="{8DBCA75A-D556-49E8-B6F6-1D78308D8DED}" dt="2024-10-30T14:08:59.670" v="631" actId="2696"/>
        <pc:sldMkLst>
          <pc:docMk/>
          <pc:sldMk cId="4023181562" sldId="303"/>
        </pc:sldMkLst>
      </pc:sldChg>
      <pc:sldChg chg="del">
        <pc:chgData name="Yan Li" userId="8c31b902-5b3a-4bc1-a03f-ce296c1668b4" providerId="ADAL" clId="{8DBCA75A-D556-49E8-B6F6-1D78308D8DED}" dt="2024-10-30T14:08:59.670" v="631" actId="2696"/>
        <pc:sldMkLst>
          <pc:docMk/>
          <pc:sldMk cId="4209502522" sldId="304"/>
        </pc:sldMkLst>
      </pc:sldChg>
      <pc:sldChg chg="del">
        <pc:chgData name="Yan Li" userId="8c31b902-5b3a-4bc1-a03f-ce296c1668b4" providerId="ADAL" clId="{8DBCA75A-D556-49E8-B6F6-1D78308D8DED}" dt="2024-10-30T14:08:59.670" v="631" actId="2696"/>
        <pc:sldMkLst>
          <pc:docMk/>
          <pc:sldMk cId="1808473525" sldId="305"/>
        </pc:sldMkLst>
      </pc:sldChg>
      <pc:sldChg chg="del">
        <pc:chgData name="Yan Li" userId="8c31b902-5b3a-4bc1-a03f-ce296c1668b4" providerId="ADAL" clId="{8DBCA75A-D556-49E8-B6F6-1D78308D8DED}" dt="2024-10-30T14:08:59.670" v="631" actId="2696"/>
        <pc:sldMkLst>
          <pc:docMk/>
          <pc:sldMk cId="1990799681" sldId="306"/>
        </pc:sldMkLst>
      </pc:sldChg>
      <pc:sldChg chg="del">
        <pc:chgData name="Yan Li" userId="8c31b902-5b3a-4bc1-a03f-ce296c1668b4" providerId="ADAL" clId="{8DBCA75A-D556-49E8-B6F6-1D78308D8DED}" dt="2024-10-30T14:08:59.670" v="631" actId="2696"/>
        <pc:sldMkLst>
          <pc:docMk/>
          <pc:sldMk cId="2007051764" sldId="307"/>
        </pc:sldMkLst>
      </pc:sldChg>
      <pc:sldChg chg="del">
        <pc:chgData name="Yan Li" userId="8c31b902-5b3a-4bc1-a03f-ce296c1668b4" providerId="ADAL" clId="{8DBCA75A-D556-49E8-B6F6-1D78308D8DED}" dt="2024-10-30T14:08:59.670" v="631" actId="2696"/>
        <pc:sldMkLst>
          <pc:docMk/>
          <pc:sldMk cId="1526794193" sldId="308"/>
        </pc:sldMkLst>
      </pc:sldChg>
      <pc:sldChg chg="del">
        <pc:chgData name="Yan Li" userId="8c31b902-5b3a-4bc1-a03f-ce296c1668b4" providerId="ADAL" clId="{8DBCA75A-D556-49E8-B6F6-1D78308D8DED}" dt="2024-10-30T14:08:59.670" v="631" actId="2696"/>
        <pc:sldMkLst>
          <pc:docMk/>
          <pc:sldMk cId="2657599769" sldId="309"/>
        </pc:sldMkLst>
      </pc:sldChg>
      <pc:sldChg chg="del">
        <pc:chgData name="Yan Li" userId="8c31b902-5b3a-4bc1-a03f-ce296c1668b4" providerId="ADAL" clId="{8DBCA75A-D556-49E8-B6F6-1D78308D8DED}" dt="2024-10-30T14:08:59.670" v="631" actId="2696"/>
        <pc:sldMkLst>
          <pc:docMk/>
          <pc:sldMk cId="1402056185" sldId="310"/>
        </pc:sldMkLst>
      </pc:sldChg>
      <pc:sldChg chg="del">
        <pc:chgData name="Yan Li" userId="8c31b902-5b3a-4bc1-a03f-ce296c1668b4" providerId="ADAL" clId="{8DBCA75A-D556-49E8-B6F6-1D78308D8DED}" dt="2024-10-30T14:08:59.670" v="631" actId="2696"/>
        <pc:sldMkLst>
          <pc:docMk/>
          <pc:sldMk cId="3731821078" sldId="311"/>
        </pc:sldMkLst>
      </pc:sldChg>
      <pc:sldChg chg="del">
        <pc:chgData name="Yan Li" userId="8c31b902-5b3a-4bc1-a03f-ce296c1668b4" providerId="ADAL" clId="{8DBCA75A-D556-49E8-B6F6-1D78308D8DED}" dt="2024-10-30T14:08:59.670" v="631" actId="2696"/>
        <pc:sldMkLst>
          <pc:docMk/>
          <pc:sldMk cId="1548950697" sldId="312"/>
        </pc:sldMkLst>
      </pc:sldChg>
      <pc:sldChg chg="del">
        <pc:chgData name="Yan Li" userId="8c31b902-5b3a-4bc1-a03f-ce296c1668b4" providerId="ADAL" clId="{8DBCA75A-D556-49E8-B6F6-1D78308D8DED}" dt="2024-10-30T14:08:59.670" v="631" actId="2696"/>
        <pc:sldMkLst>
          <pc:docMk/>
          <pc:sldMk cId="2076971930" sldId="313"/>
        </pc:sldMkLst>
      </pc:sldChg>
      <pc:sldChg chg="del">
        <pc:chgData name="Yan Li" userId="8c31b902-5b3a-4bc1-a03f-ce296c1668b4" providerId="ADAL" clId="{8DBCA75A-D556-49E8-B6F6-1D78308D8DED}" dt="2024-10-30T14:08:59.670" v="631" actId="2696"/>
        <pc:sldMkLst>
          <pc:docMk/>
          <pc:sldMk cId="2509449045" sldId="314"/>
        </pc:sldMkLst>
      </pc:sldChg>
      <pc:sldChg chg="del">
        <pc:chgData name="Yan Li" userId="8c31b902-5b3a-4bc1-a03f-ce296c1668b4" providerId="ADAL" clId="{8DBCA75A-D556-49E8-B6F6-1D78308D8DED}" dt="2024-10-30T14:08:59.670" v="631" actId="2696"/>
        <pc:sldMkLst>
          <pc:docMk/>
          <pc:sldMk cId="982341569" sldId="315"/>
        </pc:sldMkLst>
      </pc:sldChg>
      <pc:sldChg chg="del">
        <pc:chgData name="Yan Li" userId="8c31b902-5b3a-4bc1-a03f-ce296c1668b4" providerId="ADAL" clId="{8DBCA75A-D556-49E8-B6F6-1D78308D8DED}" dt="2024-10-30T14:08:59.670" v="631" actId="2696"/>
        <pc:sldMkLst>
          <pc:docMk/>
          <pc:sldMk cId="2842522988" sldId="316"/>
        </pc:sldMkLst>
      </pc:sldChg>
      <pc:sldChg chg="del">
        <pc:chgData name="Yan Li" userId="8c31b902-5b3a-4bc1-a03f-ce296c1668b4" providerId="ADAL" clId="{8DBCA75A-D556-49E8-B6F6-1D78308D8DED}" dt="2024-10-30T14:08:59.670" v="631" actId="2696"/>
        <pc:sldMkLst>
          <pc:docMk/>
          <pc:sldMk cId="14103070" sldId="317"/>
        </pc:sldMkLst>
      </pc:sldChg>
      <pc:sldChg chg="add del">
        <pc:chgData name="Yan Li" userId="8c31b902-5b3a-4bc1-a03f-ce296c1668b4" providerId="ADAL" clId="{8DBCA75A-D556-49E8-B6F6-1D78308D8DED}" dt="2024-10-30T13:27:20.969" v="185" actId="2696"/>
        <pc:sldMkLst>
          <pc:docMk/>
          <pc:sldMk cId="459149584" sldId="318"/>
        </pc:sldMkLst>
      </pc:sldChg>
      <pc:sldChg chg="addSp delSp modSp add mod">
        <pc:chgData name="Yan Li" userId="8c31b902-5b3a-4bc1-a03f-ce296c1668b4" providerId="ADAL" clId="{8DBCA75A-D556-49E8-B6F6-1D78308D8DED}" dt="2024-11-01T10:57:05.378" v="1177" actId="6549"/>
        <pc:sldMkLst>
          <pc:docMk/>
          <pc:sldMk cId="3436863494" sldId="319"/>
        </pc:sldMkLst>
        <pc:spChg chg="del mod">
          <ac:chgData name="Yan Li" userId="8c31b902-5b3a-4bc1-a03f-ce296c1668b4" providerId="ADAL" clId="{8DBCA75A-D556-49E8-B6F6-1D78308D8DED}" dt="2024-11-01T10:50:50.291" v="1153" actId="478"/>
          <ac:spMkLst>
            <pc:docMk/>
            <pc:sldMk cId="3436863494" sldId="319"/>
            <ac:spMk id="3" creationId="{B2C3CF9D-1FBA-3A7C-AA29-D26D7CBA7634}"/>
          </ac:spMkLst>
        </pc:spChg>
        <pc:spChg chg="add mod">
          <ac:chgData name="Yan Li" userId="8c31b902-5b3a-4bc1-a03f-ce296c1668b4" providerId="ADAL" clId="{8DBCA75A-D556-49E8-B6F6-1D78308D8DED}" dt="2024-11-01T10:57:05.378" v="1177" actId="6549"/>
          <ac:spMkLst>
            <pc:docMk/>
            <pc:sldMk cId="3436863494" sldId="319"/>
            <ac:spMk id="4" creationId="{30951C18-5F04-0ADC-AA5B-F9361C27145B}"/>
          </ac:spMkLst>
        </pc:spChg>
        <pc:spChg chg="mod">
          <ac:chgData name="Yan Li" userId="8c31b902-5b3a-4bc1-a03f-ce296c1668b4" providerId="ADAL" clId="{8DBCA75A-D556-49E8-B6F6-1D78308D8DED}" dt="2024-10-30T13:27:03.226" v="182" actId="6549"/>
          <ac:spMkLst>
            <pc:docMk/>
            <pc:sldMk cId="3436863494" sldId="319"/>
            <ac:spMk id="5" creationId="{7149A279-22E5-008F-CE27-2439FEF45226}"/>
          </ac:spMkLst>
        </pc:spChg>
      </pc:sldChg>
      <pc:sldChg chg="add del">
        <pc:chgData name="Yan Li" userId="8c31b902-5b3a-4bc1-a03f-ce296c1668b4" providerId="ADAL" clId="{8DBCA75A-D556-49E8-B6F6-1D78308D8DED}" dt="2024-11-01T10:58:02.553" v="1178" actId="2696"/>
        <pc:sldMkLst>
          <pc:docMk/>
          <pc:sldMk cId="2600452871" sldId="320"/>
        </pc:sldMkLst>
      </pc:sldChg>
      <pc:sldChg chg="modSp add mod">
        <pc:chgData name="Yan Li" userId="8c31b902-5b3a-4bc1-a03f-ce296c1668b4" providerId="ADAL" clId="{8DBCA75A-D556-49E8-B6F6-1D78308D8DED}" dt="2024-10-30T13:28:27.933" v="198" actId="20577"/>
        <pc:sldMkLst>
          <pc:docMk/>
          <pc:sldMk cId="1098509633" sldId="321"/>
        </pc:sldMkLst>
        <pc:spChg chg="mod">
          <ac:chgData name="Yan Li" userId="8c31b902-5b3a-4bc1-a03f-ce296c1668b4" providerId="ADAL" clId="{8DBCA75A-D556-49E8-B6F6-1D78308D8DED}" dt="2024-10-30T13:28:27.933" v="198" actId="20577"/>
          <ac:spMkLst>
            <pc:docMk/>
            <pc:sldMk cId="1098509633" sldId="321"/>
            <ac:spMk id="5" creationId="{832E6F5A-1799-BE8F-02B6-2C8DB4861D8F}"/>
          </ac:spMkLst>
        </pc:spChg>
      </pc:sldChg>
      <pc:sldChg chg="addSp delSp modSp add mod">
        <pc:chgData name="Yan Li" userId="8c31b902-5b3a-4bc1-a03f-ce296c1668b4" providerId="ADAL" clId="{8DBCA75A-D556-49E8-B6F6-1D78308D8DED}" dt="2024-10-30T14:11:58.157" v="662" actId="1076"/>
        <pc:sldMkLst>
          <pc:docMk/>
          <pc:sldMk cId="691252314" sldId="322"/>
        </pc:sldMkLst>
        <pc:spChg chg="del">
          <ac:chgData name="Yan Li" userId="8c31b902-5b3a-4bc1-a03f-ce296c1668b4" providerId="ADAL" clId="{8DBCA75A-D556-49E8-B6F6-1D78308D8DED}" dt="2024-10-30T14:10:12.854" v="634" actId="478"/>
          <ac:spMkLst>
            <pc:docMk/>
            <pc:sldMk cId="691252314" sldId="322"/>
            <ac:spMk id="3" creationId="{78189D62-3390-715F-083A-70354C586945}"/>
          </ac:spMkLst>
        </pc:spChg>
        <pc:spChg chg="mod">
          <ac:chgData name="Yan Li" userId="8c31b902-5b3a-4bc1-a03f-ce296c1668b4" providerId="ADAL" clId="{8DBCA75A-D556-49E8-B6F6-1D78308D8DED}" dt="2024-10-30T14:10:31.855" v="642" actId="14100"/>
          <ac:spMkLst>
            <pc:docMk/>
            <pc:sldMk cId="691252314" sldId="322"/>
            <ac:spMk id="5" creationId="{17D34F25-63A1-609A-94ED-018B50B1A141}"/>
          </ac:spMkLst>
        </pc:spChg>
        <pc:picChg chg="add del mod">
          <ac:chgData name="Yan Li" userId="8c31b902-5b3a-4bc1-a03f-ce296c1668b4" providerId="ADAL" clId="{8DBCA75A-D556-49E8-B6F6-1D78308D8DED}" dt="2024-10-30T14:11:11.771" v="650" actId="478"/>
          <ac:picMkLst>
            <pc:docMk/>
            <pc:sldMk cId="691252314" sldId="322"/>
            <ac:picMk id="4" creationId="{0BFA68A7-583C-ED28-A079-ACCBB8BAB415}"/>
          </ac:picMkLst>
        </pc:picChg>
        <pc:picChg chg="add mod">
          <ac:chgData name="Yan Li" userId="8c31b902-5b3a-4bc1-a03f-ce296c1668b4" providerId="ADAL" clId="{8DBCA75A-D556-49E8-B6F6-1D78308D8DED}" dt="2024-10-30T14:11:51.762" v="659" actId="14100"/>
          <ac:picMkLst>
            <pc:docMk/>
            <pc:sldMk cId="691252314" sldId="322"/>
            <ac:picMk id="7" creationId="{FD710F82-4EDB-8C01-E2F3-469B40675935}"/>
          </ac:picMkLst>
        </pc:picChg>
        <pc:picChg chg="add mod">
          <ac:chgData name="Yan Li" userId="8c31b902-5b3a-4bc1-a03f-ce296c1668b4" providerId="ADAL" clId="{8DBCA75A-D556-49E8-B6F6-1D78308D8DED}" dt="2024-10-30T14:11:58.157" v="662" actId="1076"/>
          <ac:picMkLst>
            <pc:docMk/>
            <pc:sldMk cId="691252314" sldId="322"/>
            <ac:picMk id="9" creationId="{F8E90181-3E16-D2FB-2808-A52BB9142A16}"/>
          </ac:picMkLst>
        </pc:picChg>
      </pc:sldChg>
      <pc:sldChg chg="addSp delSp modSp add mod">
        <pc:chgData name="Yan Li" userId="8c31b902-5b3a-4bc1-a03f-ce296c1668b4" providerId="ADAL" clId="{8DBCA75A-D556-49E8-B6F6-1D78308D8DED}" dt="2024-10-30T14:14:21.901" v="685" actId="1076"/>
        <pc:sldMkLst>
          <pc:docMk/>
          <pc:sldMk cId="1850744412" sldId="323"/>
        </pc:sldMkLst>
        <pc:spChg chg="del">
          <ac:chgData name="Yan Li" userId="8c31b902-5b3a-4bc1-a03f-ce296c1668b4" providerId="ADAL" clId="{8DBCA75A-D556-49E8-B6F6-1D78308D8DED}" dt="2024-10-30T14:14:01.875" v="683" actId="478"/>
          <ac:spMkLst>
            <pc:docMk/>
            <pc:sldMk cId="1850744412" sldId="323"/>
            <ac:spMk id="3" creationId="{7FE7B82C-86FF-F826-F57A-1CC5598628A2}"/>
          </ac:spMkLst>
        </pc:spChg>
        <pc:spChg chg="mod">
          <ac:chgData name="Yan Li" userId="8c31b902-5b3a-4bc1-a03f-ce296c1668b4" providerId="ADAL" clId="{8DBCA75A-D556-49E8-B6F6-1D78308D8DED}" dt="2024-10-30T13:30:42.226" v="437" actId="14100"/>
          <ac:spMkLst>
            <pc:docMk/>
            <pc:sldMk cId="1850744412" sldId="323"/>
            <ac:spMk id="5" creationId="{F84351BB-4725-7CC0-A941-6F20AE532745}"/>
          </ac:spMkLst>
        </pc:spChg>
        <pc:picChg chg="add mod">
          <ac:chgData name="Yan Li" userId="8c31b902-5b3a-4bc1-a03f-ce296c1668b4" providerId="ADAL" clId="{8DBCA75A-D556-49E8-B6F6-1D78308D8DED}" dt="2024-10-30T14:14:21.901" v="685" actId="1076"/>
          <ac:picMkLst>
            <pc:docMk/>
            <pc:sldMk cId="1850744412" sldId="323"/>
            <ac:picMk id="4" creationId="{599E9F33-4DC8-948F-7715-AF7339E7B281}"/>
          </ac:picMkLst>
        </pc:picChg>
      </pc:sldChg>
      <pc:sldChg chg="addSp delSp modSp add mod">
        <pc:chgData name="Yan Li" userId="8c31b902-5b3a-4bc1-a03f-ce296c1668b4" providerId="ADAL" clId="{8DBCA75A-D556-49E8-B6F6-1D78308D8DED}" dt="2024-10-30T14:21:58.967" v="839" actId="20577"/>
        <pc:sldMkLst>
          <pc:docMk/>
          <pc:sldMk cId="741622981" sldId="324"/>
        </pc:sldMkLst>
        <pc:spChg chg="del">
          <ac:chgData name="Yan Li" userId="8c31b902-5b3a-4bc1-a03f-ce296c1668b4" providerId="ADAL" clId="{8DBCA75A-D556-49E8-B6F6-1D78308D8DED}" dt="2024-10-30T14:15:50.095" v="688" actId="478"/>
          <ac:spMkLst>
            <pc:docMk/>
            <pc:sldMk cId="741622981" sldId="324"/>
            <ac:spMk id="3" creationId="{35A1E6DD-F689-8A5F-0F61-3871F7BD83C3}"/>
          </ac:spMkLst>
        </pc:spChg>
        <pc:spChg chg="mod">
          <ac:chgData name="Yan Li" userId="8c31b902-5b3a-4bc1-a03f-ce296c1668b4" providerId="ADAL" clId="{8DBCA75A-D556-49E8-B6F6-1D78308D8DED}" dt="2024-10-30T14:21:58.967" v="839" actId="20577"/>
          <ac:spMkLst>
            <pc:docMk/>
            <pc:sldMk cId="741622981" sldId="324"/>
            <ac:spMk id="5" creationId="{5A175DA7-CF7F-EA4F-5FB9-25D03A4A2AED}"/>
          </ac:spMkLst>
        </pc:spChg>
        <pc:picChg chg="add del mod">
          <ac:chgData name="Yan Li" userId="8c31b902-5b3a-4bc1-a03f-ce296c1668b4" providerId="ADAL" clId="{8DBCA75A-D556-49E8-B6F6-1D78308D8DED}" dt="2024-10-30T14:16:45.128" v="703" actId="478"/>
          <ac:picMkLst>
            <pc:docMk/>
            <pc:sldMk cId="741622981" sldId="324"/>
            <ac:picMk id="4" creationId="{60E21305-7CA5-50F9-95AF-4D2C77C2F43F}"/>
          </ac:picMkLst>
        </pc:picChg>
        <pc:picChg chg="add mod">
          <ac:chgData name="Yan Li" userId="8c31b902-5b3a-4bc1-a03f-ce296c1668b4" providerId="ADAL" clId="{8DBCA75A-D556-49E8-B6F6-1D78308D8DED}" dt="2024-10-30T14:17:10.009" v="717" actId="14100"/>
          <ac:picMkLst>
            <pc:docMk/>
            <pc:sldMk cId="741622981" sldId="324"/>
            <ac:picMk id="7" creationId="{902FCA49-4B96-292D-DBBC-093BBC1D6B4B}"/>
          </ac:picMkLst>
        </pc:picChg>
        <pc:picChg chg="add mod">
          <ac:chgData name="Yan Li" userId="8c31b902-5b3a-4bc1-a03f-ce296c1668b4" providerId="ADAL" clId="{8DBCA75A-D556-49E8-B6F6-1D78308D8DED}" dt="2024-10-30T14:18:51.854" v="736" actId="1076"/>
          <ac:picMkLst>
            <pc:docMk/>
            <pc:sldMk cId="741622981" sldId="324"/>
            <ac:picMk id="9" creationId="{EB60DA3D-E195-6069-6F4A-E452A5C9DAB0}"/>
          </ac:picMkLst>
        </pc:picChg>
        <pc:picChg chg="add mod">
          <ac:chgData name="Yan Li" userId="8c31b902-5b3a-4bc1-a03f-ce296c1668b4" providerId="ADAL" clId="{8DBCA75A-D556-49E8-B6F6-1D78308D8DED}" dt="2024-10-30T14:18:57.728" v="737" actId="14100"/>
          <ac:picMkLst>
            <pc:docMk/>
            <pc:sldMk cId="741622981" sldId="324"/>
            <ac:picMk id="11" creationId="{DD76CD88-2DC4-7DA4-C856-304A19BEB403}"/>
          </ac:picMkLst>
        </pc:picChg>
      </pc:sldChg>
      <pc:sldChg chg="addSp delSp modSp add mod">
        <pc:chgData name="Yan Li" userId="8c31b902-5b3a-4bc1-a03f-ce296c1668b4" providerId="ADAL" clId="{8DBCA75A-D556-49E8-B6F6-1D78308D8DED}" dt="2024-10-30T14:29:35.366" v="914" actId="14100"/>
        <pc:sldMkLst>
          <pc:docMk/>
          <pc:sldMk cId="4079775847" sldId="325"/>
        </pc:sldMkLst>
        <pc:spChg chg="del">
          <ac:chgData name="Yan Li" userId="8c31b902-5b3a-4bc1-a03f-ce296c1668b4" providerId="ADAL" clId="{8DBCA75A-D556-49E8-B6F6-1D78308D8DED}" dt="2024-10-30T14:28:17.629" v="896" actId="478"/>
          <ac:spMkLst>
            <pc:docMk/>
            <pc:sldMk cId="4079775847" sldId="325"/>
            <ac:spMk id="3" creationId="{6A255432-754F-6116-AD12-6ABFC6CC0BCD}"/>
          </ac:spMkLst>
        </pc:spChg>
        <pc:spChg chg="mod">
          <ac:chgData name="Yan Li" userId="8c31b902-5b3a-4bc1-a03f-ce296c1668b4" providerId="ADAL" clId="{8DBCA75A-D556-49E8-B6F6-1D78308D8DED}" dt="2024-10-30T14:28:38.893" v="908" actId="27636"/>
          <ac:spMkLst>
            <pc:docMk/>
            <pc:sldMk cId="4079775847" sldId="325"/>
            <ac:spMk id="5" creationId="{41028FB1-5FB7-11D5-B2CB-332095D08F74}"/>
          </ac:spMkLst>
        </pc:spChg>
        <pc:picChg chg="add mod">
          <ac:chgData name="Yan Li" userId="8c31b902-5b3a-4bc1-a03f-ce296c1668b4" providerId="ADAL" clId="{8DBCA75A-D556-49E8-B6F6-1D78308D8DED}" dt="2024-10-30T14:28:42.299" v="909" actId="1076"/>
          <ac:picMkLst>
            <pc:docMk/>
            <pc:sldMk cId="4079775847" sldId="325"/>
            <ac:picMk id="4" creationId="{618CCFF3-D596-5DF7-D9B9-D1E75D944500}"/>
          </ac:picMkLst>
        </pc:picChg>
        <pc:picChg chg="add mod">
          <ac:chgData name="Yan Li" userId="8c31b902-5b3a-4bc1-a03f-ce296c1668b4" providerId="ADAL" clId="{8DBCA75A-D556-49E8-B6F6-1D78308D8DED}" dt="2024-10-30T14:29:06.797" v="911" actId="1076"/>
          <ac:picMkLst>
            <pc:docMk/>
            <pc:sldMk cId="4079775847" sldId="325"/>
            <ac:picMk id="7" creationId="{A443D574-9512-3831-25F4-7973FC250F4B}"/>
          </ac:picMkLst>
        </pc:picChg>
        <pc:picChg chg="add mod">
          <ac:chgData name="Yan Li" userId="8c31b902-5b3a-4bc1-a03f-ce296c1668b4" providerId="ADAL" clId="{8DBCA75A-D556-49E8-B6F6-1D78308D8DED}" dt="2024-10-30T14:29:35.366" v="914" actId="14100"/>
          <ac:picMkLst>
            <pc:docMk/>
            <pc:sldMk cId="4079775847" sldId="325"/>
            <ac:picMk id="9" creationId="{E941FAAD-7BC7-9E22-B5FE-8AB5DF3EB3F8}"/>
          </ac:picMkLst>
        </pc:picChg>
      </pc:sldChg>
      <pc:sldChg chg="addSp delSp modSp add mod">
        <pc:chgData name="Yan Li" userId="8c31b902-5b3a-4bc1-a03f-ce296c1668b4" providerId="ADAL" clId="{8DBCA75A-D556-49E8-B6F6-1D78308D8DED}" dt="2024-10-30T14:30:38.659" v="923" actId="1076"/>
        <pc:sldMkLst>
          <pc:docMk/>
          <pc:sldMk cId="615808774" sldId="326"/>
        </pc:sldMkLst>
        <pc:spChg chg="del">
          <ac:chgData name="Yan Li" userId="8c31b902-5b3a-4bc1-a03f-ce296c1668b4" providerId="ADAL" clId="{8DBCA75A-D556-49E8-B6F6-1D78308D8DED}" dt="2024-10-30T14:29:53.442" v="915" actId="478"/>
          <ac:spMkLst>
            <pc:docMk/>
            <pc:sldMk cId="615808774" sldId="326"/>
            <ac:spMk id="3" creationId="{4B9679A5-429B-FA8D-45E4-B31EB6FA9C95}"/>
          </ac:spMkLst>
        </pc:spChg>
        <pc:spChg chg="mod">
          <ac:chgData name="Yan Li" userId="8c31b902-5b3a-4bc1-a03f-ce296c1668b4" providerId="ADAL" clId="{8DBCA75A-D556-49E8-B6F6-1D78308D8DED}" dt="2024-10-30T14:07:57.202" v="569" actId="20577"/>
          <ac:spMkLst>
            <pc:docMk/>
            <pc:sldMk cId="615808774" sldId="326"/>
            <ac:spMk id="5" creationId="{FE27BB53-9C4C-5923-DA40-0905DE472C7F}"/>
          </ac:spMkLst>
        </pc:spChg>
        <pc:picChg chg="add mod">
          <ac:chgData name="Yan Li" userId="8c31b902-5b3a-4bc1-a03f-ce296c1668b4" providerId="ADAL" clId="{8DBCA75A-D556-49E8-B6F6-1D78308D8DED}" dt="2024-10-30T14:30:35.032" v="922" actId="1076"/>
          <ac:picMkLst>
            <pc:docMk/>
            <pc:sldMk cId="615808774" sldId="326"/>
            <ac:picMk id="4" creationId="{ED39844F-BAA2-C4B0-7AB5-26CF0FF0CA8A}"/>
          </ac:picMkLst>
        </pc:picChg>
        <pc:picChg chg="add mod">
          <ac:chgData name="Yan Li" userId="8c31b902-5b3a-4bc1-a03f-ce296c1668b4" providerId="ADAL" clId="{8DBCA75A-D556-49E8-B6F6-1D78308D8DED}" dt="2024-10-30T14:30:38.659" v="923" actId="1076"/>
          <ac:picMkLst>
            <pc:docMk/>
            <pc:sldMk cId="615808774" sldId="326"/>
            <ac:picMk id="7" creationId="{68E894D1-8CE8-9422-515C-0E43DC97FBF9}"/>
          </ac:picMkLst>
        </pc:picChg>
      </pc:sldChg>
      <pc:sldChg chg="modSp add mod">
        <pc:chgData name="Yan Li" userId="8c31b902-5b3a-4bc1-a03f-ce296c1668b4" providerId="ADAL" clId="{8DBCA75A-D556-49E8-B6F6-1D78308D8DED}" dt="2024-10-30T14:08:45.139" v="630" actId="20577"/>
        <pc:sldMkLst>
          <pc:docMk/>
          <pc:sldMk cId="996495019" sldId="327"/>
        </pc:sldMkLst>
        <pc:spChg chg="mod">
          <ac:chgData name="Yan Li" userId="8c31b902-5b3a-4bc1-a03f-ce296c1668b4" providerId="ADAL" clId="{8DBCA75A-D556-49E8-B6F6-1D78308D8DED}" dt="2024-10-30T14:08:45.139" v="630" actId="20577"/>
          <ac:spMkLst>
            <pc:docMk/>
            <pc:sldMk cId="996495019" sldId="327"/>
            <ac:spMk id="5" creationId="{7AA31E11-CE22-408E-B794-B8CA79D96705}"/>
          </ac:spMkLst>
        </pc:spChg>
      </pc:sldChg>
      <pc:sldChg chg="addSp delSp modSp add mod">
        <pc:chgData name="Yan Li" userId="8c31b902-5b3a-4bc1-a03f-ce296c1668b4" providerId="ADAL" clId="{8DBCA75A-D556-49E8-B6F6-1D78308D8DED}" dt="2024-10-30T14:12:39.137" v="671" actId="1076"/>
        <pc:sldMkLst>
          <pc:docMk/>
          <pc:sldMk cId="1882390377" sldId="328"/>
        </pc:sldMkLst>
        <pc:picChg chg="add mod">
          <ac:chgData name="Yan Li" userId="8c31b902-5b3a-4bc1-a03f-ce296c1668b4" providerId="ADAL" clId="{8DBCA75A-D556-49E8-B6F6-1D78308D8DED}" dt="2024-10-30T14:12:39.137" v="671" actId="1076"/>
          <ac:picMkLst>
            <pc:docMk/>
            <pc:sldMk cId="1882390377" sldId="328"/>
            <ac:picMk id="3" creationId="{70BA18CD-E3EB-A128-5E96-F2481ABB5245}"/>
          </ac:picMkLst>
        </pc:picChg>
        <pc:picChg chg="del">
          <ac:chgData name="Yan Li" userId="8c31b902-5b3a-4bc1-a03f-ce296c1668b4" providerId="ADAL" clId="{8DBCA75A-D556-49E8-B6F6-1D78308D8DED}" dt="2024-10-30T14:12:28.939" v="664" actId="478"/>
          <ac:picMkLst>
            <pc:docMk/>
            <pc:sldMk cId="1882390377" sldId="328"/>
            <ac:picMk id="7" creationId="{CFA89BDD-60BB-3BE6-E0EA-FB7A1841FFB9}"/>
          </ac:picMkLst>
        </pc:picChg>
        <pc:picChg chg="del">
          <ac:chgData name="Yan Li" userId="8c31b902-5b3a-4bc1-a03f-ce296c1668b4" providerId="ADAL" clId="{8DBCA75A-D556-49E8-B6F6-1D78308D8DED}" dt="2024-10-30T14:12:30.556" v="665" actId="478"/>
          <ac:picMkLst>
            <pc:docMk/>
            <pc:sldMk cId="1882390377" sldId="328"/>
            <ac:picMk id="9" creationId="{EDBC4036-3DA7-1B6A-B51B-5E44745707B8}"/>
          </ac:picMkLst>
        </pc:picChg>
      </pc:sldChg>
      <pc:sldChg chg="addSp delSp modSp add mod">
        <pc:chgData name="Yan Li" userId="8c31b902-5b3a-4bc1-a03f-ce296c1668b4" providerId="ADAL" clId="{8DBCA75A-D556-49E8-B6F6-1D78308D8DED}" dt="2024-10-30T14:13:19.022" v="681" actId="1076"/>
        <pc:sldMkLst>
          <pc:docMk/>
          <pc:sldMk cId="387663868" sldId="329"/>
        </pc:sldMkLst>
        <pc:picChg chg="del">
          <ac:chgData name="Yan Li" userId="8c31b902-5b3a-4bc1-a03f-ce296c1668b4" providerId="ADAL" clId="{8DBCA75A-D556-49E8-B6F6-1D78308D8DED}" dt="2024-10-30T14:12:54.026" v="673" actId="478"/>
          <ac:picMkLst>
            <pc:docMk/>
            <pc:sldMk cId="387663868" sldId="329"/>
            <ac:picMk id="3" creationId="{67AEFEC0-34EB-1D29-6498-4A9737839972}"/>
          </ac:picMkLst>
        </pc:picChg>
        <pc:picChg chg="add mod">
          <ac:chgData name="Yan Li" userId="8c31b902-5b3a-4bc1-a03f-ce296c1668b4" providerId="ADAL" clId="{8DBCA75A-D556-49E8-B6F6-1D78308D8DED}" dt="2024-10-30T14:13:19.022" v="681" actId="1076"/>
          <ac:picMkLst>
            <pc:docMk/>
            <pc:sldMk cId="387663868" sldId="329"/>
            <ac:picMk id="4" creationId="{26E9B427-52D8-8E77-65BA-1B2D0D275594}"/>
          </ac:picMkLst>
        </pc:picChg>
      </pc:sldChg>
      <pc:sldChg chg="addSp delSp modSp add mod">
        <pc:chgData name="Yan Li" userId="8c31b902-5b3a-4bc1-a03f-ce296c1668b4" providerId="ADAL" clId="{8DBCA75A-D556-49E8-B6F6-1D78308D8DED}" dt="2024-10-30T14:21:45.649" v="802" actId="20577"/>
        <pc:sldMkLst>
          <pc:docMk/>
          <pc:sldMk cId="2816459871" sldId="330"/>
        </pc:sldMkLst>
        <pc:spChg chg="mod">
          <ac:chgData name="Yan Li" userId="8c31b902-5b3a-4bc1-a03f-ce296c1668b4" providerId="ADAL" clId="{8DBCA75A-D556-49E8-B6F6-1D78308D8DED}" dt="2024-10-30T14:21:45.649" v="802" actId="20577"/>
          <ac:spMkLst>
            <pc:docMk/>
            <pc:sldMk cId="2816459871" sldId="330"/>
            <ac:spMk id="5" creationId="{97275393-441C-07DB-C737-879A30B19216}"/>
          </ac:spMkLst>
        </pc:spChg>
        <pc:picChg chg="add mod">
          <ac:chgData name="Yan Li" userId="8c31b902-5b3a-4bc1-a03f-ce296c1668b4" providerId="ADAL" clId="{8DBCA75A-D556-49E8-B6F6-1D78308D8DED}" dt="2024-10-30T14:20:01.621" v="754" actId="1076"/>
          <ac:picMkLst>
            <pc:docMk/>
            <pc:sldMk cId="2816459871" sldId="330"/>
            <ac:picMk id="3" creationId="{B9E8EFB8-110B-32ED-8ABD-3D6C4CB69A1E}"/>
          </ac:picMkLst>
        </pc:picChg>
        <pc:picChg chg="add mod">
          <ac:chgData name="Yan Li" userId="8c31b902-5b3a-4bc1-a03f-ce296c1668b4" providerId="ADAL" clId="{8DBCA75A-D556-49E8-B6F6-1D78308D8DED}" dt="2024-10-30T14:20:24.048" v="757" actId="14100"/>
          <ac:picMkLst>
            <pc:docMk/>
            <pc:sldMk cId="2816459871" sldId="330"/>
            <ac:picMk id="6" creationId="{FE52A18D-3779-966D-57C6-0F49AA5AF074}"/>
          </ac:picMkLst>
        </pc:picChg>
        <pc:picChg chg="del">
          <ac:chgData name="Yan Li" userId="8c31b902-5b3a-4bc1-a03f-ce296c1668b4" providerId="ADAL" clId="{8DBCA75A-D556-49E8-B6F6-1D78308D8DED}" dt="2024-10-30T14:19:31.915" v="739" actId="478"/>
          <ac:picMkLst>
            <pc:docMk/>
            <pc:sldMk cId="2816459871" sldId="330"/>
            <ac:picMk id="7" creationId="{39A74BD7-CDE5-26E1-222E-BC7187CE14B0}"/>
          </ac:picMkLst>
        </pc:picChg>
        <pc:picChg chg="del">
          <ac:chgData name="Yan Li" userId="8c31b902-5b3a-4bc1-a03f-ce296c1668b4" providerId="ADAL" clId="{8DBCA75A-D556-49E8-B6F6-1D78308D8DED}" dt="2024-10-30T14:19:43.731" v="746" actId="478"/>
          <ac:picMkLst>
            <pc:docMk/>
            <pc:sldMk cId="2816459871" sldId="330"/>
            <ac:picMk id="9" creationId="{520C881D-CA0B-D552-A83E-2102C4B8EBC2}"/>
          </ac:picMkLst>
        </pc:picChg>
        <pc:picChg chg="add mod">
          <ac:chgData name="Yan Li" userId="8c31b902-5b3a-4bc1-a03f-ce296c1668b4" providerId="ADAL" clId="{8DBCA75A-D556-49E8-B6F6-1D78308D8DED}" dt="2024-10-30T14:20:55.922" v="763" actId="1076"/>
          <ac:picMkLst>
            <pc:docMk/>
            <pc:sldMk cId="2816459871" sldId="330"/>
            <ac:picMk id="10" creationId="{3ED043DF-A7E4-FB5B-5666-DCA5DB222198}"/>
          </ac:picMkLst>
        </pc:picChg>
        <pc:picChg chg="del">
          <ac:chgData name="Yan Li" userId="8c31b902-5b3a-4bc1-a03f-ce296c1668b4" providerId="ADAL" clId="{8DBCA75A-D556-49E8-B6F6-1D78308D8DED}" dt="2024-10-30T14:19:45.465" v="747" actId="478"/>
          <ac:picMkLst>
            <pc:docMk/>
            <pc:sldMk cId="2816459871" sldId="330"/>
            <ac:picMk id="11" creationId="{ECA2B079-2C44-ABA7-98AD-71C3C0B1EC5B}"/>
          </ac:picMkLst>
        </pc:picChg>
      </pc:sldChg>
      <pc:sldChg chg="addSp delSp modSp add mod">
        <pc:chgData name="Yan Li" userId="8c31b902-5b3a-4bc1-a03f-ce296c1668b4" providerId="ADAL" clId="{8DBCA75A-D556-49E8-B6F6-1D78308D8DED}" dt="2024-10-30T14:22:53.775" v="856" actId="1076"/>
        <pc:sldMkLst>
          <pc:docMk/>
          <pc:sldMk cId="3731506154" sldId="331"/>
        </pc:sldMkLst>
        <pc:spChg chg="mod">
          <ac:chgData name="Yan Li" userId="8c31b902-5b3a-4bc1-a03f-ce296c1668b4" providerId="ADAL" clId="{8DBCA75A-D556-49E8-B6F6-1D78308D8DED}" dt="2024-10-30T14:22:34.751" v="851" actId="20577"/>
          <ac:spMkLst>
            <pc:docMk/>
            <pc:sldMk cId="3731506154" sldId="331"/>
            <ac:spMk id="5" creationId="{D307BDB9-0A95-94F5-77BF-BB537CF7CAC6}"/>
          </ac:spMkLst>
        </pc:spChg>
        <pc:picChg chg="del">
          <ac:chgData name="Yan Li" userId="8c31b902-5b3a-4bc1-a03f-ce296c1668b4" providerId="ADAL" clId="{8DBCA75A-D556-49E8-B6F6-1D78308D8DED}" dt="2024-10-30T14:22:36.835" v="852" actId="478"/>
          <ac:picMkLst>
            <pc:docMk/>
            <pc:sldMk cId="3731506154" sldId="331"/>
            <ac:picMk id="3" creationId="{5C55D4C3-96AE-1411-F0EE-BF8F4EEB4469}"/>
          </ac:picMkLst>
        </pc:picChg>
        <pc:picChg chg="add mod">
          <ac:chgData name="Yan Li" userId="8c31b902-5b3a-4bc1-a03f-ce296c1668b4" providerId="ADAL" clId="{8DBCA75A-D556-49E8-B6F6-1D78308D8DED}" dt="2024-10-30T14:22:53.775" v="856" actId="1076"/>
          <ac:picMkLst>
            <pc:docMk/>
            <pc:sldMk cId="3731506154" sldId="331"/>
            <ac:picMk id="4" creationId="{4275D7CE-0422-9586-17A4-E935D71C09B4}"/>
          </ac:picMkLst>
        </pc:picChg>
        <pc:picChg chg="del">
          <ac:chgData name="Yan Li" userId="8c31b902-5b3a-4bc1-a03f-ce296c1668b4" providerId="ADAL" clId="{8DBCA75A-D556-49E8-B6F6-1D78308D8DED}" dt="2024-10-30T14:22:38.318" v="853" actId="478"/>
          <ac:picMkLst>
            <pc:docMk/>
            <pc:sldMk cId="3731506154" sldId="331"/>
            <ac:picMk id="6" creationId="{5B096502-7AE4-C452-BF95-FF2394D23CFF}"/>
          </ac:picMkLst>
        </pc:picChg>
        <pc:picChg chg="del">
          <ac:chgData name="Yan Li" userId="8c31b902-5b3a-4bc1-a03f-ce296c1668b4" providerId="ADAL" clId="{8DBCA75A-D556-49E8-B6F6-1D78308D8DED}" dt="2024-10-30T14:22:39.752" v="854" actId="478"/>
          <ac:picMkLst>
            <pc:docMk/>
            <pc:sldMk cId="3731506154" sldId="331"/>
            <ac:picMk id="10" creationId="{8AFAC310-3AB5-2E76-FB00-EF49CF8F3175}"/>
          </ac:picMkLst>
        </pc:picChg>
      </pc:sldChg>
      <pc:sldChg chg="addSp delSp modSp add mod">
        <pc:chgData name="Yan Li" userId="8c31b902-5b3a-4bc1-a03f-ce296c1668b4" providerId="ADAL" clId="{8DBCA75A-D556-49E8-B6F6-1D78308D8DED}" dt="2024-10-30T14:23:57.327" v="864" actId="14100"/>
        <pc:sldMkLst>
          <pc:docMk/>
          <pc:sldMk cId="3283541475" sldId="332"/>
        </pc:sldMkLst>
        <pc:picChg chg="add mod">
          <ac:chgData name="Yan Li" userId="8c31b902-5b3a-4bc1-a03f-ce296c1668b4" providerId="ADAL" clId="{8DBCA75A-D556-49E8-B6F6-1D78308D8DED}" dt="2024-10-30T14:23:57.327" v="864" actId="14100"/>
          <ac:picMkLst>
            <pc:docMk/>
            <pc:sldMk cId="3283541475" sldId="332"/>
            <ac:picMk id="3" creationId="{D5D64EBE-7AF7-DD24-DB09-3C1672D30D12}"/>
          </ac:picMkLst>
        </pc:picChg>
        <pc:picChg chg="del">
          <ac:chgData name="Yan Li" userId="8c31b902-5b3a-4bc1-a03f-ce296c1668b4" providerId="ADAL" clId="{8DBCA75A-D556-49E8-B6F6-1D78308D8DED}" dt="2024-10-30T14:23:11.335" v="858" actId="478"/>
          <ac:picMkLst>
            <pc:docMk/>
            <pc:sldMk cId="3283541475" sldId="332"/>
            <ac:picMk id="4" creationId="{C65414C8-01E9-C571-D446-EFCD2203D581}"/>
          </ac:picMkLst>
        </pc:picChg>
      </pc:sldChg>
      <pc:sldChg chg="addSp delSp modSp add mod">
        <pc:chgData name="Yan Li" userId="8c31b902-5b3a-4bc1-a03f-ce296c1668b4" providerId="ADAL" clId="{8DBCA75A-D556-49E8-B6F6-1D78308D8DED}" dt="2024-10-30T14:27:27.611" v="895" actId="1076"/>
        <pc:sldMkLst>
          <pc:docMk/>
          <pc:sldMk cId="1257242487" sldId="333"/>
        </pc:sldMkLst>
        <pc:picChg chg="del">
          <ac:chgData name="Yan Li" userId="8c31b902-5b3a-4bc1-a03f-ce296c1668b4" providerId="ADAL" clId="{8DBCA75A-D556-49E8-B6F6-1D78308D8DED}" dt="2024-10-30T14:24:05.536" v="866" actId="478"/>
          <ac:picMkLst>
            <pc:docMk/>
            <pc:sldMk cId="1257242487" sldId="333"/>
            <ac:picMk id="3" creationId="{0F1C5F52-5D38-3E05-CDA4-56D5FCB86748}"/>
          </ac:picMkLst>
        </pc:picChg>
        <pc:picChg chg="add mod">
          <ac:chgData name="Yan Li" userId="8c31b902-5b3a-4bc1-a03f-ce296c1668b4" providerId="ADAL" clId="{8DBCA75A-D556-49E8-B6F6-1D78308D8DED}" dt="2024-10-30T14:25:26.295" v="875" actId="1076"/>
          <ac:picMkLst>
            <pc:docMk/>
            <pc:sldMk cId="1257242487" sldId="333"/>
            <ac:picMk id="4" creationId="{1E1CE9CC-CAE2-DA3A-AF5B-1A88A22F8855}"/>
          </ac:picMkLst>
        </pc:picChg>
        <pc:picChg chg="add del mod">
          <ac:chgData name="Yan Li" userId="8c31b902-5b3a-4bc1-a03f-ce296c1668b4" providerId="ADAL" clId="{8DBCA75A-D556-49E8-B6F6-1D78308D8DED}" dt="2024-10-30T14:25:51.289" v="877" actId="478"/>
          <ac:picMkLst>
            <pc:docMk/>
            <pc:sldMk cId="1257242487" sldId="333"/>
            <ac:picMk id="7" creationId="{269F2C79-255A-5392-8100-E429B2590C4B}"/>
          </ac:picMkLst>
        </pc:picChg>
        <pc:picChg chg="add mod">
          <ac:chgData name="Yan Li" userId="8c31b902-5b3a-4bc1-a03f-ce296c1668b4" providerId="ADAL" clId="{8DBCA75A-D556-49E8-B6F6-1D78308D8DED}" dt="2024-10-30T14:26:03.906" v="882" actId="14100"/>
          <ac:picMkLst>
            <pc:docMk/>
            <pc:sldMk cId="1257242487" sldId="333"/>
            <ac:picMk id="9" creationId="{FED553C3-E9CD-2BF1-6F77-D08B102282ED}"/>
          </ac:picMkLst>
        </pc:picChg>
        <pc:picChg chg="add mod">
          <ac:chgData name="Yan Li" userId="8c31b902-5b3a-4bc1-a03f-ce296c1668b4" providerId="ADAL" clId="{8DBCA75A-D556-49E8-B6F6-1D78308D8DED}" dt="2024-10-30T14:27:25.709" v="894" actId="1076"/>
          <ac:picMkLst>
            <pc:docMk/>
            <pc:sldMk cId="1257242487" sldId="333"/>
            <ac:picMk id="11" creationId="{1E40C423-8F23-96AC-47BE-CF596E60249D}"/>
          </ac:picMkLst>
        </pc:picChg>
        <pc:picChg chg="add mod">
          <ac:chgData name="Yan Li" userId="8c31b902-5b3a-4bc1-a03f-ce296c1668b4" providerId="ADAL" clId="{8DBCA75A-D556-49E8-B6F6-1D78308D8DED}" dt="2024-10-30T14:27:27.611" v="895" actId="1076"/>
          <ac:picMkLst>
            <pc:docMk/>
            <pc:sldMk cId="1257242487" sldId="333"/>
            <ac:picMk id="13" creationId="{E944B663-D177-EEB3-74BF-BF6CF6BE0C8E}"/>
          </ac:picMkLst>
        </pc:picChg>
      </pc:sldChg>
      <pc:sldChg chg="addSp delSp modSp add mod">
        <pc:chgData name="Yan Li" userId="8c31b902-5b3a-4bc1-a03f-ce296c1668b4" providerId="ADAL" clId="{8DBCA75A-D556-49E8-B6F6-1D78308D8DED}" dt="2024-10-30T14:36:26.098" v="1012" actId="27636"/>
        <pc:sldMkLst>
          <pc:docMk/>
          <pc:sldMk cId="4267529664" sldId="334"/>
        </pc:sldMkLst>
        <pc:spChg chg="mod">
          <ac:chgData name="Yan Li" userId="8c31b902-5b3a-4bc1-a03f-ce296c1668b4" providerId="ADAL" clId="{8DBCA75A-D556-49E8-B6F6-1D78308D8DED}" dt="2024-10-30T14:36:26.098" v="1012" actId="27636"/>
          <ac:spMkLst>
            <pc:docMk/>
            <pc:sldMk cId="4267529664" sldId="334"/>
            <ac:spMk id="5" creationId="{33FFC50C-3476-F52F-BA72-6523C630A7BB}"/>
          </ac:spMkLst>
        </pc:spChg>
        <pc:picChg chg="add mod">
          <ac:chgData name="Yan Li" userId="8c31b902-5b3a-4bc1-a03f-ce296c1668b4" providerId="ADAL" clId="{8DBCA75A-D556-49E8-B6F6-1D78308D8DED}" dt="2024-10-30T14:31:23.418" v="925" actId="1076"/>
          <ac:picMkLst>
            <pc:docMk/>
            <pc:sldMk cId="4267529664" sldId="334"/>
            <ac:picMk id="3" creationId="{73B9FD17-096E-92D8-17C6-27D5691A6CB7}"/>
          </ac:picMkLst>
        </pc:picChg>
        <pc:picChg chg="del">
          <ac:chgData name="Yan Li" userId="8c31b902-5b3a-4bc1-a03f-ce296c1668b4" providerId="ADAL" clId="{8DBCA75A-D556-49E8-B6F6-1D78308D8DED}" dt="2024-10-30T14:30:15.227" v="918" actId="478"/>
          <ac:picMkLst>
            <pc:docMk/>
            <pc:sldMk cId="4267529664" sldId="334"/>
            <ac:picMk id="4" creationId="{4D1DBDA4-342A-7F81-9030-7DFAA4A970F8}"/>
          </ac:picMkLst>
        </pc:picChg>
      </pc:sldChg>
      <pc:sldChg chg="addSp delSp modSp add mod">
        <pc:chgData name="Yan Li" userId="8c31b902-5b3a-4bc1-a03f-ce296c1668b4" providerId="ADAL" clId="{8DBCA75A-D556-49E8-B6F6-1D78308D8DED}" dt="2024-10-30T14:36:42.649" v="1015" actId="255"/>
        <pc:sldMkLst>
          <pc:docMk/>
          <pc:sldMk cId="2879821114" sldId="335"/>
        </pc:sldMkLst>
        <pc:spChg chg="mod">
          <ac:chgData name="Yan Li" userId="8c31b902-5b3a-4bc1-a03f-ce296c1668b4" providerId="ADAL" clId="{8DBCA75A-D556-49E8-B6F6-1D78308D8DED}" dt="2024-10-30T14:36:42.649" v="1015" actId="255"/>
          <ac:spMkLst>
            <pc:docMk/>
            <pc:sldMk cId="2879821114" sldId="335"/>
            <ac:spMk id="5" creationId="{D895344F-AC14-360E-D65D-E8876892B94C}"/>
          </ac:spMkLst>
        </pc:spChg>
        <pc:picChg chg="del">
          <ac:chgData name="Yan Li" userId="8c31b902-5b3a-4bc1-a03f-ce296c1668b4" providerId="ADAL" clId="{8DBCA75A-D556-49E8-B6F6-1D78308D8DED}" dt="2024-10-30T14:31:27.491" v="927" actId="478"/>
          <ac:picMkLst>
            <pc:docMk/>
            <pc:sldMk cId="2879821114" sldId="335"/>
            <ac:picMk id="3" creationId="{9A131B3E-EE2C-6193-0302-52486F654D6E}"/>
          </ac:picMkLst>
        </pc:picChg>
        <pc:picChg chg="add mod">
          <ac:chgData name="Yan Li" userId="8c31b902-5b3a-4bc1-a03f-ce296c1668b4" providerId="ADAL" clId="{8DBCA75A-D556-49E8-B6F6-1D78308D8DED}" dt="2024-10-30T14:31:44.191" v="929" actId="1076"/>
          <ac:picMkLst>
            <pc:docMk/>
            <pc:sldMk cId="2879821114" sldId="335"/>
            <ac:picMk id="4" creationId="{1F6C4CA0-CCB5-42EE-A6F2-139F096F9B03}"/>
          </ac:picMkLst>
        </pc:picChg>
        <pc:picChg chg="add mod">
          <ac:chgData name="Yan Li" userId="8c31b902-5b3a-4bc1-a03f-ce296c1668b4" providerId="ADAL" clId="{8DBCA75A-D556-49E8-B6F6-1D78308D8DED}" dt="2024-10-30T14:32:21.736" v="933" actId="14100"/>
          <ac:picMkLst>
            <pc:docMk/>
            <pc:sldMk cId="2879821114" sldId="335"/>
            <ac:picMk id="7" creationId="{DD1FF4D4-7695-89BE-E22C-75682A32D8BF}"/>
          </ac:picMkLst>
        </pc:picChg>
      </pc:sldChg>
      <pc:sldChg chg="addSp delSp modSp add mod">
        <pc:chgData name="Yan Li" userId="8c31b902-5b3a-4bc1-a03f-ce296c1668b4" providerId="ADAL" clId="{8DBCA75A-D556-49E8-B6F6-1D78308D8DED}" dt="2024-10-30T14:36:54.835" v="1016" actId="255"/>
        <pc:sldMkLst>
          <pc:docMk/>
          <pc:sldMk cId="3978917725" sldId="336"/>
        </pc:sldMkLst>
        <pc:spChg chg="mod">
          <ac:chgData name="Yan Li" userId="8c31b902-5b3a-4bc1-a03f-ce296c1668b4" providerId="ADAL" clId="{8DBCA75A-D556-49E8-B6F6-1D78308D8DED}" dt="2024-10-30T14:36:54.835" v="1016" actId="255"/>
          <ac:spMkLst>
            <pc:docMk/>
            <pc:sldMk cId="3978917725" sldId="336"/>
            <ac:spMk id="5" creationId="{C1D96CA1-197C-6C33-D51F-355B60935A31}"/>
          </ac:spMkLst>
        </pc:spChg>
        <pc:picChg chg="add mod">
          <ac:chgData name="Yan Li" userId="8c31b902-5b3a-4bc1-a03f-ce296c1668b4" providerId="ADAL" clId="{8DBCA75A-D556-49E8-B6F6-1D78308D8DED}" dt="2024-10-30T14:32:57.919" v="940" actId="1076"/>
          <ac:picMkLst>
            <pc:docMk/>
            <pc:sldMk cId="3978917725" sldId="336"/>
            <ac:picMk id="3" creationId="{C012C606-F06A-A5E3-8361-FB01249F7CF2}"/>
          </ac:picMkLst>
        </pc:picChg>
        <pc:picChg chg="del">
          <ac:chgData name="Yan Li" userId="8c31b902-5b3a-4bc1-a03f-ce296c1668b4" providerId="ADAL" clId="{8DBCA75A-D556-49E8-B6F6-1D78308D8DED}" dt="2024-10-30T14:32:51.363" v="936" actId="478"/>
          <ac:picMkLst>
            <pc:docMk/>
            <pc:sldMk cId="3978917725" sldId="336"/>
            <ac:picMk id="4" creationId="{F7CA83F5-B2B0-C121-7F0D-BB29AD6311BE}"/>
          </ac:picMkLst>
        </pc:picChg>
        <pc:picChg chg="del">
          <ac:chgData name="Yan Li" userId="8c31b902-5b3a-4bc1-a03f-ce296c1668b4" providerId="ADAL" clId="{8DBCA75A-D556-49E8-B6F6-1D78308D8DED}" dt="2024-10-30T14:32:49.770" v="935" actId="478"/>
          <ac:picMkLst>
            <pc:docMk/>
            <pc:sldMk cId="3978917725" sldId="336"/>
            <ac:picMk id="7" creationId="{BF10C3F7-23FC-9B8B-5551-6CC5A4A4B160}"/>
          </ac:picMkLst>
        </pc:picChg>
        <pc:picChg chg="add mod">
          <ac:chgData name="Yan Li" userId="8c31b902-5b3a-4bc1-a03f-ce296c1668b4" providerId="ADAL" clId="{8DBCA75A-D556-49E8-B6F6-1D78308D8DED}" dt="2024-10-30T14:33:17.621" v="943" actId="14100"/>
          <ac:picMkLst>
            <pc:docMk/>
            <pc:sldMk cId="3978917725" sldId="336"/>
            <ac:picMk id="8" creationId="{9BC642F2-DBBC-4C1D-1EE7-10DE7BC156E1}"/>
          </ac:picMkLst>
        </pc:picChg>
      </pc:sldChg>
      <pc:sldChg chg="addSp delSp modSp add mod">
        <pc:chgData name="Yan Li" userId="8c31b902-5b3a-4bc1-a03f-ce296c1668b4" providerId="ADAL" clId="{8DBCA75A-D556-49E8-B6F6-1D78308D8DED}" dt="2024-10-30T14:39:37.796" v="1050" actId="1076"/>
        <pc:sldMkLst>
          <pc:docMk/>
          <pc:sldMk cId="376288019" sldId="337"/>
        </pc:sldMkLst>
        <pc:spChg chg="mod">
          <ac:chgData name="Yan Li" userId="8c31b902-5b3a-4bc1-a03f-ce296c1668b4" providerId="ADAL" clId="{8DBCA75A-D556-49E8-B6F6-1D78308D8DED}" dt="2024-10-30T14:37:37.468" v="1031" actId="20577"/>
          <ac:spMkLst>
            <pc:docMk/>
            <pc:sldMk cId="376288019" sldId="337"/>
            <ac:spMk id="5" creationId="{1E7CF0D0-E033-9524-CC25-30272AAE4480}"/>
          </ac:spMkLst>
        </pc:spChg>
        <pc:picChg chg="del">
          <ac:chgData name="Yan Li" userId="8c31b902-5b3a-4bc1-a03f-ce296c1668b4" providerId="ADAL" clId="{8DBCA75A-D556-49E8-B6F6-1D78308D8DED}" dt="2024-10-30T14:37:39.401" v="1032" actId="478"/>
          <ac:picMkLst>
            <pc:docMk/>
            <pc:sldMk cId="376288019" sldId="337"/>
            <ac:picMk id="3" creationId="{AF49B60A-851B-8737-66BC-4A6C1DAABF6D}"/>
          </ac:picMkLst>
        </pc:picChg>
        <pc:picChg chg="add mod">
          <ac:chgData name="Yan Li" userId="8c31b902-5b3a-4bc1-a03f-ce296c1668b4" providerId="ADAL" clId="{8DBCA75A-D556-49E8-B6F6-1D78308D8DED}" dt="2024-10-30T14:39:37.796" v="1050" actId="1076"/>
          <ac:picMkLst>
            <pc:docMk/>
            <pc:sldMk cId="376288019" sldId="337"/>
            <ac:picMk id="4" creationId="{F56C99E2-D295-34A8-86E5-453057F17E24}"/>
          </ac:picMkLst>
        </pc:picChg>
        <pc:picChg chg="del mod">
          <ac:chgData name="Yan Li" userId="8c31b902-5b3a-4bc1-a03f-ce296c1668b4" providerId="ADAL" clId="{8DBCA75A-D556-49E8-B6F6-1D78308D8DED}" dt="2024-10-30T14:37:41.168" v="1034" actId="478"/>
          <ac:picMkLst>
            <pc:docMk/>
            <pc:sldMk cId="376288019" sldId="337"/>
            <ac:picMk id="8" creationId="{1990221E-F6C4-F2E8-358A-D0BC22BE239E}"/>
          </ac:picMkLst>
        </pc:picChg>
      </pc:sldChg>
      <pc:sldChg chg="addSp delSp modSp add mod">
        <pc:chgData name="Yan Li" userId="8c31b902-5b3a-4bc1-a03f-ce296c1668b4" providerId="ADAL" clId="{8DBCA75A-D556-49E8-B6F6-1D78308D8DED}" dt="2024-10-30T14:38:18.276" v="1039" actId="1076"/>
        <pc:sldMkLst>
          <pc:docMk/>
          <pc:sldMk cId="3560696774" sldId="338"/>
        </pc:sldMkLst>
        <pc:picChg chg="add mod">
          <ac:chgData name="Yan Li" userId="8c31b902-5b3a-4bc1-a03f-ce296c1668b4" providerId="ADAL" clId="{8DBCA75A-D556-49E8-B6F6-1D78308D8DED}" dt="2024-10-30T14:38:18.276" v="1039" actId="1076"/>
          <ac:picMkLst>
            <pc:docMk/>
            <pc:sldMk cId="3560696774" sldId="338"/>
            <ac:picMk id="3" creationId="{15F38EF7-EBEE-7C3B-A155-05EC7475AA2E}"/>
          </ac:picMkLst>
        </pc:picChg>
        <pc:picChg chg="del">
          <ac:chgData name="Yan Li" userId="8c31b902-5b3a-4bc1-a03f-ce296c1668b4" providerId="ADAL" clId="{8DBCA75A-D556-49E8-B6F6-1D78308D8DED}" dt="2024-10-30T14:38:01.901" v="1037" actId="478"/>
          <ac:picMkLst>
            <pc:docMk/>
            <pc:sldMk cId="3560696774" sldId="338"/>
            <ac:picMk id="4" creationId="{61214FAE-84AA-7B26-2176-30A4B32323ED}"/>
          </ac:picMkLst>
        </pc:picChg>
      </pc:sldChg>
      <pc:sldChg chg="addSp delSp modSp add mod">
        <pc:chgData name="Yan Li" userId="8c31b902-5b3a-4bc1-a03f-ce296c1668b4" providerId="ADAL" clId="{8DBCA75A-D556-49E8-B6F6-1D78308D8DED}" dt="2024-10-30T14:39:24.447" v="1049" actId="14100"/>
        <pc:sldMkLst>
          <pc:docMk/>
          <pc:sldMk cId="1690535253" sldId="339"/>
        </pc:sldMkLst>
        <pc:spChg chg="mod">
          <ac:chgData name="Yan Li" userId="8c31b902-5b3a-4bc1-a03f-ce296c1668b4" providerId="ADAL" clId="{8DBCA75A-D556-49E8-B6F6-1D78308D8DED}" dt="2024-10-30T14:39:24.447" v="1049" actId="14100"/>
          <ac:spMkLst>
            <pc:docMk/>
            <pc:sldMk cId="1690535253" sldId="339"/>
            <ac:spMk id="5" creationId="{675E2DB1-F43E-530B-4DA4-F25B7DDB583B}"/>
          </ac:spMkLst>
        </pc:spChg>
        <pc:picChg chg="del">
          <ac:chgData name="Yan Li" userId="8c31b902-5b3a-4bc1-a03f-ce296c1668b4" providerId="ADAL" clId="{8DBCA75A-D556-49E8-B6F6-1D78308D8DED}" dt="2024-10-30T14:38:22.651" v="1041" actId="478"/>
          <ac:picMkLst>
            <pc:docMk/>
            <pc:sldMk cId="1690535253" sldId="339"/>
            <ac:picMk id="3" creationId="{AD2FBF6F-B77E-F702-4D85-B9B0D02B4001}"/>
          </ac:picMkLst>
        </pc:picChg>
        <pc:picChg chg="add mod">
          <ac:chgData name="Yan Li" userId="8c31b902-5b3a-4bc1-a03f-ce296c1668b4" providerId="ADAL" clId="{8DBCA75A-D556-49E8-B6F6-1D78308D8DED}" dt="2024-10-30T14:38:40.125" v="1043" actId="1076"/>
          <ac:picMkLst>
            <pc:docMk/>
            <pc:sldMk cId="1690535253" sldId="339"/>
            <ac:picMk id="4" creationId="{12A3454E-9788-03B4-41D0-2DF8067A743C}"/>
          </ac:picMkLst>
        </pc:picChg>
        <pc:picChg chg="add mod">
          <ac:chgData name="Yan Li" userId="8c31b902-5b3a-4bc1-a03f-ce296c1668b4" providerId="ADAL" clId="{8DBCA75A-D556-49E8-B6F6-1D78308D8DED}" dt="2024-10-30T14:39:09.130" v="1047" actId="1076"/>
          <ac:picMkLst>
            <pc:docMk/>
            <pc:sldMk cId="1690535253" sldId="339"/>
            <ac:picMk id="7" creationId="{E986C137-F0A5-7133-0D66-C7185F1B936F}"/>
          </ac:picMkLst>
        </pc:picChg>
      </pc:sldChg>
    </pc:docChg>
  </pc:docChgLst>
  <pc:docChgLst>
    <pc:chgData name="Yan Li" userId="8c31b902-5b3a-4bc1-a03f-ce296c1668b4" providerId="ADAL" clId="{C4E2F155-1101-4902-976B-AD814EDA6EB0}"/>
    <pc:docChg chg="undo custSel addSld delSld modSld modSection">
      <pc:chgData name="Yan Li" userId="8c31b902-5b3a-4bc1-a03f-ce296c1668b4" providerId="ADAL" clId="{C4E2F155-1101-4902-976B-AD814EDA6EB0}" dt="2024-11-21T18:16:34.292" v="2539" actId="20577"/>
      <pc:docMkLst>
        <pc:docMk/>
      </pc:docMkLst>
      <pc:sldChg chg="modSp mod">
        <pc:chgData name="Yan Li" userId="8c31b902-5b3a-4bc1-a03f-ce296c1668b4" providerId="ADAL" clId="{C4E2F155-1101-4902-976B-AD814EDA6EB0}" dt="2024-11-20T21:35:26.675" v="1461" actId="27636"/>
        <pc:sldMkLst>
          <pc:docMk/>
          <pc:sldMk cId="811220229" sldId="291"/>
        </pc:sldMkLst>
        <pc:spChg chg="mod">
          <ac:chgData name="Yan Li" userId="8c31b902-5b3a-4bc1-a03f-ce296c1668b4" providerId="ADAL" clId="{C4E2F155-1101-4902-976B-AD814EDA6EB0}" dt="2024-11-20T21:28:15.921" v="1440" actId="20577"/>
          <ac:spMkLst>
            <pc:docMk/>
            <pc:sldMk cId="811220229" sldId="291"/>
            <ac:spMk id="2" creationId="{A0B2FD85-87AA-4580-1FB4-0EBB0A967AA9}"/>
          </ac:spMkLst>
        </pc:spChg>
        <pc:spChg chg="mod">
          <ac:chgData name="Yan Li" userId="8c31b902-5b3a-4bc1-a03f-ce296c1668b4" providerId="ADAL" clId="{C4E2F155-1101-4902-976B-AD814EDA6EB0}" dt="2024-11-20T21:35:26.675" v="1461" actId="27636"/>
          <ac:spMkLst>
            <pc:docMk/>
            <pc:sldMk cId="811220229" sldId="291"/>
            <ac:spMk id="3" creationId="{829828C6-6D41-BE5B-CC0A-8492B54C3375}"/>
          </ac:spMkLst>
        </pc:spChg>
      </pc:sldChg>
      <pc:sldChg chg="modSp mod">
        <pc:chgData name="Yan Li" userId="8c31b902-5b3a-4bc1-a03f-ce296c1668b4" providerId="ADAL" clId="{C4E2F155-1101-4902-976B-AD814EDA6EB0}" dt="2024-11-21T01:37:52.976" v="1811" actId="255"/>
        <pc:sldMkLst>
          <pc:docMk/>
          <pc:sldMk cId="2783577023" sldId="292"/>
        </pc:sldMkLst>
        <pc:spChg chg="mod">
          <ac:chgData name="Yan Li" userId="8c31b902-5b3a-4bc1-a03f-ce296c1668b4" providerId="ADAL" clId="{C4E2F155-1101-4902-976B-AD814EDA6EB0}" dt="2024-11-21T01:37:52.976" v="1811" actId="255"/>
          <ac:spMkLst>
            <pc:docMk/>
            <pc:sldMk cId="2783577023" sldId="292"/>
            <ac:spMk id="3" creationId="{829828C6-6D41-BE5B-CC0A-8492B54C3375}"/>
          </ac:spMkLst>
        </pc:spChg>
        <pc:spChg chg="mod">
          <ac:chgData name="Yan Li" userId="8c31b902-5b3a-4bc1-a03f-ce296c1668b4" providerId="ADAL" clId="{C4E2F155-1101-4902-976B-AD814EDA6EB0}" dt="2024-11-20T22:17:40.200" v="1755" actId="14100"/>
          <ac:spMkLst>
            <pc:docMk/>
            <pc:sldMk cId="2783577023" sldId="292"/>
            <ac:spMk id="5" creationId="{87397B05-2868-01CF-5915-644A9A5CFD2E}"/>
          </ac:spMkLst>
        </pc:spChg>
      </pc:sldChg>
      <pc:sldChg chg="modSp mod">
        <pc:chgData name="Yan Li" userId="8c31b902-5b3a-4bc1-a03f-ce296c1668b4" providerId="ADAL" clId="{C4E2F155-1101-4902-976B-AD814EDA6EB0}" dt="2024-11-20T21:41:52.940" v="1493" actId="20577"/>
        <pc:sldMkLst>
          <pc:docMk/>
          <pc:sldMk cId="1794454954" sldId="293"/>
        </pc:sldMkLst>
        <pc:spChg chg="mod">
          <ac:chgData name="Yan Li" userId="8c31b902-5b3a-4bc1-a03f-ce296c1668b4" providerId="ADAL" clId="{C4E2F155-1101-4902-976B-AD814EDA6EB0}" dt="2024-11-20T21:41:52.940" v="1493" actId="20577"/>
          <ac:spMkLst>
            <pc:docMk/>
            <pc:sldMk cId="1794454954" sldId="293"/>
            <ac:spMk id="3" creationId="{829828C6-6D41-BE5B-CC0A-8492B54C3375}"/>
          </ac:spMkLst>
        </pc:spChg>
      </pc:sldChg>
      <pc:sldChg chg="addSp delSp modSp mod">
        <pc:chgData name="Yan Li" userId="8c31b902-5b3a-4bc1-a03f-ce296c1668b4" providerId="ADAL" clId="{C4E2F155-1101-4902-976B-AD814EDA6EB0}" dt="2024-11-20T22:14:06.775" v="1726" actId="255"/>
        <pc:sldMkLst>
          <pc:docMk/>
          <pc:sldMk cId="3269129918" sldId="295"/>
        </pc:sldMkLst>
        <pc:spChg chg="del mod">
          <ac:chgData name="Yan Li" userId="8c31b902-5b3a-4bc1-a03f-ce296c1668b4" providerId="ADAL" clId="{C4E2F155-1101-4902-976B-AD814EDA6EB0}" dt="2024-11-05T14:48:42.864" v="181" actId="478"/>
          <ac:spMkLst>
            <pc:docMk/>
            <pc:sldMk cId="3269129918" sldId="295"/>
            <ac:spMk id="3" creationId="{829828C6-6D41-BE5B-CC0A-8492B54C3375}"/>
          </ac:spMkLst>
        </pc:spChg>
        <pc:spChg chg="add mod">
          <ac:chgData name="Yan Li" userId="8c31b902-5b3a-4bc1-a03f-ce296c1668b4" providerId="ADAL" clId="{C4E2F155-1101-4902-976B-AD814EDA6EB0}" dt="2024-11-20T22:14:06.775" v="1726" actId="255"/>
          <ac:spMkLst>
            <pc:docMk/>
            <pc:sldMk cId="3269129918" sldId="295"/>
            <ac:spMk id="3" creationId="{CEEBC209-858D-6C83-86B2-5E4B223DFFC4}"/>
          </ac:spMkLst>
        </pc:spChg>
        <pc:spChg chg="add del mod">
          <ac:chgData name="Yan Li" userId="8c31b902-5b3a-4bc1-a03f-ce296c1668b4" providerId="ADAL" clId="{C4E2F155-1101-4902-976B-AD814EDA6EB0}" dt="2024-11-20T21:44:12.887" v="1497"/>
          <ac:spMkLst>
            <pc:docMk/>
            <pc:sldMk cId="3269129918" sldId="295"/>
            <ac:spMk id="4" creationId="{FFA41813-DCCE-D6FC-ACEB-F911154E3D57}"/>
          </ac:spMkLst>
        </pc:spChg>
        <pc:spChg chg="mod">
          <ac:chgData name="Yan Li" userId="8c31b902-5b3a-4bc1-a03f-ce296c1668b4" providerId="ADAL" clId="{C4E2F155-1101-4902-976B-AD814EDA6EB0}" dt="2024-11-20T22:10:50.727" v="1706" actId="20577"/>
          <ac:spMkLst>
            <pc:docMk/>
            <pc:sldMk cId="3269129918" sldId="295"/>
            <ac:spMk id="5" creationId="{87397B05-2868-01CF-5915-644A9A5CFD2E}"/>
          </ac:spMkLst>
        </pc:spChg>
        <pc:picChg chg="mod">
          <ac:chgData name="Yan Li" userId="8c31b902-5b3a-4bc1-a03f-ce296c1668b4" providerId="ADAL" clId="{C4E2F155-1101-4902-976B-AD814EDA6EB0}" dt="2024-11-05T15:01:15.287" v="236" actId="14100"/>
          <ac:picMkLst>
            <pc:docMk/>
            <pc:sldMk cId="3269129918" sldId="295"/>
            <ac:picMk id="20" creationId="{249F419D-A800-E75F-4E48-4FB3E8C57A33}"/>
          </ac:picMkLst>
        </pc:picChg>
      </pc:sldChg>
      <pc:sldChg chg="addSp delSp modSp del mod">
        <pc:chgData name="Yan Li" userId="8c31b902-5b3a-4bc1-a03f-ce296c1668b4" providerId="ADAL" clId="{C4E2F155-1101-4902-976B-AD814EDA6EB0}" dt="2024-11-20T21:44:16.866" v="1498" actId="2696"/>
        <pc:sldMkLst>
          <pc:docMk/>
          <pc:sldMk cId="696899848" sldId="300"/>
        </pc:sldMkLst>
        <pc:spChg chg="mod">
          <ac:chgData name="Yan Li" userId="8c31b902-5b3a-4bc1-a03f-ce296c1668b4" providerId="ADAL" clId="{C4E2F155-1101-4902-976B-AD814EDA6EB0}" dt="2024-11-05T15:19:02.434" v="346" actId="20577"/>
          <ac:spMkLst>
            <pc:docMk/>
            <pc:sldMk cId="696899848" sldId="300"/>
            <ac:spMk id="3" creationId="{829828C6-6D41-BE5B-CC0A-8492B54C3375}"/>
          </ac:spMkLst>
        </pc:spChg>
        <pc:spChg chg="mod">
          <ac:chgData name="Yan Li" userId="8c31b902-5b3a-4bc1-a03f-ce296c1668b4" providerId="ADAL" clId="{C4E2F155-1101-4902-976B-AD814EDA6EB0}" dt="2024-11-05T15:02:39.189" v="273" actId="20577"/>
          <ac:spMkLst>
            <pc:docMk/>
            <pc:sldMk cId="696899848" sldId="300"/>
            <ac:spMk id="5" creationId="{87397B05-2868-01CF-5915-644A9A5CFD2E}"/>
          </ac:spMkLst>
        </pc:spChg>
        <pc:picChg chg="add del mod">
          <ac:chgData name="Yan Li" userId="8c31b902-5b3a-4bc1-a03f-ce296c1668b4" providerId="ADAL" clId="{C4E2F155-1101-4902-976B-AD814EDA6EB0}" dt="2024-11-05T15:07:00.848" v="286" actId="478"/>
          <ac:picMkLst>
            <pc:docMk/>
            <pc:sldMk cId="696899848" sldId="300"/>
            <ac:picMk id="4" creationId="{214D76E7-093B-BBC8-0E12-F8C62F1D0E49}"/>
          </ac:picMkLst>
        </pc:picChg>
        <pc:picChg chg="add mod">
          <ac:chgData name="Yan Li" userId="8c31b902-5b3a-4bc1-a03f-ce296c1668b4" providerId="ADAL" clId="{C4E2F155-1101-4902-976B-AD814EDA6EB0}" dt="2024-11-05T15:17:51.683" v="345" actId="1076"/>
          <ac:picMkLst>
            <pc:docMk/>
            <pc:sldMk cId="696899848" sldId="300"/>
            <ac:picMk id="7" creationId="{C4AC479D-25B1-D3F3-0FA5-0416B039DDA3}"/>
          </ac:picMkLst>
        </pc:picChg>
        <pc:picChg chg="mod">
          <ac:chgData name="Yan Li" userId="8c31b902-5b3a-4bc1-a03f-ce296c1668b4" providerId="ADAL" clId="{C4E2F155-1101-4902-976B-AD814EDA6EB0}" dt="2024-11-05T15:12:46.209" v="326" actId="14100"/>
          <ac:picMkLst>
            <pc:docMk/>
            <pc:sldMk cId="696899848" sldId="300"/>
            <ac:picMk id="20" creationId="{249F419D-A800-E75F-4E48-4FB3E8C57A33}"/>
          </ac:picMkLst>
        </pc:picChg>
      </pc:sldChg>
      <pc:sldChg chg="addSp delSp modSp mod">
        <pc:chgData name="Yan Li" userId="8c31b902-5b3a-4bc1-a03f-ce296c1668b4" providerId="ADAL" clId="{C4E2F155-1101-4902-976B-AD814EDA6EB0}" dt="2024-11-21T15:33:54.749" v="2265" actId="14100"/>
        <pc:sldMkLst>
          <pc:docMk/>
          <pc:sldMk cId="3436863494" sldId="319"/>
        </pc:sldMkLst>
        <pc:spChg chg="add mod">
          <ac:chgData name="Yan Li" userId="8c31b902-5b3a-4bc1-a03f-ce296c1668b4" providerId="ADAL" clId="{C4E2F155-1101-4902-976B-AD814EDA6EB0}" dt="2024-11-21T15:33:54.749" v="2265" actId="14100"/>
          <ac:spMkLst>
            <pc:docMk/>
            <pc:sldMk cId="3436863494" sldId="319"/>
            <ac:spMk id="3" creationId="{FE515291-7984-561C-7687-498DDCFEA724}"/>
          </ac:spMkLst>
        </pc:spChg>
        <pc:spChg chg="del mod">
          <ac:chgData name="Yan Li" userId="8c31b902-5b3a-4bc1-a03f-ce296c1668b4" providerId="ADAL" clId="{C4E2F155-1101-4902-976B-AD814EDA6EB0}" dt="2024-11-20T21:44:36.084" v="1516"/>
          <ac:spMkLst>
            <pc:docMk/>
            <pc:sldMk cId="3436863494" sldId="319"/>
            <ac:spMk id="4" creationId="{30951C18-5F04-0ADC-AA5B-F9361C27145B}"/>
          </ac:spMkLst>
        </pc:spChg>
        <pc:spChg chg="mod">
          <ac:chgData name="Yan Li" userId="8c31b902-5b3a-4bc1-a03f-ce296c1668b4" providerId="ADAL" clId="{C4E2F155-1101-4902-976B-AD814EDA6EB0}" dt="2024-11-21T15:33:51.191" v="2264" actId="27636"/>
          <ac:spMkLst>
            <pc:docMk/>
            <pc:sldMk cId="3436863494" sldId="319"/>
            <ac:spMk id="5" creationId="{7149A279-22E5-008F-CE27-2439FEF45226}"/>
          </ac:spMkLst>
        </pc:spChg>
      </pc:sldChg>
      <pc:sldChg chg="addSp delSp modSp mod modNotesTx">
        <pc:chgData name="Yan Li" userId="8c31b902-5b3a-4bc1-a03f-ce296c1668b4" providerId="ADAL" clId="{C4E2F155-1101-4902-976B-AD814EDA6EB0}" dt="2024-11-21T02:19:51.229" v="1871" actId="20577"/>
        <pc:sldMkLst>
          <pc:docMk/>
          <pc:sldMk cId="1098509633" sldId="321"/>
        </pc:sldMkLst>
        <pc:spChg chg="add del mod">
          <ac:chgData name="Yan Li" userId="8c31b902-5b3a-4bc1-a03f-ce296c1668b4" providerId="ADAL" clId="{C4E2F155-1101-4902-976B-AD814EDA6EB0}" dt="2024-11-21T02:16:15.050" v="1845"/>
          <ac:spMkLst>
            <pc:docMk/>
            <pc:sldMk cId="1098509633" sldId="321"/>
            <ac:spMk id="2" creationId="{3F32921A-E4DF-DC38-BA9C-FBDC9E3499DF}"/>
          </ac:spMkLst>
        </pc:spChg>
        <pc:spChg chg="del">
          <ac:chgData name="Yan Li" userId="8c31b902-5b3a-4bc1-a03f-ce296c1668b4" providerId="ADAL" clId="{C4E2F155-1101-4902-976B-AD814EDA6EB0}" dt="2024-11-06T11:33:33.596" v="403" actId="478"/>
          <ac:spMkLst>
            <pc:docMk/>
            <pc:sldMk cId="1098509633" sldId="321"/>
            <ac:spMk id="3" creationId="{82E84098-41FA-CAB6-9D42-471B7E8D89F7}"/>
          </ac:spMkLst>
        </pc:spChg>
        <pc:spChg chg="mod">
          <ac:chgData name="Yan Li" userId="8c31b902-5b3a-4bc1-a03f-ce296c1668b4" providerId="ADAL" clId="{C4E2F155-1101-4902-976B-AD814EDA6EB0}" dt="2024-11-20T21:47:28.276" v="1547" actId="255"/>
          <ac:spMkLst>
            <pc:docMk/>
            <pc:sldMk cId="1098509633" sldId="321"/>
            <ac:spMk id="5" creationId="{832E6F5A-1799-BE8F-02B6-2C8DB4861D8F}"/>
          </ac:spMkLst>
        </pc:spChg>
        <pc:spChg chg="add del mod">
          <ac:chgData name="Yan Li" userId="8c31b902-5b3a-4bc1-a03f-ce296c1668b4" providerId="ADAL" clId="{C4E2F155-1101-4902-976B-AD814EDA6EB0}" dt="2024-11-20T21:44:58.078" v="1519" actId="478"/>
          <ac:spMkLst>
            <pc:docMk/>
            <pc:sldMk cId="1098509633" sldId="321"/>
            <ac:spMk id="7" creationId="{95ED1CE4-F2AF-E657-17ED-8CE3B5AA5F6A}"/>
          </ac:spMkLst>
        </pc:spChg>
        <pc:spChg chg="add del mod">
          <ac:chgData name="Yan Li" userId="8c31b902-5b3a-4bc1-a03f-ce296c1668b4" providerId="ADAL" clId="{C4E2F155-1101-4902-976B-AD814EDA6EB0}" dt="2024-11-21T02:19:21.923" v="1864"/>
          <ac:spMkLst>
            <pc:docMk/>
            <pc:sldMk cId="1098509633" sldId="321"/>
            <ac:spMk id="13" creationId="{37C36668-04BB-C70F-76DA-C6E60462A712}"/>
          </ac:spMkLst>
        </pc:spChg>
        <pc:spChg chg="add del">
          <ac:chgData name="Yan Li" userId="8c31b902-5b3a-4bc1-a03f-ce296c1668b4" providerId="ADAL" clId="{C4E2F155-1101-4902-976B-AD814EDA6EB0}" dt="2024-11-21T02:19:21.923" v="1862" actId="478"/>
          <ac:spMkLst>
            <pc:docMk/>
            <pc:sldMk cId="1098509633" sldId="321"/>
            <ac:spMk id="14" creationId="{A211AD94-78BC-AD59-9097-C3AD08DD23DD}"/>
          </ac:spMkLst>
        </pc:spChg>
        <pc:grpChg chg="del mod">
          <ac:chgData name="Yan Li" userId="8c31b902-5b3a-4bc1-a03f-ce296c1668b4" providerId="ADAL" clId="{C4E2F155-1101-4902-976B-AD814EDA6EB0}" dt="2024-11-21T02:18:51.234" v="1857"/>
          <ac:grpSpMkLst>
            <pc:docMk/>
            <pc:sldMk cId="1098509633" sldId="321"/>
            <ac:grpSpMk id="7" creationId="{D717946D-7292-E303-C34E-C39DD45A31D4}"/>
          </ac:grpSpMkLst>
        </pc:grpChg>
        <pc:grpChg chg="del mod">
          <ac:chgData name="Yan Li" userId="8c31b902-5b3a-4bc1-a03f-ce296c1668b4" providerId="ADAL" clId="{C4E2F155-1101-4902-976B-AD814EDA6EB0}" dt="2024-11-21T02:17:52.279" v="1853"/>
          <ac:grpSpMkLst>
            <pc:docMk/>
            <pc:sldMk cId="1098509633" sldId="321"/>
            <ac:grpSpMk id="12" creationId="{EBF99442-6FE5-015A-3796-8E5F7989B559}"/>
          </ac:grpSpMkLst>
        </pc:grpChg>
        <pc:picChg chg="add mod">
          <ac:chgData name="Yan Li" userId="8c31b902-5b3a-4bc1-a03f-ce296c1668b4" providerId="ADAL" clId="{C4E2F155-1101-4902-976B-AD814EDA6EB0}" dt="2024-11-20T21:46:17.763" v="1536" actId="14100"/>
          <ac:picMkLst>
            <pc:docMk/>
            <pc:sldMk cId="1098509633" sldId="321"/>
            <ac:picMk id="3" creationId="{BBBEBBE5-973B-8509-0B3E-4B6FD68EE3FA}"/>
          </ac:picMkLst>
        </pc:picChg>
        <pc:picChg chg="add del mod">
          <ac:chgData name="Yan Li" userId="8c31b902-5b3a-4bc1-a03f-ce296c1668b4" providerId="ADAL" clId="{C4E2F155-1101-4902-976B-AD814EDA6EB0}" dt="2024-11-20T21:44:54.187" v="1517" actId="478"/>
          <ac:picMkLst>
            <pc:docMk/>
            <pc:sldMk cId="1098509633" sldId="321"/>
            <ac:picMk id="4" creationId="{E5DCC34A-A0E4-E281-D5C5-8858C7A46EB1}"/>
          </ac:picMkLst>
        </pc:picChg>
        <pc:picChg chg="add mod">
          <ac:chgData name="Yan Li" userId="8c31b902-5b3a-4bc1-a03f-ce296c1668b4" providerId="ADAL" clId="{C4E2F155-1101-4902-976B-AD814EDA6EB0}" dt="2024-11-20T21:46:23.025" v="1538" actId="14100"/>
          <ac:picMkLst>
            <pc:docMk/>
            <pc:sldMk cId="1098509633" sldId="321"/>
            <ac:picMk id="8" creationId="{BF7ECB36-4AF5-F75D-0C96-586B69EDB838}"/>
          </ac:picMkLst>
        </pc:picChg>
        <pc:picChg chg="mod">
          <ac:chgData name="Yan Li" userId="8c31b902-5b3a-4bc1-a03f-ce296c1668b4" providerId="ADAL" clId="{C4E2F155-1101-4902-976B-AD814EDA6EB0}" dt="2024-11-06T11:37:03.821" v="412" actId="14100"/>
          <ac:picMkLst>
            <pc:docMk/>
            <pc:sldMk cId="1098509633" sldId="321"/>
            <ac:picMk id="20" creationId="{019DE354-C5E6-FC88-AF38-3B88A1426EAA}"/>
          </ac:picMkLst>
        </pc:picChg>
        <pc:inkChg chg="add del mod">
          <ac:chgData name="Yan Li" userId="8c31b902-5b3a-4bc1-a03f-ce296c1668b4" providerId="ADAL" clId="{C4E2F155-1101-4902-976B-AD814EDA6EB0}" dt="2024-11-21T02:18:53.010" v="1859"/>
          <ac:inkMkLst>
            <pc:docMk/>
            <pc:sldMk cId="1098509633" sldId="321"/>
            <ac:inkMk id="4" creationId="{DE851165-C49D-07D4-0FE6-228F0A5000B9}"/>
          </ac:inkMkLst>
        </pc:inkChg>
        <pc:inkChg chg="add del mod">
          <ac:chgData name="Yan Li" userId="8c31b902-5b3a-4bc1-a03f-ce296c1668b4" providerId="ADAL" clId="{C4E2F155-1101-4902-976B-AD814EDA6EB0}" dt="2024-11-21T02:18:51.234" v="1857"/>
          <ac:inkMkLst>
            <pc:docMk/>
            <pc:sldMk cId="1098509633" sldId="321"/>
            <ac:inkMk id="6" creationId="{E0076894-C509-E52B-3FCE-9080203A4D71}"/>
          </ac:inkMkLst>
        </pc:inkChg>
        <pc:inkChg chg="add del">
          <ac:chgData name="Yan Li" userId="8c31b902-5b3a-4bc1-a03f-ce296c1668b4" providerId="ADAL" clId="{C4E2F155-1101-4902-976B-AD814EDA6EB0}" dt="2024-11-21T02:18:52.171" v="1858"/>
          <ac:inkMkLst>
            <pc:docMk/>
            <pc:sldMk cId="1098509633" sldId="321"/>
            <ac:inkMk id="9" creationId="{80065D1F-1555-6FAD-8B77-5806124243EB}"/>
          </ac:inkMkLst>
        </pc:inkChg>
        <pc:inkChg chg="add del mod">
          <ac:chgData name="Yan Li" userId="8c31b902-5b3a-4bc1-a03f-ce296c1668b4" providerId="ADAL" clId="{C4E2F155-1101-4902-976B-AD814EDA6EB0}" dt="2024-11-21T02:17:52.279" v="1853"/>
          <ac:inkMkLst>
            <pc:docMk/>
            <pc:sldMk cId="1098509633" sldId="321"/>
            <ac:inkMk id="10" creationId="{9973DD0B-6BB1-C6F5-6763-A58C4956C674}"/>
          </ac:inkMkLst>
        </pc:inkChg>
        <pc:inkChg chg="add mod">
          <ac:chgData name="Yan Li" userId="8c31b902-5b3a-4bc1-a03f-ce296c1668b4" providerId="ADAL" clId="{C4E2F155-1101-4902-976B-AD814EDA6EB0}" dt="2024-11-21T02:17:52.279" v="1853"/>
          <ac:inkMkLst>
            <pc:docMk/>
            <pc:sldMk cId="1098509633" sldId="321"/>
            <ac:inkMk id="11" creationId="{70088286-1301-D4A1-50D5-098335EC7B7C}"/>
          </ac:inkMkLst>
        </pc:inkChg>
        <pc:inkChg chg="add">
          <ac:chgData name="Yan Li" userId="8c31b902-5b3a-4bc1-a03f-ce296c1668b4" providerId="ADAL" clId="{C4E2F155-1101-4902-976B-AD814EDA6EB0}" dt="2024-11-21T02:19:28.909" v="1865" actId="9405"/>
          <ac:inkMkLst>
            <pc:docMk/>
            <pc:sldMk cId="1098509633" sldId="321"/>
            <ac:inkMk id="15" creationId="{5A38A365-7045-09A1-B35B-BD892B41B0DA}"/>
          </ac:inkMkLst>
        </pc:inkChg>
        <pc:inkChg chg="add">
          <ac:chgData name="Yan Li" userId="8c31b902-5b3a-4bc1-a03f-ce296c1668b4" providerId="ADAL" clId="{C4E2F155-1101-4902-976B-AD814EDA6EB0}" dt="2024-11-21T02:19:30.414" v="1866" actId="9405"/>
          <ac:inkMkLst>
            <pc:docMk/>
            <pc:sldMk cId="1098509633" sldId="321"/>
            <ac:inkMk id="16" creationId="{D13CD920-ADEF-B6CF-41A1-922727154243}"/>
          </ac:inkMkLst>
        </pc:inkChg>
        <pc:inkChg chg="add">
          <ac:chgData name="Yan Li" userId="8c31b902-5b3a-4bc1-a03f-ce296c1668b4" providerId="ADAL" clId="{C4E2F155-1101-4902-976B-AD814EDA6EB0}" dt="2024-11-21T02:19:31.566" v="1867" actId="9405"/>
          <ac:inkMkLst>
            <pc:docMk/>
            <pc:sldMk cId="1098509633" sldId="321"/>
            <ac:inkMk id="17" creationId="{2E1C1669-B215-7D15-196A-00E2B13FEF61}"/>
          </ac:inkMkLst>
        </pc:inkChg>
        <pc:inkChg chg="add">
          <ac:chgData name="Yan Li" userId="8c31b902-5b3a-4bc1-a03f-ce296c1668b4" providerId="ADAL" clId="{C4E2F155-1101-4902-976B-AD814EDA6EB0}" dt="2024-11-21T02:19:33.255" v="1868" actId="9405"/>
          <ac:inkMkLst>
            <pc:docMk/>
            <pc:sldMk cId="1098509633" sldId="321"/>
            <ac:inkMk id="18" creationId="{2B0288A6-0383-1B1C-E2C6-7FAD353B74ED}"/>
          </ac:inkMkLst>
        </pc:inkChg>
        <pc:inkChg chg="add">
          <ac:chgData name="Yan Li" userId="8c31b902-5b3a-4bc1-a03f-ce296c1668b4" providerId="ADAL" clId="{C4E2F155-1101-4902-976B-AD814EDA6EB0}" dt="2024-11-21T02:19:34.444" v="1869" actId="9405"/>
          <ac:inkMkLst>
            <pc:docMk/>
            <pc:sldMk cId="1098509633" sldId="321"/>
            <ac:inkMk id="19" creationId="{90B99996-2781-7C2E-722D-FA55E3EA13DC}"/>
          </ac:inkMkLst>
        </pc:inkChg>
      </pc:sldChg>
      <pc:sldChg chg="del">
        <pc:chgData name="Yan Li" userId="8c31b902-5b3a-4bc1-a03f-ce296c1668b4" providerId="ADAL" clId="{C4E2F155-1101-4902-976B-AD814EDA6EB0}" dt="2024-11-06T12:09:38.720" v="618" actId="2696"/>
        <pc:sldMkLst>
          <pc:docMk/>
          <pc:sldMk cId="691252314" sldId="322"/>
        </pc:sldMkLst>
      </pc:sldChg>
      <pc:sldChg chg="del">
        <pc:chgData name="Yan Li" userId="8c31b902-5b3a-4bc1-a03f-ce296c1668b4" providerId="ADAL" clId="{C4E2F155-1101-4902-976B-AD814EDA6EB0}" dt="2024-11-06T12:09:38.720" v="618" actId="2696"/>
        <pc:sldMkLst>
          <pc:docMk/>
          <pc:sldMk cId="1850744412" sldId="323"/>
        </pc:sldMkLst>
      </pc:sldChg>
      <pc:sldChg chg="del">
        <pc:chgData name="Yan Li" userId="8c31b902-5b3a-4bc1-a03f-ce296c1668b4" providerId="ADAL" clId="{C4E2F155-1101-4902-976B-AD814EDA6EB0}" dt="2024-11-06T12:09:46.871" v="619" actId="2696"/>
        <pc:sldMkLst>
          <pc:docMk/>
          <pc:sldMk cId="741622981" sldId="324"/>
        </pc:sldMkLst>
      </pc:sldChg>
      <pc:sldChg chg="del">
        <pc:chgData name="Yan Li" userId="8c31b902-5b3a-4bc1-a03f-ce296c1668b4" providerId="ADAL" clId="{C4E2F155-1101-4902-976B-AD814EDA6EB0}" dt="2024-11-06T12:10:06.607" v="621" actId="2696"/>
        <pc:sldMkLst>
          <pc:docMk/>
          <pc:sldMk cId="4079775847" sldId="325"/>
        </pc:sldMkLst>
      </pc:sldChg>
      <pc:sldChg chg="del">
        <pc:chgData name="Yan Li" userId="8c31b902-5b3a-4bc1-a03f-ce296c1668b4" providerId="ADAL" clId="{C4E2F155-1101-4902-976B-AD814EDA6EB0}" dt="2024-11-06T12:09:55.478" v="620" actId="2696"/>
        <pc:sldMkLst>
          <pc:docMk/>
          <pc:sldMk cId="615808774" sldId="326"/>
        </pc:sldMkLst>
      </pc:sldChg>
      <pc:sldChg chg="del">
        <pc:chgData name="Yan Li" userId="8c31b902-5b3a-4bc1-a03f-ce296c1668b4" providerId="ADAL" clId="{C4E2F155-1101-4902-976B-AD814EDA6EB0}" dt="2024-11-06T12:10:11.834" v="622" actId="2696"/>
        <pc:sldMkLst>
          <pc:docMk/>
          <pc:sldMk cId="996495019" sldId="327"/>
        </pc:sldMkLst>
      </pc:sldChg>
      <pc:sldChg chg="del">
        <pc:chgData name="Yan Li" userId="8c31b902-5b3a-4bc1-a03f-ce296c1668b4" providerId="ADAL" clId="{C4E2F155-1101-4902-976B-AD814EDA6EB0}" dt="2024-11-06T12:09:38.720" v="618" actId="2696"/>
        <pc:sldMkLst>
          <pc:docMk/>
          <pc:sldMk cId="1882390377" sldId="328"/>
        </pc:sldMkLst>
      </pc:sldChg>
      <pc:sldChg chg="del">
        <pc:chgData name="Yan Li" userId="8c31b902-5b3a-4bc1-a03f-ce296c1668b4" providerId="ADAL" clId="{C4E2F155-1101-4902-976B-AD814EDA6EB0}" dt="2024-11-06T12:09:38.720" v="618" actId="2696"/>
        <pc:sldMkLst>
          <pc:docMk/>
          <pc:sldMk cId="387663868" sldId="329"/>
        </pc:sldMkLst>
      </pc:sldChg>
      <pc:sldChg chg="del">
        <pc:chgData name="Yan Li" userId="8c31b902-5b3a-4bc1-a03f-ce296c1668b4" providerId="ADAL" clId="{C4E2F155-1101-4902-976B-AD814EDA6EB0}" dt="2024-11-06T12:09:46.871" v="619" actId="2696"/>
        <pc:sldMkLst>
          <pc:docMk/>
          <pc:sldMk cId="2816459871" sldId="330"/>
        </pc:sldMkLst>
      </pc:sldChg>
      <pc:sldChg chg="del">
        <pc:chgData name="Yan Li" userId="8c31b902-5b3a-4bc1-a03f-ce296c1668b4" providerId="ADAL" clId="{C4E2F155-1101-4902-976B-AD814EDA6EB0}" dt="2024-11-06T12:09:46.871" v="619" actId="2696"/>
        <pc:sldMkLst>
          <pc:docMk/>
          <pc:sldMk cId="3731506154" sldId="331"/>
        </pc:sldMkLst>
      </pc:sldChg>
      <pc:sldChg chg="del">
        <pc:chgData name="Yan Li" userId="8c31b902-5b3a-4bc1-a03f-ce296c1668b4" providerId="ADAL" clId="{C4E2F155-1101-4902-976B-AD814EDA6EB0}" dt="2024-11-06T12:10:06.607" v="621" actId="2696"/>
        <pc:sldMkLst>
          <pc:docMk/>
          <pc:sldMk cId="3283541475" sldId="332"/>
        </pc:sldMkLst>
      </pc:sldChg>
      <pc:sldChg chg="del">
        <pc:chgData name="Yan Li" userId="8c31b902-5b3a-4bc1-a03f-ce296c1668b4" providerId="ADAL" clId="{C4E2F155-1101-4902-976B-AD814EDA6EB0}" dt="2024-11-06T12:10:06.607" v="621" actId="2696"/>
        <pc:sldMkLst>
          <pc:docMk/>
          <pc:sldMk cId="1257242487" sldId="333"/>
        </pc:sldMkLst>
      </pc:sldChg>
      <pc:sldChg chg="del">
        <pc:chgData name="Yan Li" userId="8c31b902-5b3a-4bc1-a03f-ce296c1668b4" providerId="ADAL" clId="{C4E2F155-1101-4902-976B-AD814EDA6EB0}" dt="2024-11-06T12:10:06.607" v="621" actId="2696"/>
        <pc:sldMkLst>
          <pc:docMk/>
          <pc:sldMk cId="4267529664" sldId="334"/>
        </pc:sldMkLst>
      </pc:sldChg>
      <pc:sldChg chg="del">
        <pc:chgData name="Yan Li" userId="8c31b902-5b3a-4bc1-a03f-ce296c1668b4" providerId="ADAL" clId="{C4E2F155-1101-4902-976B-AD814EDA6EB0}" dt="2024-11-06T12:09:22.684" v="617" actId="2696"/>
        <pc:sldMkLst>
          <pc:docMk/>
          <pc:sldMk cId="2879821114" sldId="335"/>
        </pc:sldMkLst>
      </pc:sldChg>
      <pc:sldChg chg="del">
        <pc:chgData name="Yan Li" userId="8c31b902-5b3a-4bc1-a03f-ce296c1668b4" providerId="ADAL" clId="{C4E2F155-1101-4902-976B-AD814EDA6EB0}" dt="2024-11-06T12:09:22.684" v="617" actId="2696"/>
        <pc:sldMkLst>
          <pc:docMk/>
          <pc:sldMk cId="3978917725" sldId="336"/>
        </pc:sldMkLst>
      </pc:sldChg>
      <pc:sldChg chg="del">
        <pc:chgData name="Yan Li" userId="8c31b902-5b3a-4bc1-a03f-ce296c1668b4" providerId="ADAL" clId="{C4E2F155-1101-4902-976B-AD814EDA6EB0}" dt="2024-11-06T12:09:22.684" v="617" actId="2696"/>
        <pc:sldMkLst>
          <pc:docMk/>
          <pc:sldMk cId="376288019" sldId="337"/>
        </pc:sldMkLst>
      </pc:sldChg>
      <pc:sldChg chg="del">
        <pc:chgData name="Yan Li" userId="8c31b902-5b3a-4bc1-a03f-ce296c1668b4" providerId="ADAL" clId="{C4E2F155-1101-4902-976B-AD814EDA6EB0}" dt="2024-11-06T12:09:22.684" v="617" actId="2696"/>
        <pc:sldMkLst>
          <pc:docMk/>
          <pc:sldMk cId="3560696774" sldId="338"/>
        </pc:sldMkLst>
      </pc:sldChg>
      <pc:sldChg chg="del">
        <pc:chgData name="Yan Li" userId="8c31b902-5b3a-4bc1-a03f-ce296c1668b4" providerId="ADAL" clId="{C4E2F155-1101-4902-976B-AD814EDA6EB0}" dt="2024-11-06T12:09:22.684" v="617" actId="2696"/>
        <pc:sldMkLst>
          <pc:docMk/>
          <pc:sldMk cId="1690535253" sldId="339"/>
        </pc:sldMkLst>
      </pc:sldChg>
      <pc:sldChg chg="addSp delSp modSp add del mod">
        <pc:chgData name="Yan Li" userId="8c31b902-5b3a-4bc1-a03f-ce296c1668b4" providerId="ADAL" clId="{C4E2F155-1101-4902-976B-AD814EDA6EB0}" dt="2024-11-20T21:48:57.118" v="1561" actId="2696"/>
        <pc:sldMkLst>
          <pc:docMk/>
          <pc:sldMk cId="4010491535" sldId="340"/>
        </pc:sldMkLst>
        <pc:spChg chg="del">
          <ac:chgData name="Yan Li" userId="8c31b902-5b3a-4bc1-a03f-ce296c1668b4" providerId="ADAL" clId="{C4E2F155-1101-4902-976B-AD814EDA6EB0}" dt="2024-11-06T11:54:59.750" v="536" actId="478"/>
          <ac:spMkLst>
            <pc:docMk/>
            <pc:sldMk cId="4010491535" sldId="340"/>
            <ac:spMk id="3" creationId="{33673D7E-6576-2034-B957-7D4889B88292}"/>
          </ac:spMkLst>
        </pc:spChg>
        <pc:spChg chg="mod">
          <ac:chgData name="Yan Li" userId="8c31b902-5b3a-4bc1-a03f-ce296c1668b4" providerId="ADAL" clId="{C4E2F155-1101-4902-976B-AD814EDA6EB0}" dt="2024-11-06T11:59:53.714" v="558" actId="27636"/>
          <ac:spMkLst>
            <pc:docMk/>
            <pc:sldMk cId="4010491535" sldId="340"/>
            <ac:spMk id="5" creationId="{DCF120EF-D26C-7C04-0503-5CCCECF649DF}"/>
          </ac:spMkLst>
        </pc:spChg>
        <pc:picChg chg="add mod">
          <ac:chgData name="Yan Li" userId="8c31b902-5b3a-4bc1-a03f-ce296c1668b4" providerId="ADAL" clId="{C4E2F155-1101-4902-976B-AD814EDA6EB0}" dt="2024-11-06T11:59:58.734" v="561" actId="14100"/>
          <ac:picMkLst>
            <pc:docMk/>
            <pc:sldMk cId="4010491535" sldId="340"/>
            <ac:picMk id="4" creationId="{58562801-C781-9A2B-B41E-DE196CA7062A}"/>
          </ac:picMkLst>
        </pc:picChg>
        <pc:picChg chg="add mod">
          <ac:chgData name="Yan Li" userId="8c31b902-5b3a-4bc1-a03f-ce296c1668b4" providerId="ADAL" clId="{C4E2F155-1101-4902-976B-AD814EDA6EB0}" dt="2024-11-06T11:59:33.950" v="550" actId="1076"/>
          <ac:picMkLst>
            <pc:docMk/>
            <pc:sldMk cId="4010491535" sldId="340"/>
            <ac:picMk id="7" creationId="{D0744402-9D22-B93F-6A02-D6A7C9A23EA6}"/>
          </ac:picMkLst>
        </pc:picChg>
        <pc:picChg chg="add mod">
          <ac:chgData name="Yan Li" userId="8c31b902-5b3a-4bc1-a03f-ce296c1668b4" providerId="ADAL" clId="{C4E2F155-1101-4902-976B-AD814EDA6EB0}" dt="2024-11-06T12:00:01.104" v="562" actId="14100"/>
          <ac:picMkLst>
            <pc:docMk/>
            <pc:sldMk cId="4010491535" sldId="340"/>
            <ac:picMk id="9" creationId="{DED7DADC-8243-8D6A-64F6-54BB8E036650}"/>
          </ac:picMkLst>
        </pc:picChg>
        <pc:inkChg chg="add del">
          <ac:chgData name="Yan Li" userId="8c31b902-5b3a-4bc1-a03f-ce296c1668b4" providerId="ADAL" clId="{C4E2F155-1101-4902-976B-AD814EDA6EB0}" dt="2024-11-06T12:00:30.629" v="566"/>
          <ac:inkMkLst>
            <pc:docMk/>
            <pc:sldMk cId="4010491535" sldId="340"/>
            <ac:inkMk id="10" creationId="{35707569-BE62-CDC7-53C8-272E05E435F6}"/>
          </ac:inkMkLst>
        </pc:inkChg>
        <pc:inkChg chg="add">
          <ac:chgData name="Yan Li" userId="8c31b902-5b3a-4bc1-a03f-ce296c1668b4" providerId="ADAL" clId="{C4E2F155-1101-4902-976B-AD814EDA6EB0}" dt="2024-11-06T12:00:17.718" v="564" actId="9405"/>
          <ac:inkMkLst>
            <pc:docMk/>
            <pc:sldMk cId="4010491535" sldId="340"/>
            <ac:inkMk id="11" creationId="{183D8827-27C1-9EB7-70E5-342E24F6B1C3}"/>
          </ac:inkMkLst>
        </pc:inkChg>
        <pc:inkChg chg="add">
          <ac:chgData name="Yan Li" userId="8c31b902-5b3a-4bc1-a03f-ce296c1668b4" providerId="ADAL" clId="{C4E2F155-1101-4902-976B-AD814EDA6EB0}" dt="2024-11-06T12:00:24.199" v="565" actId="9405"/>
          <ac:inkMkLst>
            <pc:docMk/>
            <pc:sldMk cId="4010491535" sldId="340"/>
            <ac:inkMk id="12" creationId="{42BD0030-93EB-EFB7-75E2-F76F0D3BBB00}"/>
          </ac:inkMkLst>
        </pc:inkChg>
      </pc:sldChg>
      <pc:sldChg chg="addSp delSp modSp add del mod">
        <pc:chgData name="Yan Li" userId="8c31b902-5b3a-4bc1-a03f-ce296c1668b4" providerId="ADAL" clId="{C4E2F155-1101-4902-976B-AD814EDA6EB0}" dt="2024-11-20T21:48:57.118" v="1561" actId="2696"/>
        <pc:sldMkLst>
          <pc:docMk/>
          <pc:sldMk cId="2729922169" sldId="341"/>
        </pc:sldMkLst>
        <pc:spChg chg="del">
          <ac:chgData name="Yan Li" userId="8c31b902-5b3a-4bc1-a03f-ce296c1668b4" providerId="ADAL" clId="{C4E2F155-1101-4902-976B-AD814EDA6EB0}" dt="2024-11-06T11:47:26.647" v="452" actId="478"/>
          <ac:spMkLst>
            <pc:docMk/>
            <pc:sldMk cId="2729922169" sldId="341"/>
            <ac:spMk id="4" creationId="{AEA61332-F43B-C50E-7637-63A870D36E95}"/>
          </ac:spMkLst>
        </pc:spChg>
        <pc:spChg chg="mod">
          <ac:chgData name="Yan Li" userId="8c31b902-5b3a-4bc1-a03f-ce296c1668b4" providerId="ADAL" clId="{C4E2F155-1101-4902-976B-AD814EDA6EB0}" dt="2024-11-06T11:46:45.297" v="451" actId="255"/>
          <ac:spMkLst>
            <pc:docMk/>
            <pc:sldMk cId="2729922169" sldId="341"/>
            <ac:spMk id="5" creationId="{7029AFA8-6431-BEDF-594C-103C8641DCC2}"/>
          </ac:spMkLst>
        </pc:spChg>
        <pc:spChg chg="add mod">
          <ac:chgData name="Yan Li" userId="8c31b902-5b3a-4bc1-a03f-ce296c1668b4" providerId="ADAL" clId="{C4E2F155-1101-4902-976B-AD814EDA6EB0}" dt="2024-11-06T11:50:19.457" v="465" actId="6549"/>
          <ac:spMkLst>
            <pc:docMk/>
            <pc:sldMk cId="2729922169" sldId="341"/>
            <ac:spMk id="7" creationId="{39A0A748-E077-9A75-75B7-E96C6FA110CA}"/>
          </ac:spMkLst>
        </pc:spChg>
        <pc:picChg chg="add mod">
          <ac:chgData name="Yan Li" userId="8c31b902-5b3a-4bc1-a03f-ce296c1668b4" providerId="ADAL" clId="{C4E2F155-1101-4902-976B-AD814EDA6EB0}" dt="2024-11-06T11:47:29.559" v="454" actId="1076"/>
          <ac:picMkLst>
            <pc:docMk/>
            <pc:sldMk cId="2729922169" sldId="341"/>
            <ac:picMk id="3" creationId="{6B360DF2-682E-E99B-1A9D-493BAC136C37}"/>
          </ac:picMkLst>
        </pc:picChg>
        <pc:picChg chg="mod">
          <ac:chgData name="Yan Li" userId="8c31b902-5b3a-4bc1-a03f-ce296c1668b4" providerId="ADAL" clId="{C4E2F155-1101-4902-976B-AD814EDA6EB0}" dt="2024-11-06T11:47:32.822" v="455" actId="14100"/>
          <ac:picMkLst>
            <pc:docMk/>
            <pc:sldMk cId="2729922169" sldId="341"/>
            <ac:picMk id="20" creationId="{E41D744F-C1C5-E628-D31C-7916F5EC9BD1}"/>
          </ac:picMkLst>
        </pc:picChg>
      </pc:sldChg>
      <pc:sldChg chg="addSp delSp modSp add mod modNotesTx">
        <pc:chgData name="Yan Li" userId="8c31b902-5b3a-4bc1-a03f-ce296c1668b4" providerId="ADAL" clId="{C4E2F155-1101-4902-976B-AD814EDA6EB0}" dt="2024-11-21T17:44:35.050" v="2425" actId="9405"/>
        <pc:sldMkLst>
          <pc:docMk/>
          <pc:sldMk cId="615902538" sldId="342"/>
        </pc:sldMkLst>
        <pc:spChg chg="mod">
          <ac:chgData name="Yan Li" userId="8c31b902-5b3a-4bc1-a03f-ce296c1668b4" providerId="ADAL" clId="{C4E2F155-1101-4902-976B-AD814EDA6EB0}" dt="2024-11-21T02:20:38.698" v="1872"/>
          <ac:spMkLst>
            <pc:docMk/>
            <pc:sldMk cId="615902538" sldId="342"/>
            <ac:spMk id="5" creationId="{C6400C43-C22C-AC72-67C6-2CD8FDBE5AEC}"/>
          </ac:spMkLst>
        </pc:spChg>
        <pc:spChg chg="del">
          <ac:chgData name="Yan Li" userId="8c31b902-5b3a-4bc1-a03f-ce296c1668b4" providerId="ADAL" clId="{C4E2F155-1101-4902-976B-AD814EDA6EB0}" dt="2024-11-06T11:37:16.625" v="416" actId="478"/>
          <ac:spMkLst>
            <pc:docMk/>
            <pc:sldMk cId="615902538" sldId="342"/>
            <ac:spMk id="7" creationId="{821BA218-14C8-76BE-8388-742FCC5510DC}"/>
          </ac:spMkLst>
        </pc:spChg>
        <pc:spChg chg="add del mod">
          <ac:chgData name="Yan Li" userId="8c31b902-5b3a-4bc1-a03f-ce296c1668b4" providerId="ADAL" clId="{C4E2F155-1101-4902-976B-AD814EDA6EB0}" dt="2024-11-20T21:47:45.672" v="1550" actId="478"/>
          <ac:spMkLst>
            <pc:docMk/>
            <pc:sldMk cId="615902538" sldId="342"/>
            <ac:spMk id="8" creationId="{990660CE-A4E7-F477-8606-F1C18A70A1E7}"/>
          </ac:spMkLst>
        </pc:spChg>
        <pc:picChg chg="add mod">
          <ac:chgData name="Yan Li" userId="8c31b902-5b3a-4bc1-a03f-ce296c1668b4" providerId="ADAL" clId="{C4E2F155-1101-4902-976B-AD814EDA6EB0}" dt="2024-11-21T02:43:48.346" v="1895" actId="14100"/>
          <ac:picMkLst>
            <pc:docMk/>
            <pc:sldMk cId="615902538" sldId="342"/>
            <ac:picMk id="2" creationId="{11557F69-705F-F6D1-222D-92AD115460DC}"/>
          </ac:picMkLst>
        </pc:picChg>
        <pc:picChg chg="add del mod">
          <ac:chgData name="Yan Li" userId="8c31b902-5b3a-4bc1-a03f-ce296c1668b4" providerId="ADAL" clId="{C4E2F155-1101-4902-976B-AD814EDA6EB0}" dt="2024-11-20T21:47:41.387" v="1548" actId="478"/>
          <ac:picMkLst>
            <pc:docMk/>
            <pc:sldMk cId="615902538" sldId="342"/>
            <ac:picMk id="3" creationId="{1DC67ADA-BEF6-2688-5A38-98C66EE46EF5}"/>
          </ac:picMkLst>
        </pc:picChg>
        <pc:picChg chg="add mod">
          <ac:chgData name="Yan Li" userId="8c31b902-5b3a-4bc1-a03f-ce296c1668b4" providerId="ADAL" clId="{C4E2F155-1101-4902-976B-AD814EDA6EB0}" dt="2024-11-21T02:43:51.660" v="1896" actId="14100"/>
          <ac:picMkLst>
            <pc:docMk/>
            <pc:sldMk cId="615902538" sldId="342"/>
            <ac:picMk id="4" creationId="{942DBE9D-9F3B-C9E1-AFCC-B10514C4CB5F}"/>
          </ac:picMkLst>
        </pc:picChg>
        <pc:picChg chg="del">
          <ac:chgData name="Yan Li" userId="8c31b902-5b3a-4bc1-a03f-ce296c1668b4" providerId="ADAL" clId="{C4E2F155-1101-4902-976B-AD814EDA6EB0}" dt="2024-11-06T11:37:13.182" v="415" actId="478"/>
          <ac:picMkLst>
            <pc:docMk/>
            <pc:sldMk cId="615902538" sldId="342"/>
            <ac:picMk id="4" creationId="{D46930CC-1F77-D6CD-0F7C-6D6ED706F0C7}"/>
          </ac:picMkLst>
        </pc:picChg>
        <pc:inkChg chg="add">
          <ac:chgData name="Yan Li" userId="8c31b902-5b3a-4bc1-a03f-ce296c1668b4" providerId="ADAL" clId="{C4E2F155-1101-4902-976B-AD814EDA6EB0}" dt="2024-11-21T17:34:26.580" v="2387" actId="9405"/>
          <ac:inkMkLst>
            <pc:docMk/>
            <pc:sldMk cId="615902538" sldId="342"/>
            <ac:inkMk id="3" creationId="{174E9DBA-3C75-674F-9DD4-E47054F63377}"/>
          </ac:inkMkLst>
        </pc:inkChg>
        <pc:inkChg chg="add">
          <ac:chgData name="Yan Li" userId="8c31b902-5b3a-4bc1-a03f-ce296c1668b4" providerId="ADAL" clId="{C4E2F155-1101-4902-976B-AD814EDA6EB0}" dt="2024-11-21T17:42:20.875" v="2391" actId="9405"/>
          <ac:inkMkLst>
            <pc:docMk/>
            <pc:sldMk cId="615902538" sldId="342"/>
            <ac:inkMk id="6" creationId="{3418FDE2-E15D-D426-45AD-628197859CC4}"/>
          </ac:inkMkLst>
        </pc:inkChg>
        <pc:inkChg chg="add">
          <ac:chgData name="Yan Li" userId="8c31b902-5b3a-4bc1-a03f-ce296c1668b4" providerId="ADAL" clId="{C4E2F155-1101-4902-976B-AD814EDA6EB0}" dt="2024-11-21T17:42:24.911" v="2392" actId="9405"/>
          <ac:inkMkLst>
            <pc:docMk/>
            <pc:sldMk cId="615902538" sldId="342"/>
            <ac:inkMk id="7" creationId="{87361708-3F91-9CAD-4D48-505F92BDB547}"/>
          </ac:inkMkLst>
        </pc:inkChg>
        <pc:inkChg chg="add del">
          <ac:chgData name="Yan Li" userId="8c31b902-5b3a-4bc1-a03f-ce296c1668b4" providerId="ADAL" clId="{C4E2F155-1101-4902-976B-AD814EDA6EB0}" dt="2024-11-21T17:42:28.852" v="2394"/>
          <ac:inkMkLst>
            <pc:docMk/>
            <pc:sldMk cId="615902538" sldId="342"/>
            <ac:inkMk id="8" creationId="{E09C5E39-E527-015D-EA5E-E997FD7F42EE}"/>
          </ac:inkMkLst>
        </pc:inkChg>
        <pc:inkChg chg="add">
          <ac:chgData name="Yan Li" userId="8c31b902-5b3a-4bc1-a03f-ce296c1668b4" providerId="ADAL" clId="{C4E2F155-1101-4902-976B-AD814EDA6EB0}" dt="2024-11-21T17:42:33.948" v="2395" actId="9405"/>
          <ac:inkMkLst>
            <pc:docMk/>
            <pc:sldMk cId="615902538" sldId="342"/>
            <ac:inkMk id="9" creationId="{64A78914-DACE-0BE4-4D6D-8DF8D6E512CE}"/>
          </ac:inkMkLst>
        </pc:inkChg>
        <pc:inkChg chg="add">
          <ac:chgData name="Yan Li" userId="8c31b902-5b3a-4bc1-a03f-ce296c1668b4" providerId="ADAL" clId="{C4E2F155-1101-4902-976B-AD814EDA6EB0}" dt="2024-11-21T17:42:37.599" v="2396" actId="9405"/>
          <ac:inkMkLst>
            <pc:docMk/>
            <pc:sldMk cId="615902538" sldId="342"/>
            <ac:inkMk id="10" creationId="{23B9E1CD-CDA2-825B-BBD7-1563FFA44DA2}"/>
          </ac:inkMkLst>
        </pc:inkChg>
        <pc:inkChg chg="add">
          <ac:chgData name="Yan Li" userId="8c31b902-5b3a-4bc1-a03f-ce296c1668b4" providerId="ADAL" clId="{C4E2F155-1101-4902-976B-AD814EDA6EB0}" dt="2024-11-21T17:42:38.786" v="2397" actId="9405"/>
          <ac:inkMkLst>
            <pc:docMk/>
            <pc:sldMk cId="615902538" sldId="342"/>
            <ac:inkMk id="11" creationId="{83113D2A-CE17-A558-5A27-907FFBD97637}"/>
          </ac:inkMkLst>
        </pc:inkChg>
        <pc:inkChg chg="add">
          <ac:chgData name="Yan Li" userId="8c31b902-5b3a-4bc1-a03f-ce296c1668b4" providerId="ADAL" clId="{C4E2F155-1101-4902-976B-AD814EDA6EB0}" dt="2024-11-21T17:42:39.976" v="2398" actId="9405"/>
          <ac:inkMkLst>
            <pc:docMk/>
            <pc:sldMk cId="615902538" sldId="342"/>
            <ac:inkMk id="12" creationId="{931927CA-AF4B-00D5-F3DF-F8B393CEF40A}"/>
          </ac:inkMkLst>
        </pc:inkChg>
        <pc:inkChg chg="add">
          <ac:chgData name="Yan Li" userId="8c31b902-5b3a-4bc1-a03f-ce296c1668b4" providerId="ADAL" clId="{C4E2F155-1101-4902-976B-AD814EDA6EB0}" dt="2024-11-21T17:42:41.623" v="2399" actId="9405"/>
          <ac:inkMkLst>
            <pc:docMk/>
            <pc:sldMk cId="615902538" sldId="342"/>
            <ac:inkMk id="13" creationId="{78F5C31D-5AD9-CCE4-F63D-3602D93DF7AC}"/>
          </ac:inkMkLst>
        </pc:inkChg>
        <pc:inkChg chg="add">
          <ac:chgData name="Yan Li" userId="8c31b902-5b3a-4bc1-a03f-ce296c1668b4" providerId="ADAL" clId="{C4E2F155-1101-4902-976B-AD814EDA6EB0}" dt="2024-11-21T17:42:42.465" v="2400" actId="9405"/>
          <ac:inkMkLst>
            <pc:docMk/>
            <pc:sldMk cId="615902538" sldId="342"/>
            <ac:inkMk id="14" creationId="{11051EDD-02A2-AFDF-F202-34872CB7EBDE}"/>
          </ac:inkMkLst>
        </pc:inkChg>
        <pc:inkChg chg="add">
          <ac:chgData name="Yan Li" userId="8c31b902-5b3a-4bc1-a03f-ce296c1668b4" providerId="ADAL" clId="{C4E2F155-1101-4902-976B-AD814EDA6EB0}" dt="2024-11-21T17:42:44.471" v="2401" actId="9405"/>
          <ac:inkMkLst>
            <pc:docMk/>
            <pc:sldMk cId="615902538" sldId="342"/>
            <ac:inkMk id="15" creationId="{6924EE86-24C4-1ADD-5D03-79F370A44B3D}"/>
          </ac:inkMkLst>
        </pc:inkChg>
        <pc:inkChg chg="add">
          <ac:chgData name="Yan Li" userId="8c31b902-5b3a-4bc1-a03f-ce296c1668b4" providerId="ADAL" clId="{C4E2F155-1101-4902-976B-AD814EDA6EB0}" dt="2024-11-21T17:42:53.462" v="2402" actId="9405"/>
          <ac:inkMkLst>
            <pc:docMk/>
            <pc:sldMk cId="615902538" sldId="342"/>
            <ac:inkMk id="16" creationId="{01355561-FBEC-03B2-044F-76DAF15CF18E}"/>
          </ac:inkMkLst>
        </pc:inkChg>
        <pc:inkChg chg="add">
          <ac:chgData name="Yan Li" userId="8c31b902-5b3a-4bc1-a03f-ce296c1668b4" providerId="ADAL" clId="{C4E2F155-1101-4902-976B-AD814EDA6EB0}" dt="2024-11-21T17:42:56.243" v="2403" actId="9405"/>
          <ac:inkMkLst>
            <pc:docMk/>
            <pc:sldMk cId="615902538" sldId="342"/>
            <ac:inkMk id="17" creationId="{664DCC1F-F7E2-7277-0D54-6EC9FF12C90B}"/>
          </ac:inkMkLst>
        </pc:inkChg>
        <pc:inkChg chg="add">
          <ac:chgData name="Yan Li" userId="8c31b902-5b3a-4bc1-a03f-ce296c1668b4" providerId="ADAL" clId="{C4E2F155-1101-4902-976B-AD814EDA6EB0}" dt="2024-11-21T17:42:58.684" v="2404" actId="9405"/>
          <ac:inkMkLst>
            <pc:docMk/>
            <pc:sldMk cId="615902538" sldId="342"/>
            <ac:inkMk id="18" creationId="{F8F2C41A-922E-C55E-AB49-F86906D2D03F}"/>
          </ac:inkMkLst>
        </pc:inkChg>
        <pc:inkChg chg="add">
          <ac:chgData name="Yan Li" userId="8c31b902-5b3a-4bc1-a03f-ce296c1668b4" providerId="ADAL" clId="{C4E2F155-1101-4902-976B-AD814EDA6EB0}" dt="2024-11-21T17:43:02.756" v="2405" actId="9405"/>
          <ac:inkMkLst>
            <pc:docMk/>
            <pc:sldMk cId="615902538" sldId="342"/>
            <ac:inkMk id="19" creationId="{F8B53652-B91A-764F-EBFF-898D50AE781D}"/>
          </ac:inkMkLst>
        </pc:inkChg>
        <pc:inkChg chg="add">
          <ac:chgData name="Yan Li" userId="8c31b902-5b3a-4bc1-a03f-ce296c1668b4" providerId="ADAL" clId="{C4E2F155-1101-4902-976B-AD814EDA6EB0}" dt="2024-11-21T17:43:05.186" v="2406" actId="9405"/>
          <ac:inkMkLst>
            <pc:docMk/>
            <pc:sldMk cId="615902538" sldId="342"/>
            <ac:inkMk id="21" creationId="{64B4B088-5870-6B2F-A1BC-50094CCE8F02}"/>
          </ac:inkMkLst>
        </pc:inkChg>
        <pc:inkChg chg="add">
          <ac:chgData name="Yan Li" userId="8c31b902-5b3a-4bc1-a03f-ce296c1668b4" providerId="ADAL" clId="{C4E2F155-1101-4902-976B-AD814EDA6EB0}" dt="2024-11-21T17:43:06.363" v="2407" actId="9405"/>
          <ac:inkMkLst>
            <pc:docMk/>
            <pc:sldMk cId="615902538" sldId="342"/>
            <ac:inkMk id="22" creationId="{EB38A63B-2064-4402-1A80-F118E0AEF2A5}"/>
          </ac:inkMkLst>
        </pc:inkChg>
        <pc:inkChg chg="add">
          <ac:chgData name="Yan Li" userId="8c31b902-5b3a-4bc1-a03f-ce296c1668b4" providerId="ADAL" clId="{C4E2F155-1101-4902-976B-AD814EDA6EB0}" dt="2024-11-21T17:43:07.463" v="2408" actId="9405"/>
          <ac:inkMkLst>
            <pc:docMk/>
            <pc:sldMk cId="615902538" sldId="342"/>
            <ac:inkMk id="23" creationId="{C5787F1F-37E1-F9B7-D6E2-FECE06F87703}"/>
          </ac:inkMkLst>
        </pc:inkChg>
        <pc:inkChg chg="add">
          <ac:chgData name="Yan Li" userId="8c31b902-5b3a-4bc1-a03f-ce296c1668b4" providerId="ADAL" clId="{C4E2F155-1101-4902-976B-AD814EDA6EB0}" dt="2024-11-21T17:43:09.632" v="2409" actId="9405"/>
          <ac:inkMkLst>
            <pc:docMk/>
            <pc:sldMk cId="615902538" sldId="342"/>
            <ac:inkMk id="24" creationId="{BAB18B30-558C-69FC-EB00-1F5F5885EBC3}"/>
          </ac:inkMkLst>
        </pc:inkChg>
        <pc:inkChg chg="add">
          <ac:chgData name="Yan Li" userId="8c31b902-5b3a-4bc1-a03f-ce296c1668b4" providerId="ADAL" clId="{C4E2F155-1101-4902-976B-AD814EDA6EB0}" dt="2024-11-21T17:43:30.139" v="2410" actId="9405"/>
          <ac:inkMkLst>
            <pc:docMk/>
            <pc:sldMk cId="615902538" sldId="342"/>
            <ac:inkMk id="25" creationId="{9F2FDDBB-DBF9-12CA-4032-8BCEC269AB6C}"/>
          </ac:inkMkLst>
        </pc:inkChg>
        <pc:inkChg chg="add">
          <ac:chgData name="Yan Li" userId="8c31b902-5b3a-4bc1-a03f-ce296c1668b4" providerId="ADAL" clId="{C4E2F155-1101-4902-976B-AD814EDA6EB0}" dt="2024-11-21T17:43:31.434" v="2411" actId="9405"/>
          <ac:inkMkLst>
            <pc:docMk/>
            <pc:sldMk cId="615902538" sldId="342"/>
            <ac:inkMk id="26" creationId="{31D7A40C-E69D-EBEC-7748-D87454088BAF}"/>
          </ac:inkMkLst>
        </pc:inkChg>
        <pc:inkChg chg="add">
          <ac:chgData name="Yan Li" userId="8c31b902-5b3a-4bc1-a03f-ce296c1668b4" providerId="ADAL" clId="{C4E2F155-1101-4902-976B-AD814EDA6EB0}" dt="2024-11-21T17:43:38.533" v="2412" actId="9405"/>
          <ac:inkMkLst>
            <pc:docMk/>
            <pc:sldMk cId="615902538" sldId="342"/>
            <ac:inkMk id="27" creationId="{824C3498-AE80-5FEC-672F-1B7FFCF00B04}"/>
          </ac:inkMkLst>
        </pc:inkChg>
        <pc:inkChg chg="add">
          <ac:chgData name="Yan Li" userId="8c31b902-5b3a-4bc1-a03f-ce296c1668b4" providerId="ADAL" clId="{C4E2F155-1101-4902-976B-AD814EDA6EB0}" dt="2024-11-21T17:43:40.448" v="2413" actId="9405"/>
          <ac:inkMkLst>
            <pc:docMk/>
            <pc:sldMk cId="615902538" sldId="342"/>
            <ac:inkMk id="28" creationId="{19774B5C-473B-F228-6E23-23355B6B6470}"/>
          </ac:inkMkLst>
        </pc:inkChg>
        <pc:inkChg chg="add">
          <ac:chgData name="Yan Li" userId="8c31b902-5b3a-4bc1-a03f-ce296c1668b4" providerId="ADAL" clId="{C4E2F155-1101-4902-976B-AD814EDA6EB0}" dt="2024-11-21T17:43:44.760" v="2414" actId="9405"/>
          <ac:inkMkLst>
            <pc:docMk/>
            <pc:sldMk cId="615902538" sldId="342"/>
            <ac:inkMk id="29" creationId="{F98477C7-C87B-E317-1C99-88476FA49D67}"/>
          </ac:inkMkLst>
        </pc:inkChg>
        <pc:inkChg chg="add">
          <ac:chgData name="Yan Li" userId="8c31b902-5b3a-4bc1-a03f-ce296c1668b4" providerId="ADAL" clId="{C4E2F155-1101-4902-976B-AD814EDA6EB0}" dt="2024-11-21T17:43:47.931" v="2415" actId="9405"/>
          <ac:inkMkLst>
            <pc:docMk/>
            <pc:sldMk cId="615902538" sldId="342"/>
            <ac:inkMk id="30" creationId="{E58AF052-6FAE-F82A-E59F-6B643F309008}"/>
          </ac:inkMkLst>
        </pc:inkChg>
        <pc:inkChg chg="add">
          <ac:chgData name="Yan Li" userId="8c31b902-5b3a-4bc1-a03f-ce296c1668b4" providerId="ADAL" clId="{C4E2F155-1101-4902-976B-AD814EDA6EB0}" dt="2024-11-21T17:43:49.273" v="2416" actId="9405"/>
          <ac:inkMkLst>
            <pc:docMk/>
            <pc:sldMk cId="615902538" sldId="342"/>
            <ac:inkMk id="31" creationId="{13767848-2D5E-571D-B064-96AC5360861E}"/>
          </ac:inkMkLst>
        </pc:inkChg>
        <pc:inkChg chg="add">
          <ac:chgData name="Yan Li" userId="8c31b902-5b3a-4bc1-a03f-ce296c1668b4" providerId="ADAL" clId="{C4E2F155-1101-4902-976B-AD814EDA6EB0}" dt="2024-11-21T17:44:08.171" v="2417" actId="9405"/>
          <ac:inkMkLst>
            <pc:docMk/>
            <pc:sldMk cId="615902538" sldId="342"/>
            <ac:inkMk id="32" creationId="{8E2AF4DB-28C3-3980-F4C4-9D8E56532672}"/>
          </ac:inkMkLst>
        </pc:inkChg>
        <pc:inkChg chg="add">
          <ac:chgData name="Yan Li" userId="8c31b902-5b3a-4bc1-a03f-ce296c1668b4" providerId="ADAL" clId="{C4E2F155-1101-4902-976B-AD814EDA6EB0}" dt="2024-11-21T17:44:09.464" v="2418" actId="9405"/>
          <ac:inkMkLst>
            <pc:docMk/>
            <pc:sldMk cId="615902538" sldId="342"/>
            <ac:inkMk id="33" creationId="{5AADA5D8-FCF4-7312-6239-2A3AEA1DAAD2}"/>
          </ac:inkMkLst>
        </pc:inkChg>
        <pc:inkChg chg="add">
          <ac:chgData name="Yan Li" userId="8c31b902-5b3a-4bc1-a03f-ce296c1668b4" providerId="ADAL" clId="{C4E2F155-1101-4902-976B-AD814EDA6EB0}" dt="2024-11-21T17:44:11.937" v="2419" actId="9405"/>
          <ac:inkMkLst>
            <pc:docMk/>
            <pc:sldMk cId="615902538" sldId="342"/>
            <ac:inkMk id="34" creationId="{7AF2CA83-9CAA-99F0-8194-7547B63DF930}"/>
          </ac:inkMkLst>
        </pc:inkChg>
        <pc:inkChg chg="add">
          <ac:chgData name="Yan Li" userId="8c31b902-5b3a-4bc1-a03f-ce296c1668b4" providerId="ADAL" clId="{C4E2F155-1101-4902-976B-AD814EDA6EB0}" dt="2024-11-21T17:44:13.059" v="2420" actId="9405"/>
          <ac:inkMkLst>
            <pc:docMk/>
            <pc:sldMk cId="615902538" sldId="342"/>
            <ac:inkMk id="35" creationId="{6D4AE510-C027-84BF-22BC-2F5883EA9697}"/>
          </ac:inkMkLst>
        </pc:inkChg>
        <pc:inkChg chg="add">
          <ac:chgData name="Yan Li" userId="8c31b902-5b3a-4bc1-a03f-ce296c1668b4" providerId="ADAL" clId="{C4E2F155-1101-4902-976B-AD814EDA6EB0}" dt="2024-11-21T17:44:17.681" v="2421" actId="9405"/>
          <ac:inkMkLst>
            <pc:docMk/>
            <pc:sldMk cId="615902538" sldId="342"/>
            <ac:inkMk id="36" creationId="{DF6BDB13-DCBD-829F-9CBC-72EE53BA7B4A}"/>
          </ac:inkMkLst>
        </pc:inkChg>
        <pc:inkChg chg="add">
          <ac:chgData name="Yan Li" userId="8c31b902-5b3a-4bc1-a03f-ce296c1668b4" providerId="ADAL" clId="{C4E2F155-1101-4902-976B-AD814EDA6EB0}" dt="2024-11-21T17:44:20.768" v="2422" actId="9405"/>
          <ac:inkMkLst>
            <pc:docMk/>
            <pc:sldMk cId="615902538" sldId="342"/>
            <ac:inkMk id="37" creationId="{F7894FF6-26C7-3010-EF44-C23748C4555D}"/>
          </ac:inkMkLst>
        </pc:inkChg>
        <pc:inkChg chg="add">
          <ac:chgData name="Yan Li" userId="8c31b902-5b3a-4bc1-a03f-ce296c1668b4" providerId="ADAL" clId="{C4E2F155-1101-4902-976B-AD814EDA6EB0}" dt="2024-11-21T17:44:23.310" v="2423" actId="9405"/>
          <ac:inkMkLst>
            <pc:docMk/>
            <pc:sldMk cId="615902538" sldId="342"/>
            <ac:inkMk id="38" creationId="{FC8A37AB-5902-82F9-F2A1-3274C014F22E}"/>
          </ac:inkMkLst>
        </pc:inkChg>
        <pc:inkChg chg="add">
          <ac:chgData name="Yan Li" userId="8c31b902-5b3a-4bc1-a03f-ce296c1668b4" providerId="ADAL" clId="{C4E2F155-1101-4902-976B-AD814EDA6EB0}" dt="2024-11-21T17:44:24.916" v="2424" actId="9405"/>
          <ac:inkMkLst>
            <pc:docMk/>
            <pc:sldMk cId="615902538" sldId="342"/>
            <ac:inkMk id="39" creationId="{927955AB-5DDC-2BD8-4586-DC9B56F0D94A}"/>
          </ac:inkMkLst>
        </pc:inkChg>
        <pc:inkChg chg="add">
          <ac:chgData name="Yan Li" userId="8c31b902-5b3a-4bc1-a03f-ce296c1668b4" providerId="ADAL" clId="{C4E2F155-1101-4902-976B-AD814EDA6EB0}" dt="2024-11-21T17:44:35.050" v="2425" actId="9405"/>
          <ac:inkMkLst>
            <pc:docMk/>
            <pc:sldMk cId="615902538" sldId="342"/>
            <ac:inkMk id="40" creationId="{65976A5D-B381-D42D-C353-6C3737E174FC}"/>
          </ac:inkMkLst>
        </pc:inkChg>
      </pc:sldChg>
      <pc:sldChg chg="addSp delSp modSp add del mod">
        <pc:chgData name="Yan Li" userId="8c31b902-5b3a-4bc1-a03f-ce296c1668b4" providerId="ADAL" clId="{C4E2F155-1101-4902-976B-AD814EDA6EB0}" dt="2024-11-20T21:48:57.118" v="1561" actId="2696"/>
        <pc:sldMkLst>
          <pc:docMk/>
          <pc:sldMk cId="1596888733" sldId="343"/>
        </pc:sldMkLst>
        <pc:spChg chg="mod">
          <ac:chgData name="Yan Li" userId="8c31b902-5b3a-4bc1-a03f-ce296c1668b4" providerId="ADAL" clId="{C4E2F155-1101-4902-976B-AD814EDA6EB0}" dt="2024-11-06T12:04:32.836" v="608" actId="20577"/>
          <ac:spMkLst>
            <pc:docMk/>
            <pc:sldMk cId="1596888733" sldId="343"/>
            <ac:spMk id="5" creationId="{FC6E9D25-EEEF-B999-D7D7-14A6B2955DEA}"/>
          </ac:spMkLst>
        </pc:spChg>
        <pc:picChg chg="add mod">
          <ac:chgData name="Yan Li" userId="8c31b902-5b3a-4bc1-a03f-ce296c1668b4" providerId="ADAL" clId="{C4E2F155-1101-4902-976B-AD814EDA6EB0}" dt="2024-11-06T12:07:55.475" v="613" actId="1076"/>
          <ac:picMkLst>
            <pc:docMk/>
            <pc:sldMk cId="1596888733" sldId="343"/>
            <ac:picMk id="3" creationId="{AA105B26-82CC-8717-EA67-C5CC43A85FDF}"/>
          </ac:picMkLst>
        </pc:picChg>
        <pc:picChg chg="del">
          <ac:chgData name="Yan Li" userId="8c31b902-5b3a-4bc1-a03f-ce296c1668b4" providerId="ADAL" clId="{C4E2F155-1101-4902-976B-AD814EDA6EB0}" dt="2024-11-06T12:06:12.051" v="609" actId="478"/>
          <ac:picMkLst>
            <pc:docMk/>
            <pc:sldMk cId="1596888733" sldId="343"/>
            <ac:picMk id="4" creationId="{40D89701-E2F6-E402-B821-3BE95EAB5579}"/>
          </ac:picMkLst>
        </pc:picChg>
        <pc:picChg chg="del">
          <ac:chgData name="Yan Li" userId="8c31b902-5b3a-4bc1-a03f-ce296c1668b4" providerId="ADAL" clId="{C4E2F155-1101-4902-976B-AD814EDA6EB0}" dt="2024-11-06T12:06:16.458" v="611" actId="478"/>
          <ac:picMkLst>
            <pc:docMk/>
            <pc:sldMk cId="1596888733" sldId="343"/>
            <ac:picMk id="7" creationId="{009A3800-BA6F-61E2-E580-6CEDCF1085D3}"/>
          </ac:picMkLst>
        </pc:picChg>
        <pc:picChg chg="add mod">
          <ac:chgData name="Yan Li" userId="8c31b902-5b3a-4bc1-a03f-ce296c1668b4" providerId="ADAL" clId="{C4E2F155-1101-4902-976B-AD814EDA6EB0}" dt="2024-11-06T12:08:19.538" v="616" actId="14100"/>
          <ac:picMkLst>
            <pc:docMk/>
            <pc:sldMk cId="1596888733" sldId="343"/>
            <ac:picMk id="8" creationId="{B69C4DC1-6CFF-F7DB-0C86-A52F751ADD61}"/>
          </ac:picMkLst>
        </pc:picChg>
        <pc:picChg chg="del">
          <ac:chgData name="Yan Li" userId="8c31b902-5b3a-4bc1-a03f-ce296c1668b4" providerId="ADAL" clId="{C4E2F155-1101-4902-976B-AD814EDA6EB0}" dt="2024-11-06T12:06:14.876" v="610" actId="478"/>
          <ac:picMkLst>
            <pc:docMk/>
            <pc:sldMk cId="1596888733" sldId="343"/>
            <ac:picMk id="9" creationId="{11AE0821-058A-E40D-11EF-1D01173C888E}"/>
          </ac:picMkLst>
        </pc:picChg>
        <pc:inkChg chg="add del">
          <ac:chgData name="Yan Li" userId="8c31b902-5b3a-4bc1-a03f-ce296c1668b4" providerId="ADAL" clId="{C4E2F155-1101-4902-976B-AD814EDA6EB0}" dt="2024-11-08T18:42:25.304" v="1199" actId="9405"/>
          <ac:inkMkLst>
            <pc:docMk/>
            <pc:sldMk cId="1596888733" sldId="343"/>
            <ac:inkMk id="2" creationId="{6D0973FC-9B8E-CC73-BFAA-DDA2EAD34A08}"/>
          </ac:inkMkLst>
        </pc:inkChg>
        <pc:inkChg chg="add">
          <ac:chgData name="Yan Li" userId="8c31b902-5b3a-4bc1-a03f-ce296c1668b4" providerId="ADAL" clId="{C4E2F155-1101-4902-976B-AD814EDA6EB0}" dt="2024-11-08T18:42:30.163" v="1200" actId="9405"/>
          <ac:inkMkLst>
            <pc:docMk/>
            <pc:sldMk cId="1596888733" sldId="343"/>
            <ac:inkMk id="4" creationId="{F83A9111-550B-FCA6-28B4-F34F19B86FD2}"/>
          </ac:inkMkLst>
        </pc:inkChg>
        <pc:inkChg chg="add">
          <ac:chgData name="Yan Li" userId="8c31b902-5b3a-4bc1-a03f-ce296c1668b4" providerId="ADAL" clId="{C4E2F155-1101-4902-976B-AD814EDA6EB0}" dt="2024-11-08T18:42:34.154" v="1201" actId="9405"/>
          <ac:inkMkLst>
            <pc:docMk/>
            <pc:sldMk cId="1596888733" sldId="343"/>
            <ac:inkMk id="6" creationId="{57203EED-5F6D-2FBD-0504-D6605DF2A926}"/>
          </ac:inkMkLst>
        </pc:inkChg>
        <pc:inkChg chg="add">
          <ac:chgData name="Yan Li" userId="8c31b902-5b3a-4bc1-a03f-ce296c1668b4" providerId="ADAL" clId="{C4E2F155-1101-4902-976B-AD814EDA6EB0}" dt="2024-11-08T18:42:38.506" v="1202" actId="9405"/>
          <ac:inkMkLst>
            <pc:docMk/>
            <pc:sldMk cId="1596888733" sldId="343"/>
            <ac:inkMk id="7" creationId="{7F69D1CD-8380-E76B-10B0-2519BFA76FE7}"/>
          </ac:inkMkLst>
        </pc:inkChg>
        <pc:inkChg chg="add">
          <ac:chgData name="Yan Li" userId="8c31b902-5b3a-4bc1-a03f-ce296c1668b4" providerId="ADAL" clId="{C4E2F155-1101-4902-976B-AD814EDA6EB0}" dt="2024-11-08T18:42:43.343" v="1203" actId="9405"/>
          <ac:inkMkLst>
            <pc:docMk/>
            <pc:sldMk cId="1596888733" sldId="343"/>
            <ac:inkMk id="9" creationId="{9C57FA07-26F1-E781-30E9-49EFB2421D94}"/>
          </ac:inkMkLst>
        </pc:inkChg>
      </pc:sldChg>
      <pc:sldChg chg="addSp delSp modSp add del mod modNotesTx">
        <pc:chgData name="Yan Li" userId="8c31b902-5b3a-4bc1-a03f-ce296c1668b4" providerId="ADAL" clId="{C4E2F155-1101-4902-976B-AD814EDA6EB0}" dt="2024-11-21T02:43:58.139" v="1897" actId="2696"/>
        <pc:sldMkLst>
          <pc:docMk/>
          <pc:sldMk cId="2163106884" sldId="343"/>
        </pc:sldMkLst>
        <pc:picChg chg="add mod">
          <ac:chgData name="Yan Li" userId="8c31b902-5b3a-4bc1-a03f-ce296c1668b4" providerId="ADAL" clId="{C4E2F155-1101-4902-976B-AD814EDA6EB0}" dt="2024-11-20T21:49:37.747" v="1569" actId="1076"/>
          <ac:picMkLst>
            <pc:docMk/>
            <pc:sldMk cId="2163106884" sldId="343"/>
            <ac:picMk id="3" creationId="{D713F2A5-0CC8-7C04-8826-8EE719EC537F}"/>
          </ac:picMkLst>
        </pc:picChg>
        <pc:picChg chg="del">
          <ac:chgData name="Yan Li" userId="8c31b902-5b3a-4bc1-a03f-ce296c1668b4" providerId="ADAL" clId="{C4E2F155-1101-4902-976B-AD814EDA6EB0}" dt="2024-11-20T21:49:26.057" v="1563" actId="478"/>
          <ac:picMkLst>
            <pc:docMk/>
            <pc:sldMk cId="2163106884" sldId="343"/>
            <ac:picMk id="4" creationId="{EE1B8BB3-E59C-1790-6BD9-3014CB297CC4}"/>
          </ac:picMkLst>
        </pc:picChg>
      </pc:sldChg>
      <pc:sldChg chg="addSp delSp modSp add del mod">
        <pc:chgData name="Yan Li" userId="8c31b902-5b3a-4bc1-a03f-ce296c1668b4" providerId="ADAL" clId="{C4E2F155-1101-4902-976B-AD814EDA6EB0}" dt="2024-11-20T21:48:57.118" v="1561" actId="2696"/>
        <pc:sldMkLst>
          <pc:docMk/>
          <pc:sldMk cId="2204446780" sldId="344"/>
        </pc:sldMkLst>
        <pc:spChg chg="mod">
          <ac:chgData name="Yan Li" userId="8c31b902-5b3a-4bc1-a03f-ce296c1668b4" providerId="ADAL" clId="{C4E2F155-1101-4902-976B-AD814EDA6EB0}" dt="2024-11-06T12:11:48.196" v="669" actId="20577"/>
          <ac:spMkLst>
            <pc:docMk/>
            <pc:sldMk cId="2204446780" sldId="344"/>
            <ac:spMk id="5" creationId="{DB8A720A-238E-E828-8374-2DFCF55DD9B5}"/>
          </ac:spMkLst>
        </pc:spChg>
        <pc:spChg chg="add mod">
          <ac:chgData name="Yan Li" userId="8c31b902-5b3a-4bc1-a03f-ce296c1668b4" providerId="ADAL" clId="{C4E2F155-1101-4902-976B-AD814EDA6EB0}" dt="2024-11-06T12:23:45.257" v="725" actId="113"/>
          <ac:spMkLst>
            <pc:docMk/>
            <pc:sldMk cId="2204446780" sldId="344"/>
            <ac:spMk id="7" creationId="{669BCB69-F4A5-7B32-7E9F-B395E842B703}"/>
          </ac:spMkLst>
        </pc:spChg>
        <pc:picChg chg="del">
          <ac:chgData name="Yan Li" userId="8c31b902-5b3a-4bc1-a03f-ce296c1668b4" providerId="ADAL" clId="{C4E2F155-1101-4902-976B-AD814EDA6EB0}" dt="2024-11-06T12:11:58.611" v="670" actId="478"/>
          <ac:picMkLst>
            <pc:docMk/>
            <pc:sldMk cId="2204446780" sldId="344"/>
            <ac:picMk id="3" creationId="{B5A5983C-EBE0-BF0F-CFFF-0F6FDAC1ED99}"/>
          </ac:picMkLst>
        </pc:picChg>
        <pc:picChg chg="add mod">
          <ac:chgData name="Yan Li" userId="8c31b902-5b3a-4bc1-a03f-ce296c1668b4" providerId="ADAL" clId="{C4E2F155-1101-4902-976B-AD814EDA6EB0}" dt="2024-11-06T12:21:20.297" v="691" actId="14100"/>
          <ac:picMkLst>
            <pc:docMk/>
            <pc:sldMk cId="2204446780" sldId="344"/>
            <ac:picMk id="4" creationId="{A2468185-DB1E-0601-A639-6524F5D3678A}"/>
          </ac:picMkLst>
        </pc:picChg>
        <pc:picChg chg="del">
          <ac:chgData name="Yan Li" userId="8c31b902-5b3a-4bc1-a03f-ce296c1668b4" providerId="ADAL" clId="{C4E2F155-1101-4902-976B-AD814EDA6EB0}" dt="2024-11-06T12:12:00.788" v="671" actId="478"/>
          <ac:picMkLst>
            <pc:docMk/>
            <pc:sldMk cId="2204446780" sldId="344"/>
            <ac:picMk id="8" creationId="{032C63C5-A240-5630-90F5-9941CB1630A4}"/>
          </ac:picMkLst>
        </pc:picChg>
        <pc:picChg chg="mod">
          <ac:chgData name="Yan Li" userId="8c31b902-5b3a-4bc1-a03f-ce296c1668b4" providerId="ADAL" clId="{C4E2F155-1101-4902-976B-AD814EDA6EB0}" dt="2024-11-06T12:12:04.232" v="672" actId="14100"/>
          <ac:picMkLst>
            <pc:docMk/>
            <pc:sldMk cId="2204446780" sldId="344"/>
            <ac:picMk id="20" creationId="{3F7E7502-B34D-AF79-0F65-2684B19D47D1}"/>
          </ac:picMkLst>
        </pc:picChg>
        <pc:inkChg chg="add">
          <ac:chgData name="Yan Li" userId="8c31b902-5b3a-4bc1-a03f-ce296c1668b4" providerId="ADAL" clId="{C4E2F155-1101-4902-976B-AD814EDA6EB0}" dt="2024-11-06T12:18:28.211" v="684" actId="9405"/>
          <ac:inkMkLst>
            <pc:docMk/>
            <pc:sldMk cId="2204446780" sldId="344"/>
            <ac:inkMk id="9" creationId="{576DCE90-05A1-1BC5-0C11-DED66520FCAC}"/>
          </ac:inkMkLst>
        </pc:inkChg>
        <pc:inkChg chg="add">
          <ac:chgData name="Yan Li" userId="8c31b902-5b3a-4bc1-a03f-ce296c1668b4" providerId="ADAL" clId="{C4E2F155-1101-4902-976B-AD814EDA6EB0}" dt="2024-11-06T12:18:30.112" v="685" actId="9405"/>
          <ac:inkMkLst>
            <pc:docMk/>
            <pc:sldMk cId="2204446780" sldId="344"/>
            <ac:inkMk id="10" creationId="{F7C5E3EA-25D5-CD6A-660B-5554008EF9DE}"/>
          </ac:inkMkLst>
        </pc:inkChg>
        <pc:inkChg chg="del">
          <ac:chgData name="Yan Li" userId="8c31b902-5b3a-4bc1-a03f-ce296c1668b4" providerId="ADAL" clId="{C4E2F155-1101-4902-976B-AD814EDA6EB0}" dt="2024-11-06T12:21:24.631" v="692"/>
          <ac:inkMkLst>
            <pc:docMk/>
            <pc:sldMk cId="2204446780" sldId="344"/>
            <ac:inkMk id="11" creationId="{ED261A93-967C-05B9-83F2-6234025E630F}"/>
          </ac:inkMkLst>
        </pc:inkChg>
        <pc:inkChg chg="add">
          <ac:chgData name="Yan Li" userId="8c31b902-5b3a-4bc1-a03f-ce296c1668b4" providerId="ADAL" clId="{C4E2F155-1101-4902-976B-AD814EDA6EB0}" dt="2024-11-06T12:18:31.674" v="686" actId="9405"/>
          <ac:inkMkLst>
            <pc:docMk/>
            <pc:sldMk cId="2204446780" sldId="344"/>
            <ac:inkMk id="13" creationId="{21768317-4EEC-2B84-16E3-74C76E747095}"/>
          </ac:inkMkLst>
        </pc:inkChg>
        <pc:inkChg chg="add">
          <ac:chgData name="Yan Li" userId="8c31b902-5b3a-4bc1-a03f-ce296c1668b4" providerId="ADAL" clId="{C4E2F155-1101-4902-976B-AD814EDA6EB0}" dt="2024-11-06T12:18:34.025" v="687" actId="9405"/>
          <ac:inkMkLst>
            <pc:docMk/>
            <pc:sldMk cId="2204446780" sldId="344"/>
            <ac:inkMk id="14" creationId="{408F6EDB-067E-E09D-1695-8E43C0669D16}"/>
          </ac:inkMkLst>
        </pc:inkChg>
        <pc:inkChg chg="add">
          <ac:chgData name="Yan Li" userId="8c31b902-5b3a-4bc1-a03f-ce296c1668b4" providerId="ADAL" clId="{C4E2F155-1101-4902-976B-AD814EDA6EB0}" dt="2024-11-06T12:18:41.966" v="688" actId="9405"/>
          <ac:inkMkLst>
            <pc:docMk/>
            <pc:sldMk cId="2204446780" sldId="344"/>
            <ac:inkMk id="15" creationId="{A8682C6D-2E67-857A-8192-0CFA44342C4B}"/>
          </ac:inkMkLst>
        </pc:inkChg>
      </pc:sldChg>
      <pc:sldChg chg="addSp delSp modSp add mod modNotesTx">
        <pc:chgData name="Yan Li" userId="8c31b902-5b3a-4bc1-a03f-ce296c1668b4" providerId="ADAL" clId="{C4E2F155-1101-4902-976B-AD814EDA6EB0}" dt="2024-11-21T02:51:31.293" v="1925" actId="20577"/>
        <pc:sldMkLst>
          <pc:docMk/>
          <pc:sldMk cId="2283548857" sldId="344"/>
        </pc:sldMkLst>
        <pc:spChg chg="mod">
          <ac:chgData name="Yan Li" userId="8c31b902-5b3a-4bc1-a03f-ce296c1668b4" providerId="ADAL" clId="{C4E2F155-1101-4902-976B-AD814EDA6EB0}" dt="2024-11-21T02:47:28.991" v="1911" actId="14100"/>
          <ac:spMkLst>
            <pc:docMk/>
            <pc:sldMk cId="2283548857" sldId="344"/>
            <ac:spMk id="5" creationId="{8490BE47-70BF-E59F-B5B9-74BD5EB2FD52}"/>
          </ac:spMkLst>
        </pc:spChg>
        <pc:picChg chg="del">
          <ac:chgData name="Yan Li" userId="8c31b902-5b3a-4bc1-a03f-ce296c1668b4" providerId="ADAL" clId="{C4E2F155-1101-4902-976B-AD814EDA6EB0}" dt="2024-11-20T21:50:39.394" v="1571" actId="478"/>
          <ac:picMkLst>
            <pc:docMk/>
            <pc:sldMk cId="2283548857" sldId="344"/>
            <ac:picMk id="3" creationId="{1C17A5DC-5197-914B-1AF0-8CD592BED646}"/>
          </ac:picMkLst>
        </pc:picChg>
        <pc:picChg chg="add del mod">
          <ac:chgData name="Yan Li" userId="8c31b902-5b3a-4bc1-a03f-ce296c1668b4" providerId="ADAL" clId="{C4E2F155-1101-4902-976B-AD814EDA6EB0}" dt="2024-11-20T21:51:49.587" v="1583" actId="478"/>
          <ac:picMkLst>
            <pc:docMk/>
            <pc:sldMk cId="2283548857" sldId="344"/>
            <ac:picMk id="4" creationId="{C3D0CE9E-5D01-491A-1CC7-CFB71D783D74}"/>
          </ac:picMkLst>
        </pc:picChg>
        <pc:picChg chg="add del mod">
          <ac:chgData name="Yan Li" userId="8c31b902-5b3a-4bc1-a03f-ce296c1668b4" providerId="ADAL" clId="{C4E2F155-1101-4902-976B-AD814EDA6EB0}" dt="2024-11-20T21:54:21.949" v="1592" actId="478"/>
          <ac:picMkLst>
            <pc:docMk/>
            <pc:sldMk cId="2283548857" sldId="344"/>
            <ac:picMk id="7" creationId="{0D7406E5-44F1-B89C-DB84-BA6F5BFF4880}"/>
          </ac:picMkLst>
        </pc:picChg>
        <pc:picChg chg="add del mod">
          <ac:chgData name="Yan Li" userId="8c31b902-5b3a-4bc1-a03f-ce296c1668b4" providerId="ADAL" clId="{C4E2F155-1101-4902-976B-AD814EDA6EB0}" dt="2024-11-20T21:54:41.983" v="1595" actId="478"/>
          <ac:picMkLst>
            <pc:docMk/>
            <pc:sldMk cId="2283548857" sldId="344"/>
            <ac:picMk id="9" creationId="{C2B011A7-160A-C347-5C41-0ECE8E1A4416}"/>
          </ac:picMkLst>
        </pc:picChg>
        <pc:picChg chg="add mod">
          <ac:chgData name="Yan Li" userId="8c31b902-5b3a-4bc1-a03f-ce296c1668b4" providerId="ADAL" clId="{C4E2F155-1101-4902-976B-AD814EDA6EB0}" dt="2024-11-20T21:55:14.738" v="1605" actId="1076"/>
          <ac:picMkLst>
            <pc:docMk/>
            <pc:sldMk cId="2283548857" sldId="344"/>
            <ac:picMk id="11" creationId="{F45628E7-E50F-93D9-2E20-AF9033FF6699}"/>
          </ac:picMkLst>
        </pc:picChg>
        <pc:picChg chg="add mod">
          <ac:chgData name="Yan Li" userId="8c31b902-5b3a-4bc1-a03f-ce296c1668b4" providerId="ADAL" clId="{C4E2F155-1101-4902-976B-AD814EDA6EB0}" dt="2024-11-20T21:54:56.258" v="1602" actId="14100"/>
          <ac:picMkLst>
            <pc:docMk/>
            <pc:sldMk cId="2283548857" sldId="344"/>
            <ac:picMk id="13" creationId="{66A8EE61-42D7-E839-D197-7FA74FA3BF00}"/>
          </ac:picMkLst>
        </pc:picChg>
      </pc:sldChg>
      <pc:sldChg chg="addSp delSp modSp add del mod">
        <pc:chgData name="Yan Li" userId="8c31b902-5b3a-4bc1-a03f-ce296c1668b4" providerId="ADAL" clId="{C4E2F155-1101-4902-976B-AD814EDA6EB0}" dt="2024-11-21T17:53:51.471" v="2466" actId="2696"/>
        <pc:sldMkLst>
          <pc:docMk/>
          <pc:sldMk cId="1640192839" sldId="345"/>
        </pc:sldMkLst>
        <pc:picChg chg="add del mod">
          <ac:chgData name="Yan Li" userId="8c31b902-5b3a-4bc1-a03f-ce296c1668b4" providerId="ADAL" clId="{C4E2F155-1101-4902-976B-AD814EDA6EB0}" dt="2024-11-20T21:51:20.933" v="1582" actId="478"/>
          <ac:picMkLst>
            <pc:docMk/>
            <pc:sldMk cId="1640192839" sldId="345"/>
            <ac:picMk id="3" creationId="{75C211AF-436A-089C-A46A-F231455B00B9}"/>
          </ac:picMkLst>
        </pc:picChg>
        <pc:picChg chg="del">
          <ac:chgData name="Yan Li" userId="8c31b902-5b3a-4bc1-a03f-ce296c1668b4" providerId="ADAL" clId="{C4E2F155-1101-4902-976B-AD814EDA6EB0}" dt="2024-11-20T21:51:13.539" v="1578" actId="478"/>
          <ac:picMkLst>
            <pc:docMk/>
            <pc:sldMk cId="1640192839" sldId="345"/>
            <ac:picMk id="4" creationId="{DE3CD5FA-C801-2134-1B99-DD488448F7A0}"/>
          </ac:picMkLst>
        </pc:picChg>
        <pc:picChg chg="add mod">
          <ac:chgData name="Yan Li" userId="8c31b902-5b3a-4bc1-a03f-ce296c1668b4" providerId="ADAL" clId="{C4E2F155-1101-4902-976B-AD814EDA6EB0}" dt="2024-11-20T21:55:45.651" v="1607" actId="1076"/>
          <ac:picMkLst>
            <pc:docMk/>
            <pc:sldMk cId="1640192839" sldId="345"/>
            <ac:picMk id="7" creationId="{6B4139FC-DFAD-A5A5-0238-19AFEB856156}"/>
          </ac:picMkLst>
        </pc:picChg>
      </pc:sldChg>
      <pc:sldChg chg="addSp delSp modSp add del mod">
        <pc:chgData name="Yan Li" userId="8c31b902-5b3a-4bc1-a03f-ce296c1668b4" providerId="ADAL" clId="{C4E2F155-1101-4902-976B-AD814EDA6EB0}" dt="2024-11-20T21:48:57.118" v="1561" actId="2696"/>
        <pc:sldMkLst>
          <pc:docMk/>
          <pc:sldMk cId="4103872209" sldId="345"/>
        </pc:sldMkLst>
        <pc:spChg chg="add del">
          <ac:chgData name="Yan Li" userId="8c31b902-5b3a-4bc1-a03f-ce296c1668b4" providerId="ADAL" clId="{C4E2F155-1101-4902-976B-AD814EDA6EB0}" dt="2024-11-06T12:25:52.974" v="784" actId="478"/>
          <ac:spMkLst>
            <pc:docMk/>
            <pc:sldMk cId="4103872209" sldId="345"/>
            <ac:spMk id="3" creationId="{32248175-29CA-DE52-8183-47744F2D4A51}"/>
          </ac:spMkLst>
        </pc:spChg>
        <pc:spChg chg="mod">
          <ac:chgData name="Yan Li" userId="8c31b902-5b3a-4bc1-a03f-ce296c1668b4" providerId="ADAL" clId="{C4E2F155-1101-4902-976B-AD814EDA6EB0}" dt="2024-11-06T12:25:50.515" v="783" actId="20577"/>
          <ac:spMkLst>
            <pc:docMk/>
            <pc:sldMk cId="4103872209" sldId="345"/>
            <ac:spMk id="5" creationId="{36A749C9-589F-52E1-9B30-7C92319FD82A}"/>
          </ac:spMkLst>
        </pc:spChg>
        <pc:spChg chg="del mod">
          <ac:chgData name="Yan Li" userId="8c31b902-5b3a-4bc1-a03f-ce296c1668b4" providerId="ADAL" clId="{C4E2F155-1101-4902-976B-AD814EDA6EB0}" dt="2024-11-06T12:25:31.003" v="732" actId="478"/>
          <ac:spMkLst>
            <pc:docMk/>
            <pc:sldMk cId="4103872209" sldId="345"/>
            <ac:spMk id="7" creationId="{4054F1DF-202F-91A0-DFA8-CC0D999AA32B}"/>
          </ac:spMkLst>
        </pc:spChg>
        <pc:spChg chg="add mod">
          <ac:chgData name="Yan Li" userId="8c31b902-5b3a-4bc1-a03f-ce296c1668b4" providerId="ADAL" clId="{C4E2F155-1101-4902-976B-AD814EDA6EB0}" dt="2024-11-06T12:30:23.564" v="799"/>
          <ac:spMkLst>
            <pc:docMk/>
            <pc:sldMk cId="4103872209" sldId="345"/>
            <ac:spMk id="16" creationId="{B54DC373-163F-1ED8-CEFF-A6EF9F3780A8}"/>
          </ac:spMkLst>
        </pc:spChg>
        <pc:spChg chg="add mod">
          <ac:chgData name="Yan Li" userId="8c31b902-5b3a-4bc1-a03f-ce296c1668b4" providerId="ADAL" clId="{C4E2F155-1101-4902-976B-AD814EDA6EB0}" dt="2024-11-06T12:32:15.196" v="808" actId="20577"/>
          <ac:spMkLst>
            <pc:docMk/>
            <pc:sldMk cId="4103872209" sldId="345"/>
            <ac:spMk id="18" creationId="{C4D501CE-C865-8EC4-6196-1EBCA591C052}"/>
          </ac:spMkLst>
        </pc:spChg>
        <pc:picChg chg="del">
          <ac:chgData name="Yan Li" userId="8c31b902-5b3a-4bc1-a03f-ce296c1668b4" providerId="ADAL" clId="{C4E2F155-1101-4902-976B-AD814EDA6EB0}" dt="2024-11-06T12:25:22.975" v="727" actId="478"/>
          <ac:picMkLst>
            <pc:docMk/>
            <pc:sldMk cId="4103872209" sldId="345"/>
            <ac:picMk id="4" creationId="{7CB5DD45-ED2E-7892-5B36-20C0C82BB13E}"/>
          </ac:picMkLst>
        </pc:picChg>
        <pc:picChg chg="add mod">
          <ac:chgData name="Yan Li" userId="8c31b902-5b3a-4bc1-a03f-ce296c1668b4" providerId="ADAL" clId="{C4E2F155-1101-4902-976B-AD814EDA6EB0}" dt="2024-11-06T12:27:34.730" v="796" actId="1076"/>
          <ac:picMkLst>
            <pc:docMk/>
            <pc:sldMk cId="4103872209" sldId="345"/>
            <ac:picMk id="8" creationId="{715B71A6-92CB-7E2F-5813-C002931A6D62}"/>
          </ac:picMkLst>
        </pc:picChg>
        <pc:picChg chg="del mod">
          <ac:chgData name="Yan Li" userId="8c31b902-5b3a-4bc1-a03f-ce296c1668b4" providerId="ADAL" clId="{C4E2F155-1101-4902-976B-AD814EDA6EB0}" dt="2024-11-06T12:26:37.208" v="789" actId="478"/>
          <ac:picMkLst>
            <pc:docMk/>
            <pc:sldMk cId="4103872209" sldId="345"/>
            <ac:picMk id="20" creationId="{AF9D8600-7ED9-58EA-8AAD-5FF54FD3E1BE}"/>
          </ac:picMkLst>
        </pc:picChg>
        <pc:inkChg chg="del">
          <ac:chgData name="Yan Li" userId="8c31b902-5b3a-4bc1-a03f-ce296c1668b4" providerId="ADAL" clId="{C4E2F155-1101-4902-976B-AD814EDA6EB0}" dt="2024-11-06T12:25:25.287" v="728" actId="478"/>
          <ac:inkMkLst>
            <pc:docMk/>
            <pc:sldMk cId="4103872209" sldId="345"/>
            <ac:inkMk id="9" creationId="{83E9AB43-8890-BE4C-FA13-A0B172A95367}"/>
          </ac:inkMkLst>
        </pc:inkChg>
        <pc:inkChg chg="del">
          <ac:chgData name="Yan Li" userId="8c31b902-5b3a-4bc1-a03f-ce296c1668b4" providerId="ADAL" clId="{C4E2F155-1101-4902-976B-AD814EDA6EB0}" dt="2024-11-06T12:25:27.420" v="729" actId="478"/>
          <ac:inkMkLst>
            <pc:docMk/>
            <pc:sldMk cId="4103872209" sldId="345"/>
            <ac:inkMk id="10" creationId="{40CD1A70-B59A-292E-10EB-735A4619C044}"/>
          </ac:inkMkLst>
        </pc:inkChg>
        <pc:inkChg chg="del">
          <ac:chgData name="Yan Li" userId="8c31b902-5b3a-4bc1-a03f-ce296c1668b4" providerId="ADAL" clId="{C4E2F155-1101-4902-976B-AD814EDA6EB0}" dt="2024-11-06T12:27:30.510" v="795" actId="478"/>
          <ac:inkMkLst>
            <pc:docMk/>
            <pc:sldMk cId="4103872209" sldId="345"/>
            <ac:inkMk id="14" creationId="{FE0BF58F-122F-2FFB-DA01-6BCD23E8BA03}"/>
          </ac:inkMkLst>
        </pc:inkChg>
        <pc:inkChg chg="del">
          <ac:chgData name="Yan Li" userId="8c31b902-5b3a-4bc1-a03f-ce296c1668b4" providerId="ADAL" clId="{C4E2F155-1101-4902-976B-AD814EDA6EB0}" dt="2024-11-06T12:25:28.431" v="730" actId="478"/>
          <ac:inkMkLst>
            <pc:docMk/>
            <pc:sldMk cId="4103872209" sldId="345"/>
            <ac:inkMk id="15" creationId="{2FCF35B1-3064-120A-3E44-1FA0BFA47A75}"/>
          </ac:inkMkLst>
        </pc:inkChg>
      </pc:sldChg>
      <pc:sldChg chg="addSp delSp modSp add del mod modNotesTx">
        <pc:chgData name="Yan Li" userId="8c31b902-5b3a-4bc1-a03f-ce296c1668b4" providerId="ADAL" clId="{C4E2F155-1101-4902-976B-AD814EDA6EB0}" dt="2024-11-20T21:48:57.118" v="1561" actId="2696"/>
        <pc:sldMkLst>
          <pc:docMk/>
          <pc:sldMk cId="740735938" sldId="346"/>
        </pc:sldMkLst>
        <pc:spChg chg="add del mod">
          <ac:chgData name="Yan Li" userId="8c31b902-5b3a-4bc1-a03f-ce296c1668b4" providerId="ADAL" clId="{C4E2F155-1101-4902-976B-AD814EDA6EB0}" dt="2024-11-06T12:51:17.956" v="837"/>
          <ac:spMkLst>
            <pc:docMk/>
            <pc:sldMk cId="740735938" sldId="346"/>
            <ac:spMk id="6" creationId="{C3FD8612-B650-7656-A880-983336DB2867}"/>
          </ac:spMkLst>
        </pc:spChg>
        <pc:spChg chg="add mod">
          <ac:chgData name="Yan Li" userId="8c31b902-5b3a-4bc1-a03f-ce296c1668b4" providerId="ADAL" clId="{C4E2F155-1101-4902-976B-AD814EDA6EB0}" dt="2024-11-06T12:51:23.928" v="839" actId="6549"/>
          <ac:spMkLst>
            <pc:docMk/>
            <pc:sldMk cId="740735938" sldId="346"/>
            <ac:spMk id="9" creationId="{4DCCD58A-A70C-4164-0423-AE640D0A5DC5}"/>
          </ac:spMkLst>
        </pc:spChg>
        <pc:spChg chg="del">
          <ac:chgData name="Yan Li" userId="8c31b902-5b3a-4bc1-a03f-ce296c1668b4" providerId="ADAL" clId="{C4E2F155-1101-4902-976B-AD814EDA6EB0}" dt="2024-11-06T12:33:10.733" v="814" actId="478"/>
          <ac:spMkLst>
            <pc:docMk/>
            <pc:sldMk cId="740735938" sldId="346"/>
            <ac:spMk id="16" creationId="{C025A5A0-57BA-4492-463A-457929B10E03}"/>
          </ac:spMkLst>
        </pc:spChg>
        <pc:spChg chg="del">
          <ac:chgData name="Yan Li" userId="8c31b902-5b3a-4bc1-a03f-ce296c1668b4" providerId="ADAL" clId="{C4E2F155-1101-4902-976B-AD814EDA6EB0}" dt="2024-11-06T12:33:09.443" v="813" actId="478"/>
          <ac:spMkLst>
            <pc:docMk/>
            <pc:sldMk cId="740735938" sldId="346"/>
            <ac:spMk id="18" creationId="{200735A9-80F7-5ACC-78C4-691D6F48044D}"/>
          </ac:spMkLst>
        </pc:spChg>
        <pc:picChg chg="add mod">
          <ac:chgData name="Yan Li" userId="8c31b902-5b3a-4bc1-a03f-ce296c1668b4" providerId="ADAL" clId="{C4E2F155-1101-4902-976B-AD814EDA6EB0}" dt="2024-11-06T12:33:24.640" v="819" actId="14100"/>
          <ac:picMkLst>
            <pc:docMk/>
            <pc:sldMk cId="740735938" sldId="346"/>
            <ac:picMk id="3" creationId="{D6446A6E-4D61-9C15-9A9D-261667CD57BB}"/>
          </ac:picMkLst>
        </pc:picChg>
        <pc:picChg chg="del">
          <ac:chgData name="Yan Li" userId="8c31b902-5b3a-4bc1-a03f-ce296c1668b4" providerId="ADAL" clId="{C4E2F155-1101-4902-976B-AD814EDA6EB0}" dt="2024-11-06T12:33:03.010" v="810" actId="478"/>
          <ac:picMkLst>
            <pc:docMk/>
            <pc:sldMk cId="740735938" sldId="346"/>
            <ac:picMk id="8" creationId="{52B37E52-5864-6D03-EE68-3FE6905CB21A}"/>
          </ac:picMkLst>
        </pc:picChg>
      </pc:sldChg>
      <pc:sldChg chg="addSp modSp add mod modNotesTx">
        <pc:chgData name="Yan Li" userId="8c31b902-5b3a-4bc1-a03f-ce296c1668b4" providerId="ADAL" clId="{C4E2F155-1101-4902-976B-AD814EDA6EB0}" dt="2024-11-21T17:53:33.462" v="2465" actId="6549"/>
        <pc:sldMkLst>
          <pc:docMk/>
          <pc:sldMk cId="1492018131" sldId="346"/>
        </pc:sldMkLst>
        <pc:spChg chg="mod">
          <ac:chgData name="Yan Li" userId="8c31b902-5b3a-4bc1-a03f-ce296c1668b4" providerId="ADAL" clId="{C4E2F155-1101-4902-976B-AD814EDA6EB0}" dt="2024-11-21T03:01:13.649" v="1936" actId="14100"/>
          <ac:spMkLst>
            <pc:docMk/>
            <pc:sldMk cId="1492018131" sldId="346"/>
            <ac:spMk id="5" creationId="{961D8DC9-F7B0-86D1-0B7C-B97F20333515}"/>
          </ac:spMkLst>
        </pc:spChg>
        <pc:inkChg chg="add">
          <ac:chgData name="Yan Li" userId="8c31b902-5b3a-4bc1-a03f-ce296c1668b4" providerId="ADAL" clId="{C4E2F155-1101-4902-976B-AD814EDA6EB0}" dt="2024-11-21T17:47:48.085" v="2445" actId="9405"/>
          <ac:inkMkLst>
            <pc:docMk/>
            <pc:sldMk cId="1492018131" sldId="346"/>
            <ac:inkMk id="2" creationId="{B6B00F9A-2354-2F7F-FA93-9715E54C68E7}"/>
          </ac:inkMkLst>
        </pc:inkChg>
        <pc:inkChg chg="add">
          <ac:chgData name="Yan Li" userId="8c31b902-5b3a-4bc1-a03f-ce296c1668b4" providerId="ADAL" clId="{C4E2F155-1101-4902-976B-AD814EDA6EB0}" dt="2024-11-21T17:47:51.567" v="2446" actId="9405"/>
          <ac:inkMkLst>
            <pc:docMk/>
            <pc:sldMk cId="1492018131" sldId="346"/>
            <ac:inkMk id="3" creationId="{0E033E08-AFA7-0801-1A6A-6BF2DF2F690E}"/>
          </ac:inkMkLst>
        </pc:inkChg>
        <pc:inkChg chg="add">
          <ac:chgData name="Yan Li" userId="8c31b902-5b3a-4bc1-a03f-ce296c1668b4" providerId="ADAL" clId="{C4E2F155-1101-4902-976B-AD814EDA6EB0}" dt="2024-11-21T17:47:53.084" v="2447" actId="9405"/>
          <ac:inkMkLst>
            <pc:docMk/>
            <pc:sldMk cId="1492018131" sldId="346"/>
            <ac:inkMk id="4" creationId="{D95A24ED-F2FB-50FC-A6CE-7F98B8506717}"/>
          </ac:inkMkLst>
        </pc:inkChg>
        <pc:inkChg chg="add">
          <ac:chgData name="Yan Li" userId="8c31b902-5b3a-4bc1-a03f-ce296c1668b4" providerId="ADAL" clId="{C4E2F155-1101-4902-976B-AD814EDA6EB0}" dt="2024-11-21T17:47:54.628" v="2448" actId="9405"/>
          <ac:inkMkLst>
            <pc:docMk/>
            <pc:sldMk cId="1492018131" sldId="346"/>
            <ac:inkMk id="6" creationId="{8EB6B78D-57EA-9331-A1FD-EA96351791E6}"/>
          </ac:inkMkLst>
        </pc:inkChg>
        <pc:inkChg chg="add">
          <ac:chgData name="Yan Li" userId="8c31b902-5b3a-4bc1-a03f-ce296c1668b4" providerId="ADAL" clId="{C4E2F155-1101-4902-976B-AD814EDA6EB0}" dt="2024-11-21T17:48:03.944" v="2449" actId="9405"/>
          <ac:inkMkLst>
            <pc:docMk/>
            <pc:sldMk cId="1492018131" sldId="346"/>
            <ac:inkMk id="8" creationId="{EE695BE9-567B-F6BE-30C9-987F9674A668}"/>
          </ac:inkMkLst>
        </pc:inkChg>
        <pc:inkChg chg="add">
          <ac:chgData name="Yan Li" userId="8c31b902-5b3a-4bc1-a03f-ce296c1668b4" providerId="ADAL" clId="{C4E2F155-1101-4902-976B-AD814EDA6EB0}" dt="2024-11-21T17:48:06.388" v="2450" actId="9405"/>
          <ac:inkMkLst>
            <pc:docMk/>
            <pc:sldMk cId="1492018131" sldId="346"/>
            <ac:inkMk id="10" creationId="{8D861209-AADF-0C10-E84F-291FBB47E864}"/>
          </ac:inkMkLst>
        </pc:inkChg>
        <pc:inkChg chg="add">
          <ac:chgData name="Yan Li" userId="8c31b902-5b3a-4bc1-a03f-ce296c1668b4" providerId="ADAL" clId="{C4E2F155-1101-4902-976B-AD814EDA6EB0}" dt="2024-11-21T17:48:11.464" v="2451" actId="9405"/>
          <ac:inkMkLst>
            <pc:docMk/>
            <pc:sldMk cId="1492018131" sldId="346"/>
            <ac:inkMk id="11" creationId="{056D7ACD-A787-A4EC-046E-80F99E6B8F61}"/>
          </ac:inkMkLst>
        </pc:inkChg>
        <pc:inkChg chg="add">
          <ac:chgData name="Yan Li" userId="8c31b902-5b3a-4bc1-a03f-ce296c1668b4" providerId="ADAL" clId="{C4E2F155-1101-4902-976B-AD814EDA6EB0}" dt="2024-11-21T17:48:13.472" v="2452" actId="9405"/>
          <ac:inkMkLst>
            <pc:docMk/>
            <pc:sldMk cId="1492018131" sldId="346"/>
            <ac:inkMk id="12" creationId="{7F77B7F7-5CC7-525A-B19B-12EFB6A2EBCB}"/>
          </ac:inkMkLst>
        </pc:inkChg>
        <pc:inkChg chg="add">
          <ac:chgData name="Yan Li" userId="8c31b902-5b3a-4bc1-a03f-ce296c1668b4" providerId="ADAL" clId="{C4E2F155-1101-4902-976B-AD814EDA6EB0}" dt="2024-11-21T17:48:15.309" v="2453" actId="9405"/>
          <ac:inkMkLst>
            <pc:docMk/>
            <pc:sldMk cId="1492018131" sldId="346"/>
            <ac:inkMk id="13" creationId="{7DCCB840-449D-ADBD-8145-BEE63BA13A23}"/>
          </ac:inkMkLst>
        </pc:inkChg>
        <pc:inkChg chg="add">
          <ac:chgData name="Yan Li" userId="8c31b902-5b3a-4bc1-a03f-ce296c1668b4" providerId="ADAL" clId="{C4E2F155-1101-4902-976B-AD814EDA6EB0}" dt="2024-11-21T17:48:16.974" v="2454" actId="9405"/>
          <ac:inkMkLst>
            <pc:docMk/>
            <pc:sldMk cId="1492018131" sldId="346"/>
            <ac:inkMk id="14" creationId="{7F5FCD17-4533-0EE4-B86D-BF2EC6673163}"/>
          </ac:inkMkLst>
        </pc:inkChg>
        <pc:inkChg chg="add">
          <ac:chgData name="Yan Li" userId="8c31b902-5b3a-4bc1-a03f-ce296c1668b4" providerId="ADAL" clId="{C4E2F155-1101-4902-976B-AD814EDA6EB0}" dt="2024-11-21T17:48:28.022" v="2455" actId="9405"/>
          <ac:inkMkLst>
            <pc:docMk/>
            <pc:sldMk cId="1492018131" sldId="346"/>
            <ac:inkMk id="15" creationId="{17D1CE82-2F9F-A2B3-8C76-AE1494196340}"/>
          </ac:inkMkLst>
        </pc:inkChg>
        <pc:inkChg chg="add">
          <ac:chgData name="Yan Li" userId="8c31b902-5b3a-4bc1-a03f-ce296c1668b4" providerId="ADAL" clId="{C4E2F155-1101-4902-976B-AD814EDA6EB0}" dt="2024-11-21T17:50:15.964" v="2460" actId="9405"/>
          <ac:inkMkLst>
            <pc:docMk/>
            <pc:sldMk cId="1492018131" sldId="346"/>
            <ac:inkMk id="16" creationId="{18BA2CE4-31FF-260B-9C99-FD25F0A9833D}"/>
          </ac:inkMkLst>
        </pc:inkChg>
        <pc:inkChg chg="add">
          <ac:chgData name="Yan Li" userId="8c31b902-5b3a-4bc1-a03f-ce296c1668b4" providerId="ADAL" clId="{C4E2F155-1101-4902-976B-AD814EDA6EB0}" dt="2024-11-21T17:50:19.073" v="2461" actId="9405"/>
          <ac:inkMkLst>
            <pc:docMk/>
            <pc:sldMk cId="1492018131" sldId="346"/>
            <ac:inkMk id="17" creationId="{DFC2F5DE-A066-B46D-25E9-E680612ED8F2}"/>
          </ac:inkMkLst>
        </pc:inkChg>
        <pc:inkChg chg="add">
          <ac:chgData name="Yan Li" userId="8c31b902-5b3a-4bc1-a03f-ce296c1668b4" providerId="ADAL" clId="{C4E2F155-1101-4902-976B-AD814EDA6EB0}" dt="2024-11-21T17:50:22.731" v="2462" actId="9405"/>
          <ac:inkMkLst>
            <pc:docMk/>
            <pc:sldMk cId="1492018131" sldId="346"/>
            <ac:inkMk id="18" creationId="{C744EB45-86B9-CFD5-29BD-2BF70BDEB3B0}"/>
          </ac:inkMkLst>
        </pc:inkChg>
        <pc:inkChg chg="add">
          <ac:chgData name="Yan Li" userId="8c31b902-5b3a-4bc1-a03f-ce296c1668b4" providerId="ADAL" clId="{C4E2F155-1101-4902-976B-AD814EDA6EB0}" dt="2024-11-21T17:50:25.435" v="2463" actId="9405"/>
          <ac:inkMkLst>
            <pc:docMk/>
            <pc:sldMk cId="1492018131" sldId="346"/>
            <ac:inkMk id="19" creationId="{A796A3EA-17AA-A2C1-3E20-9FB7638DD1B0}"/>
          </ac:inkMkLst>
        </pc:inkChg>
        <pc:inkChg chg="add">
          <ac:chgData name="Yan Li" userId="8c31b902-5b3a-4bc1-a03f-ce296c1668b4" providerId="ADAL" clId="{C4E2F155-1101-4902-976B-AD814EDA6EB0}" dt="2024-11-21T17:50:28.479" v="2464" actId="9405"/>
          <ac:inkMkLst>
            <pc:docMk/>
            <pc:sldMk cId="1492018131" sldId="346"/>
            <ac:inkMk id="21" creationId="{A55E4C44-F0F9-AB79-E216-5B70394EA619}"/>
          </ac:inkMkLst>
        </pc:inkChg>
      </pc:sldChg>
      <pc:sldChg chg="addSp delSp modSp add del mod modNotesTx">
        <pc:chgData name="Yan Li" userId="8c31b902-5b3a-4bc1-a03f-ce296c1668b4" providerId="ADAL" clId="{C4E2F155-1101-4902-976B-AD814EDA6EB0}" dt="2024-11-20T21:48:57.118" v="1561" actId="2696"/>
        <pc:sldMkLst>
          <pc:docMk/>
          <pc:sldMk cId="95849322" sldId="347"/>
        </pc:sldMkLst>
        <pc:spChg chg="mod">
          <ac:chgData name="Yan Li" userId="8c31b902-5b3a-4bc1-a03f-ce296c1668b4" providerId="ADAL" clId="{C4E2F155-1101-4902-976B-AD814EDA6EB0}" dt="2024-11-06T12:53:24.495" v="870" actId="20577"/>
          <ac:spMkLst>
            <pc:docMk/>
            <pc:sldMk cId="95849322" sldId="347"/>
            <ac:spMk id="5" creationId="{A53A78C3-62CD-5DC0-FF6B-6DCF22F5F5B2}"/>
          </ac:spMkLst>
        </pc:spChg>
        <pc:spChg chg="add mod">
          <ac:chgData name="Yan Li" userId="8c31b902-5b3a-4bc1-a03f-ce296c1668b4" providerId="ADAL" clId="{C4E2F155-1101-4902-976B-AD814EDA6EB0}" dt="2024-11-06T12:54:19.788" v="881" actId="14100"/>
          <ac:spMkLst>
            <pc:docMk/>
            <pc:sldMk cId="95849322" sldId="347"/>
            <ac:spMk id="7" creationId="{CFC62301-4F9A-5123-A09E-CC8B5DF385F6}"/>
          </ac:spMkLst>
        </pc:spChg>
        <pc:spChg chg="del">
          <ac:chgData name="Yan Li" userId="8c31b902-5b3a-4bc1-a03f-ce296c1668b4" providerId="ADAL" clId="{C4E2F155-1101-4902-976B-AD814EDA6EB0}" dt="2024-11-06T12:52:49.509" v="843" actId="478"/>
          <ac:spMkLst>
            <pc:docMk/>
            <pc:sldMk cId="95849322" sldId="347"/>
            <ac:spMk id="9" creationId="{33417E22-15C9-D54B-2597-2AD96F98BD3E}"/>
          </ac:spMkLst>
        </pc:spChg>
        <pc:picChg chg="del">
          <ac:chgData name="Yan Li" userId="8c31b902-5b3a-4bc1-a03f-ce296c1668b4" providerId="ADAL" clId="{C4E2F155-1101-4902-976B-AD814EDA6EB0}" dt="2024-11-06T12:52:46.666" v="841" actId="478"/>
          <ac:picMkLst>
            <pc:docMk/>
            <pc:sldMk cId="95849322" sldId="347"/>
            <ac:picMk id="3" creationId="{17FBE22C-883E-67DF-B0EF-5464B9A12A3E}"/>
          </ac:picMkLst>
        </pc:picChg>
        <pc:picChg chg="add mod">
          <ac:chgData name="Yan Li" userId="8c31b902-5b3a-4bc1-a03f-ce296c1668b4" providerId="ADAL" clId="{C4E2F155-1101-4902-976B-AD814EDA6EB0}" dt="2024-11-06T12:52:51.715" v="844" actId="1076"/>
          <ac:picMkLst>
            <pc:docMk/>
            <pc:sldMk cId="95849322" sldId="347"/>
            <ac:picMk id="4" creationId="{20C686BA-3885-B2D2-D44A-A8B3FDCE2665}"/>
          </ac:picMkLst>
        </pc:picChg>
      </pc:sldChg>
      <pc:sldChg chg="addSp delSp modSp add mod modNotesTx">
        <pc:chgData name="Yan Li" userId="8c31b902-5b3a-4bc1-a03f-ce296c1668b4" providerId="ADAL" clId="{C4E2F155-1101-4902-976B-AD814EDA6EB0}" dt="2024-11-21T18:16:34.292" v="2539" actId="20577"/>
        <pc:sldMkLst>
          <pc:docMk/>
          <pc:sldMk cId="2411332047" sldId="347"/>
        </pc:sldMkLst>
        <pc:spChg chg="mod">
          <ac:chgData name="Yan Li" userId="8c31b902-5b3a-4bc1-a03f-ce296c1668b4" providerId="ADAL" clId="{C4E2F155-1101-4902-976B-AD814EDA6EB0}" dt="2024-11-21T17:56:15.134" v="2472" actId="14100"/>
          <ac:spMkLst>
            <pc:docMk/>
            <pc:sldMk cId="2411332047" sldId="347"/>
            <ac:spMk id="5" creationId="{89B0B7E6-0C6D-30D0-C580-59FA85440428}"/>
          </ac:spMkLst>
        </pc:spChg>
        <pc:picChg chg="add mod">
          <ac:chgData name="Yan Li" userId="8c31b902-5b3a-4bc1-a03f-ce296c1668b4" providerId="ADAL" clId="{C4E2F155-1101-4902-976B-AD814EDA6EB0}" dt="2024-11-20T21:56:18.470" v="1615" actId="1076"/>
          <ac:picMkLst>
            <pc:docMk/>
            <pc:sldMk cId="2411332047" sldId="347"/>
            <ac:picMk id="3" creationId="{A70BA769-DA05-089B-FE8A-11517524CFED}"/>
          </ac:picMkLst>
        </pc:picChg>
        <pc:picChg chg="del">
          <ac:chgData name="Yan Li" userId="8c31b902-5b3a-4bc1-a03f-ce296c1668b4" providerId="ADAL" clId="{C4E2F155-1101-4902-976B-AD814EDA6EB0}" dt="2024-11-20T21:55:56.921" v="1609" actId="478"/>
          <ac:picMkLst>
            <pc:docMk/>
            <pc:sldMk cId="2411332047" sldId="347"/>
            <ac:picMk id="7" creationId="{FC6E74F4-E20E-F303-F7D1-B697E3317577}"/>
          </ac:picMkLst>
        </pc:picChg>
        <pc:inkChg chg="add">
          <ac:chgData name="Yan Li" userId="8c31b902-5b3a-4bc1-a03f-ce296c1668b4" providerId="ADAL" clId="{C4E2F155-1101-4902-976B-AD814EDA6EB0}" dt="2024-11-21T18:15:08.597" v="2489" actId="9405"/>
          <ac:inkMkLst>
            <pc:docMk/>
            <pc:sldMk cId="2411332047" sldId="347"/>
            <ac:inkMk id="2" creationId="{BD26F658-9BF4-D412-9FBC-F3A088BE42D7}"/>
          </ac:inkMkLst>
        </pc:inkChg>
        <pc:inkChg chg="add">
          <ac:chgData name="Yan Li" userId="8c31b902-5b3a-4bc1-a03f-ce296c1668b4" providerId="ADAL" clId="{C4E2F155-1101-4902-976B-AD814EDA6EB0}" dt="2024-11-21T18:15:10.838" v="2490" actId="9405"/>
          <ac:inkMkLst>
            <pc:docMk/>
            <pc:sldMk cId="2411332047" sldId="347"/>
            <ac:inkMk id="4" creationId="{E93910A4-098A-5922-CBE9-26A23D621A4B}"/>
          </ac:inkMkLst>
        </pc:inkChg>
        <pc:inkChg chg="add">
          <ac:chgData name="Yan Li" userId="8c31b902-5b3a-4bc1-a03f-ce296c1668b4" providerId="ADAL" clId="{C4E2F155-1101-4902-976B-AD814EDA6EB0}" dt="2024-11-21T18:15:32.718" v="2491" actId="9405"/>
          <ac:inkMkLst>
            <pc:docMk/>
            <pc:sldMk cId="2411332047" sldId="347"/>
            <ac:inkMk id="6" creationId="{C08662D3-91C6-5074-8327-48F06A7E1751}"/>
          </ac:inkMkLst>
        </pc:inkChg>
        <pc:inkChg chg="add">
          <ac:chgData name="Yan Li" userId="8c31b902-5b3a-4bc1-a03f-ce296c1668b4" providerId="ADAL" clId="{C4E2F155-1101-4902-976B-AD814EDA6EB0}" dt="2024-11-21T18:15:37.239" v="2492" actId="9405"/>
          <ac:inkMkLst>
            <pc:docMk/>
            <pc:sldMk cId="2411332047" sldId="347"/>
            <ac:inkMk id="7" creationId="{6ACB87E4-6C32-01B3-5C6C-F811B1DDB665}"/>
          </ac:inkMkLst>
        </pc:inkChg>
      </pc:sldChg>
      <pc:sldChg chg="addSp delSp modSp add del mod modNotesTx">
        <pc:chgData name="Yan Li" userId="8c31b902-5b3a-4bc1-a03f-ce296c1668b4" providerId="ADAL" clId="{C4E2F155-1101-4902-976B-AD814EDA6EB0}" dt="2024-11-20T21:48:57.118" v="1561" actId="2696"/>
        <pc:sldMkLst>
          <pc:docMk/>
          <pc:sldMk cId="2456608100" sldId="348"/>
        </pc:sldMkLst>
        <pc:spChg chg="mod">
          <ac:chgData name="Yan Li" userId="8c31b902-5b3a-4bc1-a03f-ce296c1668b4" providerId="ADAL" clId="{C4E2F155-1101-4902-976B-AD814EDA6EB0}" dt="2024-11-06T13:40:23.041" v="923" actId="20577"/>
          <ac:spMkLst>
            <pc:docMk/>
            <pc:sldMk cId="2456608100" sldId="348"/>
            <ac:spMk id="5" creationId="{8C0FAC39-7209-C4AA-3A2D-E7D143F99BB9}"/>
          </ac:spMkLst>
        </pc:spChg>
        <pc:spChg chg="del">
          <ac:chgData name="Yan Li" userId="8c31b902-5b3a-4bc1-a03f-ce296c1668b4" providerId="ADAL" clId="{C4E2F155-1101-4902-976B-AD814EDA6EB0}" dt="2024-11-06T12:55:40.068" v="889" actId="478"/>
          <ac:spMkLst>
            <pc:docMk/>
            <pc:sldMk cId="2456608100" sldId="348"/>
            <ac:spMk id="7" creationId="{26EFD454-04E2-3429-1B61-F671B507F257}"/>
          </ac:spMkLst>
        </pc:spChg>
        <pc:spChg chg="add del mod">
          <ac:chgData name="Yan Li" userId="8c31b902-5b3a-4bc1-a03f-ce296c1668b4" providerId="ADAL" clId="{C4E2F155-1101-4902-976B-AD814EDA6EB0}" dt="2024-11-06T13:55:45.079" v="930"/>
          <ac:spMkLst>
            <pc:docMk/>
            <pc:sldMk cId="2456608100" sldId="348"/>
            <ac:spMk id="10" creationId="{3DA0289D-A19A-6E01-408C-D6DEBDDA9841}"/>
          </ac:spMkLst>
        </pc:spChg>
        <pc:picChg chg="add mod">
          <ac:chgData name="Yan Li" userId="8c31b902-5b3a-4bc1-a03f-ce296c1668b4" providerId="ADAL" clId="{C4E2F155-1101-4902-976B-AD814EDA6EB0}" dt="2024-11-06T13:56:49.198" v="933" actId="1076"/>
          <ac:picMkLst>
            <pc:docMk/>
            <pc:sldMk cId="2456608100" sldId="348"/>
            <ac:picMk id="3" creationId="{3D8BF638-6A06-F074-F117-CCA7C95CEFF3}"/>
          </ac:picMkLst>
        </pc:picChg>
        <pc:picChg chg="del">
          <ac:chgData name="Yan Li" userId="8c31b902-5b3a-4bc1-a03f-ce296c1668b4" providerId="ADAL" clId="{C4E2F155-1101-4902-976B-AD814EDA6EB0}" dt="2024-11-06T12:55:33.426" v="884" actId="478"/>
          <ac:picMkLst>
            <pc:docMk/>
            <pc:sldMk cId="2456608100" sldId="348"/>
            <ac:picMk id="4" creationId="{0157C405-A6EC-BF6F-085B-20439385ACD2}"/>
          </ac:picMkLst>
        </pc:picChg>
        <pc:inkChg chg="add mod">
          <ac:chgData name="Yan Li" userId="8c31b902-5b3a-4bc1-a03f-ce296c1668b4" providerId="ADAL" clId="{C4E2F155-1101-4902-976B-AD814EDA6EB0}" dt="2024-11-06T13:57:00.108" v="936" actId="1076"/>
          <ac:inkMkLst>
            <pc:docMk/>
            <pc:sldMk cId="2456608100" sldId="348"/>
            <ac:inkMk id="6" creationId="{DC9F73CA-539E-EF7D-C7AD-9D9899DAD59E}"/>
          </ac:inkMkLst>
        </pc:inkChg>
        <pc:inkChg chg="add mod">
          <ac:chgData name="Yan Li" userId="8c31b902-5b3a-4bc1-a03f-ce296c1668b4" providerId="ADAL" clId="{C4E2F155-1101-4902-976B-AD814EDA6EB0}" dt="2024-11-06T13:57:02.106" v="937" actId="1076"/>
          <ac:inkMkLst>
            <pc:docMk/>
            <pc:sldMk cId="2456608100" sldId="348"/>
            <ac:inkMk id="8" creationId="{0BE5C1BC-F782-DA9F-91E8-F897C8467102}"/>
          </ac:inkMkLst>
        </pc:inkChg>
      </pc:sldChg>
      <pc:sldChg chg="addSp delSp modSp add mod modNotesTx">
        <pc:chgData name="Yan Li" userId="8c31b902-5b3a-4bc1-a03f-ce296c1668b4" providerId="ADAL" clId="{C4E2F155-1101-4902-976B-AD814EDA6EB0}" dt="2024-11-21T03:04:17.850" v="1951"/>
        <pc:sldMkLst>
          <pc:docMk/>
          <pc:sldMk cId="3536504641" sldId="348"/>
        </pc:sldMkLst>
        <pc:spChg chg="mod">
          <ac:chgData name="Yan Li" userId="8c31b902-5b3a-4bc1-a03f-ce296c1668b4" providerId="ADAL" clId="{C4E2F155-1101-4902-976B-AD814EDA6EB0}" dt="2024-11-21T03:03:24.473" v="1946" actId="255"/>
          <ac:spMkLst>
            <pc:docMk/>
            <pc:sldMk cId="3536504641" sldId="348"/>
            <ac:spMk id="5" creationId="{779185D3-D091-B165-4C35-95ADA9EE0B87}"/>
          </ac:spMkLst>
        </pc:spChg>
        <pc:picChg chg="del">
          <ac:chgData name="Yan Li" userId="8c31b902-5b3a-4bc1-a03f-ce296c1668b4" providerId="ADAL" clId="{C4E2F155-1101-4902-976B-AD814EDA6EB0}" dt="2024-11-20T21:56:36.006" v="1617" actId="478"/>
          <ac:picMkLst>
            <pc:docMk/>
            <pc:sldMk cId="3536504641" sldId="348"/>
            <ac:picMk id="3" creationId="{5716B043-C5A7-551E-59EC-EA740A11486A}"/>
          </ac:picMkLst>
        </pc:picChg>
        <pc:picChg chg="add mod">
          <ac:chgData name="Yan Li" userId="8c31b902-5b3a-4bc1-a03f-ce296c1668b4" providerId="ADAL" clId="{C4E2F155-1101-4902-976B-AD814EDA6EB0}" dt="2024-11-21T03:03:34.207" v="1950" actId="14100"/>
          <ac:picMkLst>
            <pc:docMk/>
            <pc:sldMk cId="3536504641" sldId="348"/>
            <ac:picMk id="4" creationId="{2FCF3CA8-01B3-F5AB-733E-12944DA14EC7}"/>
          </ac:picMkLst>
        </pc:picChg>
        <pc:picChg chg="add mod">
          <ac:chgData name="Yan Li" userId="8c31b902-5b3a-4bc1-a03f-ce296c1668b4" providerId="ADAL" clId="{C4E2F155-1101-4902-976B-AD814EDA6EB0}" dt="2024-11-21T03:03:27.698" v="1947" actId="1076"/>
          <ac:picMkLst>
            <pc:docMk/>
            <pc:sldMk cId="3536504641" sldId="348"/>
            <ac:picMk id="7" creationId="{90039476-EC81-4EBD-E1D8-1E2E2C04459D}"/>
          </ac:picMkLst>
        </pc:picChg>
      </pc:sldChg>
      <pc:sldChg chg="addSp delSp modSp add del mod">
        <pc:chgData name="Yan Li" userId="8c31b902-5b3a-4bc1-a03f-ce296c1668b4" providerId="ADAL" clId="{C4E2F155-1101-4902-976B-AD814EDA6EB0}" dt="2024-11-06T14:01:19.258" v="955" actId="2696"/>
        <pc:sldMkLst>
          <pc:docMk/>
          <pc:sldMk cId="1723694887" sldId="349"/>
        </pc:sldMkLst>
        <pc:picChg chg="del">
          <ac:chgData name="Yan Li" userId="8c31b902-5b3a-4bc1-a03f-ce296c1668b4" providerId="ADAL" clId="{C4E2F155-1101-4902-976B-AD814EDA6EB0}" dt="2024-11-06T13:57:39.073" v="939" actId="478"/>
          <ac:picMkLst>
            <pc:docMk/>
            <pc:sldMk cId="1723694887" sldId="349"/>
            <ac:picMk id="3" creationId="{5E93203F-8165-E2C4-8FBC-77586EFE42D4}"/>
          </ac:picMkLst>
        </pc:picChg>
        <pc:picChg chg="add mod">
          <ac:chgData name="Yan Li" userId="8c31b902-5b3a-4bc1-a03f-ce296c1668b4" providerId="ADAL" clId="{C4E2F155-1101-4902-976B-AD814EDA6EB0}" dt="2024-11-06T13:57:46.948" v="944" actId="1076"/>
          <ac:picMkLst>
            <pc:docMk/>
            <pc:sldMk cId="1723694887" sldId="349"/>
            <ac:picMk id="4" creationId="{59784EE3-8BFB-F200-7244-A32733BD35C8}"/>
          </ac:picMkLst>
        </pc:picChg>
        <pc:picChg chg="add del mod">
          <ac:chgData name="Yan Li" userId="8c31b902-5b3a-4bc1-a03f-ce296c1668b4" providerId="ADAL" clId="{C4E2F155-1101-4902-976B-AD814EDA6EB0}" dt="2024-11-06T13:59:05.338" v="947" actId="478"/>
          <ac:picMkLst>
            <pc:docMk/>
            <pc:sldMk cId="1723694887" sldId="349"/>
            <ac:picMk id="9" creationId="{5A5D1F8D-F830-A794-D074-61B2E60B4176}"/>
          </ac:picMkLst>
        </pc:picChg>
        <pc:inkChg chg="del">
          <ac:chgData name="Yan Li" userId="8c31b902-5b3a-4bc1-a03f-ce296c1668b4" providerId="ADAL" clId="{C4E2F155-1101-4902-976B-AD814EDA6EB0}" dt="2024-11-06T13:57:43.189" v="942" actId="478"/>
          <ac:inkMkLst>
            <pc:docMk/>
            <pc:sldMk cId="1723694887" sldId="349"/>
            <ac:inkMk id="6" creationId="{49A37841-9051-3D94-7C5F-D91A5F942FC9}"/>
          </ac:inkMkLst>
        </pc:inkChg>
        <pc:inkChg chg="del">
          <ac:chgData name="Yan Li" userId="8c31b902-5b3a-4bc1-a03f-ce296c1668b4" providerId="ADAL" clId="{C4E2F155-1101-4902-976B-AD814EDA6EB0}" dt="2024-11-06T13:57:43.855" v="943" actId="478"/>
          <ac:inkMkLst>
            <pc:docMk/>
            <pc:sldMk cId="1723694887" sldId="349"/>
            <ac:inkMk id="8" creationId="{75E4F16E-6B13-D3B7-C431-33D4ADBDEA5C}"/>
          </ac:inkMkLst>
        </pc:inkChg>
      </pc:sldChg>
      <pc:sldChg chg="addSp delSp modSp add mod">
        <pc:chgData name="Yan Li" userId="8c31b902-5b3a-4bc1-a03f-ce296c1668b4" providerId="ADAL" clId="{C4E2F155-1101-4902-976B-AD814EDA6EB0}" dt="2024-11-21T03:07:03.015" v="1965" actId="1076"/>
        <pc:sldMkLst>
          <pc:docMk/>
          <pc:sldMk cId="2438177273" sldId="349"/>
        </pc:sldMkLst>
        <pc:spChg chg="mod">
          <ac:chgData name="Yan Li" userId="8c31b902-5b3a-4bc1-a03f-ce296c1668b4" providerId="ADAL" clId="{C4E2F155-1101-4902-976B-AD814EDA6EB0}" dt="2024-11-21T03:05:57.271" v="1958" actId="255"/>
          <ac:spMkLst>
            <pc:docMk/>
            <pc:sldMk cId="2438177273" sldId="349"/>
            <ac:spMk id="5" creationId="{56B70C10-CF61-E7A5-6864-93413CFD5DB3}"/>
          </ac:spMkLst>
        </pc:spChg>
        <pc:picChg chg="add del mod">
          <ac:chgData name="Yan Li" userId="8c31b902-5b3a-4bc1-a03f-ce296c1668b4" providerId="ADAL" clId="{C4E2F155-1101-4902-976B-AD814EDA6EB0}" dt="2024-11-21T03:05:50.071" v="1954" actId="478"/>
          <ac:picMkLst>
            <pc:docMk/>
            <pc:sldMk cId="2438177273" sldId="349"/>
            <ac:picMk id="3" creationId="{3FB4289F-FF1E-7F41-BEB6-4A4625FE049F}"/>
          </ac:picMkLst>
        </pc:picChg>
        <pc:picChg chg="del">
          <ac:chgData name="Yan Li" userId="8c31b902-5b3a-4bc1-a03f-ce296c1668b4" providerId="ADAL" clId="{C4E2F155-1101-4902-976B-AD814EDA6EB0}" dt="2024-11-20T21:57:19.531" v="1628" actId="478"/>
          <ac:picMkLst>
            <pc:docMk/>
            <pc:sldMk cId="2438177273" sldId="349"/>
            <ac:picMk id="4" creationId="{497649CC-215A-4BD7-031C-618F7FE938A9}"/>
          </ac:picMkLst>
        </pc:picChg>
        <pc:picChg chg="add mod">
          <ac:chgData name="Yan Li" userId="8c31b902-5b3a-4bc1-a03f-ce296c1668b4" providerId="ADAL" clId="{C4E2F155-1101-4902-976B-AD814EDA6EB0}" dt="2024-11-21T03:06:41.385" v="1960" actId="1076"/>
          <ac:picMkLst>
            <pc:docMk/>
            <pc:sldMk cId="2438177273" sldId="349"/>
            <ac:picMk id="4" creationId="{9BE29639-49F9-6C8A-A28F-4DBAA3CA716A}"/>
          </ac:picMkLst>
        </pc:picChg>
        <pc:picChg chg="del">
          <ac:chgData name="Yan Li" userId="8c31b902-5b3a-4bc1-a03f-ce296c1668b4" providerId="ADAL" clId="{C4E2F155-1101-4902-976B-AD814EDA6EB0}" dt="2024-11-20T21:57:18.066" v="1627" actId="478"/>
          <ac:picMkLst>
            <pc:docMk/>
            <pc:sldMk cId="2438177273" sldId="349"/>
            <ac:picMk id="7" creationId="{16CD8ED8-9975-73A9-C79C-4D9DE171F821}"/>
          </ac:picMkLst>
        </pc:picChg>
        <pc:picChg chg="add mod">
          <ac:chgData name="Yan Li" userId="8c31b902-5b3a-4bc1-a03f-ce296c1668b4" providerId="ADAL" clId="{C4E2F155-1101-4902-976B-AD814EDA6EB0}" dt="2024-11-21T03:07:03.015" v="1965" actId="1076"/>
          <ac:picMkLst>
            <pc:docMk/>
            <pc:sldMk cId="2438177273" sldId="349"/>
            <ac:picMk id="7" creationId="{A8BA3E74-EA66-75EB-A588-39ACC0706E4C}"/>
          </ac:picMkLst>
        </pc:picChg>
        <pc:picChg chg="add del mod">
          <ac:chgData name="Yan Li" userId="8c31b902-5b3a-4bc1-a03f-ce296c1668b4" providerId="ADAL" clId="{C4E2F155-1101-4902-976B-AD814EDA6EB0}" dt="2024-11-21T03:05:50.606" v="1955" actId="478"/>
          <ac:picMkLst>
            <pc:docMk/>
            <pc:sldMk cId="2438177273" sldId="349"/>
            <ac:picMk id="8" creationId="{CCBF3363-A1CE-B548-11EF-FEF120AE8FD2}"/>
          </ac:picMkLst>
        </pc:picChg>
      </pc:sldChg>
      <pc:sldChg chg="addSp delSp modSp add del mod modNotesTx">
        <pc:chgData name="Yan Li" userId="8c31b902-5b3a-4bc1-a03f-ce296c1668b4" providerId="ADAL" clId="{C4E2F155-1101-4902-976B-AD814EDA6EB0}" dt="2024-11-20T21:48:57.118" v="1561" actId="2696"/>
        <pc:sldMkLst>
          <pc:docMk/>
          <pc:sldMk cId="2797633320" sldId="350"/>
        </pc:sldMkLst>
        <pc:spChg chg="add del mod">
          <ac:chgData name="Yan Li" userId="8c31b902-5b3a-4bc1-a03f-ce296c1668b4" providerId="ADAL" clId="{C4E2F155-1101-4902-976B-AD814EDA6EB0}" dt="2024-11-08T18:32:34.529" v="1193"/>
          <ac:spMkLst>
            <pc:docMk/>
            <pc:sldMk cId="2797633320" sldId="350"/>
            <ac:spMk id="4" creationId="{57B1101B-F9CC-1FF1-6BE8-6B587C6A3FD5}"/>
          </ac:spMkLst>
        </pc:spChg>
        <pc:picChg chg="add mod">
          <ac:chgData name="Yan Li" userId="8c31b902-5b3a-4bc1-a03f-ce296c1668b4" providerId="ADAL" clId="{C4E2F155-1101-4902-976B-AD814EDA6EB0}" dt="2024-11-06T13:59:58.159" v="954" actId="1076"/>
          <ac:picMkLst>
            <pc:docMk/>
            <pc:sldMk cId="2797633320" sldId="350"/>
            <ac:picMk id="2" creationId="{EC7587B7-6570-36B5-8CD4-7559F3AF5180}"/>
          </ac:picMkLst>
        </pc:picChg>
        <pc:picChg chg="del">
          <ac:chgData name="Yan Li" userId="8c31b902-5b3a-4bc1-a03f-ce296c1668b4" providerId="ADAL" clId="{C4E2F155-1101-4902-976B-AD814EDA6EB0}" dt="2024-11-06T13:59:11.763" v="949" actId="478"/>
          <ac:picMkLst>
            <pc:docMk/>
            <pc:sldMk cId="2797633320" sldId="350"/>
            <ac:picMk id="4" creationId="{804EB754-7BDA-C21B-8CB1-441B7DE247D1}"/>
          </ac:picMkLst>
        </pc:picChg>
        <pc:picChg chg="add mod">
          <ac:chgData name="Yan Li" userId="8c31b902-5b3a-4bc1-a03f-ce296c1668b4" providerId="ADAL" clId="{C4E2F155-1101-4902-976B-AD814EDA6EB0}" dt="2024-11-06T13:59:55.630" v="953" actId="1076"/>
          <ac:picMkLst>
            <pc:docMk/>
            <pc:sldMk cId="2797633320" sldId="350"/>
            <ac:picMk id="6" creationId="{5D14AE1D-953B-7A67-5A62-F53FF97F1B0C}"/>
          </ac:picMkLst>
        </pc:picChg>
        <pc:inkChg chg="add">
          <ac:chgData name="Yan Li" userId="8c31b902-5b3a-4bc1-a03f-ce296c1668b4" providerId="ADAL" clId="{C4E2F155-1101-4902-976B-AD814EDA6EB0}" dt="2024-11-08T18:34:51.994" v="1194" actId="9405"/>
          <ac:inkMkLst>
            <pc:docMk/>
            <pc:sldMk cId="2797633320" sldId="350"/>
            <ac:inkMk id="7" creationId="{B142992B-7F95-879C-389A-1DB13B4B3797}"/>
          </ac:inkMkLst>
        </pc:inkChg>
      </pc:sldChg>
      <pc:sldChg chg="addSp delSp modSp add mod modNotesTx">
        <pc:chgData name="Yan Li" userId="8c31b902-5b3a-4bc1-a03f-ce296c1668b4" providerId="ADAL" clId="{C4E2F155-1101-4902-976B-AD814EDA6EB0}" dt="2024-11-21T03:15:10.296" v="1980"/>
        <pc:sldMkLst>
          <pc:docMk/>
          <pc:sldMk cId="3897675526" sldId="350"/>
        </pc:sldMkLst>
        <pc:spChg chg="mod">
          <ac:chgData name="Yan Li" userId="8c31b902-5b3a-4bc1-a03f-ce296c1668b4" providerId="ADAL" clId="{C4E2F155-1101-4902-976B-AD814EDA6EB0}" dt="2024-11-21T03:13:58.977" v="1978" actId="255"/>
          <ac:spMkLst>
            <pc:docMk/>
            <pc:sldMk cId="3897675526" sldId="350"/>
            <ac:spMk id="5" creationId="{42F5A4AF-F911-019E-28B4-63701910547D}"/>
          </ac:spMkLst>
        </pc:spChg>
        <pc:picChg chg="del">
          <ac:chgData name="Yan Li" userId="8c31b902-5b3a-4bc1-a03f-ce296c1668b4" providerId="ADAL" clId="{C4E2F155-1101-4902-976B-AD814EDA6EB0}" dt="2024-11-20T21:58:45.983" v="1636" actId="478"/>
          <ac:picMkLst>
            <pc:docMk/>
            <pc:sldMk cId="3897675526" sldId="350"/>
            <ac:picMk id="3" creationId="{1835C816-287E-5EE4-6E44-F8075522B35E}"/>
          </ac:picMkLst>
        </pc:picChg>
        <pc:picChg chg="add mod">
          <ac:chgData name="Yan Li" userId="8c31b902-5b3a-4bc1-a03f-ce296c1668b4" providerId="ADAL" clId="{C4E2F155-1101-4902-976B-AD814EDA6EB0}" dt="2024-11-20T21:59:02.151" v="1639" actId="1076"/>
          <ac:picMkLst>
            <pc:docMk/>
            <pc:sldMk cId="3897675526" sldId="350"/>
            <ac:picMk id="4" creationId="{E6BDCD4B-8BF6-4C28-6D4B-6529CBF0B577}"/>
          </ac:picMkLst>
        </pc:picChg>
        <pc:picChg chg="del">
          <ac:chgData name="Yan Li" userId="8c31b902-5b3a-4bc1-a03f-ce296c1668b4" providerId="ADAL" clId="{C4E2F155-1101-4902-976B-AD814EDA6EB0}" dt="2024-11-20T21:58:48.904" v="1637" actId="478"/>
          <ac:picMkLst>
            <pc:docMk/>
            <pc:sldMk cId="3897675526" sldId="350"/>
            <ac:picMk id="8" creationId="{6C4F78F3-0F90-BE22-DA5F-81244445A17A}"/>
          </ac:picMkLst>
        </pc:picChg>
      </pc:sldChg>
      <pc:sldChg chg="addSp delSp modSp add mod modNotesTx">
        <pc:chgData name="Yan Li" userId="8c31b902-5b3a-4bc1-a03f-ce296c1668b4" providerId="ADAL" clId="{C4E2F155-1101-4902-976B-AD814EDA6EB0}" dt="2024-11-21T14:54:31.410" v="1991" actId="20577"/>
        <pc:sldMkLst>
          <pc:docMk/>
          <pc:sldMk cId="1242634483" sldId="351"/>
        </pc:sldMkLst>
        <pc:spChg chg="mod">
          <ac:chgData name="Yan Li" userId="8c31b902-5b3a-4bc1-a03f-ce296c1668b4" providerId="ADAL" clId="{C4E2F155-1101-4902-976B-AD814EDA6EB0}" dt="2024-11-21T03:12:34.483" v="1972" actId="14100"/>
          <ac:spMkLst>
            <pc:docMk/>
            <pc:sldMk cId="1242634483" sldId="351"/>
            <ac:spMk id="5" creationId="{44A1FF1C-94B9-062F-6CC5-5A79F8AA21F6}"/>
          </ac:spMkLst>
        </pc:spChg>
        <pc:picChg chg="add mod">
          <ac:chgData name="Yan Li" userId="8c31b902-5b3a-4bc1-a03f-ce296c1668b4" providerId="ADAL" clId="{C4E2F155-1101-4902-976B-AD814EDA6EB0}" dt="2024-11-21T03:12:37.393" v="1973" actId="14100"/>
          <ac:picMkLst>
            <pc:docMk/>
            <pc:sldMk cId="1242634483" sldId="351"/>
            <ac:picMk id="3" creationId="{4A78827F-F726-C4F8-9E92-46346D33994A}"/>
          </ac:picMkLst>
        </pc:picChg>
        <pc:picChg chg="del">
          <ac:chgData name="Yan Li" userId="8c31b902-5b3a-4bc1-a03f-ce296c1668b4" providerId="ADAL" clId="{C4E2F155-1101-4902-976B-AD814EDA6EB0}" dt="2024-11-20T21:59:20.856" v="1641" actId="478"/>
          <ac:picMkLst>
            <pc:docMk/>
            <pc:sldMk cId="1242634483" sldId="351"/>
            <ac:picMk id="4" creationId="{C649E141-A622-9E17-3E7F-2049AE2A83C8}"/>
          </ac:picMkLst>
        </pc:picChg>
        <pc:picChg chg="add del mod">
          <ac:chgData name="Yan Li" userId="8c31b902-5b3a-4bc1-a03f-ce296c1668b4" providerId="ADAL" clId="{C4E2F155-1101-4902-976B-AD814EDA6EB0}" dt="2024-11-20T21:59:58.274" v="1646" actId="478"/>
          <ac:picMkLst>
            <pc:docMk/>
            <pc:sldMk cId="1242634483" sldId="351"/>
            <ac:picMk id="7" creationId="{EBA3B12D-230C-AE7C-B1EC-4E00FD0CC1D8}"/>
          </ac:picMkLst>
        </pc:picChg>
        <pc:inkChg chg="add">
          <ac:chgData name="Yan Li" userId="8c31b902-5b3a-4bc1-a03f-ce296c1668b4" providerId="ADAL" clId="{C4E2F155-1101-4902-976B-AD814EDA6EB0}" dt="2024-11-21T14:53:28.705" v="1985" actId="9405"/>
          <ac:inkMkLst>
            <pc:docMk/>
            <pc:sldMk cId="1242634483" sldId="351"/>
            <ac:inkMk id="2" creationId="{5440065E-CE1D-CD32-B0BE-31058D656B75}"/>
          </ac:inkMkLst>
        </pc:inkChg>
        <pc:inkChg chg="add">
          <ac:chgData name="Yan Li" userId="8c31b902-5b3a-4bc1-a03f-ce296c1668b4" providerId="ADAL" clId="{C4E2F155-1101-4902-976B-AD814EDA6EB0}" dt="2024-11-21T14:53:43.839" v="1986" actId="9405"/>
          <ac:inkMkLst>
            <pc:docMk/>
            <pc:sldMk cId="1242634483" sldId="351"/>
            <ac:inkMk id="4" creationId="{7CBAE1F0-BEC6-95A5-0749-8756967CCDA9}"/>
          </ac:inkMkLst>
        </pc:inkChg>
        <pc:inkChg chg="add">
          <ac:chgData name="Yan Li" userId="8c31b902-5b3a-4bc1-a03f-ce296c1668b4" providerId="ADAL" clId="{C4E2F155-1101-4902-976B-AD814EDA6EB0}" dt="2024-11-21T14:53:45.472" v="1987" actId="9405"/>
          <ac:inkMkLst>
            <pc:docMk/>
            <pc:sldMk cId="1242634483" sldId="351"/>
            <ac:inkMk id="6" creationId="{3E56F70A-F89B-2C87-4F17-B0350CC51B3F}"/>
          </ac:inkMkLst>
        </pc:inkChg>
        <pc:inkChg chg="add">
          <ac:chgData name="Yan Li" userId="8c31b902-5b3a-4bc1-a03f-ce296c1668b4" providerId="ADAL" clId="{C4E2F155-1101-4902-976B-AD814EDA6EB0}" dt="2024-11-21T14:54:05.068" v="1988" actId="9405"/>
          <ac:inkMkLst>
            <pc:docMk/>
            <pc:sldMk cId="1242634483" sldId="351"/>
            <ac:inkMk id="7" creationId="{AAB77A2C-0619-3AB5-4F70-79686B0FAFE5}"/>
          </ac:inkMkLst>
        </pc:inkChg>
        <pc:inkChg chg="add">
          <ac:chgData name="Yan Li" userId="8c31b902-5b3a-4bc1-a03f-ce296c1668b4" providerId="ADAL" clId="{C4E2F155-1101-4902-976B-AD814EDA6EB0}" dt="2024-11-21T14:54:06.604" v="1989" actId="9405"/>
          <ac:inkMkLst>
            <pc:docMk/>
            <pc:sldMk cId="1242634483" sldId="351"/>
            <ac:inkMk id="8" creationId="{0ABF7720-7681-319B-BA42-1B5D66772B4D}"/>
          </ac:inkMkLst>
        </pc:inkChg>
        <pc:inkChg chg="add">
          <ac:chgData name="Yan Li" userId="8c31b902-5b3a-4bc1-a03f-ce296c1668b4" providerId="ADAL" clId="{C4E2F155-1101-4902-976B-AD814EDA6EB0}" dt="2024-11-21T14:54:13.178" v="1990" actId="9405"/>
          <ac:inkMkLst>
            <pc:docMk/>
            <pc:sldMk cId="1242634483" sldId="351"/>
            <ac:inkMk id="9" creationId="{00D8F332-7497-614E-4ED7-F6B6FE8D7755}"/>
          </ac:inkMkLst>
        </pc:inkChg>
      </pc:sldChg>
      <pc:sldChg chg="addSp delSp modSp add del mod">
        <pc:chgData name="Yan Li" userId="8c31b902-5b3a-4bc1-a03f-ce296c1668b4" providerId="ADAL" clId="{C4E2F155-1101-4902-976B-AD814EDA6EB0}" dt="2024-11-20T21:48:57.118" v="1561" actId="2696"/>
        <pc:sldMkLst>
          <pc:docMk/>
          <pc:sldMk cId="2886962638" sldId="351"/>
        </pc:sldMkLst>
        <pc:spChg chg="add mod">
          <ac:chgData name="Yan Li" userId="8c31b902-5b3a-4bc1-a03f-ce296c1668b4" providerId="ADAL" clId="{C4E2F155-1101-4902-976B-AD814EDA6EB0}" dt="2024-11-08T18:44:22.161" v="1205" actId="20577"/>
          <ac:spMkLst>
            <pc:docMk/>
            <pc:sldMk cId="2886962638" sldId="351"/>
            <ac:spMk id="8" creationId="{F0E8C5E4-4C4D-FA5D-A81F-E9E2DF352512}"/>
          </ac:spMkLst>
        </pc:spChg>
        <pc:picChg chg="del">
          <ac:chgData name="Yan Li" userId="8c31b902-5b3a-4bc1-a03f-ce296c1668b4" providerId="ADAL" clId="{C4E2F155-1101-4902-976B-AD814EDA6EB0}" dt="2024-11-06T14:01:54.504" v="962" actId="478"/>
          <ac:picMkLst>
            <pc:docMk/>
            <pc:sldMk cId="2886962638" sldId="351"/>
            <ac:picMk id="2" creationId="{B2A63650-FF01-F59A-1209-49E9071E37D0}"/>
          </ac:picMkLst>
        </pc:picChg>
        <pc:picChg chg="add mod">
          <ac:chgData name="Yan Li" userId="8c31b902-5b3a-4bc1-a03f-ce296c1668b4" providerId="ADAL" clId="{C4E2F155-1101-4902-976B-AD814EDA6EB0}" dt="2024-11-06T14:01:53.482" v="961" actId="1076"/>
          <ac:picMkLst>
            <pc:docMk/>
            <pc:sldMk cId="2886962638" sldId="351"/>
            <ac:picMk id="4" creationId="{420B408E-6DBE-E1E1-E61E-150E13960CA3}"/>
          </ac:picMkLst>
        </pc:picChg>
        <pc:picChg chg="del">
          <ac:chgData name="Yan Li" userId="8c31b902-5b3a-4bc1-a03f-ce296c1668b4" providerId="ADAL" clId="{C4E2F155-1101-4902-976B-AD814EDA6EB0}" dt="2024-11-06T14:01:51.469" v="959" actId="478"/>
          <ac:picMkLst>
            <pc:docMk/>
            <pc:sldMk cId="2886962638" sldId="351"/>
            <ac:picMk id="6" creationId="{CF9B05C8-EE2E-13A8-0190-ACB99768ECCC}"/>
          </ac:picMkLst>
        </pc:picChg>
      </pc:sldChg>
      <pc:sldChg chg="addSp delSp modSp add mod modNotesTx">
        <pc:chgData name="Yan Li" userId="8c31b902-5b3a-4bc1-a03f-ce296c1668b4" providerId="ADAL" clId="{C4E2F155-1101-4902-976B-AD814EDA6EB0}" dt="2024-11-21T14:56:31.557" v="2001" actId="14100"/>
        <pc:sldMkLst>
          <pc:docMk/>
          <pc:sldMk cId="2261411004" sldId="352"/>
        </pc:sldMkLst>
        <pc:spChg chg="mod">
          <ac:chgData name="Yan Li" userId="8c31b902-5b3a-4bc1-a03f-ce296c1668b4" providerId="ADAL" clId="{C4E2F155-1101-4902-976B-AD814EDA6EB0}" dt="2024-11-21T14:56:31.557" v="2001" actId="14100"/>
          <ac:spMkLst>
            <pc:docMk/>
            <pc:sldMk cId="2261411004" sldId="352"/>
            <ac:spMk id="5" creationId="{FD1F159E-5A37-434A-F34D-8DFC2F31A6F6}"/>
          </ac:spMkLst>
        </pc:spChg>
        <pc:picChg chg="del">
          <ac:chgData name="Yan Li" userId="8c31b902-5b3a-4bc1-a03f-ce296c1668b4" providerId="ADAL" clId="{C4E2F155-1101-4902-976B-AD814EDA6EB0}" dt="2024-11-20T22:00:03.288" v="1648" actId="478"/>
          <ac:picMkLst>
            <pc:docMk/>
            <pc:sldMk cId="2261411004" sldId="352"/>
            <ac:picMk id="3" creationId="{5E220FAE-E713-B6D9-1DA2-532143498361}"/>
          </ac:picMkLst>
        </pc:picChg>
        <pc:picChg chg="add mod">
          <ac:chgData name="Yan Li" userId="8c31b902-5b3a-4bc1-a03f-ce296c1668b4" providerId="ADAL" clId="{C4E2F155-1101-4902-976B-AD814EDA6EB0}" dt="2024-11-20T22:00:10.212" v="1652" actId="14100"/>
          <ac:picMkLst>
            <pc:docMk/>
            <pc:sldMk cId="2261411004" sldId="352"/>
            <ac:picMk id="4" creationId="{E634407D-C44C-E32B-B008-A4E316454B5F}"/>
          </ac:picMkLst>
        </pc:picChg>
        <pc:picChg chg="add mod">
          <ac:chgData name="Yan Li" userId="8c31b902-5b3a-4bc1-a03f-ce296c1668b4" providerId="ADAL" clId="{C4E2F155-1101-4902-976B-AD814EDA6EB0}" dt="2024-11-20T22:01:09.660" v="1655" actId="14100"/>
          <ac:picMkLst>
            <pc:docMk/>
            <pc:sldMk cId="2261411004" sldId="352"/>
            <ac:picMk id="7" creationId="{FF72FBEE-22F2-E8EC-13C0-D5ED8839755A}"/>
          </ac:picMkLst>
        </pc:picChg>
        <pc:picChg chg="add del mod">
          <ac:chgData name="Yan Li" userId="8c31b902-5b3a-4bc1-a03f-ce296c1668b4" providerId="ADAL" clId="{C4E2F155-1101-4902-976B-AD814EDA6EB0}" dt="2024-11-20T22:01:34.857" v="1658" actId="478"/>
          <ac:picMkLst>
            <pc:docMk/>
            <pc:sldMk cId="2261411004" sldId="352"/>
            <ac:picMk id="9" creationId="{26CB1186-E4D1-14B4-ABD1-46C339684ED5}"/>
          </ac:picMkLst>
        </pc:picChg>
        <pc:picChg chg="add mod">
          <ac:chgData name="Yan Li" userId="8c31b902-5b3a-4bc1-a03f-ce296c1668b4" providerId="ADAL" clId="{C4E2F155-1101-4902-976B-AD814EDA6EB0}" dt="2024-11-20T22:02:08.866" v="1662" actId="1076"/>
          <ac:picMkLst>
            <pc:docMk/>
            <pc:sldMk cId="2261411004" sldId="352"/>
            <ac:picMk id="11" creationId="{138D8623-7F38-9CB0-99B3-1AC6D15217EB}"/>
          </ac:picMkLst>
        </pc:picChg>
        <pc:inkChg chg="add">
          <ac:chgData name="Yan Li" userId="8c31b902-5b3a-4bc1-a03f-ce296c1668b4" providerId="ADAL" clId="{C4E2F155-1101-4902-976B-AD814EDA6EB0}" dt="2024-11-21T14:55:16.125" v="1993" actId="9405"/>
          <ac:inkMkLst>
            <pc:docMk/>
            <pc:sldMk cId="2261411004" sldId="352"/>
            <ac:inkMk id="2" creationId="{4AE39F0F-8AE3-F7DC-65E9-B51291A362F0}"/>
          </ac:inkMkLst>
        </pc:inkChg>
        <pc:inkChg chg="add">
          <ac:chgData name="Yan Li" userId="8c31b902-5b3a-4bc1-a03f-ce296c1668b4" providerId="ADAL" clId="{C4E2F155-1101-4902-976B-AD814EDA6EB0}" dt="2024-11-21T14:55:24.164" v="1994" actId="9405"/>
          <ac:inkMkLst>
            <pc:docMk/>
            <pc:sldMk cId="2261411004" sldId="352"/>
            <ac:inkMk id="3" creationId="{90E48154-9C44-2767-D280-8C5EB74B89B6}"/>
          </ac:inkMkLst>
        </pc:inkChg>
        <pc:inkChg chg="add">
          <ac:chgData name="Yan Li" userId="8c31b902-5b3a-4bc1-a03f-ce296c1668b4" providerId="ADAL" clId="{C4E2F155-1101-4902-976B-AD814EDA6EB0}" dt="2024-11-21T14:55:25.330" v="1995" actId="9405"/>
          <ac:inkMkLst>
            <pc:docMk/>
            <pc:sldMk cId="2261411004" sldId="352"/>
            <ac:inkMk id="6" creationId="{7D9EE9CA-E253-1D57-2110-D84CEFFE7D95}"/>
          </ac:inkMkLst>
        </pc:inkChg>
        <pc:inkChg chg="add">
          <ac:chgData name="Yan Li" userId="8c31b902-5b3a-4bc1-a03f-ce296c1668b4" providerId="ADAL" clId="{C4E2F155-1101-4902-976B-AD814EDA6EB0}" dt="2024-11-21T14:55:26.809" v="1996" actId="9405"/>
          <ac:inkMkLst>
            <pc:docMk/>
            <pc:sldMk cId="2261411004" sldId="352"/>
            <ac:inkMk id="8" creationId="{D12E02C3-A045-F51F-7F37-95073C0226C3}"/>
          </ac:inkMkLst>
        </pc:inkChg>
      </pc:sldChg>
      <pc:sldChg chg="addSp delSp modSp add del mod">
        <pc:chgData name="Yan Li" userId="8c31b902-5b3a-4bc1-a03f-ce296c1668b4" providerId="ADAL" clId="{C4E2F155-1101-4902-976B-AD814EDA6EB0}" dt="2024-11-20T21:48:57.118" v="1561" actId="2696"/>
        <pc:sldMkLst>
          <pc:docMk/>
          <pc:sldMk cId="3206716361" sldId="352"/>
        </pc:sldMkLst>
        <pc:spChg chg="mod">
          <ac:chgData name="Yan Li" userId="8c31b902-5b3a-4bc1-a03f-ce296c1668b4" providerId="ADAL" clId="{C4E2F155-1101-4902-976B-AD814EDA6EB0}" dt="2024-11-06T14:04:20.600" v="1025" actId="20577"/>
          <ac:spMkLst>
            <pc:docMk/>
            <pc:sldMk cId="3206716361" sldId="352"/>
            <ac:spMk id="5" creationId="{20D26A33-BF8D-E1AD-A8B1-679FCC8D7C1A}"/>
          </ac:spMkLst>
        </pc:spChg>
        <pc:spChg chg="del">
          <ac:chgData name="Yan Li" userId="8c31b902-5b3a-4bc1-a03f-ce296c1668b4" providerId="ADAL" clId="{C4E2F155-1101-4902-976B-AD814EDA6EB0}" dt="2024-11-06T14:03:59.854" v="968" actId="478"/>
          <ac:spMkLst>
            <pc:docMk/>
            <pc:sldMk cId="3206716361" sldId="352"/>
            <ac:spMk id="8" creationId="{90B67AC9-0935-5C60-2790-516D237F2277}"/>
          </ac:spMkLst>
        </pc:spChg>
        <pc:picChg chg="add mod">
          <ac:chgData name="Yan Li" userId="8c31b902-5b3a-4bc1-a03f-ce296c1668b4" providerId="ADAL" clId="{C4E2F155-1101-4902-976B-AD814EDA6EB0}" dt="2024-11-06T14:04:01.594" v="970" actId="1076"/>
          <ac:picMkLst>
            <pc:docMk/>
            <pc:sldMk cId="3206716361" sldId="352"/>
            <ac:picMk id="3" creationId="{65E4E6AF-9603-5845-1E4A-F26E05F03CA1}"/>
          </ac:picMkLst>
        </pc:picChg>
        <pc:picChg chg="del">
          <ac:chgData name="Yan Li" userId="8c31b902-5b3a-4bc1-a03f-ce296c1668b4" providerId="ADAL" clId="{C4E2F155-1101-4902-976B-AD814EDA6EB0}" dt="2024-11-06T14:03:57.152" v="967" actId="478"/>
          <ac:picMkLst>
            <pc:docMk/>
            <pc:sldMk cId="3206716361" sldId="352"/>
            <ac:picMk id="4" creationId="{D4583A17-0200-E372-700E-58C42E97526C}"/>
          </ac:picMkLst>
        </pc:picChg>
        <pc:picChg chg="add mod">
          <ac:chgData name="Yan Li" userId="8c31b902-5b3a-4bc1-a03f-ce296c1668b4" providerId="ADAL" clId="{C4E2F155-1101-4902-976B-AD814EDA6EB0}" dt="2024-11-06T14:05:02.848" v="1028" actId="14100"/>
          <ac:picMkLst>
            <pc:docMk/>
            <pc:sldMk cId="3206716361" sldId="352"/>
            <ac:picMk id="7" creationId="{7FCFF239-2628-05BC-8CC2-F1B1402FBEA0}"/>
          </ac:picMkLst>
        </pc:picChg>
      </pc:sldChg>
      <pc:sldChg chg="addSp delSp modSp add del mod">
        <pc:chgData name="Yan Li" userId="8c31b902-5b3a-4bc1-a03f-ce296c1668b4" providerId="ADAL" clId="{C4E2F155-1101-4902-976B-AD814EDA6EB0}" dt="2024-11-20T21:48:57.118" v="1561" actId="2696"/>
        <pc:sldMkLst>
          <pc:docMk/>
          <pc:sldMk cId="1369785346" sldId="353"/>
        </pc:sldMkLst>
        <pc:spChg chg="add mod">
          <ac:chgData name="Yan Li" userId="8c31b902-5b3a-4bc1-a03f-ce296c1668b4" providerId="ADAL" clId="{C4E2F155-1101-4902-976B-AD814EDA6EB0}" dt="2024-11-08T18:53:08.196" v="1235" actId="20577"/>
          <ac:spMkLst>
            <pc:docMk/>
            <pc:sldMk cId="1369785346" sldId="353"/>
            <ac:spMk id="8" creationId="{13F6804C-1FC0-BE5C-335E-3F27DD49BD78}"/>
          </ac:spMkLst>
        </pc:spChg>
        <pc:picChg chg="add mod">
          <ac:chgData name="Yan Li" userId="8c31b902-5b3a-4bc1-a03f-ce296c1668b4" providerId="ADAL" clId="{C4E2F155-1101-4902-976B-AD814EDA6EB0}" dt="2024-11-08T18:53:20.665" v="1239" actId="1076"/>
          <ac:picMkLst>
            <pc:docMk/>
            <pc:sldMk cId="1369785346" sldId="353"/>
            <ac:picMk id="3" creationId="{32F3A390-2327-FFD6-872A-46403F2AFE5C}"/>
          </ac:picMkLst>
        </pc:picChg>
        <pc:picChg chg="del">
          <ac:chgData name="Yan Li" userId="8c31b902-5b3a-4bc1-a03f-ce296c1668b4" providerId="ADAL" clId="{C4E2F155-1101-4902-976B-AD814EDA6EB0}" dt="2024-11-06T14:06:03.978" v="1030" actId="478"/>
          <ac:picMkLst>
            <pc:docMk/>
            <pc:sldMk cId="1369785346" sldId="353"/>
            <ac:picMk id="3" creationId="{E2B7F6F7-B540-E027-7D63-6989D927099C}"/>
          </ac:picMkLst>
        </pc:picChg>
        <pc:picChg chg="add mod">
          <ac:chgData name="Yan Li" userId="8c31b902-5b3a-4bc1-a03f-ce296c1668b4" providerId="ADAL" clId="{C4E2F155-1101-4902-976B-AD814EDA6EB0}" dt="2024-11-06T14:06:13.899" v="1036" actId="14100"/>
          <ac:picMkLst>
            <pc:docMk/>
            <pc:sldMk cId="1369785346" sldId="353"/>
            <ac:picMk id="4" creationId="{4376C590-4E1C-79C3-2ECA-BBA17BBE642B}"/>
          </ac:picMkLst>
        </pc:picChg>
        <pc:picChg chg="del">
          <ac:chgData name="Yan Li" userId="8c31b902-5b3a-4bc1-a03f-ce296c1668b4" providerId="ADAL" clId="{C4E2F155-1101-4902-976B-AD814EDA6EB0}" dt="2024-11-06T14:06:05.490" v="1031" actId="478"/>
          <ac:picMkLst>
            <pc:docMk/>
            <pc:sldMk cId="1369785346" sldId="353"/>
            <ac:picMk id="7" creationId="{C8884FA6-EB18-9EBD-10A5-955134DCA6C4}"/>
          </ac:picMkLst>
        </pc:picChg>
      </pc:sldChg>
      <pc:sldChg chg="addSp delSp modSp add mod modNotesTx">
        <pc:chgData name="Yan Li" userId="8c31b902-5b3a-4bc1-a03f-ce296c1668b4" providerId="ADAL" clId="{C4E2F155-1101-4902-976B-AD814EDA6EB0}" dt="2024-11-21T15:23:32.345" v="2171" actId="20577"/>
        <pc:sldMkLst>
          <pc:docMk/>
          <pc:sldMk cId="3188919746" sldId="353"/>
        </pc:sldMkLst>
        <pc:spChg chg="mod">
          <ac:chgData name="Yan Li" userId="8c31b902-5b3a-4bc1-a03f-ce296c1668b4" providerId="ADAL" clId="{C4E2F155-1101-4902-976B-AD814EDA6EB0}" dt="2024-11-21T14:58:43.546" v="2008" actId="14100"/>
          <ac:spMkLst>
            <pc:docMk/>
            <pc:sldMk cId="3188919746" sldId="353"/>
            <ac:spMk id="5" creationId="{D241561A-C81C-B596-20DB-B92DE69C3BF6}"/>
          </ac:spMkLst>
        </pc:spChg>
        <pc:picChg chg="add mod">
          <ac:chgData name="Yan Li" userId="8c31b902-5b3a-4bc1-a03f-ce296c1668b4" providerId="ADAL" clId="{C4E2F155-1101-4902-976B-AD814EDA6EB0}" dt="2024-11-21T14:58:47.655" v="2009" actId="14100"/>
          <ac:picMkLst>
            <pc:docMk/>
            <pc:sldMk cId="3188919746" sldId="353"/>
            <ac:picMk id="3" creationId="{73FE5BE3-4740-7EF8-A359-070C4C3F19BA}"/>
          </ac:picMkLst>
        </pc:picChg>
        <pc:picChg chg="del">
          <ac:chgData name="Yan Li" userId="8c31b902-5b3a-4bc1-a03f-ce296c1668b4" providerId="ADAL" clId="{C4E2F155-1101-4902-976B-AD814EDA6EB0}" dt="2024-11-20T22:02:47.266" v="1664" actId="478"/>
          <ac:picMkLst>
            <pc:docMk/>
            <pc:sldMk cId="3188919746" sldId="353"/>
            <ac:picMk id="4" creationId="{E6DAF889-7ABB-B7E8-FA9A-5200FB9C4F6D}"/>
          </ac:picMkLst>
        </pc:picChg>
        <pc:picChg chg="del">
          <ac:chgData name="Yan Li" userId="8c31b902-5b3a-4bc1-a03f-ce296c1668b4" providerId="ADAL" clId="{C4E2F155-1101-4902-976B-AD814EDA6EB0}" dt="2024-11-20T22:02:48.317" v="1665" actId="478"/>
          <ac:picMkLst>
            <pc:docMk/>
            <pc:sldMk cId="3188919746" sldId="353"/>
            <ac:picMk id="7" creationId="{EF64CEA4-8C1D-9668-245F-B8288D6228EE}"/>
          </ac:picMkLst>
        </pc:picChg>
        <pc:picChg chg="del">
          <ac:chgData name="Yan Li" userId="8c31b902-5b3a-4bc1-a03f-ce296c1668b4" providerId="ADAL" clId="{C4E2F155-1101-4902-976B-AD814EDA6EB0}" dt="2024-11-20T22:02:48.839" v="1666" actId="478"/>
          <ac:picMkLst>
            <pc:docMk/>
            <pc:sldMk cId="3188919746" sldId="353"/>
            <ac:picMk id="11" creationId="{7CB5007B-DE13-64FC-5018-B86A7256D5E2}"/>
          </ac:picMkLst>
        </pc:picChg>
        <pc:inkChg chg="add">
          <ac:chgData name="Yan Li" userId="8c31b902-5b3a-4bc1-a03f-ce296c1668b4" providerId="ADAL" clId="{C4E2F155-1101-4902-976B-AD814EDA6EB0}" dt="2024-11-21T15:01:29.849" v="2010" actId="9405"/>
          <ac:inkMkLst>
            <pc:docMk/>
            <pc:sldMk cId="3188919746" sldId="353"/>
            <ac:inkMk id="2" creationId="{E0E762D1-61CB-2A96-6A49-0D397E126E1A}"/>
          </ac:inkMkLst>
        </pc:inkChg>
        <pc:inkChg chg="add">
          <ac:chgData name="Yan Li" userId="8c31b902-5b3a-4bc1-a03f-ce296c1668b4" providerId="ADAL" clId="{C4E2F155-1101-4902-976B-AD814EDA6EB0}" dt="2024-11-21T15:01:33.248" v="2011" actId="9405"/>
          <ac:inkMkLst>
            <pc:docMk/>
            <pc:sldMk cId="3188919746" sldId="353"/>
            <ac:inkMk id="4" creationId="{C6BC69F3-63BD-4750-637F-A3033F954D27}"/>
          </ac:inkMkLst>
        </pc:inkChg>
        <pc:inkChg chg="add">
          <ac:chgData name="Yan Li" userId="8c31b902-5b3a-4bc1-a03f-ce296c1668b4" providerId="ADAL" clId="{C4E2F155-1101-4902-976B-AD814EDA6EB0}" dt="2024-11-21T15:01:37.115" v="2012" actId="9405"/>
          <ac:inkMkLst>
            <pc:docMk/>
            <pc:sldMk cId="3188919746" sldId="353"/>
            <ac:inkMk id="6" creationId="{EAE399C6-387D-E7E2-B008-37C35566651A}"/>
          </ac:inkMkLst>
        </pc:inkChg>
      </pc:sldChg>
      <pc:sldChg chg="addSp delSp modSp add del mod">
        <pc:chgData name="Yan Li" userId="8c31b902-5b3a-4bc1-a03f-ce296c1668b4" providerId="ADAL" clId="{C4E2F155-1101-4902-976B-AD814EDA6EB0}" dt="2024-11-20T21:48:57.118" v="1561" actId="2696"/>
        <pc:sldMkLst>
          <pc:docMk/>
          <pc:sldMk cId="887676391" sldId="354"/>
        </pc:sldMkLst>
        <pc:spChg chg="add mod">
          <ac:chgData name="Yan Li" userId="8c31b902-5b3a-4bc1-a03f-ce296c1668b4" providerId="ADAL" clId="{C4E2F155-1101-4902-976B-AD814EDA6EB0}" dt="2024-11-08T18:59:01.237" v="1247" actId="6549"/>
          <ac:spMkLst>
            <pc:docMk/>
            <pc:sldMk cId="887676391" sldId="354"/>
            <ac:spMk id="7" creationId="{88FCABE0-CCC1-C286-6339-7D9E96A3A2D0}"/>
          </ac:spMkLst>
        </pc:spChg>
        <pc:spChg chg="del mod">
          <ac:chgData name="Yan Li" userId="8c31b902-5b3a-4bc1-a03f-ce296c1668b4" providerId="ADAL" clId="{C4E2F155-1101-4902-976B-AD814EDA6EB0}" dt="2024-11-06T14:07:52.432" v="1050" actId="478"/>
          <ac:spMkLst>
            <pc:docMk/>
            <pc:sldMk cId="887676391" sldId="354"/>
            <ac:spMk id="8" creationId="{6AA258FF-B68D-810B-E4D8-9B0D2E8CBF8B}"/>
          </ac:spMkLst>
        </pc:spChg>
        <pc:picChg chg="add mod">
          <ac:chgData name="Yan Li" userId="8c31b902-5b3a-4bc1-a03f-ce296c1668b4" providerId="ADAL" clId="{C4E2F155-1101-4902-976B-AD814EDA6EB0}" dt="2024-11-06T14:07:59.426" v="1052" actId="14100"/>
          <ac:picMkLst>
            <pc:docMk/>
            <pc:sldMk cId="887676391" sldId="354"/>
            <ac:picMk id="3" creationId="{084FA850-F844-3A26-CDB8-8306C700887C}"/>
          </ac:picMkLst>
        </pc:picChg>
        <pc:picChg chg="del">
          <ac:chgData name="Yan Li" userId="8c31b902-5b3a-4bc1-a03f-ce296c1668b4" providerId="ADAL" clId="{C4E2F155-1101-4902-976B-AD814EDA6EB0}" dt="2024-11-06T14:07:32.559" v="1046" actId="478"/>
          <ac:picMkLst>
            <pc:docMk/>
            <pc:sldMk cId="887676391" sldId="354"/>
            <ac:picMk id="4" creationId="{024AE188-60AE-5A21-8ADF-EE9B60FFD50D}"/>
          </ac:picMkLst>
        </pc:picChg>
      </pc:sldChg>
      <pc:sldChg chg="addSp delSp modSp add mod modNotesTx">
        <pc:chgData name="Yan Li" userId="8c31b902-5b3a-4bc1-a03f-ce296c1668b4" providerId="ADAL" clId="{C4E2F155-1101-4902-976B-AD814EDA6EB0}" dt="2024-11-21T16:51:50.766" v="2375" actId="20577"/>
        <pc:sldMkLst>
          <pc:docMk/>
          <pc:sldMk cId="3690592379" sldId="354"/>
        </pc:sldMkLst>
        <pc:spChg chg="mod">
          <ac:chgData name="Yan Li" userId="8c31b902-5b3a-4bc1-a03f-ce296c1668b4" providerId="ADAL" clId="{C4E2F155-1101-4902-976B-AD814EDA6EB0}" dt="2024-11-21T15:24:17.252" v="2178" actId="27636"/>
          <ac:spMkLst>
            <pc:docMk/>
            <pc:sldMk cId="3690592379" sldId="354"/>
            <ac:spMk id="5" creationId="{B4BB6A6C-58DB-8962-F528-0EF0C8CC1FF8}"/>
          </ac:spMkLst>
        </pc:spChg>
        <pc:picChg chg="del">
          <ac:chgData name="Yan Li" userId="8c31b902-5b3a-4bc1-a03f-ce296c1668b4" providerId="ADAL" clId="{C4E2F155-1101-4902-976B-AD814EDA6EB0}" dt="2024-11-20T22:03:27.286" v="1672" actId="478"/>
          <ac:picMkLst>
            <pc:docMk/>
            <pc:sldMk cId="3690592379" sldId="354"/>
            <ac:picMk id="3" creationId="{BE3900FD-0305-7DC0-EB08-BA50CCB45E78}"/>
          </ac:picMkLst>
        </pc:picChg>
        <pc:picChg chg="add mod">
          <ac:chgData name="Yan Li" userId="8c31b902-5b3a-4bc1-a03f-ce296c1668b4" providerId="ADAL" clId="{C4E2F155-1101-4902-976B-AD814EDA6EB0}" dt="2024-11-20T22:03:42.895" v="1674" actId="1076"/>
          <ac:picMkLst>
            <pc:docMk/>
            <pc:sldMk cId="3690592379" sldId="354"/>
            <ac:picMk id="4" creationId="{C9CFE580-620B-941E-7E8E-687B927D0C2C}"/>
          </ac:picMkLst>
        </pc:picChg>
        <pc:picChg chg="add mod">
          <ac:chgData name="Yan Li" userId="8c31b902-5b3a-4bc1-a03f-ce296c1668b4" providerId="ADAL" clId="{C4E2F155-1101-4902-976B-AD814EDA6EB0}" dt="2024-11-20T22:04:21.797" v="1681" actId="1076"/>
          <ac:picMkLst>
            <pc:docMk/>
            <pc:sldMk cId="3690592379" sldId="354"/>
            <ac:picMk id="7" creationId="{A7C6C3CC-B5B0-53D1-50C4-2E747279945D}"/>
          </ac:picMkLst>
        </pc:picChg>
      </pc:sldChg>
      <pc:sldChg chg="addSp delSp modSp add mod modNotesTx">
        <pc:chgData name="Yan Li" userId="8c31b902-5b3a-4bc1-a03f-ce296c1668b4" providerId="ADAL" clId="{C4E2F155-1101-4902-976B-AD814EDA6EB0}" dt="2024-11-21T17:02:13.426" v="2386" actId="20577"/>
        <pc:sldMkLst>
          <pc:docMk/>
          <pc:sldMk cId="2116183575" sldId="355"/>
        </pc:sldMkLst>
        <pc:spChg chg="add mod">
          <ac:chgData name="Yan Li" userId="8c31b902-5b3a-4bc1-a03f-ce296c1668b4" providerId="ADAL" clId="{C4E2F155-1101-4902-976B-AD814EDA6EB0}" dt="2024-11-21T16:59:05.870" v="2382" actId="20577"/>
          <ac:spMkLst>
            <pc:docMk/>
            <pc:sldMk cId="2116183575" sldId="355"/>
            <ac:spMk id="4" creationId="{CD0D5C2F-F2F4-2B3D-C557-6F7C54E40C1A}"/>
          </ac:spMkLst>
        </pc:spChg>
        <pc:spChg chg="mod">
          <ac:chgData name="Yan Li" userId="8c31b902-5b3a-4bc1-a03f-ce296c1668b4" providerId="ADAL" clId="{C4E2F155-1101-4902-976B-AD814EDA6EB0}" dt="2024-11-21T15:35:53.930" v="2278" actId="14100"/>
          <ac:spMkLst>
            <pc:docMk/>
            <pc:sldMk cId="2116183575" sldId="355"/>
            <ac:spMk id="5" creationId="{D14683C3-2D07-EFE9-2FE9-25912692C6BD}"/>
          </ac:spMkLst>
        </pc:spChg>
        <pc:picChg chg="add mod">
          <ac:chgData name="Yan Li" userId="8c31b902-5b3a-4bc1-a03f-ce296c1668b4" providerId="ADAL" clId="{C4E2F155-1101-4902-976B-AD814EDA6EB0}" dt="2024-11-20T22:04:50.525" v="1687" actId="14100"/>
          <ac:picMkLst>
            <pc:docMk/>
            <pc:sldMk cId="2116183575" sldId="355"/>
            <ac:picMk id="3" creationId="{811E7F6B-4EDA-5288-761D-0F9C8AED1FFE}"/>
          </ac:picMkLst>
        </pc:picChg>
        <pc:picChg chg="del">
          <ac:chgData name="Yan Li" userId="8c31b902-5b3a-4bc1-a03f-ce296c1668b4" providerId="ADAL" clId="{C4E2F155-1101-4902-976B-AD814EDA6EB0}" dt="2024-11-20T22:04:33.994" v="1683" actId="478"/>
          <ac:picMkLst>
            <pc:docMk/>
            <pc:sldMk cId="2116183575" sldId="355"/>
            <ac:picMk id="4" creationId="{89CC3DAB-EAD6-31F4-0963-786A566906D2}"/>
          </ac:picMkLst>
        </pc:picChg>
        <pc:picChg chg="del">
          <ac:chgData name="Yan Li" userId="8c31b902-5b3a-4bc1-a03f-ce296c1668b4" providerId="ADAL" clId="{C4E2F155-1101-4902-976B-AD814EDA6EB0}" dt="2024-11-20T22:04:34.728" v="1684" actId="478"/>
          <ac:picMkLst>
            <pc:docMk/>
            <pc:sldMk cId="2116183575" sldId="355"/>
            <ac:picMk id="7" creationId="{C773304F-C26E-918F-6000-7318C283904A}"/>
          </ac:picMkLst>
        </pc:picChg>
      </pc:sldChg>
      <pc:sldChg chg="addSp delSp modSp add del mod">
        <pc:chgData name="Yan Li" userId="8c31b902-5b3a-4bc1-a03f-ce296c1668b4" providerId="ADAL" clId="{C4E2F155-1101-4902-976B-AD814EDA6EB0}" dt="2024-11-20T21:48:57.118" v="1561" actId="2696"/>
        <pc:sldMkLst>
          <pc:docMk/>
          <pc:sldMk cId="4139893082" sldId="355"/>
        </pc:sldMkLst>
        <pc:spChg chg="del mod">
          <ac:chgData name="Yan Li" userId="8c31b902-5b3a-4bc1-a03f-ce296c1668b4" providerId="ADAL" clId="{C4E2F155-1101-4902-976B-AD814EDA6EB0}" dt="2024-11-06T14:11:45.792" v="1065" actId="478"/>
          <ac:spMkLst>
            <pc:docMk/>
            <pc:sldMk cId="4139893082" sldId="355"/>
            <ac:spMk id="7" creationId="{393CD5C5-4B6B-F3C5-6B40-2EA4F75C6BD2}"/>
          </ac:spMkLst>
        </pc:spChg>
        <pc:spChg chg="add mod">
          <ac:chgData name="Yan Li" userId="8c31b902-5b3a-4bc1-a03f-ce296c1668b4" providerId="ADAL" clId="{C4E2F155-1101-4902-976B-AD814EDA6EB0}" dt="2024-11-08T19:04:44.104" v="1249" actId="20577"/>
          <ac:spMkLst>
            <pc:docMk/>
            <pc:sldMk cId="4139893082" sldId="355"/>
            <ac:spMk id="8" creationId="{D5F38BA6-A002-29C0-5E75-06B88EBABBD8}"/>
          </ac:spMkLst>
        </pc:spChg>
        <pc:picChg chg="del">
          <ac:chgData name="Yan Li" userId="8c31b902-5b3a-4bc1-a03f-ce296c1668b4" providerId="ADAL" clId="{C4E2F155-1101-4902-976B-AD814EDA6EB0}" dt="2024-11-06T14:11:07.489" v="1060" actId="478"/>
          <ac:picMkLst>
            <pc:docMk/>
            <pc:sldMk cId="4139893082" sldId="355"/>
            <ac:picMk id="3" creationId="{6157217D-A822-4824-2C2D-732B73BB018E}"/>
          </ac:picMkLst>
        </pc:picChg>
        <pc:picChg chg="add mod">
          <ac:chgData name="Yan Li" userId="8c31b902-5b3a-4bc1-a03f-ce296c1668b4" providerId="ADAL" clId="{C4E2F155-1101-4902-976B-AD814EDA6EB0}" dt="2024-11-06T14:11:25.845" v="1063" actId="14100"/>
          <ac:picMkLst>
            <pc:docMk/>
            <pc:sldMk cId="4139893082" sldId="355"/>
            <ac:picMk id="4" creationId="{562255E0-17FF-61DF-8723-BCDB72FB0167}"/>
          </ac:picMkLst>
        </pc:picChg>
      </pc:sldChg>
      <pc:sldChg chg="addSp delSp modSp add mod modNotesTx">
        <pc:chgData name="Yan Li" userId="8c31b902-5b3a-4bc1-a03f-ce296c1668b4" providerId="ADAL" clId="{C4E2F155-1101-4902-976B-AD814EDA6EB0}" dt="2024-11-21T16:47:37.005" v="2357" actId="20577"/>
        <pc:sldMkLst>
          <pc:docMk/>
          <pc:sldMk cId="1379319685" sldId="356"/>
        </pc:sldMkLst>
        <pc:spChg chg="mod">
          <ac:chgData name="Yan Li" userId="8c31b902-5b3a-4bc1-a03f-ce296c1668b4" providerId="ADAL" clId="{C4E2F155-1101-4902-976B-AD814EDA6EB0}" dt="2024-11-21T15:37:07.656" v="2287" actId="2711"/>
          <ac:spMkLst>
            <pc:docMk/>
            <pc:sldMk cId="1379319685" sldId="356"/>
            <ac:spMk id="5" creationId="{4F16889C-A51D-155F-F1E8-D1772C06360E}"/>
          </ac:spMkLst>
        </pc:spChg>
        <pc:spChg chg="add mod">
          <ac:chgData name="Yan Li" userId="8c31b902-5b3a-4bc1-a03f-ce296c1668b4" providerId="ADAL" clId="{C4E2F155-1101-4902-976B-AD814EDA6EB0}" dt="2024-11-21T15:42:30.448" v="2349" actId="1076"/>
          <ac:spMkLst>
            <pc:docMk/>
            <pc:sldMk cId="1379319685" sldId="356"/>
            <ac:spMk id="9" creationId="{0A73FC98-8D7C-C07C-DB49-A5C3DC609772}"/>
          </ac:spMkLst>
        </pc:spChg>
        <pc:picChg chg="del">
          <ac:chgData name="Yan Li" userId="8c31b902-5b3a-4bc1-a03f-ce296c1668b4" providerId="ADAL" clId="{C4E2F155-1101-4902-976B-AD814EDA6EB0}" dt="2024-11-20T22:05:08.575" v="1689" actId="478"/>
          <ac:picMkLst>
            <pc:docMk/>
            <pc:sldMk cId="1379319685" sldId="356"/>
            <ac:picMk id="3" creationId="{7DCE3472-EA9C-7145-854A-AA83FB055371}"/>
          </ac:picMkLst>
        </pc:picChg>
        <pc:picChg chg="add mod">
          <ac:chgData name="Yan Li" userId="8c31b902-5b3a-4bc1-a03f-ce296c1668b4" providerId="ADAL" clId="{C4E2F155-1101-4902-976B-AD814EDA6EB0}" dt="2024-11-20T22:05:11.360" v="1691" actId="1076"/>
          <ac:picMkLst>
            <pc:docMk/>
            <pc:sldMk cId="1379319685" sldId="356"/>
            <ac:picMk id="4" creationId="{534D8D06-FD39-8141-D65D-AF0C4BAA8FC7}"/>
          </ac:picMkLst>
        </pc:picChg>
        <pc:inkChg chg="add">
          <ac:chgData name="Yan Li" userId="8c31b902-5b3a-4bc1-a03f-ce296c1668b4" providerId="ADAL" clId="{C4E2F155-1101-4902-976B-AD814EDA6EB0}" dt="2024-11-21T15:42:03.908" v="2343" actId="9405"/>
          <ac:inkMkLst>
            <pc:docMk/>
            <pc:sldMk cId="1379319685" sldId="356"/>
            <ac:inkMk id="2" creationId="{57C3E710-03AB-92F2-B54C-43E538B2B845}"/>
          </ac:inkMkLst>
        </pc:inkChg>
        <pc:inkChg chg="add">
          <ac:chgData name="Yan Li" userId="8c31b902-5b3a-4bc1-a03f-ce296c1668b4" providerId="ADAL" clId="{C4E2F155-1101-4902-976B-AD814EDA6EB0}" dt="2024-11-21T15:42:05.811" v="2344" actId="9405"/>
          <ac:inkMkLst>
            <pc:docMk/>
            <pc:sldMk cId="1379319685" sldId="356"/>
            <ac:inkMk id="3" creationId="{C01E5347-060E-60C3-D8C5-9BF35F030CDD}"/>
          </ac:inkMkLst>
        </pc:inkChg>
        <pc:inkChg chg="add">
          <ac:chgData name="Yan Li" userId="8c31b902-5b3a-4bc1-a03f-ce296c1668b4" providerId="ADAL" clId="{C4E2F155-1101-4902-976B-AD814EDA6EB0}" dt="2024-11-21T15:42:10.549" v="2345" actId="9405"/>
          <ac:inkMkLst>
            <pc:docMk/>
            <pc:sldMk cId="1379319685" sldId="356"/>
            <ac:inkMk id="6" creationId="{2D6A56E6-A75B-9BEE-064A-7F1983BB6D77}"/>
          </ac:inkMkLst>
        </pc:inkChg>
        <pc:inkChg chg="add">
          <ac:chgData name="Yan Li" userId="8c31b902-5b3a-4bc1-a03f-ce296c1668b4" providerId="ADAL" clId="{C4E2F155-1101-4902-976B-AD814EDA6EB0}" dt="2024-11-21T15:42:15.858" v="2346" actId="9405"/>
          <ac:inkMkLst>
            <pc:docMk/>
            <pc:sldMk cId="1379319685" sldId="356"/>
            <ac:inkMk id="7" creationId="{8D1FB096-6D49-F377-BB9E-6F8BDEACE082}"/>
          </ac:inkMkLst>
        </pc:inkChg>
      </pc:sldChg>
      <pc:sldChg chg="addSp delSp modSp add del mod">
        <pc:chgData name="Yan Li" userId="8c31b902-5b3a-4bc1-a03f-ce296c1668b4" providerId="ADAL" clId="{C4E2F155-1101-4902-976B-AD814EDA6EB0}" dt="2024-11-20T21:48:57.118" v="1561" actId="2696"/>
        <pc:sldMkLst>
          <pc:docMk/>
          <pc:sldMk cId="2477572494" sldId="356"/>
        </pc:sldMkLst>
        <pc:spChg chg="mod">
          <ac:chgData name="Yan Li" userId="8c31b902-5b3a-4bc1-a03f-ce296c1668b4" providerId="ADAL" clId="{C4E2F155-1101-4902-976B-AD814EDA6EB0}" dt="2024-11-08T19:07:18.920" v="1260" actId="20577"/>
          <ac:spMkLst>
            <pc:docMk/>
            <pc:sldMk cId="2477572494" sldId="356"/>
            <ac:spMk id="5" creationId="{0574D3B7-E8A4-7976-B5EA-A29C495F656E}"/>
          </ac:spMkLst>
        </pc:spChg>
        <pc:spChg chg="mod">
          <ac:chgData name="Yan Li" userId="8c31b902-5b3a-4bc1-a03f-ce296c1668b4" providerId="ADAL" clId="{C4E2F155-1101-4902-976B-AD814EDA6EB0}" dt="2024-11-06T14:14:18.387" v="1081"/>
          <ac:spMkLst>
            <pc:docMk/>
            <pc:sldMk cId="2477572494" sldId="356"/>
            <ac:spMk id="8" creationId="{C663D973-AEDA-348A-C9D6-1EF31D56AB07}"/>
          </ac:spMkLst>
        </pc:spChg>
        <pc:picChg chg="add mod">
          <ac:chgData name="Yan Li" userId="8c31b902-5b3a-4bc1-a03f-ce296c1668b4" providerId="ADAL" clId="{C4E2F155-1101-4902-976B-AD814EDA6EB0}" dt="2024-11-06T14:12:55.921" v="1074" actId="14100"/>
          <ac:picMkLst>
            <pc:docMk/>
            <pc:sldMk cId="2477572494" sldId="356"/>
            <ac:picMk id="3" creationId="{E2CE0692-8997-A6B2-7240-D540E6FC5E58}"/>
          </ac:picMkLst>
        </pc:picChg>
        <pc:picChg chg="del">
          <ac:chgData name="Yan Li" userId="8c31b902-5b3a-4bc1-a03f-ce296c1668b4" providerId="ADAL" clId="{C4E2F155-1101-4902-976B-AD814EDA6EB0}" dt="2024-11-06T14:12:49.792" v="1071" actId="478"/>
          <ac:picMkLst>
            <pc:docMk/>
            <pc:sldMk cId="2477572494" sldId="356"/>
            <ac:picMk id="4" creationId="{DF9E4CAD-DD0E-4C95-3324-AF0A176038EB}"/>
          </ac:picMkLst>
        </pc:picChg>
      </pc:sldChg>
      <pc:sldChg chg="addSp delSp modSp add del mod modNotesTx">
        <pc:chgData name="Yan Li" userId="8c31b902-5b3a-4bc1-a03f-ce296c1668b4" providerId="ADAL" clId="{C4E2F155-1101-4902-976B-AD814EDA6EB0}" dt="2024-11-20T21:48:57.118" v="1561" actId="2696"/>
        <pc:sldMkLst>
          <pc:docMk/>
          <pc:sldMk cId="250488333" sldId="357"/>
        </pc:sldMkLst>
        <pc:spChg chg="mod">
          <ac:chgData name="Yan Li" userId="8c31b902-5b3a-4bc1-a03f-ce296c1668b4" providerId="ADAL" clId="{C4E2F155-1101-4902-976B-AD814EDA6EB0}" dt="2024-11-08T23:17:26.702" v="1309" actId="20577"/>
          <ac:spMkLst>
            <pc:docMk/>
            <pc:sldMk cId="250488333" sldId="357"/>
            <ac:spMk id="5" creationId="{F4EDBD5D-77AE-ECDE-273B-2798A0E3C5EA}"/>
          </ac:spMkLst>
        </pc:spChg>
        <pc:spChg chg="del mod">
          <ac:chgData name="Yan Li" userId="8c31b902-5b3a-4bc1-a03f-ce296c1668b4" providerId="ADAL" clId="{C4E2F155-1101-4902-976B-AD814EDA6EB0}" dt="2024-11-06T14:18:28.485" v="1101"/>
          <ac:spMkLst>
            <pc:docMk/>
            <pc:sldMk cId="250488333" sldId="357"/>
            <ac:spMk id="8" creationId="{DF26940A-420A-7C54-9B26-0ABE5A4046C6}"/>
          </ac:spMkLst>
        </pc:spChg>
        <pc:spChg chg="add mod">
          <ac:chgData name="Yan Li" userId="8c31b902-5b3a-4bc1-a03f-ce296c1668b4" providerId="ADAL" clId="{C4E2F155-1101-4902-976B-AD814EDA6EB0}" dt="2024-11-08T23:18:42.048" v="1353" actId="20577"/>
          <ac:spMkLst>
            <pc:docMk/>
            <pc:sldMk cId="250488333" sldId="357"/>
            <ac:spMk id="10" creationId="{0DF36FA8-11D5-7C2D-96CF-E593166DEFA0}"/>
          </ac:spMkLst>
        </pc:spChg>
        <pc:picChg chg="del">
          <ac:chgData name="Yan Li" userId="8c31b902-5b3a-4bc1-a03f-ce296c1668b4" providerId="ADAL" clId="{C4E2F155-1101-4902-976B-AD814EDA6EB0}" dt="2024-11-06T14:15:08.970" v="1083" actId="478"/>
          <ac:picMkLst>
            <pc:docMk/>
            <pc:sldMk cId="250488333" sldId="357"/>
            <ac:picMk id="3" creationId="{A7615D2F-A636-177E-C678-7354BD8A5A6C}"/>
          </ac:picMkLst>
        </pc:picChg>
        <pc:picChg chg="add del mod">
          <ac:chgData name="Yan Li" userId="8c31b902-5b3a-4bc1-a03f-ce296c1668b4" providerId="ADAL" clId="{C4E2F155-1101-4902-976B-AD814EDA6EB0}" dt="2024-11-06T14:15:57.863" v="1091" actId="478"/>
          <ac:picMkLst>
            <pc:docMk/>
            <pc:sldMk cId="250488333" sldId="357"/>
            <ac:picMk id="4" creationId="{A889F414-6F92-6DDC-BA9D-4122920C502D}"/>
          </ac:picMkLst>
        </pc:picChg>
        <pc:picChg chg="add mod">
          <ac:chgData name="Yan Li" userId="8c31b902-5b3a-4bc1-a03f-ce296c1668b4" providerId="ADAL" clId="{C4E2F155-1101-4902-976B-AD814EDA6EB0}" dt="2024-11-06T14:16:07.389" v="1097" actId="1076"/>
          <ac:picMkLst>
            <pc:docMk/>
            <pc:sldMk cId="250488333" sldId="357"/>
            <ac:picMk id="7" creationId="{7FCE43A1-F1CA-9ECD-DCC4-833919BCD5DC}"/>
          </ac:picMkLst>
        </pc:picChg>
      </pc:sldChg>
      <pc:sldChg chg="modSp add mod modNotesTx">
        <pc:chgData name="Yan Li" userId="8c31b902-5b3a-4bc1-a03f-ce296c1668b4" providerId="ADAL" clId="{C4E2F155-1101-4902-976B-AD814EDA6EB0}" dt="2024-11-21T03:16:02.876" v="1983" actId="14100"/>
        <pc:sldMkLst>
          <pc:docMk/>
          <pc:sldMk cId="3397358388" sldId="357"/>
        </pc:sldMkLst>
        <pc:spChg chg="mod">
          <ac:chgData name="Yan Li" userId="8c31b902-5b3a-4bc1-a03f-ce296c1668b4" providerId="ADAL" clId="{C4E2F155-1101-4902-976B-AD814EDA6EB0}" dt="2024-11-21T03:16:02.876" v="1983" actId="14100"/>
          <ac:spMkLst>
            <pc:docMk/>
            <pc:sldMk cId="3397358388" sldId="357"/>
            <ac:spMk id="5" creationId="{DF749D34-C700-4E0B-5873-530AD9D79F18}"/>
          </ac:spMkLst>
        </pc:spChg>
      </pc:sldChg>
      <pc:sldChg chg="delSp modSp add del mod">
        <pc:chgData name="Yan Li" userId="8c31b902-5b3a-4bc1-a03f-ce296c1668b4" providerId="ADAL" clId="{C4E2F155-1101-4902-976B-AD814EDA6EB0}" dt="2024-11-21T02:04:44.634" v="1812" actId="2696"/>
        <pc:sldMkLst>
          <pc:docMk/>
          <pc:sldMk cId="4052127801" sldId="357"/>
        </pc:sldMkLst>
        <pc:spChg chg="del mod">
          <ac:chgData name="Yan Li" userId="8c31b902-5b3a-4bc1-a03f-ce296c1668b4" providerId="ADAL" clId="{C4E2F155-1101-4902-976B-AD814EDA6EB0}" dt="2024-11-20T22:16:29.050" v="1730"/>
          <ac:spMkLst>
            <pc:docMk/>
            <pc:sldMk cId="4052127801" sldId="357"/>
            <ac:spMk id="3" creationId="{96588768-EF58-C720-BF96-7E623D99EB76}"/>
          </ac:spMkLst>
        </pc:spChg>
        <pc:spChg chg="mod">
          <ac:chgData name="Yan Li" userId="8c31b902-5b3a-4bc1-a03f-ce296c1668b4" providerId="ADAL" clId="{C4E2F155-1101-4902-976B-AD814EDA6EB0}" dt="2024-11-20T22:16:50.122" v="1752" actId="14100"/>
          <ac:spMkLst>
            <pc:docMk/>
            <pc:sldMk cId="4052127801" sldId="357"/>
            <ac:spMk id="5" creationId="{30C30A19-73F8-D8CD-F5CC-1D9D464151C3}"/>
          </ac:spMkLst>
        </pc:spChg>
      </pc:sldChg>
      <pc:sldChg chg="addSp delSp modSp add del mod modNotesTx">
        <pc:chgData name="Yan Li" userId="8c31b902-5b3a-4bc1-a03f-ce296c1668b4" providerId="ADAL" clId="{C4E2F155-1101-4902-976B-AD814EDA6EB0}" dt="2024-11-20T21:48:57.118" v="1561" actId="2696"/>
        <pc:sldMkLst>
          <pc:docMk/>
          <pc:sldMk cId="3713084313" sldId="358"/>
        </pc:sldMkLst>
        <pc:spChg chg="mod">
          <ac:chgData name="Yan Li" userId="8c31b902-5b3a-4bc1-a03f-ce296c1668b4" providerId="ADAL" clId="{C4E2F155-1101-4902-976B-AD814EDA6EB0}" dt="2024-11-08T23:18:02.864" v="1352" actId="20577"/>
          <ac:spMkLst>
            <pc:docMk/>
            <pc:sldMk cId="3713084313" sldId="358"/>
            <ac:spMk id="5" creationId="{57EFB648-A1F6-9A35-D0A9-C720C9D58991}"/>
          </ac:spMkLst>
        </pc:spChg>
        <pc:spChg chg="mod">
          <ac:chgData name="Yan Li" userId="8c31b902-5b3a-4bc1-a03f-ce296c1668b4" providerId="ADAL" clId="{C4E2F155-1101-4902-976B-AD814EDA6EB0}" dt="2024-11-08T18:18:36.560" v="1187" actId="20577"/>
          <ac:spMkLst>
            <pc:docMk/>
            <pc:sldMk cId="3713084313" sldId="358"/>
            <ac:spMk id="10" creationId="{3A1539DF-91CF-958F-3B4D-1F25C37A52C5}"/>
          </ac:spMkLst>
        </pc:spChg>
        <pc:picChg chg="add mod">
          <ac:chgData name="Yan Li" userId="8c31b902-5b3a-4bc1-a03f-ce296c1668b4" providerId="ADAL" clId="{C4E2F155-1101-4902-976B-AD814EDA6EB0}" dt="2024-11-06T14:19:14.467" v="1110" actId="14100"/>
          <ac:picMkLst>
            <pc:docMk/>
            <pc:sldMk cId="3713084313" sldId="358"/>
            <ac:picMk id="3" creationId="{BFF3C776-3357-855E-4C84-3C8622E5A562}"/>
          </ac:picMkLst>
        </pc:picChg>
        <pc:picChg chg="del">
          <ac:chgData name="Yan Li" userId="8c31b902-5b3a-4bc1-a03f-ce296c1668b4" providerId="ADAL" clId="{C4E2F155-1101-4902-976B-AD814EDA6EB0}" dt="2024-11-06T14:19:06.092" v="1105" actId="478"/>
          <ac:picMkLst>
            <pc:docMk/>
            <pc:sldMk cId="3713084313" sldId="358"/>
            <ac:picMk id="7" creationId="{45995A51-9FBC-8A77-A039-7674BFD54D64}"/>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2:17:49.221"/>
    </inkml:context>
    <inkml:brush xml:id="br0">
      <inkml:brushProperty name="width" value="0.025" units="cm"/>
      <inkml:brushProperty name="height" value="0.025" units="cm"/>
      <inkml:brushProperty name="color" value="#E71224"/>
    </inkml:brush>
  </inkml:definitions>
  <inkml:trace contextRef="#ctx0" brushRef="#br0">40 1 24575,'0'5'0,"0"6"0,-5 6 0,-1 6 0,-1 3 0,3 2 0,-5-3 0,1-7-8191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2:19:30.414"/>
    </inkml:context>
    <inkml:brush xml:id="br0">
      <inkml:brushProperty name="width" value="0.025" units="cm"/>
      <inkml:brushProperty name="height" value="0.025" units="cm"/>
      <inkml:brushProperty name="color" value="#E71224"/>
    </inkml:brush>
  </inkml:definitions>
  <inkml:trace contextRef="#ctx0" brushRef="#br0">0 1 24575,'97'0'0,"141"17"0,-87 14 0,-108-19 0,1-3 0,1-2 0,82 4 0,384-13-1365,-486 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2:19:31.566"/>
    </inkml:context>
    <inkml:brush xml:id="br0">
      <inkml:brushProperty name="width" value="0.025" units="cm"/>
      <inkml:brushProperty name="height" value="0.025" units="cm"/>
      <inkml:brushProperty name="color" value="#E71224"/>
    </inkml:brush>
  </inkml:definitions>
  <inkml:trace contextRef="#ctx0" brushRef="#br0">1 0 24575,'44'1'0,"0"1"0,66 13 0,-39-6 0,0-3 0,141-7 0,-78-2 0,-78 3-1365,-32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2:19:33.255"/>
    </inkml:context>
    <inkml:brush xml:id="br0">
      <inkml:brushProperty name="width" value="0.025" units="cm"/>
      <inkml:brushProperty name="height" value="0.025" units="cm"/>
      <inkml:brushProperty name="color" value="#E71224"/>
    </inkml:brush>
  </inkml:definitions>
  <inkml:trace contextRef="#ctx0" brushRef="#br0">1 52 24575,'526'0'0,"-496"-1"0,0-2 0,31-7 0,43-4 0,-57 12-106,-1 0-523,83-12-1,-105 9-6196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1T02:19:34.444"/>
    </inkml:context>
    <inkml:brush xml:id="br0">
      <inkml:brushProperty name="width" value="0.025" units="cm"/>
      <inkml:brushProperty name="height" value="0.025" units="cm"/>
      <inkml:brushProperty name="color" value="#E71224"/>
    </inkml:brush>
  </inkml:definitions>
  <inkml:trace contextRef="#ctx0" brushRef="#br0">1 0 24575,'173'15'0,"-15"-1"0,101 3 0,-104 15 108,14 3-1581,-142-32-5353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34:26.58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90,'49'-3,"1"-1,-1-3,91-24,-96 24,0 1,1 2,0 2,63 6,-1-1,-9-2,129 16,-184-11,58 9,164 4,-107-19,144-2,-268-1,0-2,61-16,-65 13,1 1,0 1,41-1,-2 6,-6 1,107-15,-82 6,-1 3,123 8,-72 0,2191-2,-2318 1,-1 0,0 0,0 1,0 0,0 1,12 4,-10-2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20.87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0,'69'2,"98"13,-21-1,17 2,124 23,-203-26,-51-7,65 3,10-11,-34 0,0 3,76 12,79 12,-74-10,-21-7,-80-6,65 11,-40-4,1-3,128-8,-71 0,4 4,156-5,-176-10,-62 5,66 0,412 9,-502-3,60-10,-57 5,45 0,105 6,-75 2,161-18,-212 11,95 3,9 0,-120-7,-28 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24.91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1,'3'1,"1"0,0 0,-1 0,1 1,-1-1,0 1,1 0,-1 0,5 4,13 8,-6-8,0-1,0 0,1-1,0-1,0 0,26 0,104-5,-63-1,-19 1,96 4,-158-2,0 0,1 0,-1 0,0 0,1 1,-1-1,0 1,1 0,-1 0,0-1,0 1,0 1,0-1,0 0,0 0,0 1,0-1,0 1,-1 0,1-1,-1 1,1 0,-1 0,1 0,-1 0,0 0,0 0,0 0,0 1,-1-1,1 0,-1 0,1 1,-1 2,0 8,0-1,-2 1,1-1,-2 0,-5 20,-4 21,7 294,8-186,-4-31,-1 9,22 199,-8-214,-10 213,-4-163,2 1353,14-1281,-1-39,-12-143,0-13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33.94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115 1,'21'61,"4"115,-23-163,0 1,-1-1,-1 1,0 0,-1-1,0 1,-1-1,-5 19,2-6,-20 119,18-97,1-1,3 1,6 88,0-30,-3 669,2-734,7 44,-5-61,0 0,-2 1,-1-1,-1 1,-1-1,-8 44,5-50,-8 24,3 1,-7 84,0 44,3-32,-15 48,3-23,22 34,4-116,-1-58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37.59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0,'0'850,"2"-821,1 1,2-1,13 50,-8-42,6 56,-8-40,27 98,-23-111,-1 0,-3 1,-1 1,1 56,-8-95,-1 1,1-1,0 1,1-1,-1 1,0-1,1 0,0 1,0-1,0 0,0 0,1 1,-1-1,1 0,0 0,-1-1,1 1,1 0,3 4,-1-5,-1 1,1-1,0 0,0 0,1 0,-1-1,0 1,1-1,-1-1,0 1,11-1,145-2,-52-1,-85 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38.7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1,'2'44,"7"45,2 17,-4 741,-6-163,41-194,1 102,-45-290,2-273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39.97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0,'13'244,"-1"-43,-7 80,43 646,-25-662,-11 282,-13-440,1-84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41.62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0,'0'109,"6"488,35-2,-3 205,-38-132,-2-641,0 0,-9 35,5-33,-3 50,8 304,3-183,-2-161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42.46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44.47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90,'39'0,"1"2,-1-3,1-2,68-12,-73 6,0-1,44-20,-61 25,0 0,0 0,0 2,0 0,1 1,-1 1,1 1,-1 1,0 0,34 7,-28-2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53.46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0,'40'2,"63"11,-62-6,59 1,-63-6,52 10,-52-6,55 2,273-9,-340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56.24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0,'195'14,"8"1,-101-18,133 6,-223-1,-1 0,1 1,-1 0,0 1,18 9,32 10,-41-19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2:58.68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0,'2'6,"0"-1,1 1,0-1,0 0,0 0,1 0,0-1,0 1,0-1,5 5,-2-2,144 143,-103-113,-41-32,1-1,-1 1,-1 1,1-1,-1 1,0 1,0-1,-1 1,0 0,7 11,-5-3,12 24,-19-37,1-1,0 1,0-1,1 1,-1-1,0 1,0-1,1 1,-1-1,1 0,-1 0,1 0,0 0,-1 0,1 0,3 1,-5-2,0 0,1 0,-1 0,0 0,0 0,1 0,-1 0,0 0,1 0,-1 0,0 0,1 0,-1 0,0 0,1 0,-1 0,0 0,1 0,-1 0,0 0,0-1,1 1,-1 0,0 0,0 0,1-1,-1 1,0 0,0 0,0-1,1 1,-1 0,0 0,0-1,0 1,0 0,1-1,-4-14,-11-14,3 13,-1 1,-1 1,0 0,-24-19,-26-29,51 48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02.75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5,'109'2,"-48"1,0-3,71-9,-130 8,0 2,-1-1,1 0,-1 0,1 0,-1 1,1-1,-1 1,1-1,-1 1,1 0,-1-1,0 1,1 0,-1 0,0 0,0 0,0 0,0 0,0 0,0 1,0-1,0 0,0 1,0-1,-1 0,1 1,0-1,-1 1,1-1,-1 1,0-1,0 1,1-1,-1 1,0 0,0 1,1 13,0 0,-3 29,2-30,-2 27,2-1,3 0,7 49,-8-80,9 49,22 66,-21-89,-1 1,-2 0,-2 0,-1 1,2 62,-7-83,1 0,0 0,2 0,0 0,10 27,-7-27,-2 1,0-1,-1 1,0 0,0 22,-5 52,-22 149,-1-40,15-130,4 1,6 131,2-70,-4-100,2 1,2-1,0 0,2-1,2 1,13 40,-14-55,-1 1,-1 0,0 0,1 38,-8 83,1-52,0 40,4 165,12-200,-9-64,4 51,-9-73,2 39,-2-1,-2 1,-2-1,-10 48,4-13,10-63,-2 0,0 0,-7 24,3-22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05.18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0,'0'102,"8"338,-1-341,4-1,34 137,-21-144,34 150,-49-193,-3 1,-2 0,-2 55,-7 483,6-379,1-160,3 0,17 75,-12-77,-2 0,3 90,3 64,-1-1,-14 249,-1-428,0 0,-2 0,0-1,-1 0,-2 0,1 0,-2-1,-1 0,-13 21,19-35,0 0,0 0,-1-1,1 1,-1-1,0 0,0-1,0 1,0 0,0-1,-1 0,1 0,-8 2,-12 6,24-10,0 0,0 0,1 0,-1 0,0 0,0 1,0-1,0 0,0 0,1 0,-1 0,0 0,0 0,0 0,0 0,0 0,0 1,0-1,0 0,1 0,-1 0,0 0,0 0,0 1,0-1,0 0,0 0,0 0,0 0,0 0,0 1,0-1,0 0,0 0,0 0,0 0,0 1,0-1,0 0,0 0,0 0,0 0,0 0,0 1,0-1,-1 0,1 0,0 0,0 0,0 0,0 0,0 1,0-1,0 0,-1 0,1 0,0 0,0 0,0 0,0 0,0 0,-1 0,1 0,0 0,0 0,0 0,0 0,-1 0,1 0,21 5,24-2,384-4,-405 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06.36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4 1,'-1'62,"-1"-33,2 1,0 0,2-1,2 1,1-1,8 30,-2-25,17 44,-4 1,-3 1,19 152,-30-145,23 92,0-1,-30-163,-1-1,-1 1,0-1,-1 1,-1-1,0 1,-1-1,-6 25,1-21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07.46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1,'2'31,"1"1,13 52,-1-6,36 364,-15-109,36 425,-68-717,6 44,22 85,1 4,-16-60,3 201,-22-278,-12 59,0-5,5-13,-28 107,32-163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09.63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2 0,'-1'117,"12"271,7 172,-19-452,4-53,9 57,1 24,5 64,-8-103,-4-1,-9 109,1-52,2 360,-1-497,-1-1,0 0,-7 22,1-1,5-16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30.13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61,'71'1,"-7"1,0-3,0-3,0-2,79-19,-103 16,-1 2,1 1,44 0,125 8,-73 1,-112-2,0 1,0 2,0 0,0 2,37 13,-33-10,-5-3,-3-2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31.43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52,'1256'0,"-1223"-2,0-1,36-9,10 0,3-5,-58 12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38.53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87,'198'-15,"3"0,-193 15,0-1,0 0,1 0,-1-1,0 0,0-1,-1 1,1-1,12-8,13-4,-24 12,1 0,-1 0,1 1,0 1,11-2,2 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40.44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2,'21'0,"34"-2,-1 3,0 2,1 3,-1 1,53 16,-76-16,0-1,0-2,1-1,-1-2,37-2,-42 0,-1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44.76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1,'540'0,"-539"0,1 0,0-1,-1 1,1 0,-1 0,1 0,-1 1,1-1,0 0,-1 0,1 1,-1-1,1 1,-1-1,1 1,-1 0,0 0,1-1,-1 1,0 0,0 0,1 0,-1 1,0-1,0 0,0 0,0 0,-1 1,1-1,0 1,0-1,0 2,-1 3,0 0,0-1,0 1,-1-1,0 1,0-1,0 1,-3 6,-33 107,8-11,27-92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47.93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60,'158'2,"169"-5,-308 0,-1 0,0-1,0-1,19-8,-20 6,0 2,1 0,0 0,24-1,-15 4,-3 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3:49.2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1,'5'0,"10"0,14 0,5 0,3 0,4 0,0 0,3 0,-2 0,2 0,4 0,2 0,-2 0,0 0,2 0,-3 0,-10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08.17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29,'128'2,"138"-5,-187-10,-57 8,-1 1,29-1,62 5,-88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09.46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23,'5'0,"6"0,16 0,13 0,4 0,5 0,-2 0,-3 0,-6 0,-3 0,-3 0,-3 0,-1 0,0 0,-6-5,-1-1,1 0,-4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11.93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0 133,'458'0,"-455"1,0-1,0 0,0 1,0-2,0 1,0 0,1 0,-1-1,0 0,0 0,0 0,0 0,-1 0,1 0,0-1,0 1,-1-1,1 0,-1 0,1 0,-1 0,0 0,0-1,0 1,0 0,0-1,0 0,-1 1,1-1,-1 0,0 0,0 0,0 0,0 0,-1 0,1 0,-1 0,1 0,-1-1,0 1,-1-5,1-19,-1 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13.05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1,'5'0,"6"0,6 0,5 0,4 0,6 0,4 0,-1 0,5 0,13 0,13 0,5 0,-1 0,-2 0,-3 0,-8 0,-14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17.68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62 0,'-1'0,"0"1,-1-1,1 1,0-1,0 1,1-1,-1 1,0-1,0 1,0 0,0 0,0-1,1 1,-1 0,0 0,1 0,-1 0,0 0,1 0,0 0,-1 0,1 0,-1 0,1 2,-10 36,6-22,-4 14,1-1,2 1,-3 58,9 100,2-70,-4-29,3 102,25-50,-13-51,-8-65,-2 0,1 27,-3-28,1-1,7 26,-5-26,-1 1,1 25,-4-18,1 1,11 55,-8-66,-1-1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20.76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0,'4'50,"3"-1,1 0,2 0,27 74,-7-19,-5-19,-13-50,-1 1,-3 0,0 0,-3 1,2 37,-10 20,5 94,11-112,-8-55,-1 1,1 29,-4-20,1-7,-1 0,-1 1,-2-1,0 0,-9 38,5-44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23.31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1,'0'37,"17"402,-8-284,-9-115,2 1,1-1,3 0,1-1,14 47,-13-54,-1 1,-2 0,-1 1,-2-1,-1 1,-5 54,1 7,3 46,0-117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24.91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4:35.05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116 1,'-2'0,"0"0,0 1,-1 0,1-1,0 1,0 0,0 0,0 0,0 0,0 1,0-1,0 0,1 1,-1 0,0-1,1 1,-1 0,1 0,0 0,0-1,-1 1,1 1,1-1,-1 0,0 0,0 0,0 3,-2 6,0 1,1-1,-2 22,0-3,-1 1,-14 46,10-45,-8 59,13-21,4 71,2-44,0-55,11 58,-7-57,2 55,-8-57,-1-7,2 0,1 0,12 59,0 6,-12-78,0-1,1 0,1 1,1-1,7 19,12 20,-2 1,14 66,-36-165,0 18,0 1,-4-25,-8-31,-2-92,9 118,-18-73,14 82,2 0,1 0,0-48,7-305,-1 370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7:48.08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87,'22'1,"-1"1,38 9,-36-6,0-1,27 1,78-4,-55-2,109 12,-62 0,142-4,55 3,391 8,-531-19,11-13,4-1,-104 14,106-14,14 0,-64 7,495-9,-613 16,0-2,0-1,-1-1,33-10,-29 7,0 1,56-6,31-2,-77 9,61-3,181 11,-257-2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7:51.56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1,'49'2,"60"11,-59-6,54 1,-71-7,50 11,21 1,-44-11,85 14,-74-7,0-3,134-7,-74-2,1081 3,-1003-15,-6 0,51 1,17 0,826 15,-1073-1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7:53.08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0 171,'80'0,"0"-3,122-22,-118 12,105-1,-114 10,-32 0,-1-2,53-14,-28-2,-51 15,0 2,0 0,1 0,0 2,18-3,77-8,-70 8,56-3,-74 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7:54.62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1,'9'1,"1"0,0 0,-1 1,11 4,26 4,91 0,153-11,-113-1,-82 1,29 0,179 20,-252-13,55 1,-82-7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03.94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1,'566'0,"-545"1,1 1,36 9,-35-6,0-1,27 1,282-4,-156-2,-152 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06.38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30,'119'3,"130"-6,-180-10,9-1,317 12,-203 4,-170-1,-1 1,37 9,-34-6,-1-1,26 1,6-4,-30-2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11.46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1 139,'130'-4,"-1"-5,212-43,-276 41,84-1,-96 10,0-3,103-23,-101 16,-31 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13.47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33,'1'-1,"-1"0,0 0,1 0,-1 0,1 0,-1 0,1 0,-1 0,1 0,0 0,0 0,-1 0,1 1,0-1,0 0,0 0,0 1,0-1,0 1,0-1,0 1,0-1,0 1,0 0,0-1,0 1,0 0,2 0,38-5,-34 4,95-5,177 10,-186 10,-58-8,62 3,-45-9,-28-1,0 0,0 2,-1 0,1 2,0 0,-1 2,0 1,35 12,-40-9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15.30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1,'1212'0,"-1201"0,0 0,0 1,1 1,20 6,-14-2</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16.97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57,'0'-1,"1"0,-1 0,1 0,-1 0,1 0,-1 0,1 0,-1 1,1-1,0 0,-1 0,1 0,0 1,0-1,0 0,-1 1,1-1,0 1,0-1,0 1,0-1,0 1,0-1,0 1,0 0,2 0,37-7,-28 5,145-15,301 4,-328 14,-105-1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48:28.02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30,'200'14,"-12"0,-180-14,92 3,0-4,0-5,131-24,-161 19,1 3,0 3,84 5,-94 1,-37-1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50:15.96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58,'39'2,"60"10,-57-5,44 0,58 7,4 1,712-14,-412-3,-428 1,0-1,0-1,19-5,-17 3,0 1,31-2,11 4,15 1,80-12,302-29,-338 29,31-1,667 15,-797-1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50:19.0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89,'1233'0,"-1049"14,-19 0,650-12,-411-4,252-24,-182 3,788 14,-797 11,-448-3,-1-1,1 0,-1-1,0-1,0 0,29-13,-18 7,-8 5,0 1,0 1,1 0,-1 1,1 2,27 1,-27 0,5-1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50:22.73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1,'14'1,"0"0,0 1,18 5,24 4,408-2,-283-11,250 3,381-3,-570-11,-118 5,211 11,187 13,-208-12,55 38,-251-23,168 5,-153-21,199 31,-218-22,204-3,5-2,603 12,-611-21,850 2,-781 27,-91-3,446-17,-452-8,-119 15,-16 0,937-11,-557-6,1141 3,-1634-2,0-3,0-1,-1-1,60-21,-27 7,140-16,-58 12,-53 9,1 4,191 1,-232 12,13 1,0-3,117-17,-106 8,-60 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50:25.43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1,'2996'0,"-2646"29,-49-1,-224-26,234 18,-164 7,-95-15,1-2,105 5,392-17,-517 3,63 13,-63-8,61 3,413-10,-483 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7:50:28.47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87,'48'-2,"75"-14,-40 4,-5 1,-37 4,67-2,2 11,90-4,-124-12,-56 9,1 1,32-2,48 6,-130 3,1 2,0 0,0 2,-29 10,28-8,15-5,0-1,-1-1,1 0,-1-1,0-1,1 0,-18-3,-104-23,101 17,0 1,-67-4,-67 13,145-1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8:15:08.59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196 117,'120'2,"129"-4,-161-14,-34 4,-39 9,0-1,0-1,20-9,-22 8,0 1,0 0,1 1,21-4,47-8,-66 12,0-1,1 2,0 0,0 2,-1-1,1 2,0 0,0 1,27 5,-43-5,0-1,0 0,0 0,0 1,0-1,0 1,0-1,0 1,0-1,0 1,-1 0,1-1,0 1,0 0,0 0,-1 0,1-1,0 2,-5 12,2-11,-1-1,1 0,-1 0,0 0,1-1,-1 1,0 0,0-1,-6 2,-31 8,0-3,-1-1,0-1,-55-1,-753-6,825 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8:15:10.83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1,'6'1,"0"0,1 0,-1 0,0 1,9 4,21 4,235 14,-157-14,195-7,-151-6,-148 3,1 0,-1-1,0-1,1 0,10-3,-3-1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8:15:32.71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223 202,'10'0,"0"2,0-1,1 1,9 4,27 5,247 35,-90-11,-117-18,-57-10,0-1,-1-2,36 1,-56-5,0 0,0 0,-1-1,1-1,0 1,0-1,-1-1,12-4,-17 6,1-2,-1 1,0 0,0-1,0 1,0-1,0 0,0 0,-1 0,1 0,-1-1,0 1,0-1,0 1,0-1,-1 0,0 1,1-1,-1 0,0-8,0 7,-1 0,1 0,0 0,0 0,0 0,1 1,-1-1,1 0,1 0,-1 1,1 0,-1-1,1 1,0 0,1 0,-1 1,1-1,-1 1,1-1,0 1,1 0,-1 1,0-1,1 1,-1 0,9-3,-11 5,-1-1,1 1,0-1,-1 1,1-1,0 0,-1 1,1-1,-1 0,1 0,-1 0,0 0,1 0,-1-1,0 1,0 0,0-1,0 1,0-1,0 1,0-1,1-2,-3 3,1-1,0 1,-1-1,1 1,0 0,-1-1,0 1,1-1,-1 1,0 0,0 0,1-1,-1 1,0 0,0 0,0 0,-1 0,1 0,0 0,-2 0,-8-7,-1 1,1 1,-2 0,-17-6,-18-2,-1 1,0 3,0 2,-65-2,-207 10,139 3,155-3,-12 0,-51 5,77-3,0 1,0 0,1 0,-1 1,1 1,-1 0,-19 13,23-13,0 0,-1 0,0-1,0 0,0 0,0-1,0-1,0 1,-19 0,7-2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8:15:37.23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86,'50'-2,"57"-10,41-2,-21 12,277-13,-75-19,-264 29,86 3,-97 3,-26-1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3:28.70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29,'1260'0,"-1235"-1,0-2,37-7,25-3,-64 11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3:43.83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30,'0'1,"1"0,-1 0,1 1,0-1,-1 0,1 0,0 0,-1-1,1 1,0 0,0 0,0 0,0 0,0-1,0 1,0 0,0-1,0 1,0-1,0 1,0-1,1 0,-1 1,0-1,0 0,2 0,39 6,-36-6,16 2,1-2,-1 0,0-2,0 0,35-9,-12 4,-1 2,1 3,80 4,61-3,-110-12,14 0,241 11,-172 3,-135-1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3:45.47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0,'8'7,"0"-2,0 1,0-1,1 0,-1-1,16 6,11 5,20 13,87 31,-116-51,0-1,0-1,1-1,-1-2,1 0,29-2,-16-2,0-1,0-2,48-12,-59 11,0 1,0 1,1 2,36 3,-43 0,0-1,0-2,0 0,-1-1,1-1,-1-1,1-1,24-9,-33 8,1 0,0 1,0 0,0 2,0-1,1 2,-1 0,1 1,-1 1,1 0,0 1,27 6,-24-1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4:05.06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0 150,'85'1,"-39"2,0-3,0-2,0-2,79-16,-64 6,78-8,-77 15,84-23,8-8,-112 31,0 2,0 2,1 2,52 5,1-1,-71-3</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4:06.60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0,'29'2,"0"1,32 7,-30-5,48 4,657-7,-357-5,-238 3,-117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4:13.17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1,'55'0,"9"-1,1 3,96 14,-152-14,1 0,-1-1,1 0,-1 0,1-1,-1-1,1 1,16-5,-8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5:16.12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1,'124'-1,"430"19,-390-10,-32-4,-35 10,-63-8,61 3,-44-4,-32 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5:24.16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59,'446'-21,"-335"6,-44 5,98-2,411 13,-540 1,62 11,-60-6,47 1,178-9,-239 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5:25.33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58,'30'0,"751"-33,-578 16,205 10,-288 7,-95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4:55:26.80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58,'771'-17,"-294"-18,-227 29,-178 7,-47-1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01:29.84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88,'121'2,"130"-5,-107-24,-127 25,1-1,-1-1,0 0,27-12,-28 10,1 0,0 1,1 1,28-4,39 7,-61 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01:33.24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1,'6'1,"0"0,0 0,0 1,0 0,0 0,0 1,-1 0,1-1,7 7,-5-4,-1-1,1 0,0 0,12 3,20-1,-1-1,0-3,1-1,48-5,8 1,-22 6,77 13,-126-13,49 4,-53-7,0 2,0 0,-1 1,1 2,-1 0,37 15,-48-17,0 0,1 0,-1-1,18 2,23 7,-50-11,1 0,-1 0,1 0,-1 0,1 0,-1 1,1-1,-1 0,1 0,-1 0,1 1,-1-1,1 0,-1 0,1 1,-1-1,0 0,1 1,-1-1,1 1,-1-1,0 0,1 1,-1-1,0 1,0-1,1 1,-1-1,0 1,0 0,-14 6,-26-2,26-5,0-1,1-1,-1 0,1-1,0 0,0-1,-21-9,19 6,-1 2,1 0,-1 1,-32-4,-19 4,-94 9,85 8,54-8,1-1,-31 2,42-6,-142 0,131-2,1 0,0-1,0-1,0-1,-26-10,27 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01:37.11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32,'1'1,"-1"1,0-1,1 0,0 0,-1 0,1 1,0-1,0 0,-1 0,1 0,0 0,0 0,0-1,0 1,0 0,1 0,-1-1,0 1,0 0,0-1,1 0,-1 1,0-1,0 1,3-1,43 9,-33-6,53 8,131 6,72-19,-92-1,238 3,-482-22,4 9,0 3,-1 3,-105 1,128 7,-14 1,1-3,-1-2,-66-12,70 8,0 2,0 2,-70 5,28 0,68-2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42:03.90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2,'25'0,"-2"-1,0 1,0 1,1 0,-1 2,0 1,-1 1,25 9,130 48,-149-55,2-1,-1-1,0-1,39 0,8-3,102-5,-102-10,-56 10,1 0,31-2,174 6,-202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42:05.81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0,'171'14,"-40"-2,-65-6,-1 2,103 26,-157-31,0-1,1 0,-1-1,0-1,1 1,-1-2,1 0,-1 0,0-1,22-6,-15 5,0 1,0 1,0 1,0 0,0 1,0 1,0 1,0 1,32 11,-23-8,-1-1,1-1,37 3,217-10,-257 2</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42:10.54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1,'3'0,"1"1,-1 1,1-1,0 1,-1-1,0 1,0 0,1 0,3 4,14 8,-6-8,-1-1,1-1,0 0,0-1,0 0,23 1,97-6,-94 0,78 5,-35 9,-1-3,1-5,89-6,-90-11,19-1,-60 11,-10 1,0 1,0 1,41 6,-70-5,-1 0,1 0,-1 0,1 0,-1 0,1 0,-1 1,0 0,1-1,-1 1,0 0,0 0,0 0,-1 0,1 0,0 0,-1 1,1-1,0 3,1 1,-1 0,0-1,0 1,0 0,-1 0,0 0,0 1,0 11,-1-13,-1 0,1 0,-1 0,0 0,0 0,0 0,-1 0,0-1,0 1,-4 8,5-11,-1 0,1-1,-1 1,1 0,-1 0,0-1,1 1,-1-1,0 1,0-1,0 0,0 0,-1 0,1 0,0 0,0 0,-1-1,1 1,0-1,-1 1,1-1,-4 0,-4-1,1 0,0-1,0 0,0-1,0 0,0 0,1-1,-13-7,-65-46,50 32,23 17,0 1,0 0,0 1,-1 1,0 0,0 1,0 0,0 1,-20-1,-12 1,-75 6,40 0,58-2,1 2,-32 7,31-5,0-1,-27 1,26-3,1 1,-27 6,35-5,-10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1T15:42:15.85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28,'1696'0,"-1689"0,-4 0,1 1,-1-1,1 0,-1 0,0-1,1 1,-1-1,1 1,-1-1,0 0,0-1,1 1,-1 0,4-4,-7 5,0 0,0-1,0 1,1 0,-1-1,0 1,0 0,-1-1,1 1,0 0,0-1,0 1,0-1,0 1,0 0,0-1,0 1,-1 0,1 0,0-1,0 1,-1 0,1-1,0 1,0 0,-1 0,1-1,0 1,0 0,-1 0,1 0,0 0,-1-1,1 1,0 0,-1 0,1 0,0 0,-1 0,1 0,-1 0,1 0,0 0,-1 0,1 0,-1 0,-20-4,1 3,-1 0,1 2,0 1,-1 0,1 1,0 1,-19 7,-139 55,156-56,-162 73,99-43,-1-2,-122 33,196-67,-1-2,0 0,0 0,0-1,1-1,-1 0,0-1,-18-3,7-2,1-1,0-1,-33-16,40 17,-1 0,1 1,-1 1,0 1,-27-4,20 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3</a:t>
            </a:fld>
            <a:endParaRPr lang="en-US"/>
          </a:p>
        </p:txBody>
      </p:sp>
    </p:spTree>
    <p:extLst>
      <p:ext uri="{BB962C8B-B14F-4D97-AF65-F5344CB8AC3E}">
        <p14:creationId xmlns:p14="http://schemas.microsoft.com/office/powerpoint/2010/main" val="4021808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1,398 out of 3,746 firm-year observations (37.3%) in sample make charitable contributions (of at least $5 million in total giving), and the average amount is $11.1 million provided that a donation is made. Approximately two-thirds of the donating firm-years (917 firm-year observations, 24.5% of the sample) contribute to charities affiliated with their independent directors. The average affiliated donation amount for each firm year is $1.5 million, and these donations are affiliated with three independent directors on average. </a:t>
            </a:r>
          </a:p>
          <a:p>
            <a:r>
              <a:rPr lang="en-US" dirty="0"/>
              <a:t>Panel B shows the occurrence and amount of affiliated donations by year. The highest level occurs in 2003.</a:t>
            </a:r>
          </a:p>
          <a:p>
            <a:r>
              <a:rPr lang="en-US" dirty="0"/>
              <a:t>Panel C: Manufacturing, consumer nondurables, and finance are the top three industries based on the number of firms making affiliated donations. </a:t>
            </a:r>
          </a:p>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5</a:t>
            </a:fld>
            <a:endParaRPr lang="en-US"/>
          </a:p>
        </p:txBody>
      </p:sp>
    </p:spTree>
    <p:extLst>
      <p:ext uri="{BB962C8B-B14F-4D97-AF65-F5344CB8AC3E}">
        <p14:creationId xmlns:p14="http://schemas.microsoft.com/office/powerpoint/2010/main" val="355425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compares firms that make affiliated donations with firms that do not. Panel B compares directors whose affiliated charities have received one or more donations from the firms on whose boards they serve with those whose charities have not received any such donations. </a:t>
            </a:r>
          </a:p>
          <a:p>
            <a:r>
              <a:rPr lang="en-US" dirty="0"/>
              <a:t>CEOs of donating firms receive greater total annual pay. They are more likely to serve as the chairman of the board, have a shorter tenure as CEO, and own a smaller fraction of the firm’s equity. When non-co-opted independent directors are affiliated with more charities, firms are more likely to make affiliated donations. </a:t>
            </a:r>
          </a:p>
          <a:p>
            <a:r>
              <a:rPr lang="en-US" dirty="0"/>
              <a:t>A CEO whose appointment was approved by these longer-tenured independent directors has a stronger incentive to gain leverage over the directors via charitable donations to their affiliated charities. Firms making affiliated donations tend to have larger boards, more social connections between independent directors and the CEO, and lower ownership by the top five institutional investors. </a:t>
            </a:r>
          </a:p>
          <a:p>
            <a:endParaRPr lang="en-US" dirty="0"/>
          </a:p>
          <a:p>
            <a:r>
              <a:rPr lang="en-US" dirty="0"/>
              <a:t>Overall, firms with weak corporate governance are more likely to make affiliated donations. Moreover, we show that firms making affiliated donations tend to be larger (by book value of assets), have inferior stock performance (lower stock returns and market-to-book ratio),</a:t>
            </a:r>
          </a:p>
        </p:txBody>
      </p:sp>
      <p:sp>
        <p:nvSpPr>
          <p:cNvPr id="4" name="Slide Number Placeholder 3"/>
          <p:cNvSpPr>
            <a:spLocks noGrp="1"/>
          </p:cNvSpPr>
          <p:nvPr>
            <p:ph type="sldNum" sz="quarter" idx="5"/>
          </p:nvPr>
        </p:nvSpPr>
        <p:spPr/>
        <p:txBody>
          <a:bodyPr/>
          <a:lstStyle/>
          <a:p>
            <a:fld id="{CE022B8F-EECA-4068-B343-503A0100A33C}" type="slidenum">
              <a:rPr lang="en-US" smtClean="0"/>
              <a:t>6</a:t>
            </a:fld>
            <a:endParaRPr lang="en-US"/>
          </a:p>
        </p:txBody>
      </p:sp>
    </p:spTree>
    <p:extLst>
      <p:ext uri="{BB962C8B-B14F-4D97-AF65-F5344CB8AC3E}">
        <p14:creationId xmlns:p14="http://schemas.microsoft.com/office/powerpoint/2010/main" val="3530512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firms with lower CEO ownership and a larger board are more likely to make affiliated donations and to donate larger amounts. If long-tenured independent directors have more charity affiliations, firms are more likely to donate to these charities and make larger donations. In addition, firms are more likely to make affiliated donations and donate more when independent directors have social connections to the CEO and when the top five institutional investors own a smaller percentage of the company.</a:t>
            </a:r>
          </a:p>
          <a:p>
            <a:endParaRPr lang="en-US" dirty="0"/>
          </a:p>
          <a:p>
            <a:r>
              <a:rPr lang="en-US" dirty="0"/>
              <a:t>Firm size, market-to-book ratio, R&amp;D investment, and industry growth are positively correlated with the likelihood and amount of affiliated donations. In addition, the amount of affiliated donations increases with financial leverage. In contrast, only firm size is positively correlated with the likelihood and amount of unaffiliated donations, perhaps because large firms have more resources for charitable causes</a:t>
            </a:r>
          </a:p>
        </p:txBody>
      </p:sp>
      <p:sp>
        <p:nvSpPr>
          <p:cNvPr id="4" name="Slide Number Placeholder 3"/>
          <p:cNvSpPr>
            <a:spLocks noGrp="1"/>
          </p:cNvSpPr>
          <p:nvPr>
            <p:ph type="sldNum" sz="quarter" idx="5"/>
          </p:nvPr>
        </p:nvSpPr>
        <p:spPr/>
        <p:txBody>
          <a:bodyPr/>
          <a:lstStyle/>
          <a:p>
            <a:fld id="{CE022B8F-EECA-4068-B343-503A0100A33C}" type="slidenum">
              <a:rPr lang="en-US" smtClean="0"/>
              <a:t>7</a:t>
            </a:fld>
            <a:endParaRPr lang="en-US"/>
          </a:p>
        </p:txBody>
      </p:sp>
    </p:spTree>
    <p:extLst>
      <p:ext uri="{BB962C8B-B14F-4D97-AF65-F5344CB8AC3E}">
        <p14:creationId xmlns:p14="http://schemas.microsoft.com/office/powerpoint/2010/main" val="1933539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B shows that the likelihood and size of affiliated donations are greater for independent directors who are affiliated with more charities and for those who have been serving on the board longer than the CEO has been in the corner office (variable: director tenure in excess of CEO tenure). Both findings suggest that CEOs tend to use charitable giving to gain bargaining power over influential independent directors. </a:t>
            </a:r>
          </a:p>
          <a:p>
            <a:endParaRPr lang="en-US" dirty="0"/>
          </a:p>
          <a:p>
            <a:r>
              <a:rPr lang="en-US" dirty="0"/>
              <a:t>Director pay is not correlated with affiliated donations. The likelihood of receiving affiliated donations is lower if the independent director’s pay is in the top decile. Firms with weaker corporate governance (CEO serves as chairman, lower CEO ownership, lower ownership by the top five institutional investors, and a larger board) are more likely to donate and make larger donations to charities affiliated with independent directors.</a:t>
            </a:r>
          </a:p>
        </p:txBody>
      </p:sp>
      <p:sp>
        <p:nvSpPr>
          <p:cNvPr id="4" name="Slide Number Placeholder 3"/>
          <p:cNvSpPr>
            <a:spLocks noGrp="1"/>
          </p:cNvSpPr>
          <p:nvPr>
            <p:ph type="sldNum" sz="quarter" idx="5"/>
          </p:nvPr>
        </p:nvSpPr>
        <p:spPr/>
        <p:txBody>
          <a:bodyPr/>
          <a:lstStyle/>
          <a:p>
            <a:fld id="{CE022B8F-EECA-4068-B343-503A0100A33C}" type="slidenum">
              <a:rPr lang="en-US" smtClean="0"/>
              <a:t>8</a:t>
            </a:fld>
            <a:endParaRPr lang="en-US"/>
          </a:p>
        </p:txBody>
      </p:sp>
    </p:spTree>
    <p:extLst>
      <p:ext uri="{BB962C8B-B14F-4D97-AF65-F5344CB8AC3E}">
        <p14:creationId xmlns:p14="http://schemas.microsoft.com/office/powerpoint/2010/main" val="248604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summarizes changes in donation propensities around director appointment and director departure. The probability of initiating affiliated donations is 12.9 percentage points higher in the year after the director’s first appointment to the board that establishes the first connection between </a:t>
            </a:r>
            <a:r>
              <a:rPr lang="en-US" dirty="0">
                <a:solidFill>
                  <a:srgbClr val="FF0000"/>
                </a:solidFill>
              </a:rPr>
              <a:t>the</a:t>
            </a:r>
            <a:r>
              <a:rPr lang="en-US" dirty="0"/>
              <a:t> firm and the charity than the baseline probability of 40.7% for other independent directors. </a:t>
            </a:r>
          </a:p>
          <a:p>
            <a:endParaRPr lang="en-US" dirty="0"/>
          </a:p>
          <a:p>
            <a:r>
              <a:rPr lang="en-US" dirty="0"/>
              <a:t>Conversely, the likelihood of terminating affiliated donations is 16.5 percentage points higher in the year after a director retires and severs the connection between the firm and the charity than the baseline probability of 39.0% for other independent directors. The likelihood of terminating affiliated donations is 11.7 percentage points higher in the year after a director suddenly departs than the baseline probability of 39.1% for other independent directors. Finally, the likelihood of terminating affiliated donations is 12.5 percentage points higher after the exogenous departure of an independent director than the baseline probability of 38.9% for other </a:t>
            </a:r>
            <a:r>
              <a:rPr lang="en-US"/>
              <a:t>independent directors.</a:t>
            </a:r>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9</a:t>
            </a:fld>
            <a:endParaRPr lang="en-US"/>
          </a:p>
        </p:txBody>
      </p:sp>
    </p:spTree>
    <p:extLst>
      <p:ext uri="{BB962C8B-B14F-4D97-AF65-F5344CB8AC3E}">
        <p14:creationId xmlns:p14="http://schemas.microsoft.com/office/powerpoint/2010/main" val="748222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results are robust to the addition of controls for annual changes in governance and firm characteristics in multivariate regressions (panel B). Overall, corporate charitable donations tend to follow directors’ moves, consistent with the notion that top executives use charitable contributions to influence independent directors’ monitoring decisions</a:t>
            </a:r>
          </a:p>
        </p:txBody>
      </p:sp>
      <p:sp>
        <p:nvSpPr>
          <p:cNvPr id="4" name="Slide Number Placeholder 3"/>
          <p:cNvSpPr>
            <a:spLocks noGrp="1"/>
          </p:cNvSpPr>
          <p:nvPr>
            <p:ph type="sldNum" sz="quarter" idx="5"/>
          </p:nvPr>
        </p:nvSpPr>
        <p:spPr/>
        <p:txBody>
          <a:bodyPr/>
          <a:lstStyle/>
          <a:p>
            <a:fld id="{CE022B8F-EECA-4068-B343-503A0100A33C}" type="slidenum">
              <a:rPr lang="en-US" smtClean="0"/>
              <a:t>10</a:t>
            </a:fld>
            <a:endParaRPr lang="en-US"/>
          </a:p>
        </p:txBody>
      </p:sp>
    </p:spTree>
    <p:extLst>
      <p:ext uri="{BB962C8B-B14F-4D97-AF65-F5344CB8AC3E}">
        <p14:creationId xmlns:p14="http://schemas.microsoft.com/office/powerpoint/2010/main" val="3121097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dependent variable is the logarithm of total annual compensation (TDC1 in </a:t>
            </a:r>
            <a:r>
              <a:rPr lang="en-US" dirty="0" err="1"/>
              <a:t>ExecuComp</a:t>
            </a:r>
            <a:r>
              <a:rPr lang="en-US" dirty="0"/>
              <a:t>) in thousands of dollars in Columns 1–4 and TDC1 in millions of dollars in Column 5.</a:t>
            </a:r>
          </a:p>
        </p:txBody>
      </p:sp>
      <p:sp>
        <p:nvSpPr>
          <p:cNvPr id="4" name="Slide Number Placeholder 3"/>
          <p:cNvSpPr>
            <a:spLocks noGrp="1"/>
          </p:cNvSpPr>
          <p:nvPr>
            <p:ph type="sldNum" sz="quarter" idx="5"/>
          </p:nvPr>
        </p:nvSpPr>
        <p:spPr/>
        <p:txBody>
          <a:bodyPr/>
          <a:lstStyle/>
          <a:p>
            <a:fld id="{CE022B8F-EECA-4068-B343-503A0100A33C}" type="slidenum">
              <a:rPr lang="en-US" smtClean="0"/>
              <a:t>12</a:t>
            </a:fld>
            <a:endParaRPr lang="en-US"/>
          </a:p>
        </p:txBody>
      </p:sp>
    </p:spTree>
    <p:extLst>
      <p:ext uri="{BB962C8B-B14F-4D97-AF65-F5344CB8AC3E}">
        <p14:creationId xmlns:p14="http://schemas.microsoft.com/office/powerpoint/2010/main" val="1123631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CEOs earn 9.5% (=exp(0.091)-1) more on average at firms that donate to charities affiliated with compensation committee members than at firms not making affiliated donations. In contrast, the correlation between CEO compensation and affiliated donations unrelated to the compensation committee is statistically insignificant.</a:t>
            </a:r>
          </a:p>
        </p:txBody>
      </p:sp>
      <p:sp>
        <p:nvSpPr>
          <p:cNvPr id="4" name="Slide Number Placeholder 3"/>
          <p:cNvSpPr>
            <a:spLocks noGrp="1"/>
          </p:cNvSpPr>
          <p:nvPr>
            <p:ph type="sldNum" sz="quarter" idx="5"/>
          </p:nvPr>
        </p:nvSpPr>
        <p:spPr/>
        <p:txBody>
          <a:bodyPr/>
          <a:lstStyle/>
          <a:p>
            <a:fld id="{CE022B8F-EECA-4068-B343-503A0100A33C}" type="slidenum">
              <a:rPr lang="en-US" smtClean="0"/>
              <a:t>13</a:t>
            </a:fld>
            <a:endParaRPr lang="en-US"/>
          </a:p>
        </p:txBody>
      </p:sp>
    </p:spTree>
    <p:extLst>
      <p:ext uri="{BB962C8B-B14F-4D97-AF65-F5344CB8AC3E}">
        <p14:creationId xmlns:p14="http://schemas.microsoft.com/office/powerpoint/2010/main" val="1367052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of Table 7 reports the summary statistics of the main variables. The average annual change in CEO pay is $380,000. In 2.5% of the firm-year observations, affiliated donations are initiated; in 3.2% of the observations, they are terminated. </a:t>
            </a:r>
          </a:p>
        </p:txBody>
      </p:sp>
      <p:sp>
        <p:nvSpPr>
          <p:cNvPr id="4" name="Slide Number Placeholder 3"/>
          <p:cNvSpPr>
            <a:spLocks noGrp="1"/>
          </p:cNvSpPr>
          <p:nvPr>
            <p:ph type="sldNum" sz="quarter" idx="5"/>
          </p:nvPr>
        </p:nvSpPr>
        <p:spPr/>
        <p:txBody>
          <a:bodyPr/>
          <a:lstStyle/>
          <a:p>
            <a:fld id="{CE022B8F-EECA-4068-B343-503A0100A33C}" type="slidenum">
              <a:rPr lang="en-US" smtClean="0"/>
              <a:t>14</a:t>
            </a:fld>
            <a:endParaRPr lang="en-US"/>
          </a:p>
        </p:txBody>
      </p:sp>
    </p:spTree>
    <p:extLst>
      <p:ext uri="{BB962C8B-B14F-4D97-AF65-F5344CB8AC3E}">
        <p14:creationId xmlns:p14="http://schemas.microsoft.com/office/powerpoint/2010/main" val="3651776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B reports the regression results. When a firm initiates affiliated donations, the increase in CEO pay is $1.3 million higher than in other years (Column 1). This is driven by cases in which the firm initiates affiliated donations involving its compensation committee members (Column 2). When a firm terminates all of its affiliated donations, the change in CEO pay is $1.1 million lower than in other years (Column 3); this result is also driven by cases in which the firm terminates affiliated donations involving its compensation committee members (Column 4).</a:t>
            </a:r>
          </a:p>
        </p:txBody>
      </p:sp>
      <p:sp>
        <p:nvSpPr>
          <p:cNvPr id="4" name="Slide Number Placeholder 3"/>
          <p:cNvSpPr>
            <a:spLocks noGrp="1"/>
          </p:cNvSpPr>
          <p:nvPr>
            <p:ph type="sldNum" sz="quarter" idx="5"/>
          </p:nvPr>
        </p:nvSpPr>
        <p:spPr/>
        <p:txBody>
          <a:bodyPr/>
          <a:lstStyle/>
          <a:p>
            <a:fld id="{CE022B8F-EECA-4068-B343-503A0100A33C}" type="slidenum">
              <a:rPr lang="en-US" smtClean="0"/>
              <a:t>15</a:t>
            </a:fld>
            <a:endParaRPr lang="en-US"/>
          </a:p>
        </p:txBody>
      </p:sp>
    </p:spTree>
    <p:extLst>
      <p:ext uri="{BB962C8B-B14F-4D97-AF65-F5344CB8AC3E}">
        <p14:creationId xmlns:p14="http://schemas.microsoft.com/office/powerpoint/2010/main" val="1691960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Column1: replace industry fixed effects with firm fixed effects</a:t>
            </a:r>
          </a:p>
          <a:p>
            <a:r>
              <a:rPr lang="en-US" dirty="0"/>
              <a:t>Column2: includes firm and CEO interactive fixed effects that control for time-invariant firm and CEO characteristics that may drive the variations in affiliated donations and CEO compensation</a:t>
            </a:r>
          </a:p>
          <a:p>
            <a:r>
              <a:rPr lang="en-US" dirty="0"/>
              <a:t>Column3: examines the possibility that an indulgent director, who is likely to award a generous pay package to the CEO, also solicits the firm’s donations to his or her affiliated charities, driving the positive relationship between affiliated donations and CEO compensation.</a:t>
            </a:r>
          </a:p>
          <a:p>
            <a:r>
              <a:rPr lang="en-US" dirty="0"/>
              <a:t>Column4: use the propensity score matching (PSM) approach to control for observable differences in firm and CEO characteristics.</a:t>
            </a:r>
          </a:p>
          <a:p>
            <a:endParaRPr lang="en-US" dirty="0"/>
          </a:p>
          <a:p>
            <a:r>
              <a:rPr lang="en-US" dirty="0"/>
              <a:t>* donations affiliated with independent directors have a real impact on CEO compensation</a:t>
            </a:r>
          </a:p>
        </p:txBody>
      </p:sp>
      <p:sp>
        <p:nvSpPr>
          <p:cNvPr id="4" name="Slide Number Placeholder 3"/>
          <p:cNvSpPr>
            <a:spLocks noGrp="1"/>
          </p:cNvSpPr>
          <p:nvPr>
            <p:ph type="sldNum" sz="quarter" idx="5"/>
          </p:nvPr>
        </p:nvSpPr>
        <p:spPr/>
        <p:txBody>
          <a:bodyPr/>
          <a:lstStyle/>
          <a:p>
            <a:fld id="{CE022B8F-EECA-4068-B343-503A0100A33C}" type="slidenum">
              <a:rPr lang="en-US" smtClean="0"/>
              <a:t>16</a:t>
            </a:fld>
            <a:endParaRPr lang="en-US"/>
          </a:p>
        </p:txBody>
      </p:sp>
    </p:spTree>
    <p:extLst>
      <p:ext uri="{BB962C8B-B14F-4D97-AF65-F5344CB8AC3E}">
        <p14:creationId xmlns:p14="http://schemas.microsoft.com/office/powerpoint/2010/main" val="72232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Exogenous shock:  a forced coach turnover </a:t>
            </a:r>
          </a:p>
          <a:p>
            <a:r>
              <a:rPr lang="en-US" dirty="0"/>
              <a:t>Replacing a head coach substantially increases the pressure to fundraise</a:t>
            </a:r>
          </a:p>
          <a:p>
            <a:r>
              <a:rPr lang="en-US" dirty="0"/>
              <a:t>Independent directors drum up contributions to universities and greatly appreciate CEOs’ understanding and financial support, which may weaken directors’ monitoring incentive</a:t>
            </a:r>
          </a:p>
          <a:p>
            <a:endParaRPr lang="en-US" dirty="0"/>
          </a:p>
          <a:p>
            <a:r>
              <a:rPr lang="en-US" dirty="0"/>
              <a:t>Panel A of Table 9 shows that of the 3,746 firm-year observations, 1,321 observations involve forced coach turnovers.</a:t>
            </a:r>
          </a:p>
          <a:p>
            <a:r>
              <a:rPr lang="en-US" dirty="0"/>
              <a:t>Column 1  of Panel B shows a strong correlation between affiliated donations and college football/basketball forced coach turnovers. The second-stage result reported in Column 2 shows the positive link between affiliated donations and CEO compensation; that is, CEO pay increases as affiliated donations increase for an exogenous reason. </a:t>
            </a:r>
          </a:p>
        </p:txBody>
      </p:sp>
      <p:sp>
        <p:nvSpPr>
          <p:cNvPr id="4" name="Slide Number Placeholder 3"/>
          <p:cNvSpPr>
            <a:spLocks noGrp="1"/>
          </p:cNvSpPr>
          <p:nvPr>
            <p:ph type="sldNum" sz="quarter" idx="5"/>
          </p:nvPr>
        </p:nvSpPr>
        <p:spPr/>
        <p:txBody>
          <a:bodyPr/>
          <a:lstStyle/>
          <a:p>
            <a:fld id="{CE022B8F-EECA-4068-B343-503A0100A33C}" type="slidenum">
              <a:rPr lang="en-US" smtClean="0"/>
              <a:t>17</a:t>
            </a:fld>
            <a:endParaRPr lang="en-US"/>
          </a:p>
        </p:txBody>
      </p:sp>
    </p:spTree>
    <p:extLst>
      <p:ext uri="{BB962C8B-B14F-4D97-AF65-F5344CB8AC3E}">
        <p14:creationId xmlns:p14="http://schemas.microsoft.com/office/powerpoint/2010/main" val="1851016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1 and 3 shows that absent substantial affiliated donations, CEOs are more likely to be replaced when lagged and contemporaneous stock returns are poor. In contrast, columns 2 and 4 shows when a firm donates intensively to charities affiliated with independent directors, forced CEO turnover is not sensitive to stock returns.</a:t>
            </a:r>
          </a:p>
          <a:p>
            <a:r>
              <a:rPr lang="en-US" dirty="0"/>
              <a:t>The difference in the coefficient estimates of the contemporaneous stock return between firms with and without intensive affiliated donations is statistically significant. The difference in the turnover-to-lagged-performance sensitivity between the two groups is statistically insignificant. </a:t>
            </a:r>
          </a:p>
        </p:txBody>
      </p:sp>
      <p:sp>
        <p:nvSpPr>
          <p:cNvPr id="4" name="Slide Number Placeholder 3"/>
          <p:cNvSpPr>
            <a:spLocks noGrp="1"/>
          </p:cNvSpPr>
          <p:nvPr>
            <p:ph type="sldNum" sz="quarter" idx="5"/>
          </p:nvPr>
        </p:nvSpPr>
        <p:spPr/>
        <p:txBody>
          <a:bodyPr/>
          <a:lstStyle/>
          <a:p>
            <a:fld id="{CE022B8F-EECA-4068-B343-503A0100A33C}" type="slidenum">
              <a:rPr lang="en-US" smtClean="0"/>
              <a:t>18</a:t>
            </a:fld>
            <a:endParaRPr lang="en-US"/>
          </a:p>
        </p:txBody>
      </p:sp>
    </p:spTree>
    <p:extLst>
      <p:ext uri="{BB962C8B-B14F-4D97-AF65-F5344CB8AC3E}">
        <p14:creationId xmlns:p14="http://schemas.microsoft.com/office/powerpoint/2010/main" val="1606461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annual stock returns and firm value (measured by Tobin’s Q) are significantly lower when the firm makes affiliated donations. The differences are economically nontrivial. Stock return is 2.4 percentage points lower and Tobin’s Q is 0.239 lower for firms making affiliated donations than for firms not making such donations. Sales growth is also significantly lower for firms making affiliated donations (by 1.2 percentage points), and year fixed effects. ROA, however, is not significantly different between the two sets of firms. </a:t>
            </a:r>
          </a:p>
        </p:txBody>
      </p:sp>
      <p:sp>
        <p:nvSpPr>
          <p:cNvPr id="4" name="Slide Number Placeholder 3"/>
          <p:cNvSpPr>
            <a:spLocks noGrp="1"/>
          </p:cNvSpPr>
          <p:nvPr>
            <p:ph type="sldNum" sz="quarter" idx="5"/>
          </p:nvPr>
        </p:nvSpPr>
        <p:spPr/>
        <p:txBody>
          <a:bodyPr/>
          <a:lstStyle/>
          <a:p>
            <a:fld id="{CE022B8F-EECA-4068-B343-503A0100A33C}" type="slidenum">
              <a:rPr lang="en-US" smtClean="0"/>
              <a:t>19</a:t>
            </a:fld>
            <a:endParaRPr lang="en-US"/>
          </a:p>
        </p:txBody>
      </p:sp>
    </p:spTree>
    <p:extLst>
      <p:ext uri="{BB962C8B-B14F-4D97-AF65-F5344CB8AC3E}">
        <p14:creationId xmlns:p14="http://schemas.microsoft.com/office/powerpoint/2010/main" val="1945687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20</a:t>
            </a:fld>
            <a:endParaRPr lang="en-US"/>
          </a:p>
        </p:txBody>
      </p:sp>
    </p:spTree>
    <p:extLst>
      <p:ext uri="{BB962C8B-B14F-4D97-AF65-F5344CB8AC3E}">
        <p14:creationId xmlns:p14="http://schemas.microsoft.com/office/powerpoint/2010/main" val="551128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11/25/2024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fconline.foundationcenter.org/" TargetMode="External"/><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customXml" Target="../ink/ink3.xml"/><Relationship Id="rId17" Type="http://schemas.openxmlformats.org/officeDocument/2006/relationships/image" Target="../media/image14.png"/><Relationship Id="rId2" Type="http://schemas.openxmlformats.org/officeDocument/2006/relationships/notesSlide" Target="../notesSlides/notesSlide2.xml"/><Relationship Id="rId16" Type="http://schemas.openxmlformats.org/officeDocument/2006/relationships/customXml" Target="../ink/ink5.xml"/><Relationship Id="rId1" Type="http://schemas.openxmlformats.org/officeDocument/2006/relationships/slideLayout" Target="../slideLayouts/slideLayout1.xml"/><Relationship Id="rId6" Type="http://schemas.openxmlformats.org/officeDocument/2006/relationships/customXml" Target="../ink/ink1.xml"/><Relationship Id="rId11" Type="http://schemas.openxmlformats.org/officeDocument/2006/relationships/image" Target="../media/image11.png"/><Relationship Id="rId5" Type="http://schemas.openxmlformats.org/officeDocument/2006/relationships/image" Target="../media/image8.png"/><Relationship Id="rId15" Type="http://schemas.openxmlformats.org/officeDocument/2006/relationships/image" Target="../media/image13.png"/><Relationship Id="rId4" Type="http://schemas.openxmlformats.org/officeDocument/2006/relationships/image" Target="../media/image7.png"/><Relationship Id="rId14" Type="http://schemas.openxmlformats.org/officeDocument/2006/relationships/customXml" Target="../ink/ink4.xml"/></Relationships>
</file>

<file path=ppt/slides/_rels/slide6.xml.rels><?xml version="1.0" encoding="UTF-8" standalone="yes"?>
<Relationships xmlns="http://schemas.openxmlformats.org/package/2006/relationships"><Relationship Id="rId26" Type="http://schemas.openxmlformats.org/officeDocument/2006/relationships/customXml" Target="../ink/ink16.xml"/><Relationship Id="rId21" Type="http://schemas.openxmlformats.org/officeDocument/2006/relationships/image" Target="../media/image24.png"/><Relationship Id="rId42" Type="http://schemas.openxmlformats.org/officeDocument/2006/relationships/customXml" Target="../ink/ink24.xml"/><Relationship Id="rId47" Type="http://schemas.openxmlformats.org/officeDocument/2006/relationships/image" Target="../media/image37.png"/><Relationship Id="rId63" Type="http://schemas.openxmlformats.org/officeDocument/2006/relationships/image" Target="../media/image45.png"/><Relationship Id="rId68" Type="http://schemas.openxmlformats.org/officeDocument/2006/relationships/customXml" Target="../ink/ink37.xml"/><Relationship Id="rId7" Type="http://schemas.openxmlformats.org/officeDocument/2006/relationships/image" Target="../media/image17.png"/><Relationship Id="rId71" Type="http://schemas.openxmlformats.org/officeDocument/2006/relationships/customXml" Target="../ink/ink39.xml"/><Relationship Id="rId2" Type="http://schemas.openxmlformats.org/officeDocument/2006/relationships/notesSlide" Target="../notesSlides/notesSlide3.xml"/><Relationship Id="rId16" Type="http://schemas.openxmlformats.org/officeDocument/2006/relationships/customXml" Target="../ink/ink11.xml"/><Relationship Id="rId29" Type="http://schemas.openxmlformats.org/officeDocument/2006/relationships/image" Target="../media/image28.png"/><Relationship Id="rId11" Type="http://schemas.openxmlformats.org/officeDocument/2006/relationships/image" Target="../media/image19.png"/><Relationship Id="rId24" Type="http://schemas.openxmlformats.org/officeDocument/2006/relationships/customXml" Target="../ink/ink15.xml"/><Relationship Id="rId32" Type="http://schemas.openxmlformats.org/officeDocument/2006/relationships/customXml" Target="../ink/ink19.xml"/><Relationship Id="rId37" Type="http://schemas.openxmlformats.org/officeDocument/2006/relationships/image" Target="../media/image32.png"/><Relationship Id="rId40" Type="http://schemas.openxmlformats.org/officeDocument/2006/relationships/customXml" Target="../ink/ink23.xml"/><Relationship Id="rId45" Type="http://schemas.openxmlformats.org/officeDocument/2006/relationships/image" Target="../media/image36.png"/><Relationship Id="rId53" Type="http://schemas.openxmlformats.org/officeDocument/2006/relationships/image" Target="../media/image40.png"/><Relationship Id="rId58" Type="http://schemas.openxmlformats.org/officeDocument/2006/relationships/customXml" Target="../ink/ink32.xml"/><Relationship Id="rId66" Type="http://schemas.openxmlformats.org/officeDocument/2006/relationships/customXml" Target="../ink/ink36.xml"/><Relationship Id="rId5" Type="http://schemas.openxmlformats.org/officeDocument/2006/relationships/image" Target="../media/image15.png"/><Relationship Id="rId61" Type="http://schemas.openxmlformats.org/officeDocument/2006/relationships/image" Target="../media/image44.png"/><Relationship Id="rId19" Type="http://schemas.openxmlformats.org/officeDocument/2006/relationships/image" Target="../media/image23.png"/><Relationship Id="rId14" Type="http://schemas.openxmlformats.org/officeDocument/2006/relationships/customXml" Target="../ink/ink10.xml"/><Relationship Id="rId22" Type="http://schemas.openxmlformats.org/officeDocument/2006/relationships/customXml" Target="../ink/ink14.xml"/><Relationship Id="rId27" Type="http://schemas.openxmlformats.org/officeDocument/2006/relationships/image" Target="../media/image27.png"/><Relationship Id="rId30" Type="http://schemas.openxmlformats.org/officeDocument/2006/relationships/customXml" Target="../ink/ink18.xml"/><Relationship Id="rId35" Type="http://schemas.openxmlformats.org/officeDocument/2006/relationships/image" Target="../media/image31.png"/><Relationship Id="rId43" Type="http://schemas.openxmlformats.org/officeDocument/2006/relationships/image" Target="../media/image35.png"/><Relationship Id="rId48" Type="http://schemas.openxmlformats.org/officeDocument/2006/relationships/customXml" Target="../ink/ink27.xml"/><Relationship Id="rId56" Type="http://schemas.openxmlformats.org/officeDocument/2006/relationships/customXml" Target="../ink/ink31.xml"/><Relationship Id="rId64" Type="http://schemas.openxmlformats.org/officeDocument/2006/relationships/customXml" Target="../ink/ink35.xml"/><Relationship Id="rId69" Type="http://schemas.openxmlformats.org/officeDocument/2006/relationships/image" Target="../media/image48.png"/><Relationship Id="rId8" Type="http://schemas.openxmlformats.org/officeDocument/2006/relationships/customXml" Target="../ink/ink7.xml"/><Relationship Id="rId51" Type="http://schemas.openxmlformats.org/officeDocument/2006/relationships/image" Target="../media/image39.png"/><Relationship Id="rId72" Type="http://schemas.openxmlformats.org/officeDocument/2006/relationships/image" Target="../media/image49.png"/><Relationship Id="rId3" Type="http://schemas.openxmlformats.org/officeDocument/2006/relationships/image" Target="../media/image6.png"/><Relationship Id="rId12" Type="http://schemas.openxmlformats.org/officeDocument/2006/relationships/customXml" Target="../ink/ink9.xml"/><Relationship Id="rId17" Type="http://schemas.openxmlformats.org/officeDocument/2006/relationships/image" Target="../media/image22.png"/><Relationship Id="rId25" Type="http://schemas.openxmlformats.org/officeDocument/2006/relationships/image" Target="../media/image26.png"/><Relationship Id="rId33" Type="http://schemas.openxmlformats.org/officeDocument/2006/relationships/image" Target="../media/image30.png"/><Relationship Id="rId38" Type="http://schemas.openxmlformats.org/officeDocument/2006/relationships/customXml" Target="../ink/ink22.xml"/><Relationship Id="rId46" Type="http://schemas.openxmlformats.org/officeDocument/2006/relationships/customXml" Target="../ink/ink26.xml"/><Relationship Id="rId59" Type="http://schemas.openxmlformats.org/officeDocument/2006/relationships/image" Target="../media/image43.png"/><Relationship Id="rId67" Type="http://schemas.openxmlformats.org/officeDocument/2006/relationships/image" Target="../media/image47.png"/><Relationship Id="rId20" Type="http://schemas.openxmlformats.org/officeDocument/2006/relationships/customXml" Target="../ink/ink13.xml"/><Relationship Id="rId41" Type="http://schemas.openxmlformats.org/officeDocument/2006/relationships/image" Target="../media/image34.png"/><Relationship Id="rId54" Type="http://schemas.openxmlformats.org/officeDocument/2006/relationships/customXml" Target="../ink/ink30.xml"/><Relationship Id="rId62" Type="http://schemas.openxmlformats.org/officeDocument/2006/relationships/customXml" Target="../ink/ink34.xml"/><Relationship Id="rId70" Type="http://schemas.openxmlformats.org/officeDocument/2006/relationships/customXml" Target="../ink/ink38.xml"/><Relationship Id="rId1" Type="http://schemas.openxmlformats.org/officeDocument/2006/relationships/slideLayout" Target="../slideLayouts/slideLayout1.xml"/><Relationship Id="rId6" Type="http://schemas.openxmlformats.org/officeDocument/2006/relationships/customXml" Target="../ink/ink6.xml"/><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7.xml"/><Relationship Id="rId36" Type="http://schemas.openxmlformats.org/officeDocument/2006/relationships/customXml" Target="../ink/ink21.xml"/><Relationship Id="rId49" Type="http://schemas.openxmlformats.org/officeDocument/2006/relationships/image" Target="../media/image38.png"/><Relationship Id="rId57" Type="http://schemas.openxmlformats.org/officeDocument/2006/relationships/image" Target="../media/image42.png"/><Relationship Id="rId10" Type="http://schemas.openxmlformats.org/officeDocument/2006/relationships/customXml" Target="../ink/ink8.xml"/><Relationship Id="rId31" Type="http://schemas.openxmlformats.org/officeDocument/2006/relationships/image" Target="../media/image29.png"/><Relationship Id="rId44" Type="http://schemas.openxmlformats.org/officeDocument/2006/relationships/customXml" Target="../ink/ink25.xml"/><Relationship Id="rId52" Type="http://schemas.openxmlformats.org/officeDocument/2006/relationships/customXml" Target="../ink/ink29.xml"/><Relationship Id="rId60" Type="http://schemas.openxmlformats.org/officeDocument/2006/relationships/customXml" Target="../ink/ink33.xml"/><Relationship Id="rId65" Type="http://schemas.openxmlformats.org/officeDocument/2006/relationships/image" Target="../media/image46.png"/><Relationship Id="rId4" Type="http://schemas.openxmlformats.org/officeDocument/2006/relationships/image" Target="../media/image10.png"/><Relationship Id="rId9" Type="http://schemas.openxmlformats.org/officeDocument/2006/relationships/image" Target="../media/image18.png"/><Relationship Id="rId13" Type="http://schemas.openxmlformats.org/officeDocument/2006/relationships/image" Target="../media/image20.png"/><Relationship Id="rId18" Type="http://schemas.openxmlformats.org/officeDocument/2006/relationships/customXml" Target="../ink/ink12.xml"/><Relationship Id="rId39" Type="http://schemas.openxmlformats.org/officeDocument/2006/relationships/image" Target="../media/image33.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image" Target="../media/image4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3" Type="http://schemas.openxmlformats.org/officeDocument/2006/relationships/image" Target="../media/image57.png"/><Relationship Id="rId18" Type="http://schemas.openxmlformats.org/officeDocument/2006/relationships/customXml" Target="../ink/ink46.xml"/><Relationship Id="rId26" Type="http://schemas.openxmlformats.org/officeDocument/2006/relationships/customXml" Target="../ink/ink50.xml"/><Relationship Id="rId21" Type="http://schemas.openxmlformats.org/officeDocument/2006/relationships/image" Target="../media/image61.png"/><Relationship Id="rId34" Type="http://schemas.openxmlformats.org/officeDocument/2006/relationships/customXml" Target="../ink/ink54.xml"/><Relationship Id="rId7" Type="http://schemas.openxmlformats.org/officeDocument/2006/relationships/image" Target="../media/image54.png"/><Relationship Id="rId12" Type="http://schemas.openxmlformats.org/officeDocument/2006/relationships/customXml" Target="../ink/ink43.xml"/><Relationship Id="rId17" Type="http://schemas.openxmlformats.org/officeDocument/2006/relationships/image" Target="../media/image59.png"/><Relationship Id="rId25" Type="http://schemas.openxmlformats.org/officeDocument/2006/relationships/image" Target="../media/image63.png"/><Relationship Id="rId33"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customXml" Target="../ink/ink45.xml"/><Relationship Id="rId20" Type="http://schemas.openxmlformats.org/officeDocument/2006/relationships/customXml" Target="../ink/ink47.xml"/><Relationship Id="rId29"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customXml" Target="../ink/ink40.xml"/><Relationship Id="rId11" Type="http://schemas.openxmlformats.org/officeDocument/2006/relationships/image" Target="../media/image56.png"/><Relationship Id="rId24" Type="http://schemas.openxmlformats.org/officeDocument/2006/relationships/customXml" Target="../ink/ink49.xml"/><Relationship Id="rId32" Type="http://schemas.openxmlformats.org/officeDocument/2006/relationships/customXml" Target="../ink/ink53.xml"/><Relationship Id="rId37" Type="http://schemas.openxmlformats.org/officeDocument/2006/relationships/image" Target="../media/image69.png"/><Relationship Id="rId5" Type="http://schemas.openxmlformats.org/officeDocument/2006/relationships/image" Target="../media/image52.png"/><Relationship Id="rId15" Type="http://schemas.openxmlformats.org/officeDocument/2006/relationships/image" Target="../media/image58.png"/><Relationship Id="rId23" Type="http://schemas.openxmlformats.org/officeDocument/2006/relationships/image" Target="../media/image62.png"/><Relationship Id="rId28" Type="http://schemas.openxmlformats.org/officeDocument/2006/relationships/customXml" Target="../ink/ink51.xml"/><Relationship Id="rId36" Type="http://schemas.openxmlformats.org/officeDocument/2006/relationships/customXml" Target="../ink/ink55.xml"/><Relationship Id="rId10" Type="http://schemas.openxmlformats.org/officeDocument/2006/relationships/customXml" Target="../ink/ink42.xml"/><Relationship Id="rId19" Type="http://schemas.openxmlformats.org/officeDocument/2006/relationships/image" Target="../media/image60.png"/><Relationship Id="rId31" Type="http://schemas.openxmlformats.org/officeDocument/2006/relationships/image" Target="../media/image66.png"/><Relationship Id="rId4" Type="http://schemas.openxmlformats.org/officeDocument/2006/relationships/image" Target="../media/image51.png"/><Relationship Id="rId9" Type="http://schemas.openxmlformats.org/officeDocument/2006/relationships/image" Target="../media/image55.png"/><Relationship Id="rId14" Type="http://schemas.openxmlformats.org/officeDocument/2006/relationships/customXml" Target="../ink/ink44.xml"/><Relationship Id="rId22" Type="http://schemas.openxmlformats.org/officeDocument/2006/relationships/customXml" Target="../ink/ink48.xml"/><Relationship Id="rId27" Type="http://schemas.openxmlformats.org/officeDocument/2006/relationships/image" Target="../media/image64.png"/><Relationship Id="rId30" Type="http://schemas.openxmlformats.org/officeDocument/2006/relationships/customXml" Target="../ink/ink52.xml"/><Relationship Id="rId35" Type="http://schemas.openxmlformats.org/officeDocument/2006/relationships/image" Target="../media/image68.png"/><Relationship Id="rId8" Type="http://schemas.openxmlformats.org/officeDocument/2006/relationships/customXml" Target="../ink/ink41.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png"/><Relationship Id="rId7" Type="http://schemas.openxmlformats.org/officeDocument/2006/relationships/customXml" Target="../ink/ink57.xml"/><Relationship Id="rId12" Type="http://schemas.openxmlformats.org/officeDocument/2006/relationships/image" Target="../media/image7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1.png"/><Relationship Id="rId11" Type="http://schemas.openxmlformats.org/officeDocument/2006/relationships/customXml" Target="../ink/ink59.xml"/><Relationship Id="rId5" Type="http://schemas.openxmlformats.org/officeDocument/2006/relationships/customXml" Target="../ink/ink56.xml"/><Relationship Id="rId10" Type="http://schemas.openxmlformats.org/officeDocument/2006/relationships/image" Target="../media/image73.png"/><Relationship Id="rId4" Type="http://schemas.openxmlformats.org/officeDocument/2006/relationships/image" Target="../media/image53.png"/><Relationship Id="rId9" Type="http://schemas.openxmlformats.org/officeDocument/2006/relationships/customXml" Target="../ink/ink5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0.png"/></Relationships>
</file>

<file path=ppt/slides/_rels/slide1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7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1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customXml" Target="../ink/ink64.xml"/><Relationship Id="rId3" Type="http://schemas.openxmlformats.org/officeDocument/2006/relationships/image" Target="../media/image6.png"/><Relationship Id="rId7" Type="http://schemas.openxmlformats.org/officeDocument/2006/relationships/customXml" Target="../ink/ink61.xml"/><Relationship Id="rId12" Type="http://schemas.openxmlformats.org/officeDocument/2006/relationships/image" Target="../media/image340.png"/><Relationship Id="rId2" Type="http://schemas.openxmlformats.org/officeDocument/2006/relationships/notesSlide" Target="../notesSlides/notesSlide10.xml"/><Relationship Id="rId16" Type="http://schemas.openxmlformats.org/officeDocument/2006/relationships/image" Target="../media/image360.png"/><Relationship Id="rId1" Type="http://schemas.openxmlformats.org/officeDocument/2006/relationships/slideLayout" Target="../slideLayouts/slideLayout1.xml"/><Relationship Id="rId6" Type="http://schemas.openxmlformats.org/officeDocument/2006/relationships/image" Target="../media/image310.png"/><Relationship Id="rId11" Type="http://schemas.openxmlformats.org/officeDocument/2006/relationships/customXml" Target="../ink/ink63.xml"/><Relationship Id="rId5" Type="http://schemas.openxmlformats.org/officeDocument/2006/relationships/customXml" Target="../ink/ink60.xml"/><Relationship Id="rId15" Type="http://schemas.openxmlformats.org/officeDocument/2006/relationships/customXml" Target="../ink/ink65.xml"/><Relationship Id="rId10" Type="http://schemas.openxmlformats.org/officeDocument/2006/relationships/image" Target="../media/image330.png"/><Relationship Id="rId4" Type="http://schemas.openxmlformats.org/officeDocument/2006/relationships/image" Target="../media/image81.png"/><Relationship Id="rId9" Type="http://schemas.openxmlformats.org/officeDocument/2006/relationships/customXml" Target="../ink/ink62.xml"/><Relationship Id="rId14" Type="http://schemas.openxmlformats.org/officeDocument/2006/relationships/image" Target="../media/image350.png"/></Relationships>
</file>

<file path=ppt/slides/_rels/slide15.xml.rels><?xml version="1.0" encoding="UTF-8" standalone="yes"?>
<Relationships xmlns="http://schemas.openxmlformats.org/package/2006/relationships"><Relationship Id="rId8" Type="http://schemas.openxmlformats.org/officeDocument/2006/relationships/image" Target="../media/image400.png"/><Relationship Id="rId13" Type="http://schemas.openxmlformats.org/officeDocument/2006/relationships/customXml" Target="../ink/ink69.xml"/><Relationship Id="rId3" Type="http://schemas.openxmlformats.org/officeDocument/2006/relationships/image" Target="../media/image6.png"/><Relationship Id="rId7" Type="http://schemas.openxmlformats.org/officeDocument/2006/relationships/customXml" Target="../ink/ink66.xml"/><Relationship Id="rId12" Type="http://schemas.openxmlformats.org/officeDocument/2006/relationships/image" Target="../media/image4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customXml" Target="../ink/ink68.xml"/><Relationship Id="rId5" Type="http://schemas.openxmlformats.org/officeDocument/2006/relationships/image" Target="../media/image83.png"/><Relationship Id="rId10" Type="http://schemas.openxmlformats.org/officeDocument/2006/relationships/image" Target="../media/image410.png"/><Relationship Id="rId4" Type="http://schemas.openxmlformats.org/officeDocument/2006/relationships/image" Target="../media/image82.png"/><Relationship Id="rId9" Type="http://schemas.openxmlformats.org/officeDocument/2006/relationships/customXml" Target="../ink/ink67.xml"/><Relationship Id="rId14" Type="http://schemas.openxmlformats.org/officeDocument/2006/relationships/image" Target="../media/image430.png"/></Relationships>
</file>

<file path=ppt/slides/_rels/slide1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6.png"/><Relationship Id="rId7" Type="http://schemas.openxmlformats.org/officeDocument/2006/relationships/customXml" Target="../ink/ink7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50.png"/><Relationship Id="rId5" Type="http://schemas.openxmlformats.org/officeDocument/2006/relationships/customXml" Target="../ink/ink70.xml"/><Relationship Id="rId10" Type="http://schemas.openxmlformats.org/officeDocument/2006/relationships/image" Target="../media/image470.png"/><Relationship Id="rId4" Type="http://schemas.openxmlformats.org/officeDocument/2006/relationships/image" Target="../media/image85.png"/><Relationship Id="rId9" Type="http://schemas.openxmlformats.org/officeDocument/2006/relationships/customXml" Target="../ink/ink7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19.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image" Target="../media/image6.png"/><Relationship Id="rId7" Type="http://schemas.openxmlformats.org/officeDocument/2006/relationships/customXml" Target="../ink/ink74.xml"/><Relationship Id="rId12" Type="http://schemas.openxmlformats.org/officeDocument/2006/relationships/image" Target="../media/image55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20.png"/><Relationship Id="rId11" Type="http://schemas.openxmlformats.org/officeDocument/2006/relationships/customXml" Target="../ink/ink76.xml"/><Relationship Id="rId5" Type="http://schemas.openxmlformats.org/officeDocument/2006/relationships/customXml" Target="../ink/ink73.xml"/><Relationship Id="rId10" Type="http://schemas.openxmlformats.org/officeDocument/2006/relationships/image" Target="../media/image540.png"/><Relationship Id="rId4" Type="http://schemas.openxmlformats.org/officeDocument/2006/relationships/image" Target="../media/image89.png"/><Relationship Id="rId9" Type="http://schemas.openxmlformats.org/officeDocument/2006/relationships/customXml" Target="../ink/ink7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70338" y="0"/>
            <a:ext cx="12048509" cy="1379696"/>
          </a:xfrm>
        </p:spPr>
        <p:txBody>
          <a:bodyPr anchor="b">
            <a:normAutofit/>
          </a:bodyPr>
          <a:lstStyle/>
          <a:p>
            <a:pPr algn="l"/>
            <a:r>
              <a:rPr lang="en-US" sz="4000" b="1" dirty="0">
                <a:solidFill>
                  <a:srgbClr val="C00000"/>
                </a:solidFill>
                <a:latin typeface="Open Sans" panose="020B0606030504020204" pitchFamily="34" charset="0"/>
              </a:rPr>
              <a:t>Paying by Donating: Corporate Donations Affiliated with Independent Directors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406400" y="1469292"/>
            <a:ext cx="11308862" cy="4009013"/>
          </a:xfrm>
        </p:spPr>
        <p:txBody>
          <a:bodyPr>
            <a:normAutofit fontScale="92500" lnSpcReduction="10000"/>
          </a:bodyPr>
          <a:lstStyle/>
          <a:p>
            <a:pPr algn="l"/>
            <a:r>
              <a:rPr lang="en-US" dirty="0"/>
              <a:t>Ye Cai</a:t>
            </a:r>
          </a:p>
          <a:p>
            <a:pPr algn="l"/>
            <a:r>
              <a:rPr lang="en-US" dirty="0"/>
              <a:t>Leavey School of Business, Santa Clara University</a:t>
            </a:r>
          </a:p>
          <a:p>
            <a:pPr algn="l"/>
            <a:r>
              <a:rPr lang="en-US" dirty="0"/>
              <a:t>Jin Xu</a:t>
            </a:r>
          </a:p>
          <a:p>
            <a:pPr algn="l"/>
            <a:r>
              <a:rPr lang="en-US" dirty="0"/>
              <a:t>Pamplin College of Business, Virginia Tech</a:t>
            </a:r>
          </a:p>
          <a:p>
            <a:pPr algn="l"/>
            <a:r>
              <a:rPr lang="en-US" dirty="0"/>
              <a:t>Jun Yang</a:t>
            </a:r>
          </a:p>
          <a:p>
            <a:pPr algn="l"/>
            <a:r>
              <a:rPr lang="en-US" dirty="0"/>
              <a:t>Kelley School of Business, Indiana University</a:t>
            </a:r>
          </a:p>
          <a:p>
            <a:pPr algn="l"/>
            <a:endParaRPr lang="en-US" dirty="0"/>
          </a:p>
          <a:p>
            <a:pPr algn="l"/>
            <a:r>
              <a:rPr lang="en-US" dirty="0"/>
              <a:t>The Review of Financial Studies</a:t>
            </a:r>
          </a:p>
          <a:p>
            <a:pPr algn="l"/>
            <a:r>
              <a:rPr lang="en-US" dirty="0"/>
              <a:t>Apr 2020</a:t>
            </a:r>
          </a:p>
          <a:p>
            <a:pPr algn="l"/>
            <a:r>
              <a:rPr lang="en-US"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73152" y="5864913"/>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697340"/>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Goal</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80474" y="1239253"/>
            <a:ext cx="12011526" cy="3739453"/>
          </a:xfrm>
        </p:spPr>
        <p:txBody>
          <a:bodyPr>
            <a:normAutofit/>
          </a:bodyPr>
          <a:lstStyle/>
          <a:p>
            <a:pPr algn="l"/>
            <a:r>
              <a:rPr lang="en-US" sz="2400" dirty="0"/>
              <a:t>This paper explores a new determinant of director independence: material relationships between independent directors and top executives via corporate charitable contributions to tax-exempt organizations affiliated with independent directors (affiliated donations).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Related Literature</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6127261"/>
            <a:ext cx="12192000" cy="730739"/>
          </a:xfrm>
          <a:prstGeom prst="rect">
            <a:avLst/>
          </a:prstGeom>
        </p:spPr>
      </p:pic>
      <p:sp>
        <p:nvSpPr>
          <p:cNvPr id="3" name="TextBox 2">
            <a:extLst>
              <a:ext uri="{FF2B5EF4-FFF2-40B4-BE49-F238E27FC236}">
                <a16:creationId xmlns:a16="http://schemas.microsoft.com/office/drawing/2014/main" id="{CEEBC209-858D-6C83-86B2-5E4B223DFFC4}"/>
              </a:ext>
            </a:extLst>
          </p:cNvPr>
          <p:cNvSpPr txBox="1"/>
          <p:nvPr/>
        </p:nvSpPr>
        <p:spPr>
          <a:xfrm>
            <a:off x="180474" y="591207"/>
            <a:ext cx="11863137" cy="3785652"/>
          </a:xfrm>
          <a:prstGeom prst="rect">
            <a:avLst/>
          </a:prstGeom>
          <a:noFill/>
        </p:spPr>
        <p:txBody>
          <a:bodyPr wrap="square">
            <a:spAutoFit/>
          </a:bodyPr>
          <a:lstStyle/>
          <a:p>
            <a:r>
              <a:rPr lang="en-US" sz="2400" dirty="0"/>
              <a:t>The monitoring role of independent directors on corporate boards has long been a topic of interest in the corporate governance literature (</a:t>
            </a:r>
            <a:r>
              <a:rPr lang="en-US" sz="2400" dirty="0" err="1"/>
              <a:t>Weisbach</a:t>
            </a:r>
            <a:r>
              <a:rPr lang="en-US" sz="2400" dirty="0"/>
              <a:t> 1988; </a:t>
            </a:r>
            <a:r>
              <a:rPr lang="en-US" sz="2400" dirty="0" err="1"/>
              <a:t>Hermalin</a:t>
            </a:r>
            <a:r>
              <a:rPr lang="en-US" sz="2400" dirty="0"/>
              <a:t> and </a:t>
            </a:r>
            <a:r>
              <a:rPr lang="en-US" sz="2400" dirty="0" err="1"/>
              <a:t>Weisbach</a:t>
            </a:r>
            <a:r>
              <a:rPr lang="en-US" sz="2400" dirty="0"/>
              <a:t> 1998; Core, </a:t>
            </a:r>
            <a:r>
              <a:rPr lang="en-US" sz="2400" dirty="0" err="1"/>
              <a:t>Holthausen</a:t>
            </a:r>
            <a:r>
              <a:rPr lang="en-US" sz="2400" dirty="0"/>
              <a:t>, and Larcker 1999).</a:t>
            </a:r>
          </a:p>
          <a:p>
            <a:endParaRPr lang="en-US" sz="2400" dirty="0"/>
          </a:p>
          <a:p>
            <a:r>
              <a:rPr lang="en-US" sz="2400" dirty="0"/>
              <a:t>This paper is tied to the growing literature examining whether corporate spending on CSR improves firm value (Edmans 2011; Flammer 2015) or satisfies CEOs’ personal preferences to the detriment of shareholders (Friedman 1970; Cheng, Hong, and Shue 2016). However, the CSR literature does not examine how CEOs benefit personally from building relationships with independent directors by channeling corporate funds to director-affiliated charities.</a:t>
            </a:r>
          </a:p>
        </p:txBody>
      </p:sp>
    </p:spTree>
    <p:extLst>
      <p:ext uri="{BB962C8B-B14F-4D97-AF65-F5344CB8AC3E}">
        <p14:creationId xmlns:p14="http://schemas.microsoft.com/office/powerpoint/2010/main" val="3269129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634A-54A8-C397-66FD-B994B304C9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49A279-22E5-008F-CE27-2439FEF45226}"/>
              </a:ext>
            </a:extLst>
          </p:cNvPr>
          <p:cNvSpPr>
            <a:spLocks noGrp="1"/>
          </p:cNvSpPr>
          <p:nvPr>
            <p:ph type="ctrTitle"/>
          </p:nvPr>
        </p:nvSpPr>
        <p:spPr>
          <a:xfrm>
            <a:off x="1524000" y="289250"/>
            <a:ext cx="9144000" cy="46259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Data Description and Univariate Analysis</a:t>
            </a:r>
          </a:p>
        </p:txBody>
      </p:sp>
      <p:pic>
        <p:nvPicPr>
          <p:cNvPr id="20" name="Picture 19">
            <a:extLst>
              <a:ext uri="{FF2B5EF4-FFF2-40B4-BE49-F238E27FC236}">
                <a16:creationId xmlns:a16="http://schemas.microsoft.com/office/drawing/2014/main" id="{232DB107-174C-83C9-EB6C-02CEF9EB58F2}"/>
              </a:ext>
            </a:extLst>
          </p:cNvPr>
          <p:cNvPicPr>
            <a:picLocks noChangeAspect="1"/>
          </p:cNvPicPr>
          <p:nvPr/>
        </p:nvPicPr>
        <p:blipFill>
          <a:blip r:embed="rId2"/>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FE515291-7984-561C-7687-498DDCFEA724}"/>
              </a:ext>
            </a:extLst>
          </p:cNvPr>
          <p:cNvSpPr txBox="1"/>
          <p:nvPr/>
        </p:nvSpPr>
        <p:spPr>
          <a:xfrm>
            <a:off x="152400" y="650240"/>
            <a:ext cx="11927305" cy="4801314"/>
          </a:xfrm>
          <a:prstGeom prst="rect">
            <a:avLst/>
          </a:prstGeom>
          <a:noFill/>
        </p:spPr>
        <p:txBody>
          <a:bodyPr wrap="square">
            <a:spAutoFit/>
          </a:bodyPr>
          <a:lstStyle/>
          <a:p>
            <a:r>
              <a:rPr lang="en-US" sz="2400" b="1" dirty="0" err="1"/>
              <a:t>BoardEx</a:t>
            </a:r>
            <a:r>
              <a:rPr lang="en-US" sz="2400" b="1" dirty="0"/>
              <a:t> database: </a:t>
            </a:r>
            <a:r>
              <a:rPr lang="en-US" sz="2400" dirty="0"/>
              <a:t>director data</a:t>
            </a:r>
          </a:p>
          <a:p>
            <a:r>
              <a:rPr lang="en-US" sz="2400" b="1" dirty="0" err="1"/>
              <a:t>ExecuComp</a:t>
            </a:r>
            <a:r>
              <a:rPr lang="en-US" sz="2400" b="1" dirty="0"/>
              <a:t>: </a:t>
            </a:r>
            <a:r>
              <a:rPr lang="en-US" sz="2400" dirty="0"/>
              <a:t>CEO compensation information</a:t>
            </a:r>
          </a:p>
          <a:p>
            <a:endParaRPr lang="en-US" sz="2400" dirty="0"/>
          </a:p>
          <a:p>
            <a:r>
              <a:rPr lang="en-US" sz="2400" b="1" dirty="0"/>
              <a:t>Foundation Directory Online (FDO) at </a:t>
            </a:r>
            <a:r>
              <a:rPr lang="en-US" sz="2400" b="1" dirty="0">
                <a:hlinkClick r:id="rId3"/>
              </a:rPr>
              <a:t>https://fconline.foundationcenter.org/</a:t>
            </a:r>
            <a:r>
              <a:rPr lang="en-US" sz="2400" b="1" dirty="0"/>
              <a:t>: </a:t>
            </a:r>
            <a:r>
              <a:rPr lang="en-US" sz="2400" dirty="0"/>
              <a:t>corporate charitable donations</a:t>
            </a:r>
          </a:p>
          <a:p>
            <a:endParaRPr lang="en-US" sz="2400" dirty="0"/>
          </a:p>
          <a:p>
            <a:r>
              <a:rPr lang="en-US" sz="2400" b="1" dirty="0"/>
              <a:t>sportingnews.com, cbssports.com, collegesportsinfo.com, coachesbythenumbers.com, and Wikipedia: </a:t>
            </a:r>
            <a:r>
              <a:rPr lang="en-US" sz="2400" dirty="0"/>
              <a:t>college basketball and football coach turnovers </a:t>
            </a:r>
          </a:p>
          <a:p>
            <a:endParaRPr lang="en-US" sz="2400" dirty="0"/>
          </a:p>
          <a:p>
            <a:r>
              <a:rPr lang="en-US" sz="2400" b="1" dirty="0"/>
              <a:t>Final sample: </a:t>
            </a:r>
            <a:r>
              <a:rPr lang="en-US" sz="2400" dirty="0"/>
              <a:t>3,746 firm years from 444 unique S&amp;P 500 firms that are nonforeign and have all of the information required for analyses</a:t>
            </a:r>
          </a:p>
          <a:p>
            <a:r>
              <a:rPr lang="en-US" sz="2400" b="1" dirty="0"/>
              <a:t>Sample Period:  </a:t>
            </a:r>
            <a:r>
              <a:rPr lang="en-US" sz="2400" dirty="0"/>
              <a:t>from 2003 to 2012</a:t>
            </a:r>
          </a:p>
          <a:p>
            <a:endParaRPr lang="en-US" dirty="0"/>
          </a:p>
        </p:txBody>
      </p:sp>
    </p:spTree>
    <p:extLst>
      <p:ext uri="{BB962C8B-B14F-4D97-AF65-F5344CB8AC3E}">
        <p14:creationId xmlns:p14="http://schemas.microsoft.com/office/powerpoint/2010/main" val="343686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900D4-54B1-6F98-3E6A-DA0CFD13D1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2E6F5A-1799-BE8F-02B6-2C8DB4861D8F}"/>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Data Description and Univariate Analysis</a:t>
            </a:r>
            <a:endParaRPr lang="en-US" sz="32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019DE354-C5E6-FC88-AF38-3B88A1426EAA}"/>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BBBEBBE5-973B-8509-0B3E-4B6FD68EE3FA}"/>
              </a:ext>
            </a:extLst>
          </p:cNvPr>
          <p:cNvPicPr>
            <a:picLocks noChangeAspect="1"/>
          </p:cNvPicPr>
          <p:nvPr/>
        </p:nvPicPr>
        <p:blipFill>
          <a:blip r:embed="rId4"/>
          <a:stretch>
            <a:fillRect/>
          </a:stretch>
        </p:blipFill>
        <p:spPr>
          <a:xfrm>
            <a:off x="0" y="659047"/>
            <a:ext cx="6726758" cy="5801911"/>
          </a:xfrm>
          <a:prstGeom prst="rect">
            <a:avLst/>
          </a:prstGeom>
        </p:spPr>
      </p:pic>
      <p:pic>
        <p:nvPicPr>
          <p:cNvPr id="8" name="Picture 7">
            <a:extLst>
              <a:ext uri="{FF2B5EF4-FFF2-40B4-BE49-F238E27FC236}">
                <a16:creationId xmlns:a16="http://schemas.microsoft.com/office/drawing/2014/main" id="{BF7ECB36-4AF5-F75D-0C96-586B69EDB838}"/>
              </a:ext>
            </a:extLst>
          </p:cNvPr>
          <p:cNvPicPr>
            <a:picLocks noChangeAspect="1"/>
          </p:cNvPicPr>
          <p:nvPr/>
        </p:nvPicPr>
        <p:blipFill>
          <a:blip r:embed="rId5"/>
          <a:stretch>
            <a:fillRect/>
          </a:stretch>
        </p:blipFill>
        <p:spPr>
          <a:xfrm>
            <a:off x="6726759" y="675066"/>
            <a:ext cx="5464328" cy="3187071"/>
          </a:xfrm>
          <a:prstGeom prst="rect">
            <a:avLst/>
          </a:prstGeom>
        </p:spPr>
      </p:pic>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70088286-1301-D4A1-50D5-098335EC7B7C}"/>
                  </a:ext>
                </a:extLst>
              </p14:cNvPr>
              <p14:cNvContentPartPr/>
              <p14:nvPr/>
            </p14:nvContentPartPr>
            <p14:xfrm>
              <a:off x="11574817" y="1890133"/>
              <a:ext cx="14400" cy="55440"/>
            </p14:xfrm>
          </p:contentPart>
        </mc:Choice>
        <mc:Fallback xmlns="">
          <p:pic>
            <p:nvPicPr>
              <p:cNvPr id="11" name="Ink 10">
                <a:extLst>
                  <a:ext uri="{FF2B5EF4-FFF2-40B4-BE49-F238E27FC236}">
                    <a16:creationId xmlns:a16="http://schemas.microsoft.com/office/drawing/2014/main" id="{70088286-1301-D4A1-50D5-098335EC7B7C}"/>
                  </a:ext>
                </a:extLst>
              </p:cNvPr>
              <p:cNvPicPr/>
              <p:nvPr/>
            </p:nvPicPr>
            <p:blipFill>
              <a:blip r:embed="rId7"/>
              <a:stretch>
                <a:fillRect/>
              </a:stretch>
            </p:blipFill>
            <p:spPr>
              <a:xfrm>
                <a:off x="11570497" y="1885813"/>
                <a:ext cx="230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D13CD920-ADEF-B6CF-41A1-922727154243}"/>
                  </a:ext>
                </a:extLst>
              </p14:cNvPr>
              <p14:cNvContentPartPr/>
              <p14:nvPr/>
            </p14:nvContentPartPr>
            <p14:xfrm>
              <a:off x="2404177" y="2938093"/>
              <a:ext cx="461520" cy="32040"/>
            </p14:xfrm>
          </p:contentPart>
        </mc:Choice>
        <mc:Fallback xmlns="">
          <p:pic>
            <p:nvPicPr>
              <p:cNvPr id="16" name="Ink 15">
                <a:extLst>
                  <a:ext uri="{FF2B5EF4-FFF2-40B4-BE49-F238E27FC236}">
                    <a16:creationId xmlns:a16="http://schemas.microsoft.com/office/drawing/2014/main" id="{D13CD920-ADEF-B6CF-41A1-922727154243}"/>
                  </a:ext>
                </a:extLst>
              </p:cNvPr>
              <p:cNvPicPr/>
              <p:nvPr/>
            </p:nvPicPr>
            <p:blipFill>
              <a:blip r:embed="rId11"/>
              <a:stretch>
                <a:fillRect/>
              </a:stretch>
            </p:blipFill>
            <p:spPr>
              <a:xfrm>
                <a:off x="2399857" y="2933773"/>
                <a:ext cx="4701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2E1C1669-B215-7D15-196A-00E2B13FEF61}"/>
                  </a:ext>
                </a:extLst>
              </p14:cNvPr>
              <p14:cNvContentPartPr/>
              <p14:nvPr/>
            </p14:nvContentPartPr>
            <p14:xfrm>
              <a:off x="2445217" y="3102613"/>
              <a:ext cx="276480" cy="12240"/>
            </p14:xfrm>
          </p:contentPart>
        </mc:Choice>
        <mc:Fallback xmlns="">
          <p:pic>
            <p:nvPicPr>
              <p:cNvPr id="17" name="Ink 16">
                <a:extLst>
                  <a:ext uri="{FF2B5EF4-FFF2-40B4-BE49-F238E27FC236}">
                    <a16:creationId xmlns:a16="http://schemas.microsoft.com/office/drawing/2014/main" id="{2E1C1669-B215-7D15-196A-00E2B13FEF61}"/>
                  </a:ext>
                </a:extLst>
              </p:cNvPr>
              <p:cNvPicPr/>
              <p:nvPr/>
            </p:nvPicPr>
            <p:blipFill>
              <a:blip r:embed="rId13"/>
              <a:stretch>
                <a:fillRect/>
              </a:stretch>
            </p:blipFill>
            <p:spPr>
              <a:xfrm>
                <a:off x="2440897" y="3098293"/>
                <a:ext cx="28512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B0288A6-0383-1B1C-E2C6-7FAD353B74ED}"/>
                  </a:ext>
                </a:extLst>
              </p14:cNvPr>
              <p14:cNvContentPartPr/>
              <p14:nvPr/>
            </p14:nvContentPartPr>
            <p14:xfrm>
              <a:off x="3492817" y="2940253"/>
              <a:ext cx="359280" cy="18720"/>
            </p14:xfrm>
          </p:contentPart>
        </mc:Choice>
        <mc:Fallback xmlns="">
          <p:pic>
            <p:nvPicPr>
              <p:cNvPr id="18" name="Ink 17">
                <a:extLst>
                  <a:ext uri="{FF2B5EF4-FFF2-40B4-BE49-F238E27FC236}">
                    <a16:creationId xmlns:a16="http://schemas.microsoft.com/office/drawing/2014/main" id="{2B0288A6-0383-1B1C-E2C6-7FAD353B74ED}"/>
                  </a:ext>
                </a:extLst>
              </p:cNvPr>
              <p:cNvPicPr/>
              <p:nvPr/>
            </p:nvPicPr>
            <p:blipFill>
              <a:blip r:embed="rId15"/>
              <a:stretch>
                <a:fillRect/>
              </a:stretch>
            </p:blipFill>
            <p:spPr>
              <a:xfrm>
                <a:off x="3488497" y="2935933"/>
                <a:ext cx="3679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90B99996-2781-7C2E-722D-FA55E3EA13DC}"/>
                  </a:ext>
                </a:extLst>
              </p14:cNvPr>
              <p14:cNvContentPartPr/>
              <p14:nvPr/>
            </p14:nvContentPartPr>
            <p14:xfrm>
              <a:off x="3605857" y="3092533"/>
              <a:ext cx="339480" cy="42120"/>
            </p14:xfrm>
          </p:contentPart>
        </mc:Choice>
        <mc:Fallback xmlns="">
          <p:pic>
            <p:nvPicPr>
              <p:cNvPr id="19" name="Ink 18">
                <a:extLst>
                  <a:ext uri="{FF2B5EF4-FFF2-40B4-BE49-F238E27FC236}">
                    <a16:creationId xmlns:a16="http://schemas.microsoft.com/office/drawing/2014/main" id="{90B99996-2781-7C2E-722D-FA55E3EA13DC}"/>
                  </a:ext>
                </a:extLst>
              </p:cNvPr>
              <p:cNvPicPr/>
              <p:nvPr/>
            </p:nvPicPr>
            <p:blipFill>
              <a:blip r:embed="rId17"/>
              <a:stretch>
                <a:fillRect/>
              </a:stretch>
            </p:blipFill>
            <p:spPr>
              <a:xfrm>
                <a:off x="3601537" y="3088213"/>
                <a:ext cx="348120" cy="50760"/>
              </a:xfrm>
              <a:prstGeom prst="rect">
                <a:avLst/>
              </a:prstGeom>
            </p:spPr>
          </p:pic>
        </mc:Fallback>
      </mc:AlternateContent>
    </p:spTree>
    <p:extLst>
      <p:ext uri="{BB962C8B-B14F-4D97-AF65-F5344CB8AC3E}">
        <p14:creationId xmlns:p14="http://schemas.microsoft.com/office/powerpoint/2010/main" val="109850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32830-3058-7365-0983-CC3E56959D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400C43-C22C-AC72-67C6-2CD8FDBE5AEC}"/>
              </a:ext>
            </a:extLst>
          </p:cNvPr>
          <p:cNvSpPr>
            <a:spLocks noGrp="1"/>
          </p:cNvSpPr>
          <p:nvPr>
            <p:ph type="ctrTitle"/>
          </p:nvPr>
        </p:nvSpPr>
        <p:spPr>
          <a:xfrm>
            <a:off x="1524000" y="106588"/>
            <a:ext cx="9144000" cy="724543"/>
          </a:xfrm>
        </p:spPr>
        <p:txBody>
          <a:bodyPr>
            <a:normAutofit/>
          </a:bodyPr>
          <a:lstStyle/>
          <a:p>
            <a:r>
              <a:rPr lang="en-US" sz="3600" b="1" dirty="0">
                <a:solidFill>
                  <a:srgbClr val="FF0000"/>
                </a:solidFill>
              </a:rPr>
              <a:t>Data Description and Univariate Analysis</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097346F8-4984-C1F0-5D54-481DC4D4A0D5}"/>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942DBE9D-9F3B-C9E1-AFCC-B10514C4CB5F}"/>
              </a:ext>
            </a:extLst>
          </p:cNvPr>
          <p:cNvPicPr>
            <a:picLocks noChangeAspect="1"/>
          </p:cNvPicPr>
          <p:nvPr/>
        </p:nvPicPr>
        <p:blipFill>
          <a:blip r:embed="rId4"/>
          <a:stretch>
            <a:fillRect/>
          </a:stretch>
        </p:blipFill>
        <p:spPr>
          <a:xfrm>
            <a:off x="0" y="914399"/>
            <a:ext cx="5901728" cy="5219058"/>
          </a:xfrm>
          <a:prstGeom prst="rect">
            <a:avLst/>
          </a:prstGeom>
        </p:spPr>
      </p:pic>
      <p:pic>
        <p:nvPicPr>
          <p:cNvPr id="2" name="Picture 1">
            <a:extLst>
              <a:ext uri="{FF2B5EF4-FFF2-40B4-BE49-F238E27FC236}">
                <a16:creationId xmlns:a16="http://schemas.microsoft.com/office/drawing/2014/main" id="{11557F69-705F-F6D1-222D-92AD115460DC}"/>
              </a:ext>
            </a:extLst>
          </p:cNvPr>
          <p:cNvPicPr>
            <a:picLocks noChangeAspect="1"/>
          </p:cNvPicPr>
          <p:nvPr/>
        </p:nvPicPr>
        <p:blipFill>
          <a:blip r:embed="rId5"/>
          <a:stretch>
            <a:fillRect/>
          </a:stretch>
        </p:blipFill>
        <p:spPr>
          <a:xfrm>
            <a:off x="6093192" y="914399"/>
            <a:ext cx="6098807" cy="5219057"/>
          </a:xfrm>
          <a:prstGeom prst="rect">
            <a:avLst/>
          </a:prstGeom>
        </p:spPr>
      </p:pic>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174E9DBA-3C75-674F-9DD4-E47054F63377}"/>
                  </a:ext>
                </a:extLst>
              </p14:cNvPr>
              <p14:cNvContentPartPr/>
              <p14:nvPr/>
            </p14:nvContentPartPr>
            <p14:xfrm>
              <a:off x="324720" y="3340760"/>
              <a:ext cx="1968480" cy="32760"/>
            </p14:xfrm>
          </p:contentPart>
        </mc:Choice>
        <mc:Fallback xmlns="">
          <p:pic>
            <p:nvPicPr>
              <p:cNvPr id="3" name="Ink 2">
                <a:extLst>
                  <a:ext uri="{FF2B5EF4-FFF2-40B4-BE49-F238E27FC236}">
                    <a16:creationId xmlns:a16="http://schemas.microsoft.com/office/drawing/2014/main" id="{174E9DBA-3C75-674F-9DD4-E47054F63377}"/>
                  </a:ext>
                </a:extLst>
              </p:cNvPr>
              <p:cNvPicPr/>
              <p:nvPr/>
            </p:nvPicPr>
            <p:blipFill>
              <a:blip r:embed="rId7"/>
              <a:stretch>
                <a:fillRect/>
              </a:stretch>
            </p:blipFill>
            <p:spPr>
              <a:xfrm>
                <a:off x="271080" y="3233120"/>
                <a:ext cx="20761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3418FDE2-E15D-D426-45AD-628197859CC4}"/>
                  </a:ext>
                </a:extLst>
              </p14:cNvPr>
              <p14:cNvContentPartPr/>
              <p14:nvPr/>
            </p14:nvContentPartPr>
            <p14:xfrm>
              <a:off x="304560" y="4246880"/>
              <a:ext cx="1873440" cy="72720"/>
            </p14:xfrm>
          </p:contentPart>
        </mc:Choice>
        <mc:Fallback xmlns="">
          <p:pic>
            <p:nvPicPr>
              <p:cNvPr id="6" name="Ink 5">
                <a:extLst>
                  <a:ext uri="{FF2B5EF4-FFF2-40B4-BE49-F238E27FC236}">
                    <a16:creationId xmlns:a16="http://schemas.microsoft.com/office/drawing/2014/main" id="{3418FDE2-E15D-D426-45AD-628197859CC4}"/>
                  </a:ext>
                </a:extLst>
              </p:cNvPr>
              <p:cNvPicPr/>
              <p:nvPr/>
            </p:nvPicPr>
            <p:blipFill>
              <a:blip r:embed="rId9"/>
              <a:stretch>
                <a:fillRect/>
              </a:stretch>
            </p:blipFill>
            <p:spPr>
              <a:xfrm>
                <a:off x="250560" y="4138880"/>
                <a:ext cx="19810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7361708-3F91-9CAD-4D48-505F92BDB547}"/>
                  </a:ext>
                </a:extLst>
              </p14:cNvPr>
              <p14:cNvContentPartPr/>
              <p14:nvPr/>
            </p14:nvContentPartPr>
            <p14:xfrm>
              <a:off x="2783520" y="2814080"/>
              <a:ext cx="264960" cy="1476720"/>
            </p14:xfrm>
          </p:contentPart>
        </mc:Choice>
        <mc:Fallback xmlns="">
          <p:pic>
            <p:nvPicPr>
              <p:cNvPr id="7" name="Ink 6">
                <a:extLst>
                  <a:ext uri="{FF2B5EF4-FFF2-40B4-BE49-F238E27FC236}">
                    <a16:creationId xmlns:a16="http://schemas.microsoft.com/office/drawing/2014/main" id="{87361708-3F91-9CAD-4D48-505F92BDB547}"/>
                  </a:ext>
                </a:extLst>
              </p:cNvPr>
              <p:cNvPicPr/>
              <p:nvPr/>
            </p:nvPicPr>
            <p:blipFill>
              <a:blip r:embed="rId11"/>
              <a:stretch>
                <a:fillRect/>
              </a:stretch>
            </p:blipFill>
            <p:spPr>
              <a:xfrm>
                <a:off x="2729880" y="2706440"/>
                <a:ext cx="372600" cy="1692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64A78914-DACE-0BE4-4D6D-8DF8D6E512CE}"/>
                  </a:ext>
                </a:extLst>
              </p14:cNvPr>
              <p14:cNvContentPartPr/>
              <p14:nvPr/>
            </p14:nvContentPartPr>
            <p14:xfrm>
              <a:off x="2732400" y="2844320"/>
              <a:ext cx="60120" cy="1167840"/>
            </p14:xfrm>
          </p:contentPart>
        </mc:Choice>
        <mc:Fallback xmlns="">
          <p:pic>
            <p:nvPicPr>
              <p:cNvPr id="9" name="Ink 8">
                <a:extLst>
                  <a:ext uri="{FF2B5EF4-FFF2-40B4-BE49-F238E27FC236}">
                    <a16:creationId xmlns:a16="http://schemas.microsoft.com/office/drawing/2014/main" id="{64A78914-DACE-0BE4-4D6D-8DF8D6E512CE}"/>
                  </a:ext>
                </a:extLst>
              </p:cNvPr>
              <p:cNvPicPr/>
              <p:nvPr/>
            </p:nvPicPr>
            <p:blipFill>
              <a:blip r:embed="rId13"/>
              <a:stretch>
                <a:fillRect/>
              </a:stretch>
            </p:blipFill>
            <p:spPr>
              <a:xfrm>
                <a:off x="2678760" y="2736680"/>
                <a:ext cx="167760" cy="1383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23B9E1CD-CDA2-825B-BBD7-1563FFA44DA2}"/>
                  </a:ext>
                </a:extLst>
              </p14:cNvPr>
              <p14:cNvContentPartPr/>
              <p14:nvPr/>
            </p14:nvContentPartPr>
            <p14:xfrm>
              <a:off x="2814120" y="3647480"/>
              <a:ext cx="192240" cy="611640"/>
            </p14:xfrm>
          </p:contentPart>
        </mc:Choice>
        <mc:Fallback xmlns="">
          <p:pic>
            <p:nvPicPr>
              <p:cNvPr id="10" name="Ink 9">
                <a:extLst>
                  <a:ext uri="{FF2B5EF4-FFF2-40B4-BE49-F238E27FC236}">
                    <a16:creationId xmlns:a16="http://schemas.microsoft.com/office/drawing/2014/main" id="{23B9E1CD-CDA2-825B-BBD7-1563FFA44DA2}"/>
                  </a:ext>
                </a:extLst>
              </p:cNvPr>
              <p:cNvPicPr/>
              <p:nvPr/>
            </p:nvPicPr>
            <p:blipFill>
              <a:blip r:embed="rId15"/>
              <a:stretch>
                <a:fillRect/>
              </a:stretch>
            </p:blipFill>
            <p:spPr>
              <a:xfrm>
                <a:off x="2760480" y="3539480"/>
                <a:ext cx="299880" cy="827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83113D2A-CE17-A558-5A27-907FFBD97637}"/>
                  </a:ext>
                </a:extLst>
              </p14:cNvPr>
              <p14:cNvContentPartPr/>
              <p14:nvPr/>
            </p14:nvContentPartPr>
            <p14:xfrm>
              <a:off x="2895480" y="2976440"/>
              <a:ext cx="41760" cy="1146240"/>
            </p14:xfrm>
          </p:contentPart>
        </mc:Choice>
        <mc:Fallback xmlns="">
          <p:pic>
            <p:nvPicPr>
              <p:cNvPr id="11" name="Ink 10">
                <a:extLst>
                  <a:ext uri="{FF2B5EF4-FFF2-40B4-BE49-F238E27FC236}">
                    <a16:creationId xmlns:a16="http://schemas.microsoft.com/office/drawing/2014/main" id="{83113D2A-CE17-A558-5A27-907FFBD97637}"/>
                  </a:ext>
                </a:extLst>
              </p:cNvPr>
              <p:cNvPicPr/>
              <p:nvPr/>
            </p:nvPicPr>
            <p:blipFill>
              <a:blip r:embed="rId17"/>
              <a:stretch>
                <a:fillRect/>
              </a:stretch>
            </p:blipFill>
            <p:spPr>
              <a:xfrm>
                <a:off x="2841480" y="2868800"/>
                <a:ext cx="149400" cy="1361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931927CA-AF4B-00D5-F3DF-F8B393CEF40A}"/>
                  </a:ext>
                </a:extLst>
              </p14:cNvPr>
              <p14:cNvContentPartPr/>
              <p14:nvPr/>
            </p14:nvContentPartPr>
            <p14:xfrm>
              <a:off x="2834640" y="3088400"/>
              <a:ext cx="40680" cy="934560"/>
            </p14:xfrm>
          </p:contentPart>
        </mc:Choice>
        <mc:Fallback xmlns="">
          <p:pic>
            <p:nvPicPr>
              <p:cNvPr id="12" name="Ink 11">
                <a:extLst>
                  <a:ext uri="{FF2B5EF4-FFF2-40B4-BE49-F238E27FC236}">
                    <a16:creationId xmlns:a16="http://schemas.microsoft.com/office/drawing/2014/main" id="{931927CA-AF4B-00D5-F3DF-F8B393CEF40A}"/>
                  </a:ext>
                </a:extLst>
              </p:cNvPr>
              <p:cNvPicPr/>
              <p:nvPr/>
            </p:nvPicPr>
            <p:blipFill>
              <a:blip r:embed="rId19"/>
              <a:stretch>
                <a:fillRect/>
              </a:stretch>
            </p:blipFill>
            <p:spPr>
              <a:xfrm>
                <a:off x="2780640" y="2980400"/>
                <a:ext cx="148320" cy="1150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78F5C31D-5AD9-CCE4-F63D-3602D93DF7AC}"/>
                  </a:ext>
                </a:extLst>
              </p14:cNvPr>
              <p14:cNvContentPartPr/>
              <p14:nvPr/>
            </p14:nvContentPartPr>
            <p14:xfrm>
              <a:off x="2966760" y="2875280"/>
              <a:ext cx="30960" cy="1301760"/>
            </p14:xfrm>
          </p:contentPart>
        </mc:Choice>
        <mc:Fallback xmlns="">
          <p:pic>
            <p:nvPicPr>
              <p:cNvPr id="13" name="Ink 12">
                <a:extLst>
                  <a:ext uri="{FF2B5EF4-FFF2-40B4-BE49-F238E27FC236}">
                    <a16:creationId xmlns:a16="http://schemas.microsoft.com/office/drawing/2014/main" id="{78F5C31D-5AD9-CCE4-F63D-3602D93DF7AC}"/>
                  </a:ext>
                </a:extLst>
              </p:cNvPr>
              <p:cNvPicPr/>
              <p:nvPr/>
            </p:nvPicPr>
            <p:blipFill>
              <a:blip r:embed="rId21"/>
              <a:stretch>
                <a:fillRect/>
              </a:stretch>
            </p:blipFill>
            <p:spPr>
              <a:xfrm>
                <a:off x="2912760" y="2767280"/>
                <a:ext cx="138600" cy="1517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11051EDD-02A2-AFDF-F202-34872CB7EBDE}"/>
                  </a:ext>
                </a:extLst>
              </p14:cNvPr>
              <p14:cNvContentPartPr/>
              <p14:nvPr/>
            </p14:nvContentPartPr>
            <p14:xfrm>
              <a:off x="2732760" y="4175600"/>
              <a:ext cx="360" cy="360"/>
            </p14:xfrm>
          </p:contentPart>
        </mc:Choice>
        <mc:Fallback xmlns="">
          <p:pic>
            <p:nvPicPr>
              <p:cNvPr id="14" name="Ink 13">
                <a:extLst>
                  <a:ext uri="{FF2B5EF4-FFF2-40B4-BE49-F238E27FC236}">
                    <a16:creationId xmlns:a16="http://schemas.microsoft.com/office/drawing/2014/main" id="{11051EDD-02A2-AFDF-F202-34872CB7EBDE}"/>
                  </a:ext>
                </a:extLst>
              </p:cNvPr>
              <p:cNvPicPr/>
              <p:nvPr/>
            </p:nvPicPr>
            <p:blipFill>
              <a:blip r:embed="rId23"/>
              <a:stretch>
                <a:fillRect/>
              </a:stretch>
            </p:blipFill>
            <p:spPr>
              <a:xfrm>
                <a:off x="2679120" y="40676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6924EE86-24C4-1ADD-5D03-79F370A44B3D}"/>
                  </a:ext>
                </a:extLst>
              </p14:cNvPr>
              <p14:cNvContentPartPr/>
              <p14:nvPr/>
            </p14:nvContentPartPr>
            <p14:xfrm>
              <a:off x="2732760" y="4265240"/>
              <a:ext cx="243000" cy="33120"/>
            </p14:xfrm>
          </p:contentPart>
        </mc:Choice>
        <mc:Fallback xmlns="">
          <p:pic>
            <p:nvPicPr>
              <p:cNvPr id="15" name="Ink 14">
                <a:extLst>
                  <a:ext uri="{FF2B5EF4-FFF2-40B4-BE49-F238E27FC236}">
                    <a16:creationId xmlns:a16="http://schemas.microsoft.com/office/drawing/2014/main" id="{6924EE86-24C4-1ADD-5D03-79F370A44B3D}"/>
                  </a:ext>
                </a:extLst>
              </p:cNvPr>
              <p:cNvPicPr/>
              <p:nvPr/>
            </p:nvPicPr>
            <p:blipFill>
              <a:blip r:embed="rId25"/>
              <a:stretch>
                <a:fillRect/>
              </a:stretch>
            </p:blipFill>
            <p:spPr>
              <a:xfrm>
                <a:off x="2679120" y="4157240"/>
                <a:ext cx="35064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01355561-FBEC-03B2-044F-76DAF15CF18E}"/>
                  </a:ext>
                </a:extLst>
              </p14:cNvPr>
              <p14:cNvContentPartPr/>
              <p14:nvPr/>
            </p14:nvContentPartPr>
            <p14:xfrm>
              <a:off x="2763360" y="2356880"/>
              <a:ext cx="334800" cy="21240"/>
            </p14:xfrm>
          </p:contentPart>
        </mc:Choice>
        <mc:Fallback xmlns="">
          <p:pic>
            <p:nvPicPr>
              <p:cNvPr id="16" name="Ink 15">
                <a:extLst>
                  <a:ext uri="{FF2B5EF4-FFF2-40B4-BE49-F238E27FC236}">
                    <a16:creationId xmlns:a16="http://schemas.microsoft.com/office/drawing/2014/main" id="{01355561-FBEC-03B2-044F-76DAF15CF18E}"/>
                  </a:ext>
                </a:extLst>
              </p:cNvPr>
              <p:cNvPicPr/>
              <p:nvPr/>
            </p:nvPicPr>
            <p:blipFill>
              <a:blip r:embed="rId27"/>
              <a:stretch>
                <a:fillRect/>
              </a:stretch>
            </p:blipFill>
            <p:spPr>
              <a:xfrm>
                <a:off x="2709360" y="2248880"/>
                <a:ext cx="4424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664DCC1F-F7E2-7277-0D54-6EC9FF12C90B}"/>
                  </a:ext>
                </a:extLst>
              </p14:cNvPr>
              <p14:cNvContentPartPr/>
              <p14:nvPr/>
            </p14:nvContentPartPr>
            <p14:xfrm>
              <a:off x="4134960" y="2367320"/>
              <a:ext cx="324720" cy="30240"/>
            </p14:xfrm>
          </p:contentPart>
        </mc:Choice>
        <mc:Fallback xmlns="">
          <p:pic>
            <p:nvPicPr>
              <p:cNvPr id="17" name="Ink 16">
                <a:extLst>
                  <a:ext uri="{FF2B5EF4-FFF2-40B4-BE49-F238E27FC236}">
                    <a16:creationId xmlns:a16="http://schemas.microsoft.com/office/drawing/2014/main" id="{664DCC1F-F7E2-7277-0D54-6EC9FF12C90B}"/>
                  </a:ext>
                </a:extLst>
              </p:cNvPr>
              <p:cNvPicPr/>
              <p:nvPr/>
            </p:nvPicPr>
            <p:blipFill>
              <a:blip r:embed="rId29"/>
              <a:stretch>
                <a:fillRect/>
              </a:stretch>
            </p:blipFill>
            <p:spPr>
              <a:xfrm>
                <a:off x="4080960" y="2259320"/>
                <a:ext cx="4323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F8F2C41A-922E-C55E-AB49-F86906D2D03F}"/>
                  </a:ext>
                </a:extLst>
              </p14:cNvPr>
              <p14:cNvContentPartPr/>
              <p14:nvPr/>
            </p14:nvContentPartPr>
            <p14:xfrm>
              <a:off x="4195800" y="2783840"/>
              <a:ext cx="138600" cy="146520"/>
            </p14:xfrm>
          </p:contentPart>
        </mc:Choice>
        <mc:Fallback xmlns="">
          <p:pic>
            <p:nvPicPr>
              <p:cNvPr id="18" name="Ink 17">
                <a:extLst>
                  <a:ext uri="{FF2B5EF4-FFF2-40B4-BE49-F238E27FC236}">
                    <a16:creationId xmlns:a16="http://schemas.microsoft.com/office/drawing/2014/main" id="{F8F2C41A-922E-C55E-AB49-F86906D2D03F}"/>
                  </a:ext>
                </a:extLst>
              </p:cNvPr>
              <p:cNvPicPr/>
              <p:nvPr/>
            </p:nvPicPr>
            <p:blipFill>
              <a:blip r:embed="rId31"/>
              <a:stretch>
                <a:fillRect/>
              </a:stretch>
            </p:blipFill>
            <p:spPr>
              <a:xfrm>
                <a:off x="4142160" y="2675840"/>
                <a:ext cx="24624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F8B53652-B91A-764F-EBFF-898D50AE781D}"/>
                  </a:ext>
                </a:extLst>
              </p14:cNvPr>
              <p14:cNvContentPartPr/>
              <p14:nvPr/>
            </p14:nvContentPartPr>
            <p14:xfrm>
              <a:off x="4226400" y="2812640"/>
              <a:ext cx="214920" cy="1375920"/>
            </p14:xfrm>
          </p:contentPart>
        </mc:Choice>
        <mc:Fallback xmlns="">
          <p:pic>
            <p:nvPicPr>
              <p:cNvPr id="19" name="Ink 18">
                <a:extLst>
                  <a:ext uri="{FF2B5EF4-FFF2-40B4-BE49-F238E27FC236}">
                    <a16:creationId xmlns:a16="http://schemas.microsoft.com/office/drawing/2014/main" id="{F8B53652-B91A-764F-EBFF-898D50AE781D}"/>
                  </a:ext>
                </a:extLst>
              </p:cNvPr>
              <p:cNvPicPr/>
              <p:nvPr/>
            </p:nvPicPr>
            <p:blipFill>
              <a:blip r:embed="rId33"/>
              <a:stretch>
                <a:fillRect/>
              </a:stretch>
            </p:blipFill>
            <p:spPr>
              <a:xfrm>
                <a:off x="4172400" y="2704640"/>
                <a:ext cx="322560" cy="15915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64B4B088-5870-6B2F-A1BC-50094CCE8F02}"/>
                  </a:ext>
                </a:extLst>
              </p14:cNvPr>
              <p14:cNvContentPartPr/>
              <p14:nvPr/>
            </p14:nvContentPartPr>
            <p14:xfrm>
              <a:off x="4175640" y="2783840"/>
              <a:ext cx="222840" cy="1413000"/>
            </p14:xfrm>
          </p:contentPart>
        </mc:Choice>
        <mc:Fallback xmlns="">
          <p:pic>
            <p:nvPicPr>
              <p:cNvPr id="21" name="Ink 20">
                <a:extLst>
                  <a:ext uri="{FF2B5EF4-FFF2-40B4-BE49-F238E27FC236}">
                    <a16:creationId xmlns:a16="http://schemas.microsoft.com/office/drawing/2014/main" id="{64B4B088-5870-6B2F-A1BC-50094CCE8F02}"/>
                  </a:ext>
                </a:extLst>
              </p:cNvPr>
              <p:cNvPicPr/>
              <p:nvPr/>
            </p:nvPicPr>
            <p:blipFill>
              <a:blip r:embed="rId35"/>
              <a:stretch>
                <a:fillRect/>
              </a:stretch>
            </p:blipFill>
            <p:spPr>
              <a:xfrm>
                <a:off x="4121640" y="2675840"/>
                <a:ext cx="330480" cy="1628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EB38A63B-2064-4402-1A80-F118E0AEF2A5}"/>
                  </a:ext>
                </a:extLst>
              </p14:cNvPr>
              <p14:cNvContentPartPr/>
              <p14:nvPr/>
            </p14:nvContentPartPr>
            <p14:xfrm>
              <a:off x="4326840" y="2986880"/>
              <a:ext cx="83520" cy="511200"/>
            </p14:xfrm>
          </p:contentPart>
        </mc:Choice>
        <mc:Fallback xmlns="">
          <p:pic>
            <p:nvPicPr>
              <p:cNvPr id="22" name="Ink 21">
                <a:extLst>
                  <a:ext uri="{FF2B5EF4-FFF2-40B4-BE49-F238E27FC236}">
                    <a16:creationId xmlns:a16="http://schemas.microsoft.com/office/drawing/2014/main" id="{EB38A63B-2064-4402-1A80-F118E0AEF2A5}"/>
                  </a:ext>
                </a:extLst>
              </p:cNvPr>
              <p:cNvPicPr/>
              <p:nvPr/>
            </p:nvPicPr>
            <p:blipFill>
              <a:blip r:embed="rId37"/>
              <a:stretch>
                <a:fillRect/>
              </a:stretch>
            </p:blipFill>
            <p:spPr>
              <a:xfrm>
                <a:off x="4273200" y="2879240"/>
                <a:ext cx="191160" cy="726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C5787F1F-37E1-F9B7-D6E2-FECE06F87703}"/>
                  </a:ext>
                </a:extLst>
              </p14:cNvPr>
              <p14:cNvContentPartPr/>
              <p14:nvPr/>
            </p14:nvContentPartPr>
            <p14:xfrm>
              <a:off x="4277160" y="2935760"/>
              <a:ext cx="112320" cy="1140480"/>
            </p14:xfrm>
          </p:contentPart>
        </mc:Choice>
        <mc:Fallback xmlns="">
          <p:pic>
            <p:nvPicPr>
              <p:cNvPr id="23" name="Ink 22">
                <a:extLst>
                  <a:ext uri="{FF2B5EF4-FFF2-40B4-BE49-F238E27FC236}">
                    <a16:creationId xmlns:a16="http://schemas.microsoft.com/office/drawing/2014/main" id="{C5787F1F-37E1-F9B7-D6E2-FECE06F87703}"/>
                  </a:ext>
                </a:extLst>
              </p:cNvPr>
              <p:cNvPicPr/>
              <p:nvPr/>
            </p:nvPicPr>
            <p:blipFill>
              <a:blip r:embed="rId39"/>
              <a:stretch>
                <a:fillRect/>
              </a:stretch>
            </p:blipFill>
            <p:spPr>
              <a:xfrm>
                <a:off x="4223520" y="2828120"/>
                <a:ext cx="219960" cy="1356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BAB18B30-558C-69FC-EB00-1F5F5885EBC3}"/>
                  </a:ext>
                </a:extLst>
              </p14:cNvPr>
              <p14:cNvContentPartPr/>
              <p14:nvPr/>
            </p14:nvContentPartPr>
            <p14:xfrm>
              <a:off x="4165200" y="3088400"/>
              <a:ext cx="32760" cy="1036800"/>
            </p14:xfrm>
          </p:contentPart>
        </mc:Choice>
        <mc:Fallback xmlns="">
          <p:pic>
            <p:nvPicPr>
              <p:cNvPr id="24" name="Ink 23">
                <a:extLst>
                  <a:ext uri="{FF2B5EF4-FFF2-40B4-BE49-F238E27FC236}">
                    <a16:creationId xmlns:a16="http://schemas.microsoft.com/office/drawing/2014/main" id="{BAB18B30-558C-69FC-EB00-1F5F5885EBC3}"/>
                  </a:ext>
                </a:extLst>
              </p:cNvPr>
              <p:cNvPicPr/>
              <p:nvPr/>
            </p:nvPicPr>
            <p:blipFill>
              <a:blip r:embed="rId41"/>
              <a:stretch>
                <a:fillRect/>
              </a:stretch>
            </p:blipFill>
            <p:spPr>
              <a:xfrm>
                <a:off x="4111560" y="2980400"/>
                <a:ext cx="140400" cy="12524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9F2FDDBB-DBF9-12CA-4032-8BCEC269AB6C}"/>
                  </a:ext>
                </a:extLst>
              </p14:cNvPr>
              <p14:cNvContentPartPr/>
              <p14:nvPr/>
            </p14:nvContentPartPr>
            <p14:xfrm>
              <a:off x="304560" y="4529480"/>
              <a:ext cx="457560" cy="23040"/>
            </p14:xfrm>
          </p:contentPart>
        </mc:Choice>
        <mc:Fallback xmlns="">
          <p:pic>
            <p:nvPicPr>
              <p:cNvPr id="25" name="Ink 24">
                <a:extLst>
                  <a:ext uri="{FF2B5EF4-FFF2-40B4-BE49-F238E27FC236}">
                    <a16:creationId xmlns:a16="http://schemas.microsoft.com/office/drawing/2014/main" id="{9F2FDDBB-DBF9-12CA-4032-8BCEC269AB6C}"/>
                  </a:ext>
                </a:extLst>
              </p:cNvPr>
              <p:cNvPicPr/>
              <p:nvPr/>
            </p:nvPicPr>
            <p:blipFill>
              <a:blip r:embed="rId43"/>
              <a:stretch>
                <a:fillRect/>
              </a:stretch>
            </p:blipFill>
            <p:spPr>
              <a:xfrm>
                <a:off x="250560" y="4421480"/>
                <a:ext cx="5652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31D7A40C-E69D-EBEC-7748-D87454088BAF}"/>
                  </a:ext>
                </a:extLst>
              </p14:cNvPr>
              <p14:cNvContentPartPr/>
              <p14:nvPr/>
            </p14:nvContentPartPr>
            <p14:xfrm>
              <a:off x="355680" y="4685360"/>
              <a:ext cx="567720" cy="18720"/>
            </p14:xfrm>
          </p:contentPart>
        </mc:Choice>
        <mc:Fallback xmlns="">
          <p:pic>
            <p:nvPicPr>
              <p:cNvPr id="26" name="Ink 25">
                <a:extLst>
                  <a:ext uri="{FF2B5EF4-FFF2-40B4-BE49-F238E27FC236}">
                    <a16:creationId xmlns:a16="http://schemas.microsoft.com/office/drawing/2014/main" id="{31D7A40C-E69D-EBEC-7748-D87454088BAF}"/>
                  </a:ext>
                </a:extLst>
              </p:cNvPr>
              <p:cNvPicPr/>
              <p:nvPr/>
            </p:nvPicPr>
            <p:blipFill>
              <a:blip r:embed="rId45"/>
              <a:stretch>
                <a:fillRect/>
              </a:stretch>
            </p:blipFill>
            <p:spPr>
              <a:xfrm>
                <a:off x="301680" y="4577720"/>
                <a:ext cx="67536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824C3498-AE80-5FEC-672F-1B7FFCF00B04}"/>
                  </a:ext>
                </a:extLst>
              </p14:cNvPr>
              <p14:cNvContentPartPr/>
              <p14:nvPr/>
            </p14:nvContentPartPr>
            <p14:xfrm>
              <a:off x="2804040" y="4479800"/>
              <a:ext cx="222120" cy="31680"/>
            </p14:xfrm>
          </p:contentPart>
        </mc:Choice>
        <mc:Fallback xmlns="">
          <p:pic>
            <p:nvPicPr>
              <p:cNvPr id="27" name="Ink 26">
                <a:extLst>
                  <a:ext uri="{FF2B5EF4-FFF2-40B4-BE49-F238E27FC236}">
                    <a16:creationId xmlns:a16="http://schemas.microsoft.com/office/drawing/2014/main" id="{824C3498-AE80-5FEC-672F-1B7FFCF00B04}"/>
                  </a:ext>
                </a:extLst>
              </p:cNvPr>
              <p:cNvPicPr/>
              <p:nvPr/>
            </p:nvPicPr>
            <p:blipFill>
              <a:blip r:embed="rId47"/>
              <a:stretch>
                <a:fillRect/>
              </a:stretch>
            </p:blipFill>
            <p:spPr>
              <a:xfrm>
                <a:off x="2750040" y="4371800"/>
                <a:ext cx="32976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19774B5C-473B-F228-6E23-23355B6B6470}"/>
                  </a:ext>
                </a:extLst>
              </p14:cNvPr>
              <p14:cNvContentPartPr/>
              <p14:nvPr/>
            </p14:nvContentPartPr>
            <p14:xfrm>
              <a:off x="4175640" y="4490240"/>
              <a:ext cx="243000" cy="22320"/>
            </p14:xfrm>
          </p:contentPart>
        </mc:Choice>
        <mc:Fallback xmlns="">
          <p:pic>
            <p:nvPicPr>
              <p:cNvPr id="28" name="Ink 27">
                <a:extLst>
                  <a:ext uri="{FF2B5EF4-FFF2-40B4-BE49-F238E27FC236}">
                    <a16:creationId xmlns:a16="http://schemas.microsoft.com/office/drawing/2014/main" id="{19774B5C-473B-F228-6E23-23355B6B6470}"/>
                  </a:ext>
                </a:extLst>
              </p:cNvPr>
              <p:cNvPicPr/>
              <p:nvPr/>
            </p:nvPicPr>
            <p:blipFill>
              <a:blip r:embed="rId49"/>
              <a:stretch>
                <a:fillRect/>
              </a:stretch>
            </p:blipFill>
            <p:spPr>
              <a:xfrm>
                <a:off x="4121640" y="4382240"/>
                <a:ext cx="3506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F98477C7-C87B-E317-1C99-88476FA49D67}"/>
                  </a:ext>
                </a:extLst>
              </p14:cNvPr>
              <p14:cNvContentPartPr/>
              <p14:nvPr/>
            </p14:nvContentPartPr>
            <p14:xfrm>
              <a:off x="4195800" y="4337960"/>
              <a:ext cx="210600" cy="117360"/>
            </p14:xfrm>
          </p:contentPart>
        </mc:Choice>
        <mc:Fallback xmlns="">
          <p:pic>
            <p:nvPicPr>
              <p:cNvPr id="29" name="Ink 28">
                <a:extLst>
                  <a:ext uri="{FF2B5EF4-FFF2-40B4-BE49-F238E27FC236}">
                    <a16:creationId xmlns:a16="http://schemas.microsoft.com/office/drawing/2014/main" id="{F98477C7-C87B-E317-1C99-88476FA49D67}"/>
                  </a:ext>
                </a:extLst>
              </p:cNvPr>
              <p:cNvPicPr/>
              <p:nvPr/>
            </p:nvPicPr>
            <p:blipFill>
              <a:blip r:embed="rId51"/>
              <a:stretch>
                <a:fillRect/>
              </a:stretch>
            </p:blipFill>
            <p:spPr>
              <a:xfrm>
                <a:off x="4142160" y="4229960"/>
                <a:ext cx="31824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E58AF052-6FAE-F82A-E59F-6B643F309008}"/>
                  </a:ext>
                </a:extLst>
              </p14:cNvPr>
              <p14:cNvContentPartPr/>
              <p14:nvPr/>
            </p14:nvContentPartPr>
            <p14:xfrm>
              <a:off x="2814120" y="4682480"/>
              <a:ext cx="273240" cy="22320"/>
            </p14:xfrm>
          </p:contentPart>
        </mc:Choice>
        <mc:Fallback xmlns="">
          <p:pic>
            <p:nvPicPr>
              <p:cNvPr id="30" name="Ink 29">
                <a:extLst>
                  <a:ext uri="{FF2B5EF4-FFF2-40B4-BE49-F238E27FC236}">
                    <a16:creationId xmlns:a16="http://schemas.microsoft.com/office/drawing/2014/main" id="{E58AF052-6FAE-F82A-E59F-6B643F309008}"/>
                  </a:ext>
                </a:extLst>
              </p:cNvPr>
              <p:cNvPicPr/>
              <p:nvPr/>
            </p:nvPicPr>
            <p:blipFill>
              <a:blip r:embed="rId53"/>
              <a:stretch>
                <a:fillRect/>
              </a:stretch>
            </p:blipFill>
            <p:spPr>
              <a:xfrm>
                <a:off x="2760480" y="4574840"/>
                <a:ext cx="38088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13767848-2D5E-571D-B064-96AC5360861E}"/>
                  </a:ext>
                </a:extLst>
              </p14:cNvPr>
              <p14:cNvContentPartPr/>
              <p14:nvPr/>
            </p14:nvContentPartPr>
            <p14:xfrm>
              <a:off x="4195800" y="4673480"/>
              <a:ext cx="237960" cy="360"/>
            </p14:xfrm>
          </p:contentPart>
        </mc:Choice>
        <mc:Fallback xmlns="">
          <p:pic>
            <p:nvPicPr>
              <p:cNvPr id="31" name="Ink 30">
                <a:extLst>
                  <a:ext uri="{FF2B5EF4-FFF2-40B4-BE49-F238E27FC236}">
                    <a16:creationId xmlns:a16="http://schemas.microsoft.com/office/drawing/2014/main" id="{13767848-2D5E-571D-B064-96AC5360861E}"/>
                  </a:ext>
                </a:extLst>
              </p:cNvPr>
              <p:cNvPicPr/>
              <p:nvPr/>
            </p:nvPicPr>
            <p:blipFill>
              <a:blip r:embed="rId55"/>
              <a:stretch>
                <a:fillRect/>
              </a:stretch>
            </p:blipFill>
            <p:spPr>
              <a:xfrm>
                <a:off x="4142160" y="4565840"/>
                <a:ext cx="345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8E2AF4DB-28C3-3980-F4C4-9D8E56532672}"/>
                  </a:ext>
                </a:extLst>
              </p14:cNvPr>
              <p14:cNvContentPartPr/>
              <p14:nvPr/>
            </p14:nvContentPartPr>
            <p14:xfrm>
              <a:off x="2804040" y="4896680"/>
              <a:ext cx="253080" cy="11520"/>
            </p14:xfrm>
          </p:contentPart>
        </mc:Choice>
        <mc:Fallback xmlns="">
          <p:pic>
            <p:nvPicPr>
              <p:cNvPr id="32" name="Ink 31">
                <a:extLst>
                  <a:ext uri="{FF2B5EF4-FFF2-40B4-BE49-F238E27FC236}">
                    <a16:creationId xmlns:a16="http://schemas.microsoft.com/office/drawing/2014/main" id="{8E2AF4DB-28C3-3980-F4C4-9D8E56532672}"/>
                  </a:ext>
                </a:extLst>
              </p:cNvPr>
              <p:cNvPicPr/>
              <p:nvPr/>
            </p:nvPicPr>
            <p:blipFill>
              <a:blip r:embed="rId57"/>
              <a:stretch>
                <a:fillRect/>
              </a:stretch>
            </p:blipFill>
            <p:spPr>
              <a:xfrm>
                <a:off x="2750040" y="4789040"/>
                <a:ext cx="360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5AADA5D8-FCF4-7312-6239-2A3AEA1DAAD2}"/>
                  </a:ext>
                </a:extLst>
              </p14:cNvPr>
              <p14:cNvContentPartPr/>
              <p14:nvPr/>
            </p14:nvContentPartPr>
            <p14:xfrm>
              <a:off x="2854440" y="5000720"/>
              <a:ext cx="194760" cy="8280"/>
            </p14:xfrm>
          </p:contentPart>
        </mc:Choice>
        <mc:Fallback xmlns="">
          <p:pic>
            <p:nvPicPr>
              <p:cNvPr id="33" name="Ink 32">
                <a:extLst>
                  <a:ext uri="{FF2B5EF4-FFF2-40B4-BE49-F238E27FC236}">
                    <a16:creationId xmlns:a16="http://schemas.microsoft.com/office/drawing/2014/main" id="{5AADA5D8-FCF4-7312-6239-2A3AEA1DAAD2}"/>
                  </a:ext>
                </a:extLst>
              </p:cNvPr>
              <p:cNvPicPr/>
              <p:nvPr/>
            </p:nvPicPr>
            <p:blipFill>
              <a:blip r:embed="rId59"/>
              <a:stretch>
                <a:fillRect/>
              </a:stretch>
            </p:blipFill>
            <p:spPr>
              <a:xfrm>
                <a:off x="2800800" y="4893080"/>
                <a:ext cx="30240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7AF2CA83-9CAA-99F0-8194-7547B63DF930}"/>
                  </a:ext>
                </a:extLst>
              </p14:cNvPr>
              <p14:cNvContentPartPr/>
              <p14:nvPr/>
            </p14:nvContentPartPr>
            <p14:xfrm>
              <a:off x="4226400" y="4849160"/>
              <a:ext cx="195840" cy="48600"/>
            </p14:xfrm>
          </p:contentPart>
        </mc:Choice>
        <mc:Fallback xmlns="">
          <p:pic>
            <p:nvPicPr>
              <p:cNvPr id="34" name="Ink 33">
                <a:extLst>
                  <a:ext uri="{FF2B5EF4-FFF2-40B4-BE49-F238E27FC236}">
                    <a16:creationId xmlns:a16="http://schemas.microsoft.com/office/drawing/2014/main" id="{7AF2CA83-9CAA-99F0-8194-7547B63DF930}"/>
                  </a:ext>
                </a:extLst>
              </p:cNvPr>
              <p:cNvPicPr/>
              <p:nvPr/>
            </p:nvPicPr>
            <p:blipFill>
              <a:blip r:embed="rId61"/>
              <a:stretch>
                <a:fillRect/>
              </a:stretch>
            </p:blipFill>
            <p:spPr>
              <a:xfrm>
                <a:off x="4172400" y="4741160"/>
                <a:ext cx="30348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6D4AE510-C027-84BF-22BC-2F5883EA9697}"/>
                  </a:ext>
                </a:extLst>
              </p14:cNvPr>
              <p14:cNvContentPartPr/>
              <p14:nvPr/>
            </p14:nvContentPartPr>
            <p14:xfrm>
              <a:off x="4195800" y="4998560"/>
              <a:ext cx="258840" cy="360"/>
            </p14:xfrm>
          </p:contentPart>
        </mc:Choice>
        <mc:Fallback xmlns="">
          <p:pic>
            <p:nvPicPr>
              <p:cNvPr id="35" name="Ink 34">
                <a:extLst>
                  <a:ext uri="{FF2B5EF4-FFF2-40B4-BE49-F238E27FC236}">
                    <a16:creationId xmlns:a16="http://schemas.microsoft.com/office/drawing/2014/main" id="{6D4AE510-C027-84BF-22BC-2F5883EA9697}"/>
                  </a:ext>
                </a:extLst>
              </p:cNvPr>
              <p:cNvPicPr/>
              <p:nvPr/>
            </p:nvPicPr>
            <p:blipFill>
              <a:blip r:embed="rId63"/>
              <a:stretch>
                <a:fillRect/>
              </a:stretch>
            </p:blipFill>
            <p:spPr>
              <a:xfrm>
                <a:off x="4142160" y="4890920"/>
                <a:ext cx="3664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DF6BDB13-DCBD-829F-9CBC-72EE53BA7B4A}"/>
                  </a:ext>
                </a:extLst>
              </p14:cNvPr>
              <p14:cNvContentPartPr/>
              <p14:nvPr/>
            </p14:nvContentPartPr>
            <p14:xfrm>
              <a:off x="4397400" y="4256960"/>
              <a:ext cx="41760" cy="569160"/>
            </p14:xfrm>
          </p:contentPart>
        </mc:Choice>
        <mc:Fallback xmlns="">
          <p:pic>
            <p:nvPicPr>
              <p:cNvPr id="36" name="Ink 35">
                <a:extLst>
                  <a:ext uri="{FF2B5EF4-FFF2-40B4-BE49-F238E27FC236}">
                    <a16:creationId xmlns:a16="http://schemas.microsoft.com/office/drawing/2014/main" id="{DF6BDB13-DCBD-829F-9CBC-72EE53BA7B4A}"/>
                  </a:ext>
                </a:extLst>
              </p:cNvPr>
              <p:cNvPicPr/>
              <p:nvPr/>
            </p:nvPicPr>
            <p:blipFill>
              <a:blip r:embed="rId65"/>
              <a:stretch>
                <a:fillRect/>
              </a:stretch>
            </p:blipFill>
            <p:spPr>
              <a:xfrm>
                <a:off x="4343760" y="4148960"/>
                <a:ext cx="149400" cy="784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F7894FF6-26C7-3010-EF44-C23748C4555D}"/>
                  </a:ext>
                </a:extLst>
              </p14:cNvPr>
              <p14:cNvContentPartPr/>
              <p14:nvPr/>
            </p14:nvContentPartPr>
            <p14:xfrm>
              <a:off x="2753280" y="4429760"/>
              <a:ext cx="73080" cy="521280"/>
            </p14:xfrm>
          </p:contentPart>
        </mc:Choice>
        <mc:Fallback xmlns="">
          <p:pic>
            <p:nvPicPr>
              <p:cNvPr id="37" name="Ink 36">
                <a:extLst>
                  <a:ext uri="{FF2B5EF4-FFF2-40B4-BE49-F238E27FC236}">
                    <a16:creationId xmlns:a16="http://schemas.microsoft.com/office/drawing/2014/main" id="{F7894FF6-26C7-3010-EF44-C23748C4555D}"/>
                  </a:ext>
                </a:extLst>
              </p:cNvPr>
              <p:cNvPicPr/>
              <p:nvPr/>
            </p:nvPicPr>
            <p:blipFill>
              <a:blip r:embed="rId67"/>
              <a:stretch>
                <a:fillRect/>
              </a:stretch>
            </p:blipFill>
            <p:spPr>
              <a:xfrm>
                <a:off x="2699280" y="4321760"/>
                <a:ext cx="180720" cy="7369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8" name="Ink 37">
                <a:extLst>
                  <a:ext uri="{FF2B5EF4-FFF2-40B4-BE49-F238E27FC236}">
                    <a16:creationId xmlns:a16="http://schemas.microsoft.com/office/drawing/2014/main" id="{FC8A37AB-5902-82F9-F2A1-3274C014F22E}"/>
                  </a:ext>
                </a:extLst>
              </p14:cNvPr>
              <p14:cNvContentPartPr/>
              <p14:nvPr/>
            </p14:nvContentPartPr>
            <p14:xfrm>
              <a:off x="2742840" y="4409240"/>
              <a:ext cx="33840" cy="527400"/>
            </p14:xfrm>
          </p:contentPart>
        </mc:Choice>
        <mc:Fallback xmlns="">
          <p:pic>
            <p:nvPicPr>
              <p:cNvPr id="38" name="Ink 37">
                <a:extLst>
                  <a:ext uri="{FF2B5EF4-FFF2-40B4-BE49-F238E27FC236}">
                    <a16:creationId xmlns:a16="http://schemas.microsoft.com/office/drawing/2014/main" id="{FC8A37AB-5902-82F9-F2A1-3274C014F22E}"/>
                  </a:ext>
                </a:extLst>
              </p:cNvPr>
              <p:cNvPicPr/>
              <p:nvPr/>
            </p:nvPicPr>
            <p:blipFill>
              <a:blip r:embed="rId69"/>
              <a:stretch>
                <a:fillRect/>
              </a:stretch>
            </p:blipFill>
            <p:spPr>
              <a:xfrm>
                <a:off x="2689200" y="4301600"/>
                <a:ext cx="141480" cy="743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9" name="Ink 38">
                <a:extLst>
                  <a:ext uri="{FF2B5EF4-FFF2-40B4-BE49-F238E27FC236}">
                    <a16:creationId xmlns:a16="http://schemas.microsoft.com/office/drawing/2014/main" id="{927955AB-5DDC-2BD8-4586-DC9B56F0D94A}"/>
                  </a:ext>
                </a:extLst>
              </p14:cNvPr>
              <p14:cNvContentPartPr/>
              <p14:nvPr/>
            </p14:nvContentPartPr>
            <p14:xfrm>
              <a:off x="2783520" y="4988480"/>
              <a:ext cx="360" cy="360"/>
            </p14:xfrm>
          </p:contentPart>
        </mc:Choice>
        <mc:Fallback xmlns="">
          <p:pic>
            <p:nvPicPr>
              <p:cNvPr id="39" name="Ink 38">
                <a:extLst>
                  <a:ext uri="{FF2B5EF4-FFF2-40B4-BE49-F238E27FC236}">
                    <a16:creationId xmlns:a16="http://schemas.microsoft.com/office/drawing/2014/main" id="{927955AB-5DDC-2BD8-4586-DC9B56F0D94A}"/>
                  </a:ext>
                </a:extLst>
              </p:cNvPr>
              <p:cNvPicPr/>
              <p:nvPr/>
            </p:nvPicPr>
            <p:blipFill>
              <a:blip r:embed="rId23"/>
              <a:stretch>
                <a:fillRect/>
              </a:stretch>
            </p:blipFill>
            <p:spPr>
              <a:xfrm>
                <a:off x="2729880" y="488048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0" name="Ink 39">
                <a:extLst>
                  <a:ext uri="{FF2B5EF4-FFF2-40B4-BE49-F238E27FC236}">
                    <a16:creationId xmlns:a16="http://schemas.microsoft.com/office/drawing/2014/main" id="{65976A5D-B381-D42D-C353-6C3737E174FC}"/>
                  </a:ext>
                </a:extLst>
              </p14:cNvPr>
              <p14:cNvContentPartPr/>
              <p14:nvPr/>
            </p14:nvContentPartPr>
            <p14:xfrm>
              <a:off x="3016440" y="4409240"/>
              <a:ext cx="62280" cy="606240"/>
            </p14:xfrm>
          </p:contentPart>
        </mc:Choice>
        <mc:Fallback xmlns="">
          <p:pic>
            <p:nvPicPr>
              <p:cNvPr id="40" name="Ink 39">
                <a:extLst>
                  <a:ext uri="{FF2B5EF4-FFF2-40B4-BE49-F238E27FC236}">
                    <a16:creationId xmlns:a16="http://schemas.microsoft.com/office/drawing/2014/main" id="{65976A5D-B381-D42D-C353-6C3737E174FC}"/>
                  </a:ext>
                </a:extLst>
              </p:cNvPr>
              <p:cNvPicPr/>
              <p:nvPr/>
            </p:nvPicPr>
            <p:blipFill>
              <a:blip r:embed="rId72"/>
              <a:stretch>
                <a:fillRect/>
              </a:stretch>
            </p:blipFill>
            <p:spPr>
              <a:xfrm>
                <a:off x="2962800" y="4301600"/>
                <a:ext cx="169920" cy="821880"/>
              </a:xfrm>
              <a:prstGeom prst="rect">
                <a:avLst/>
              </a:prstGeom>
            </p:spPr>
          </p:pic>
        </mc:Fallback>
      </mc:AlternateContent>
    </p:spTree>
    <p:extLst>
      <p:ext uri="{BB962C8B-B14F-4D97-AF65-F5344CB8AC3E}">
        <p14:creationId xmlns:p14="http://schemas.microsoft.com/office/powerpoint/2010/main" val="615902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98B6-A4B2-3FEB-6415-9F2823C6003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90BE47-70BF-E59F-B5B9-74BD5EB2FD52}"/>
              </a:ext>
            </a:extLst>
          </p:cNvPr>
          <p:cNvSpPr>
            <a:spLocks noGrp="1"/>
          </p:cNvSpPr>
          <p:nvPr>
            <p:ph type="ctrTitle"/>
          </p:nvPr>
        </p:nvSpPr>
        <p:spPr>
          <a:xfrm>
            <a:off x="1523999" y="106589"/>
            <a:ext cx="10013879" cy="530410"/>
          </a:xfrm>
        </p:spPr>
        <p:txBody>
          <a:bodyPr>
            <a:noAutofit/>
          </a:bodyPr>
          <a:lstStyle/>
          <a:p>
            <a:r>
              <a:rPr lang="en-US" sz="2800" b="1" dirty="0">
                <a:solidFill>
                  <a:srgbClr val="FF0000"/>
                </a:solidFill>
              </a:rPr>
              <a:t>Determinants of affiliated donations in a level specification</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D2ECFED1-BD38-D0DD-6733-9F204C971F69}"/>
              </a:ext>
            </a:extLst>
          </p:cNvPr>
          <p:cNvPicPr>
            <a:picLocks noChangeAspect="1"/>
          </p:cNvPicPr>
          <p:nvPr/>
        </p:nvPicPr>
        <p:blipFill>
          <a:blip r:embed="rId3"/>
          <a:stretch>
            <a:fillRect/>
          </a:stretch>
        </p:blipFill>
        <p:spPr>
          <a:xfrm>
            <a:off x="0" y="6133457"/>
            <a:ext cx="12192000" cy="724543"/>
          </a:xfrm>
          <a:prstGeom prst="rect">
            <a:avLst/>
          </a:prstGeom>
        </p:spPr>
      </p:pic>
      <p:pic>
        <p:nvPicPr>
          <p:cNvPr id="11" name="Picture 10">
            <a:extLst>
              <a:ext uri="{FF2B5EF4-FFF2-40B4-BE49-F238E27FC236}">
                <a16:creationId xmlns:a16="http://schemas.microsoft.com/office/drawing/2014/main" id="{F45628E7-E50F-93D9-2E20-AF9033FF6699}"/>
              </a:ext>
            </a:extLst>
          </p:cNvPr>
          <p:cNvPicPr>
            <a:picLocks noChangeAspect="1"/>
          </p:cNvPicPr>
          <p:nvPr/>
        </p:nvPicPr>
        <p:blipFill>
          <a:blip r:embed="rId4"/>
          <a:stretch>
            <a:fillRect/>
          </a:stretch>
        </p:blipFill>
        <p:spPr>
          <a:xfrm>
            <a:off x="0" y="1053449"/>
            <a:ext cx="5808869" cy="5080008"/>
          </a:xfrm>
          <a:prstGeom prst="rect">
            <a:avLst/>
          </a:prstGeom>
        </p:spPr>
      </p:pic>
      <p:pic>
        <p:nvPicPr>
          <p:cNvPr id="13" name="Picture 12">
            <a:extLst>
              <a:ext uri="{FF2B5EF4-FFF2-40B4-BE49-F238E27FC236}">
                <a16:creationId xmlns:a16="http://schemas.microsoft.com/office/drawing/2014/main" id="{66A8EE61-42D7-E839-D197-7FA74FA3BF00}"/>
              </a:ext>
            </a:extLst>
          </p:cNvPr>
          <p:cNvPicPr>
            <a:picLocks noChangeAspect="1"/>
          </p:cNvPicPr>
          <p:nvPr/>
        </p:nvPicPr>
        <p:blipFill>
          <a:blip r:embed="rId5"/>
          <a:stretch>
            <a:fillRect/>
          </a:stretch>
        </p:blipFill>
        <p:spPr>
          <a:xfrm>
            <a:off x="5856068" y="1053449"/>
            <a:ext cx="6298153" cy="5080008"/>
          </a:xfrm>
          <a:prstGeom prst="rect">
            <a:avLst/>
          </a:prstGeom>
        </p:spPr>
      </p:pic>
    </p:spTree>
    <p:extLst>
      <p:ext uri="{BB962C8B-B14F-4D97-AF65-F5344CB8AC3E}">
        <p14:creationId xmlns:p14="http://schemas.microsoft.com/office/powerpoint/2010/main" val="2283548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411D-321D-0019-305B-EE74C52955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1D8DC9-F7B0-86D1-0B7C-B97F20333515}"/>
              </a:ext>
            </a:extLst>
          </p:cNvPr>
          <p:cNvSpPr>
            <a:spLocks noGrp="1"/>
          </p:cNvSpPr>
          <p:nvPr>
            <p:ph type="ctrTitle"/>
          </p:nvPr>
        </p:nvSpPr>
        <p:spPr>
          <a:xfrm>
            <a:off x="390418" y="106588"/>
            <a:ext cx="10952252" cy="724543"/>
          </a:xfrm>
        </p:spPr>
        <p:txBody>
          <a:bodyPr>
            <a:normAutofit fontScale="90000"/>
          </a:bodyPr>
          <a:lstStyle/>
          <a:p>
            <a:r>
              <a:rPr lang="en-US" sz="3600" b="1" dirty="0">
                <a:solidFill>
                  <a:srgbClr val="FF0000"/>
                </a:solidFill>
              </a:rPr>
              <a:t>Determinants of affiliated donations in a level specification</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FACE9AB5-D155-143D-5E1A-B56A69B4D270}"/>
              </a:ext>
            </a:extLst>
          </p:cNvPr>
          <p:cNvPicPr>
            <a:picLocks noChangeAspect="1"/>
          </p:cNvPicPr>
          <p:nvPr/>
        </p:nvPicPr>
        <p:blipFill>
          <a:blip r:embed="rId3"/>
          <a:stretch>
            <a:fillRect/>
          </a:stretch>
        </p:blipFill>
        <p:spPr>
          <a:xfrm>
            <a:off x="0" y="6133457"/>
            <a:ext cx="12192000" cy="724543"/>
          </a:xfrm>
          <a:prstGeom prst="rect">
            <a:avLst/>
          </a:prstGeom>
        </p:spPr>
      </p:pic>
      <p:pic>
        <p:nvPicPr>
          <p:cNvPr id="7" name="Picture 6">
            <a:extLst>
              <a:ext uri="{FF2B5EF4-FFF2-40B4-BE49-F238E27FC236}">
                <a16:creationId xmlns:a16="http://schemas.microsoft.com/office/drawing/2014/main" id="{F1EC219D-C8AE-73A1-3E51-87BE201C728C}"/>
              </a:ext>
            </a:extLst>
          </p:cNvPr>
          <p:cNvPicPr>
            <a:picLocks noChangeAspect="1"/>
          </p:cNvPicPr>
          <p:nvPr/>
        </p:nvPicPr>
        <p:blipFill>
          <a:blip r:embed="rId4"/>
          <a:stretch>
            <a:fillRect/>
          </a:stretch>
        </p:blipFill>
        <p:spPr>
          <a:xfrm>
            <a:off x="0" y="1053449"/>
            <a:ext cx="5923119" cy="5080008"/>
          </a:xfrm>
          <a:prstGeom prst="rect">
            <a:avLst/>
          </a:prstGeom>
        </p:spPr>
      </p:pic>
      <p:pic>
        <p:nvPicPr>
          <p:cNvPr id="9" name="Picture 8">
            <a:extLst>
              <a:ext uri="{FF2B5EF4-FFF2-40B4-BE49-F238E27FC236}">
                <a16:creationId xmlns:a16="http://schemas.microsoft.com/office/drawing/2014/main" id="{A4D51672-95AF-D794-D47A-AE670E216EE5}"/>
              </a:ext>
            </a:extLst>
          </p:cNvPr>
          <p:cNvPicPr>
            <a:picLocks noChangeAspect="1"/>
          </p:cNvPicPr>
          <p:nvPr/>
        </p:nvPicPr>
        <p:blipFill>
          <a:blip r:embed="rId5"/>
          <a:stretch>
            <a:fillRect/>
          </a:stretch>
        </p:blipFill>
        <p:spPr>
          <a:xfrm>
            <a:off x="5923119" y="1053449"/>
            <a:ext cx="6221682" cy="5080008"/>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B6B00F9A-2354-2F7F-FA93-9715E54C68E7}"/>
                  </a:ext>
                </a:extLst>
              </p14:cNvPr>
              <p14:cNvContentPartPr/>
              <p14:nvPr/>
            </p14:nvContentPartPr>
            <p14:xfrm>
              <a:off x="121680" y="5617760"/>
              <a:ext cx="1685880" cy="62280"/>
            </p14:xfrm>
          </p:contentPart>
        </mc:Choice>
        <mc:Fallback xmlns="">
          <p:pic>
            <p:nvPicPr>
              <p:cNvPr id="2" name="Ink 1">
                <a:extLst>
                  <a:ext uri="{FF2B5EF4-FFF2-40B4-BE49-F238E27FC236}">
                    <a16:creationId xmlns:a16="http://schemas.microsoft.com/office/drawing/2014/main" id="{B6B00F9A-2354-2F7F-FA93-9715E54C68E7}"/>
                  </a:ext>
                </a:extLst>
              </p:cNvPr>
              <p:cNvPicPr/>
              <p:nvPr/>
            </p:nvPicPr>
            <p:blipFill>
              <a:blip r:embed="rId7"/>
              <a:stretch>
                <a:fillRect/>
              </a:stretch>
            </p:blipFill>
            <p:spPr>
              <a:xfrm>
                <a:off x="67680" y="5509760"/>
                <a:ext cx="179352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0E033E08-AFA7-0801-1A6A-6BF2DF2F690E}"/>
                  </a:ext>
                </a:extLst>
              </p14:cNvPr>
              <p14:cNvContentPartPr/>
              <p14:nvPr/>
            </p14:nvContentPartPr>
            <p14:xfrm>
              <a:off x="132120" y="5699480"/>
              <a:ext cx="1614960" cy="32400"/>
            </p14:xfrm>
          </p:contentPart>
        </mc:Choice>
        <mc:Fallback xmlns="">
          <p:pic>
            <p:nvPicPr>
              <p:cNvPr id="3" name="Ink 2">
                <a:extLst>
                  <a:ext uri="{FF2B5EF4-FFF2-40B4-BE49-F238E27FC236}">
                    <a16:creationId xmlns:a16="http://schemas.microsoft.com/office/drawing/2014/main" id="{0E033E08-AFA7-0801-1A6A-6BF2DF2F690E}"/>
                  </a:ext>
                </a:extLst>
              </p:cNvPr>
              <p:cNvPicPr/>
              <p:nvPr/>
            </p:nvPicPr>
            <p:blipFill>
              <a:blip r:embed="rId9"/>
              <a:stretch>
                <a:fillRect/>
              </a:stretch>
            </p:blipFill>
            <p:spPr>
              <a:xfrm>
                <a:off x="78120" y="5591840"/>
                <a:ext cx="17226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D95A24ED-F2FB-50FC-A6CE-7F98B8506717}"/>
                  </a:ext>
                </a:extLst>
              </p14:cNvPr>
              <p14:cNvContentPartPr/>
              <p14:nvPr/>
            </p14:nvContentPartPr>
            <p14:xfrm>
              <a:off x="3484800" y="5617760"/>
              <a:ext cx="486360" cy="61920"/>
            </p14:xfrm>
          </p:contentPart>
        </mc:Choice>
        <mc:Fallback xmlns="">
          <p:pic>
            <p:nvPicPr>
              <p:cNvPr id="4" name="Ink 3">
                <a:extLst>
                  <a:ext uri="{FF2B5EF4-FFF2-40B4-BE49-F238E27FC236}">
                    <a16:creationId xmlns:a16="http://schemas.microsoft.com/office/drawing/2014/main" id="{D95A24ED-F2FB-50FC-A6CE-7F98B8506717}"/>
                  </a:ext>
                </a:extLst>
              </p:cNvPr>
              <p:cNvPicPr/>
              <p:nvPr/>
            </p:nvPicPr>
            <p:blipFill>
              <a:blip r:embed="rId11"/>
              <a:stretch>
                <a:fillRect/>
              </a:stretch>
            </p:blipFill>
            <p:spPr>
              <a:xfrm>
                <a:off x="3430800" y="5509760"/>
                <a:ext cx="59400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8EB6B78D-57EA-9331-A1FD-EA96351791E6}"/>
                  </a:ext>
                </a:extLst>
              </p14:cNvPr>
              <p14:cNvContentPartPr/>
              <p14:nvPr/>
            </p14:nvContentPartPr>
            <p14:xfrm>
              <a:off x="5181120" y="5648720"/>
              <a:ext cx="508320" cy="21240"/>
            </p14:xfrm>
          </p:contentPart>
        </mc:Choice>
        <mc:Fallback xmlns="">
          <p:pic>
            <p:nvPicPr>
              <p:cNvPr id="6" name="Ink 5">
                <a:extLst>
                  <a:ext uri="{FF2B5EF4-FFF2-40B4-BE49-F238E27FC236}">
                    <a16:creationId xmlns:a16="http://schemas.microsoft.com/office/drawing/2014/main" id="{8EB6B78D-57EA-9331-A1FD-EA96351791E6}"/>
                  </a:ext>
                </a:extLst>
              </p:cNvPr>
              <p:cNvPicPr/>
              <p:nvPr/>
            </p:nvPicPr>
            <p:blipFill>
              <a:blip r:embed="rId13"/>
              <a:stretch>
                <a:fillRect/>
              </a:stretch>
            </p:blipFill>
            <p:spPr>
              <a:xfrm>
                <a:off x="5127480" y="5541080"/>
                <a:ext cx="6159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EE695BE9-567B-F6BE-30C9-987F9674A668}"/>
                  </a:ext>
                </a:extLst>
              </p14:cNvPr>
              <p14:cNvContentPartPr/>
              <p14:nvPr/>
            </p14:nvContentPartPr>
            <p14:xfrm>
              <a:off x="5191560" y="5730080"/>
              <a:ext cx="466560" cy="10800"/>
            </p14:xfrm>
          </p:contentPart>
        </mc:Choice>
        <mc:Fallback xmlns="">
          <p:pic>
            <p:nvPicPr>
              <p:cNvPr id="8" name="Ink 7">
                <a:extLst>
                  <a:ext uri="{FF2B5EF4-FFF2-40B4-BE49-F238E27FC236}">
                    <a16:creationId xmlns:a16="http://schemas.microsoft.com/office/drawing/2014/main" id="{EE695BE9-567B-F6BE-30C9-987F9674A668}"/>
                  </a:ext>
                </a:extLst>
              </p:cNvPr>
              <p:cNvPicPr/>
              <p:nvPr/>
            </p:nvPicPr>
            <p:blipFill>
              <a:blip r:embed="rId15"/>
              <a:stretch>
                <a:fillRect/>
              </a:stretch>
            </p:blipFill>
            <p:spPr>
              <a:xfrm>
                <a:off x="5137920" y="5622440"/>
                <a:ext cx="5742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D861209-AADF-0C10-E84F-291FBB47E864}"/>
                  </a:ext>
                </a:extLst>
              </p14:cNvPr>
              <p14:cNvContentPartPr/>
              <p14:nvPr/>
            </p14:nvContentPartPr>
            <p14:xfrm>
              <a:off x="3464280" y="5739440"/>
              <a:ext cx="496800" cy="11880"/>
            </p14:xfrm>
          </p:contentPart>
        </mc:Choice>
        <mc:Fallback xmlns="">
          <p:pic>
            <p:nvPicPr>
              <p:cNvPr id="10" name="Ink 9">
                <a:extLst>
                  <a:ext uri="{FF2B5EF4-FFF2-40B4-BE49-F238E27FC236}">
                    <a16:creationId xmlns:a16="http://schemas.microsoft.com/office/drawing/2014/main" id="{8D861209-AADF-0C10-E84F-291FBB47E864}"/>
                  </a:ext>
                </a:extLst>
              </p:cNvPr>
              <p:cNvPicPr/>
              <p:nvPr/>
            </p:nvPicPr>
            <p:blipFill>
              <a:blip r:embed="rId17"/>
              <a:stretch>
                <a:fillRect/>
              </a:stretch>
            </p:blipFill>
            <p:spPr>
              <a:xfrm>
                <a:off x="3410640" y="5631800"/>
                <a:ext cx="6044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056D7ACD-A787-A4EC-046E-80F99E6B8F61}"/>
                  </a:ext>
                </a:extLst>
              </p14:cNvPr>
              <p14:cNvContentPartPr/>
              <p14:nvPr/>
            </p14:nvContentPartPr>
            <p14:xfrm>
              <a:off x="3464280" y="2306840"/>
              <a:ext cx="416160" cy="50400"/>
            </p14:xfrm>
          </p:contentPart>
        </mc:Choice>
        <mc:Fallback xmlns="">
          <p:pic>
            <p:nvPicPr>
              <p:cNvPr id="11" name="Ink 10">
                <a:extLst>
                  <a:ext uri="{FF2B5EF4-FFF2-40B4-BE49-F238E27FC236}">
                    <a16:creationId xmlns:a16="http://schemas.microsoft.com/office/drawing/2014/main" id="{056D7ACD-A787-A4EC-046E-80F99E6B8F61}"/>
                  </a:ext>
                </a:extLst>
              </p:cNvPr>
              <p:cNvPicPr/>
              <p:nvPr/>
            </p:nvPicPr>
            <p:blipFill>
              <a:blip r:embed="rId19"/>
              <a:stretch>
                <a:fillRect/>
              </a:stretch>
            </p:blipFill>
            <p:spPr>
              <a:xfrm>
                <a:off x="3410640" y="2198840"/>
                <a:ext cx="52380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7F77B7F7-5CC7-525A-B19B-12EFB6A2EBCB}"/>
                  </a:ext>
                </a:extLst>
              </p14:cNvPr>
              <p14:cNvContentPartPr/>
              <p14:nvPr/>
            </p14:nvContentPartPr>
            <p14:xfrm>
              <a:off x="3484800" y="2396120"/>
              <a:ext cx="358560" cy="28440"/>
            </p14:xfrm>
          </p:contentPart>
        </mc:Choice>
        <mc:Fallback xmlns="">
          <p:pic>
            <p:nvPicPr>
              <p:cNvPr id="12" name="Ink 11">
                <a:extLst>
                  <a:ext uri="{FF2B5EF4-FFF2-40B4-BE49-F238E27FC236}">
                    <a16:creationId xmlns:a16="http://schemas.microsoft.com/office/drawing/2014/main" id="{7F77B7F7-5CC7-525A-B19B-12EFB6A2EBCB}"/>
                  </a:ext>
                </a:extLst>
              </p:cNvPr>
              <p:cNvPicPr/>
              <p:nvPr/>
            </p:nvPicPr>
            <p:blipFill>
              <a:blip r:embed="rId21"/>
              <a:stretch>
                <a:fillRect/>
              </a:stretch>
            </p:blipFill>
            <p:spPr>
              <a:xfrm>
                <a:off x="3430800" y="2288480"/>
                <a:ext cx="4662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7DCCB840-449D-ADBD-8145-BEE63BA13A23}"/>
                  </a:ext>
                </a:extLst>
              </p14:cNvPr>
              <p14:cNvContentPartPr/>
              <p14:nvPr/>
            </p14:nvContentPartPr>
            <p14:xfrm>
              <a:off x="5140800" y="2346800"/>
              <a:ext cx="470880" cy="6480"/>
            </p14:xfrm>
          </p:contentPart>
        </mc:Choice>
        <mc:Fallback xmlns="">
          <p:pic>
            <p:nvPicPr>
              <p:cNvPr id="13" name="Ink 12">
                <a:extLst>
                  <a:ext uri="{FF2B5EF4-FFF2-40B4-BE49-F238E27FC236}">
                    <a16:creationId xmlns:a16="http://schemas.microsoft.com/office/drawing/2014/main" id="{7DCCB840-449D-ADBD-8145-BEE63BA13A23}"/>
                  </a:ext>
                </a:extLst>
              </p:cNvPr>
              <p:cNvPicPr/>
              <p:nvPr/>
            </p:nvPicPr>
            <p:blipFill>
              <a:blip r:embed="rId23"/>
              <a:stretch>
                <a:fillRect/>
              </a:stretch>
            </p:blipFill>
            <p:spPr>
              <a:xfrm>
                <a:off x="5087160" y="2239160"/>
                <a:ext cx="57852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7F5FCD17-4533-0EE4-B86D-BF2EC6673163}"/>
                  </a:ext>
                </a:extLst>
              </p14:cNvPr>
              <p14:cNvContentPartPr/>
              <p14:nvPr/>
            </p14:nvContentPartPr>
            <p14:xfrm>
              <a:off x="5212080" y="2387480"/>
              <a:ext cx="303840" cy="20880"/>
            </p14:xfrm>
          </p:contentPart>
        </mc:Choice>
        <mc:Fallback xmlns="">
          <p:pic>
            <p:nvPicPr>
              <p:cNvPr id="14" name="Ink 13">
                <a:extLst>
                  <a:ext uri="{FF2B5EF4-FFF2-40B4-BE49-F238E27FC236}">
                    <a16:creationId xmlns:a16="http://schemas.microsoft.com/office/drawing/2014/main" id="{7F5FCD17-4533-0EE4-B86D-BF2EC6673163}"/>
                  </a:ext>
                </a:extLst>
              </p:cNvPr>
              <p:cNvPicPr/>
              <p:nvPr/>
            </p:nvPicPr>
            <p:blipFill>
              <a:blip r:embed="rId25"/>
              <a:stretch>
                <a:fillRect/>
              </a:stretch>
            </p:blipFill>
            <p:spPr>
              <a:xfrm>
                <a:off x="5158080" y="2279480"/>
                <a:ext cx="41148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17D1CE82-2F9F-A2B3-8C76-AE1494196340}"/>
                  </a:ext>
                </a:extLst>
              </p14:cNvPr>
              <p14:cNvContentPartPr/>
              <p14:nvPr/>
            </p14:nvContentPartPr>
            <p14:xfrm>
              <a:off x="5140800" y="2468480"/>
              <a:ext cx="497160" cy="22320"/>
            </p14:xfrm>
          </p:contentPart>
        </mc:Choice>
        <mc:Fallback xmlns="">
          <p:pic>
            <p:nvPicPr>
              <p:cNvPr id="15" name="Ink 14">
                <a:extLst>
                  <a:ext uri="{FF2B5EF4-FFF2-40B4-BE49-F238E27FC236}">
                    <a16:creationId xmlns:a16="http://schemas.microsoft.com/office/drawing/2014/main" id="{17D1CE82-2F9F-A2B3-8C76-AE1494196340}"/>
                  </a:ext>
                </a:extLst>
              </p:cNvPr>
              <p:cNvPicPr/>
              <p:nvPr/>
            </p:nvPicPr>
            <p:blipFill>
              <a:blip r:embed="rId27"/>
              <a:stretch>
                <a:fillRect/>
              </a:stretch>
            </p:blipFill>
            <p:spPr>
              <a:xfrm>
                <a:off x="5087160" y="2360480"/>
                <a:ext cx="6048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18BA2CE4-31FF-260B-9C99-FD25F0A9833D}"/>
                  </a:ext>
                </a:extLst>
              </p14:cNvPr>
              <p14:cNvContentPartPr/>
              <p14:nvPr/>
            </p14:nvContentPartPr>
            <p14:xfrm>
              <a:off x="111600" y="4429400"/>
              <a:ext cx="1421640" cy="42120"/>
            </p14:xfrm>
          </p:contentPart>
        </mc:Choice>
        <mc:Fallback xmlns="">
          <p:pic>
            <p:nvPicPr>
              <p:cNvPr id="16" name="Ink 15">
                <a:extLst>
                  <a:ext uri="{FF2B5EF4-FFF2-40B4-BE49-F238E27FC236}">
                    <a16:creationId xmlns:a16="http://schemas.microsoft.com/office/drawing/2014/main" id="{18BA2CE4-31FF-260B-9C99-FD25F0A9833D}"/>
                  </a:ext>
                </a:extLst>
              </p:cNvPr>
              <p:cNvPicPr/>
              <p:nvPr/>
            </p:nvPicPr>
            <p:blipFill>
              <a:blip r:embed="rId29"/>
              <a:stretch>
                <a:fillRect/>
              </a:stretch>
            </p:blipFill>
            <p:spPr>
              <a:xfrm>
                <a:off x="57960" y="4321400"/>
                <a:ext cx="15292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DFC2F5DE-A066-B46D-25E9-E680612ED8F2}"/>
                  </a:ext>
                </a:extLst>
              </p14:cNvPr>
              <p14:cNvContentPartPr/>
              <p14:nvPr/>
            </p14:nvContentPartPr>
            <p14:xfrm>
              <a:off x="3342240" y="4469000"/>
              <a:ext cx="2173320" cy="43200"/>
            </p14:xfrm>
          </p:contentPart>
        </mc:Choice>
        <mc:Fallback xmlns="">
          <p:pic>
            <p:nvPicPr>
              <p:cNvPr id="17" name="Ink 16">
                <a:extLst>
                  <a:ext uri="{FF2B5EF4-FFF2-40B4-BE49-F238E27FC236}">
                    <a16:creationId xmlns:a16="http://schemas.microsoft.com/office/drawing/2014/main" id="{DFC2F5DE-A066-B46D-25E9-E680612ED8F2}"/>
                  </a:ext>
                </a:extLst>
              </p:cNvPr>
              <p:cNvPicPr/>
              <p:nvPr/>
            </p:nvPicPr>
            <p:blipFill>
              <a:blip r:embed="rId31"/>
              <a:stretch>
                <a:fillRect/>
              </a:stretch>
            </p:blipFill>
            <p:spPr>
              <a:xfrm>
                <a:off x="3288600" y="4361360"/>
                <a:ext cx="228096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C744EB45-86B9-CFD5-29BD-2BF70BDEB3B0}"/>
                  </a:ext>
                </a:extLst>
              </p14:cNvPr>
              <p14:cNvContentPartPr/>
              <p14:nvPr/>
            </p14:nvContentPartPr>
            <p14:xfrm>
              <a:off x="101160" y="4703720"/>
              <a:ext cx="5384520" cy="102960"/>
            </p14:xfrm>
          </p:contentPart>
        </mc:Choice>
        <mc:Fallback xmlns="">
          <p:pic>
            <p:nvPicPr>
              <p:cNvPr id="18" name="Ink 17">
                <a:extLst>
                  <a:ext uri="{FF2B5EF4-FFF2-40B4-BE49-F238E27FC236}">
                    <a16:creationId xmlns:a16="http://schemas.microsoft.com/office/drawing/2014/main" id="{C744EB45-86B9-CFD5-29BD-2BF70BDEB3B0}"/>
                  </a:ext>
                </a:extLst>
              </p:cNvPr>
              <p:cNvPicPr/>
              <p:nvPr/>
            </p:nvPicPr>
            <p:blipFill>
              <a:blip r:embed="rId33"/>
              <a:stretch>
                <a:fillRect/>
              </a:stretch>
            </p:blipFill>
            <p:spPr>
              <a:xfrm>
                <a:off x="47520" y="4596080"/>
                <a:ext cx="549216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A796A3EA-17AA-A2C1-3E20-9FB7638DD1B0}"/>
                  </a:ext>
                </a:extLst>
              </p14:cNvPr>
              <p14:cNvContentPartPr/>
              <p14:nvPr/>
            </p14:nvContentPartPr>
            <p14:xfrm>
              <a:off x="3382920" y="4612280"/>
              <a:ext cx="2082240" cy="61920"/>
            </p14:xfrm>
          </p:contentPart>
        </mc:Choice>
        <mc:Fallback xmlns="">
          <p:pic>
            <p:nvPicPr>
              <p:cNvPr id="19" name="Ink 18">
                <a:extLst>
                  <a:ext uri="{FF2B5EF4-FFF2-40B4-BE49-F238E27FC236}">
                    <a16:creationId xmlns:a16="http://schemas.microsoft.com/office/drawing/2014/main" id="{A796A3EA-17AA-A2C1-3E20-9FB7638DD1B0}"/>
                  </a:ext>
                </a:extLst>
              </p:cNvPr>
              <p:cNvPicPr/>
              <p:nvPr/>
            </p:nvPicPr>
            <p:blipFill>
              <a:blip r:embed="rId35"/>
              <a:stretch>
                <a:fillRect/>
              </a:stretch>
            </p:blipFill>
            <p:spPr>
              <a:xfrm>
                <a:off x="3329280" y="4504640"/>
                <a:ext cx="218988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A55E4C44-F0F9-AB79-E216-5B70394EA619}"/>
                  </a:ext>
                </a:extLst>
              </p14:cNvPr>
              <p14:cNvContentPartPr/>
              <p14:nvPr/>
            </p14:nvContentPartPr>
            <p14:xfrm>
              <a:off x="5120640" y="4774280"/>
              <a:ext cx="382320" cy="31680"/>
            </p14:xfrm>
          </p:contentPart>
        </mc:Choice>
        <mc:Fallback xmlns="">
          <p:pic>
            <p:nvPicPr>
              <p:cNvPr id="21" name="Ink 20">
                <a:extLst>
                  <a:ext uri="{FF2B5EF4-FFF2-40B4-BE49-F238E27FC236}">
                    <a16:creationId xmlns:a16="http://schemas.microsoft.com/office/drawing/2014/main" id="{A55E4C44-F0F9-AB79-E216-5B70394EA619}"/>
                  </a:ext>
                </a:extLst>
              </p:cNvPr>
              <p:cNvPicPr/>
              <p:nvPr/>
            </p:nvPicPr>
            <p:blipFill>
              <a:blip r:embed="rId37"/>
              <a:stretch>
                <a:fillRect/>
              </a:stretch>
            </p:blipFill>
            <p:spPr>
              <a:xfrm>
                <a:off x="5066640" y="4666640"/>
                <a:ext cx="489960" cy="247320"/>
              </a:xfrm>
              <a:prstGeom prst="rect">
                <a:avLst/>
              </a:prstGeom>
            </p:spPr>
          </p:pic>
        </mc:Fallback>
      </mc:AlternateContent>
    </p:spTree>
    <p:extLst>
      <p:ext uri="{BB962C8B-B14F-4D97-AF65-F5344CB8AC3E}">
        <p14:creationId xmlns:p14="http://schemas.microsoft.com/office/powerpoint/2010/main" val="1492018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5BDEF-472B-8112-833C-202A2BF2936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9B0B7E6-0C6D-30D0-C580-59FA85440428}"/>
              </a:ext>
            </a:extLst>
          </p:cNvPr>
          <p:cNvSpPr>
            <a:spLocks noGrp="1"/>
          </p:cNvSpPr>
          <p:nvPr>
            <p:ph type="ctrTitle"/>
          </p:nvPr>
        </p:nvSpPr>
        <p:spPr>
          <a:xfrm>
            <a:off x="-111760" y="106588"/>
            <a:ext cx="12019280" cy="724543"/>
          </a:xfrm>
        </p:spPr>
        <p:txBody>
          <a:bodyPr>
            <a:noAutofit/>
          </a:bodyPr>
          <a:lstStyle/>
          <a:p>
            <a:r>
              <a:rPr lang="en-US" sz="2800" b="1" dirty="0">
                <a:solidFill>
                  <a:srgbClr val="FF0000"/>
                </a:solidFill>
              </a:rPr>
              <a:t>Changes in affiliated donations around directors’ appointments and exogenous departures</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9B358507-77FD-F092-7B1D-55FE1719B9B1}"/>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A70BA769-DA05-089B-FE8A-11517524CFED}"/>
              </a:ext>
            </a:extLst>
          </p:cNvPr>
          <p:cNvPicPr>
            <a:picLocks noChangeAspect="1"/>
          </p:cNvPicPr>
          <p:nvPr/>
        </p:nvPicPr>
        <p:blipFill>
          <a:blip r:embed="rId4"/>
          <a:stretch>
            <a:fillRect/>
          </a:stretch>
        </p:blipFill>
        <p:spPr>
          <a:xfrm>
            <a:off x="0" y="831131"/>
            <a:ext cx="5027922" cy="6246812"/>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BD26F658-9BF4-D412-9FBC-F3A088BE42D7}"/>
                  </a:ext>
                </a:extLst>
              </p14:cNvPr>
              <p14:cNvContentPartPr/>
              <p14:nvPr/>
            </p14:nvContentPartPr>
            <p14:xfrm>
              <a:off x="2428560" y="2426600"/>
              <a:ext cx="420840" cy="43200"/>
            </p14:xfrm>
          </p:contentPart>
        </mc:Choice>
        <mc:Fallback xmlns="">
          <p:pic>
            <p:nvPicPr>
              <p:cNvPr id="2" name="Ink 1">
                <a:extLst>
                  <a:ext uri="{FF2B5EF4-FFF2-40B4-BE49-F238E27FC236}">
                    <a16:creationId xmlns:a16="http://schemas.microsoft.com/office/drawing/2014/main" id="{BD26F658-9BF4-D412-9FBC-F3A088BE42D7}"/>
                  </a:ext>
                </a:extLst>
              </p:cNvPr>
              <p:cNvPicPr/>
              <p:nvPr/>
            </p:nvPicPr>
            <p:blipFill>
              <a:blip r:embed="rId6"/>
              <a:stretch>
                <a:fillRect/>
              </a:stretch>
            </p:blipFill>
            <p:spPr>
              <a:xfrm>
                <a:off x="2374560" y="2318960"/>
                <a:ext cx="5284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E93910A4-098A-5922-CBE9-26A23D621A4B}"/>
                  </a:ext>
                </a:extLst>
              </p14:cNvPr>
              <p14:cNvContentPartPr/>
              <p14:nvPr/>
            </p14:nvContentPartPr>
            <p14:xfrm>
              <a:off x="2519280" y="3779120"/>
              <a:ext cx="369360" cy="21600"/>
            </p14:xfrm>
          </p:contentPart>
        </mc:Choice>
        <mc:Fallback xmlns="">
          <p:pic>
            <p:nvPicPr>
              <p:cNvPr id="4" name="Ink 3">
                <a:extLst>
                  <a:ext uri="{FF2B5EF4-FFF2-40B4-BE49-F238E27FC236}">
                    <a16:creationId xmlns:a16="http://schemas.microsoft.com/office/drawing/2014/main" id="{E93910A4-098A-5922-CBE9-26A23D621A4B}"/>
                  </a:ext>
                </a:extLst>
              </p:cNvPr>
              <p:cNvPicPr/>
              <p:nvPr/>
            </p:nvPicPr>
            <p:blipFill>
              <a:blip r:embed="rId8"/>
              <a:stretch>
                <a:fillRect/>
              </a:stretch>
            </p:blipFill>
            <p:spPr>
              <a:xfrm>
                <a:off x="2465640" y="3671480"/>
                <a:ext cx="4770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C08662D3-91C6-5074-8327-48F06A7E1751}"/>
                  </a:ext>
                </a:extLst>
              </p14:cNvPr>
              <p14:cNvContentPartPr/>
              <p14:nvPr/>
            </p14:nvContentPartPr>
            <p14:xfrm>
              <a:off x="2490480" y="5190320"/>
              <a:ext cx="476640" cy="123840"/>
            </p14:xfrm>
          </p:contentPart>
        </mc:Choice>
        <mc:Fallback xmlns="">
          <p:pic>
            <p:nvPicPr>
              <p:cNvPr id="6" name="Ink 5">
                <a:extLst>
                  <a:ext uri="{FF2B5EF4-FFF2-40B4-BE49-F238E27FC236}">
                    <a16:creationId xmlns:a16="http://schemas.microsoft.com/office/drawing/2014/main" id="{C08662D3-91C6-5074-8327-48F06A7E1751}"/>
                  </a:ext>
                </a:extLst>
              </p:cNvPr>
              <p:cNvPicPr/>
              <p:nvPr/>
            </p:nvPicPr>
            <p:blipFill>
              <a:blip r:embed="rId10"/>
              <a:stretch>
                <a:fillRect/>
              </a:stretch>
            </p:blipFill>
            <p:spPr>
              <a:xfrm>
                <a:off x="2436840" y="5082680"/>
                <a:ext cx="58428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6ACB87E4-6C32-01B3-5C6C-F811B1DDB665}"/>
                  </a:ext>
                </a:extLst>
              </p14:cNvPr>
              <p14:cNvContentPartPr/>
              <p14:nvPr/>
            </p14:nvContentPartPr>
            <p14:xfrm>
              <a:off x="2418120" y="6633920"/>
              <a:ext cx="527040" cy="30960"/>
            </p14:xfrm>
          </p:contentPart>
        </mc:Choice>
        <mc:Fallback xmlns="">
          <p:pic>
            <p:nvPicPr>
              <p:cNvPr id="7" name="Ink 6">
                <a:extLst>
                  <a:ext uri="{FF2B5EF4-FFF2-40B4-BE49-F238E27FC236}">
                    <a16:creationId xmlns:a16="http://schemas.microsoft.com/office/drawing/2014/main" id="{6ACB87E4-6C32-01B3-5C6C-F811B1DDB665}"/>
                  </a:ext>
                </a:extLst>
              </p:cNvPr>
              <p:cNvPicPr/>
              <p:nvPr/>
            </p:nvPicPr>
            <p:blipFill>
              <a:blip r:embed="rId12"/>
              <a:stretch>
                <a:fillRect/>
              </a:stretch>
            </p:blipFill>
            <p:spPr>
              <a:xfrm>
                <a:off x="2364120" y="6525920"/>
                <a:ext cx="634680" cy="246600"/>
              </a:xfrm>
              <a:prstGeom prst="rect">
                <a:avLst/>
              </a:prstGeom>
            </p:spPr>
          </p:pic>
        </mc:Fallback>
      </mc:AlternateContent>
    </p:spTree>
    <p:extLst>
      <p:ext uri="{BB962C8B-B14F-4D97-AF65-F5344CB8AC3E}">
        <p14:creationId xmlns:p14="http://schemas.microsoft.com/office/powerpoint/2010/main" val="2411332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2773-CFD0-E1FE-8144-26D3E29265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9185D3-D091-B165-4C35-95ADA9EE0B87}"/>
              </a:ext>
            </a:extLst>
          </p:cNvPr>
          <p:cNvSpPr>
            <a:spLocks noGrp="1"/>
          </p:cNvSpPr>
          <p:nvPr>
            <p:ph type="ctrTitle"/>
          </p:nvPr>
        </p:nvSpPr>
        <p:spPr>
          <a:xfrm>
            <a:off x="1524000" y="106588"/>
            <a:ext cx="9144000" cy="724543"/>
          </a:xfrm>
        </p:spPr>
        <p:txBody>
          <a:bodyPr>
            <a:noAutofit/>
          </a:bodyPr>
          <a:lstStyle/>
          <a:p>
            <a:r>
              <a:rPr lang="en-US" sz="2800" b="1" dirty="0">
                <a:solidFill>
                  <a:srgbClr val="FF0000"/>
                </a:solidFill>
              </a:rPr>
              <a:t>Changes in affiliated donations around directors’ appointments and exogenous departures</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E010B9BE-71B6-4E07-F84A-43903757C91D}"/>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2FCF3CA8-01B3-F5AB-733E-12944DA14EC7}"/>
              </a:ext>
            </a:extLst>
          </p:cNvPr>
          <p:cNvPicPr>
            <a:picLocks noChangeAspect="1"/>
          </p:cNvPicPr>
          <p:nvPr/>
        </p:nvPicPr>
        <p:blipFill>
          <a:blip r:embed="rId4"/>
          <a:stretch>
            <a:fillRect/>
          </a:stretch>
        </p:blipFill>
        <p:spPr>
          <a:xfrm>
            <a:off x="298033" y="748579"/>
            <a:ext cx="4869868" cy="6109421"/>
          </a:xfrm>
          <a:prstGeom prst="rect">
            <a:avLst/>
          </a:prstGeom>
        </p:spPr>
      </p:pic>
      <p:pic>
        <p:nvPicPr>
          <p:cNvPr id="7" name="Picture 6">
            <a:extLst>
              <a:ext uri="{FF2B5EF4-FFF2-40B4-BE49-F238E27FC236}">
                <a16:creationId xmlns:a16="http://schemas.microsoft.com/office/drawing/2014/main" id="{90039476-EC81-4EBD-E1D8-1E2E2C04459D}"/>
              </a:ext>
            </a:extLst>
          </p:cNvPr>
          <p:cNvPicPr>
            <a:picLocks noChangeAspect="1"/>
          </p:cNvPicPr>
          <p:nvPr/>
        </p:nvPicPr>
        <p:blipFill>
          <a:blip r:embed="rId5"/>
          <a:stretch>
            <a:fillRect/>
          </a:stretch>
        </p:blipFill>
        <p:spPr>
          <a:xfrm>
            <a:off x="5276098" y="736490"/>
            <a:ext cx="5391902" cy="6192114"/>
          </a:xfrm>
          <a:prstGeom prst="rect">
            <a:avLst/>
          </a:prstGeom>
        </p:spPr>
      </p:pic>
    </p:spTree>
    <p:extLst>
      <p:ext uri="{BB962C8B-B14F-4D97-AF65-F5344CB8AC3E}">
        <p14:creationId xmlns:p14="http://schemas.microsoft.com/office/powerpoint/2010/main" val="3536504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CA98-EF6E-AA4F-1B13-B84DD2807F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6B70C10-CF61-E7A5-6864-93413CFD5DB3}"/>
              </a:ext>
            </a:extLst>
          </p:cNvPr>
          <p:cNvSpPr>
            <a:spLocks noGrp="1"/>
          </p:cNvSpPr>
          <p:nvPr>
            <p:ph type="ctrTitle"/>
          </p:nvPr>
        </p:nvSpPr>
        <p:spPr>
          <a:xfrm>
            <a:off x="1524000" y="106588"/>
            <a:ext cx="9144000" cy="724543"/>
          </a:xfrm>
        </p:spPr>
        <p:txBody>
          <a:bodyPr>
            <a:normAutofit/>
          </a:bodyPr>
          <a:lstStyle/>
          <a:p>
            <a:r>
              <a:rPr lang="en-US" sz="2800" b="1" dirty="0">
                <a:solidFill>
                  <a:srgbClr val="FF0000"/>
                </a:solidFill>
              </a:rPr>
              <a:t>Effect of Affiliated Donations on CEO Compensation</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A7F6A08C-E359-0105-2CD4-D99939D95D0D}"/>
              </a:ext>
            </a:extLst>
          </p:cNvPr>
          <p:cNvPicPr>
            <a:picLocks noChangeAspect="1"/>
          </p:cNvPicPr>
          <p:nvPr/>
        </p:nvPicPr>
        <p:blipFill>
          <a:blip r:embed="rId2"/>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9BE29639-49F9-6C8A-A28F-4DBAA3CA716A}"/>
              </a:ext>
            </a:extLst>
          </p:cNvPr>
          <p:cNvPicPr>
            <a:picLocks noChangeAspect="1"/>
          </p:cNvPicPr>
          <p:nvPr/>
        </p:nvPicPr>
        <p:blipFill>
          <a:blip r:embed="rId3"/>
          <a:stretch>
            <a:fillRect/>
          </a:stretch>
        </p:blipFill>
        <p:spPr>
          <a:xfrm>
            <a:off x="520361" y="1079439"/>
            <a:ext cx="7411484" cy="1390844"/>
          </a:xfrm>
          <a:prstGeom prst="rect">
            <a:avLst/>
          </a:prstGeom>
        </p:spPr>
      </p:pic>
      <p:pic>
        <p:nvPicPr>
          <p:cNvPr id="7" name="Picture 6">
            <a:extLst>
              <a:ext uri="{FF2B5EF4-FFF2-40B4-BE49-F238E27FC236}">
                <a16:creationId xmlns:a16="http://schemas.microsoft.com/office/drawing/2014/main" id="{A8BA3E74-EA66-75EB-A588-39ACC0706E4C}"/>
              </a:ext>
            </a:extLst>
          </p:cNvPr>
          <p:cNvPicPr>
            <a:picLocks noChangeAspect="1"/>
          </p:cNvPicPr>
          <p:nvPr/>
        </p:nvPicPr>
        <p:blipFill>
          <a:blip r:embed="rId4"/>
          <a:stretch>
            <a:fillRect/>
          </a:stretch>
        </p:blipFill>
        <p:spPr>
          <a:xfrm>
            <a:off x="955626" y="2489964"/>
            <a:ext cx="7286331" cy="3308278"/>
          </a:xfrm>
          <a:prstGeom prst="rect">
            <a:avLst/>
          </a:prstGeom>
        </p:spPr>
      </p:pic>
    </p:spTree>
    <p:extLst>
      <p:ext uri="{BB962C8B-B14F-4D97-AF65-F5344CB8AC3E}">
        <p14:creationId xmlns:p14="http://schemas.microsoft.com/office/powerpoint/2010/main" val="2438177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C7506-558E-6A16-C060-229DF7BECA6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749D34-C700-4E0B-5873-530AD9D79F18}"/>
              </a:ext>
            </a:extLst>
          </p:cNvPr>
          <p:cNvSpPr>
            <a:spLocks noGrp="1"/>
          </p:cNvSpPr>
          <p:nvPr>
            <p:ph type="ctrTitle"/>
          </p:nvPr>
        </p:nvSpPr>
        <p:spPr>
          <a:xfrm>
            <a:off x="164387" y="106588"/>
            <a:ext cx="10503613" cy="724543"/>
          </a:xfrm>
        </p:spPr>
        <p:txBody>
          <a:bodyPr>
            <a:normAutofit fontScale="90000"/>
          </a:bodyPr>
          <a:lstStyle/>
          <a:p>
            <a:r>
              <a:rPr lang="en-US" sz="3600" b="1" dirty="0">
                <a:solidFill>
                  <a:srgbClr val="FF0000"/>
                </a:solidFill>
              </a:rPr>
              <a:t>Effect of Affiliated Donations on CEO Compensation</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FDB2983C-17F9-2374-16A6-0E6483D4BBA4}"/>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7A5EA9E8-23E6-B771-96C4-31B5E004428E}"/>
              </a:ext>
            </a:extLst>
          </p:cNvPr>
          <p:cNvPicPr>
            <a:picLocks noChangeAspect="1"/>
          </p:cNvPicPr>
          <p:nvPr/>
        </p:nvPicPr>
        <p:blipFill>
          <a:blip r:embed="rId4"/>
          <a:stretch>
            <a:fillRect/>
          </a:stretch>
        </p:blipFill>
        <p:spPr>
          <a:xfrm>
            <a:off x="0" y="914948"/>
            <a:ext cx="6064338" cy="5943052"/>
          </a:xfrm>
          <a:prstGeom prst="rect">
            <a:avLst/>
          </a:prstGeom>
        </p:spPr>
      </p:pic>
      <p:pic>
        <p:nvPicPr>
          <p:cNvPr id="8" name="Picture 7">
            <a:extLst>
              <a:ext uri="{FF2B5EF4-FFF2-40B4-BE49-F238E27FC236}">
                <a16:creationId xmlns:a16="http://schemas.microsoft.com/office/drawing/2014/main" id="{9D5A3C4D-21EB-B3D7-5A9D-CC2F60EBA016}"/>
              </a:ext>
            </a:extLst>
          </p:cNvPr>
          <p:cNvPicPr>
            <a:picLocks noChangeAspect="1"/>
          </p:cNvPicPr>
          <p:nvPr/>
        </p:nvPicPr>
        <p:blipFill>
          <a:blip r:embed="rId5"/>
          <a:stretch>
            <a:fillRect/>
          </a:stretch>
        </p:blipFill>
        <p:spPr>
          <a:xfrm>
            <a:off x="6127664" y="914948"/>
            <a:ext cx="6031810" cy="3211884"/>
          </a:xfrm>
          <a:prstGeom prst="rect">
            <a:avLst/>
          </a:prstGeom>
        </p:spPr>
      </p:pic>
    </p:spTree>
    <p:extLst>
      <p:ext uri="{BB962C8B-B14F-4D97-AF65-F5344CB8AC3E}">
        <p14:creationId xmlns:p14="http://schemas.microsoft.com/office/powerpoint/2010/main" val="3397358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91CB-F8AA-7FC7-512B-51D97F5F704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F5A4AF-F911-019E-28B4-63701910547D}"/>
              </a:ext>
            </a:extLst>
          </p:cNvPr>
          <p:cNvSpPr>
            <a:spLocks noGrp="1"/>
          </p:cNvSpPr>
          <p:nvPr>
            <p:ph type="ctrTitle"/>
          </p:nvPr>
        </p:nvSpPr>
        <p:spPr>
          <a:xfrm>
            <a:off x="1524000" y="106588"/>
            <a:ext cx="9144000" cy="724543"/>
          </a:xfrm>
        </p:spPr>
        <p:txBody>
          <a:bodyPr>
            <a:normAutofit/>
          </a:bodyPr>
          <a:lstStyle/>
          <a:p>
            <a:r>
              <a:rPr lang="en-US" sz="2800" b="1" dirty="0">
                <a:solidFill>
                  <a:srgbClr val="FF0000"/>
                </a:solidFill>
              </a:rPr>
              <a:t>The compensation committee channel</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00E7B715-D9FC-993A-E056-8D851851D631}"/>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E6BDCD4B-8BF6-4C28-6D4B-6529CBF0B577}"/>
              </a:ext>
            </a:extLst>
          </p:cNvPr>
          <p:cNvPicPr>
            <a:picLocks noChangeAspect="1"/>
          </p:cNvPicPr>
          <p:nvPr/>
        </p:nvPicPr>
        <p:blipFill>
          <a:blip r:embed="rId4"/>
          <a:stretch>
            <a:fillRect/>
          </a:stretch>
        </p:blipFill>
        <p:spPr>
          <a:xfrm>
            <a:off x="-64168" y="827833"/>
            <a:ext cx="5315692" cy="6030167"/>
          </a:xfrm>
          <a:prstGeom prst="rect">
            <a:avLst/>
          </a:prstGeom>
        </p:spPr>
      </p:pic>
    </p:spTree>
    <p:extLst>
      <p:ext uri="{BB962C8B-B14F-4D97-AF65-F5344CB8AC3E}">
        <p14:creationId xmlns:p14="http://schemas.microsoft.com/office/powerpoint/2010/main" val="3897675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0C332-019F-9C66-54DC-980CE3A158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A1FF1C-94B9-062F-6CC5-5A79F8AA21F6}"/>
              </a:ext>
            </a:extLst>
          </p:cNvPr>
          <p:cNvSpPr>
            <a:spLocks noGrp="1"/>
          </p:cNvSpPr>
          <p:nvPr>
            <p:ph type="ctrTitle"/>
          </p:nvPr>
        </p:nvSpPr>
        <p:spPr>
          <a:xfrm>
            <a:off x="308225" y="106588"/>
            <a:ext cx="11537878" cy="724543"/>
          </a:xfrm>
        </p:spPr>
        <p:txBody>
          <a:bodyPr>
            <a:noAutofit/>
          </a:bodyPr>
          <a:lstStyle/>
          <a:p>
            <a:r>
              <a:rPr lang="en-US" sz="2800" b="1" dirty="0">
                <a:solidFill>
                  <a:srgbClr val="FF0000"/>
                </a:solidFill>
              </a:rPr>
              <a:t>Changes in CEO compensation when firms commence and terminate affiliated donations</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4F7BFCC1-0EF7-1975-5547-783686E7F868}"/>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4A78827F-F726-C4F8-9E92-46346D33994A}"/>
              </a:ext>
            </a:extLst>
          </p:cNvPr>
          <p:cNvPicPr>
            <a:picLocks noChangeAspect="1"/>
          </p:cNvPicPr>
          <p:nvPr/>
        </p:nvPicPr>
        <p:blipFill>
          <a:blip r:embed="rId4"/>
          <a:stretch>
            <a:fillRect/>
          </a:stretch>
        </p:blipFill>
        <p:spPr>
          <a:xfrm>
            <a:off x="0" y="988408"/>
            <a:ext cx="7521420" cy="3727429"/>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5440065E-CE1D-CD32-B0BE-31058D656B75}"/>
                  </a:ext>
                </a:extLst>
              </p14:cNvPr>
              <p14:cNvContentPartPr/>
              <p14:nvPr/>
            </p14:nvContentPartPr>
            <p14:xfrm>
              <a:off x="5445097" y="2188213"/>
              <a:ext cx="533880" cy="10800"/>
            </p14:xfrm>
          </p:contentPart>
        </mc:Choice>
        <mc:Fallback xmlns="">
          <p:pic>
            <p:nvPicPr>
              <p:cNvPr id="2" name="Ink 1">
                <a:extLst>
                  <a:ext uri="{FF2B5EF4-FFF2-40B4-BE49-F238E27FC236}">
                    <a16:creationId xmlns:a16="http://schemas.microsoft.com/office/drawing/2014/main" id="{5440065E-CE1D-CD32-B0BE-31058D656B75}"/>
                  </a:ext>
                </a:extLst>
              </p:cNvPr>
              <p:cNvPicPr/>
              <p:nvPr/>
            </p:nvPicPr>
            <p:blipFill>
              <a:blip r:embed="rId6"/>
              <a:stretch>
                <a:fillRect/>
              </a:stretch>
            </p:blipFill>
            <p:spPr>
              <a:xfrm>
                <a:off x="5391097" y="2080213"/>
                <a:ext cx="6415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7CBAE1F0-BEC6-95A5-0749-8756967CCDA9}"/>
                  </a:ext>
                </a:extLst>
              </p14:cNvPr>
              <p14:cNvContentPartPr/>
              <p14:nvPr/>
            </p14:nvContentPartPr>
            <p14:xfrm>
              <a:off x="5424577" y="2568013"/>
              <a:ext cx="492480" cy="20880"/>
            </p14:xfrm>
          </p:contentPart>
        </mc:Choice>
        <mc:Fallback xmlns="">
          <p:pic>
            <p:nvPicPr>
              <p:cNvPr id="4" name="Ink 3">
                <a:extLst>
                  <a:ext uri="{FF2B5EF4-FFF2-40B4-BE49-F238E27FC236}">
                    <a16:creationId xmlns:a16="http://schemas.microsoft.com/office/drawing/2014/main" id="{7CBAE1F0-BEC6-95A5-0749-8756967CCDA9}"/>
                  </a:ext>
                </a:extLst>
              </p:cNvPr>
              <p:cNvPicPr/>
              <p:nvPr/>
            </p:nvPicPr>
            <p:blipFill>
              <a:blip r:embed="rId8"/>
              <a:stretch>
                <a:fillRect/>
              </a:stretch>
            </p:blipFill>
            <p:spPr>
              <a:xfrm>
                <a:off x="5370577" y="2460373"/>
                <a:ext cx="6001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3E56F70A-F89B-2C87-4F17-B0350CC51B3F}"/>
                  </a:ext>
                </a:extLst>
              </p14:cNvPr>
              <p14:cNvContentPartPr/>
              <p14:nvPr/>
            </p14:nvContentPartPr>
            <p14:xfrm>
              <a:off x="5465617" y="2753413"/>
              <a:ext cx="498600" cy="63720"/>
            </p14:xfrm>
          </p:contentPart>
        </mc:Choice>
        <mc:Fallback xmlns="">
          <p:pic>
            <p:nvPicPr>
              <p:cNvPr id="6" name="Ink 5">
                <a:extLst>
                  <a:ext uri="{FF2B5EF4-FFF2-40B4-BE49-F238E27FC236}">
                    <a16:creationId xmlns:a16="http://schemas.microsoft.com/office/drawing/2014/main" id="{3E56F70A-F89B-2C87-4F17-B0350CC51B3F}"/>
                  </a:ext>
                </a:extLst>
              </p:cNvPr>
              <p:cNvPicPr/>
              <p:nvPr/>
            </p:nvPicPr>
            <p:blipFill>
              <a:blip r:embed="rId10"/>
              <a:stretch>
                <a:fillRect/>
              </a:stretch>
            </p:blipFill>
            <p:spPr>
              <a:xfrm>
                <a:off x="5411617" y="2645413"/>
                <a:ext cx="6062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AAB77A2C-0619-3AB5-4F70-79686B0FAFE5}"/>
                  </a:ext>
                </a:extLst>
              </p14:cNvPr>
              <p14:cNvContentPartPr/>
              <p14:nvPr/>
            </p14:nvContentPartPr>
            <p14:xfrm>
              <a:off x="5424577" y="3428773"/>
              <a:ext cx="483120" cy="55440"/>
            </p14:xfrm>
          </p:contentPart>
        </mc:Choice>
        <mc:Fallback xmlns="">
          <p:pic>
            <p:nvPicPr>
              <p:cNvPr id="7" name="Ink 6">
                <a:extLst>
                  <a:ext uri="{FF2B5EF4-FFF2-40B4-BE49-F238E27FC236}">
                    <a16:creationId xmlns:a16="http://schemas.microsoft.com/office/drawing/2014/main" id="{AAB77A2C-0619-3AB5-4F70-79686B0FAFE5}"/>
                  </a:ext>
                </a:extLst>
              </p:cNvPr>
              <p:cNvPicPr/>
              <p:nvPr/>
            </p:nvPicPr>
            <p:blipFill>
              <a:blip r:embed="rId12"/>
              <a:stretch>
                <a:fillRect/>
              </a:stretch>
            </p:blipFill>
            <p:spPr>
              <a:xfrm>
                <a:off x="5370577" y="3321133"/>
                <a:ext cx="59076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0ABF7720-7681-319B-BA42-1B5D66772B4D}"/>
                  </a:ext>
                </a:extLst>
              </p14:cNvPr>
              <p14:cNvContentPartPr/>
              <p14:nvPr/>
            </p14:nvContentPartPr>
            <p14:xfrm>
              <a:off x="5414497" y="3626773"/>
              <a:ext cx="543600" cy="11520"/>
            </p14:xfrm>
          </p:contentPart>
        </mc:Choice>
        <mc:Fallback xmlns="">
          <p:pic>
            <p:nvPicPr>
              <p:cNvPr id="8" name="Ink 7">
                <a:extLst>
                  <a:ext uri="{FF2B5EF4-FFF2-40B4-BE49-F238E27FC236}">
                    <a16:creationId xmlns:a16="http://schemas.microsoft.com/office/drawing/2014/main" id="{0ABF7720-7681-319B-BA42-1B5D66772B4D}"/>
                  </a:ext>
                </a:extLst>
              </p:cNvPr>
              <p:cNvPicPr/>
              <p:nvPr/>
            </p:nvPicPr>
            <p:blipFill>
              <a:blip r:embed="rId14"/>
              <a:stretch>
                <a:fillRect/>
              </a:stretch>
            </p:blipFill>
            <p:spPr>
              <a:xfrm>
                <a:off x="5360497" y="3518773"/>
                <a:ext cx="65124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00D8F332-7497-614E-4ED7-F6B6FE8D7755}"/>
                  </a:ext>
                </a:extLst>
              </p14:cNvPr>
              <p14:cNvContentPartPr/>
              <p14:nvPr/>
            </p14:nvContentPartPr>
            <p14:xfrm>
              <a:off x="5599177" y="2753053"/>
              <a:ext cx="167760" cy="9360"/>
            </p14:xfrm>
          </p:contentPart>
        </mc:Choice>
        <mc:Fallback xmlns="">
          <p:pic>
            <p:nvPicPr>
              <p:cNvPr id="9" name="Ink 8">
                <a:extLst>
                  <a:ext uri="{FF2B5EF4-FFF2-40B4-BE49-F238E27FC236}">
                    <a16:creationId xmlns:a16="http://schemas.microsoft.com/office/drawing/2014/main" id="{00D8F332-7497-614E-4ED7-F6B6FE8D7755}"/>
                  </a:ext>
                </a:extLst>
              </p:cNvPr>
              <p:cNvPicPr/>
              <p:nvPr/>
            </p:nvPicPr>
            <p:blipFill>
              <a:blip r:embed="rId16"/>
              <a:stretch>
                <a:fillRect/>
              </a:stretch>
            </p:blipFill>
            <p:spPr>
              <a:xfrm>
                <a:off x="5545177" y="2645053"/>
                <a:ext cx="275400" cy="225000"/>
              </a:xfrm>
              <a:prstGeom prst="rect">
                <a:avLst/>
              </a:prstGeom>
            </p:spPr>
          </p:pic>
        </mc:Fallback>
      </mc:AlternateContent>
    </p:spTree>
    <p:extLst>
      <p:ext uri="{BB962C8B-B14F-4D97-AF65-F5344CB8AC3E}">
        <p14:creationId xmlns:p14="http://schemas.microsoft.com/office/powerpoint/2010/main" val="1242634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70C7-3D17-3B7C-8F30-3F09E33753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1F159E-5A37-434A-F34D-8DFC2F31A6F6}"/>
              </a:ext>
            </a:extLst>
          </p:cNvPr>
          <p:cNvSpPr>
            <a:spLocks noGrp="1"/>
          </p:cNvSpPr>
          <p:nvPr>
            <p:ph type="ctrTitle"/>
          </p:nvPr>
        </p:nvSpPr>
        <p:spPr>
          <a:xfrm>
            <a:off x="0" y="106588"/>
            <a:ext cx="12116748" cy="854891"/>
          </a:xfrm>
        </p:spPr>
        <p:txBody>
          <a:bodyPr>
            <a:normAutofit fontScale="90000"/>
          </a:bodyPr>
          <a:lstStyle/>
          <a:p>
            <a:r>
              <a:rPr lang="en-US" sz="3600" b="1" dirty="0">
                <a:solidFill>
                  <a:srgbClr val="FF0000"/>
                </a:solidFill>
              </a:rPr>
              <a:t>Changes in CEO compensation when firms commence and terminate affiliated donations</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757A630F-1E3B-2F6D-6B6E-12ACE22EBDEC}"/>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E634407D-C44C-E32B-B008-A4E316454B5F}"/>
              </a:ext>
            </a:extLst>
          </p:cNvPr>
          <p:cNvPicPr>
            <a:picLocks noChangeAspect="1"/>
          </p:cNvPicPr>
          <p:nvPr/>
        </p:nvPicPr>
        <p:blipFill>
          <a:blip r:embed="rId4"/>
          <a:stretch>
            <a:fillRect/>
          </a:stretch>
        </p:blipFill>
        <p:spPr>
          <a:xfrm>
            <a:off x="-1" y="961479"/>
            <a:ext cx="5843495" cy="5896521"/>
          </a:xfrm>
          <a:prstGeom prst="rect">
            <a:avLst/>
          </a:prstGeom>
        </p:spPr>
      </p:pic>
      <p:pic>
        <p:nvPicPr>
          <p:cNvPr id="7" name="Picture 6">
            <a:extLst>
              <a:ext uri="{FF2B5EF4-FFF2-40B4-BE49-F238E27FC236}">
                <a16:creationId xmlns:a16="http://schemas.microsoft.com/office/drawing/2014/main" id="{FF72FBEE-22F2-E8EC-13C0-D5ED8839755A}"/>
              </a:ext>
            </a:extLst>
          </p:cNvPr>
          <p:cNvPicPr>
            <a:picLocks noChangeAspect="1"/>
          </p:cNvPicPr>
          <p:nvPr/>
        </p:nvPicPr>
        <p:blipFill>
          <a:blip r:embed="rId5"/>
          <a:stretch>
            <a:fillRect/>
          </a:stretch>
        </p:blipFill>
        <p:spPr>
          <a:xfrm>
            <a:off x="5843493" y="961479"/>
            <a:ext cx="6273255" cy="2828468"/>
          </a:xfrm>
          <a:prstGeom prst="rect">
            <a:avLst/>
          </a:prstGeom>
        </p:spPr>
      </p:pic>
      <p:pic>
        <p:nvPicPr>
          <p:cNvPr id="11" name="Picture 10">
            <a:extLst>
              <a:ext uri="{FF2B5EF4-FFF2-40B4-BE49-F238E27FC236}">
                <a16:creationId xmlns:a16="http://schemas.microsoft.com/office/drawing/2014/main" id="{138D8623-7F38-9CB0-99B3-1AC6D15217EB}"/>
              </a:ext>
            </a:extLst>
          </p:cNvPr>
          <p:cNvPicPr>
            <a:picLocks noChangeAspect="1"/>
          </p:cNvPicPr>
          <p:nvPr/>
        </p:nvPicPr>
        <p:blipFill>
          <a:blip r:embed="rId6"/>
          <a:stretch>
            <a:fillRect/>
          </a:stretch>
        </p:blipFill>
        <p:spPr>
          <a:xfrm>
            <a:off x="5838398" y="4065024"/>
            <a:ext cx="6283447" cy="1335506"/>
          </a:xfrm>
          <a:prstGeom prst="rect">
            <a:avLst/>
          </a:prstGeom>
        </p:spPr>
      </p:pic>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4AE39F0F-8AE3-F7DC-65E9-B51291A362F0}"/>
                  </a:ext>
                </a:extLst>
              </p14:cNvPr>
              <p14:cNvContentPartPr/>
              <p14:nvPr/>
            </p14:nvContentPartPr>
            <p14:xfrm>
              <a:off x="2969017" y="2167693"/>
              <a:ext cx="457560" cy="25560"/>
            </p14:xfrm>
          </p:contentPart>
        </mc:Choice>
        <mc:Fallback xmlns="">
          <p:pic>
            <p:nvPicPr>
              <p:cNvPr id="2" name="Ink 1">
                <a:extLst>
                  <a:ext uri="{FF2B5EF4-FFF2-40B4-BE49-F238E27FC236}">
                    <a16:creationId xmlns:a16="http://schemas.microsoft.com/office/drawing/2014/main" id="{4AE39F0F-8AE3-F7DC-65E9-B51291A362F0}"/>
                  </a:ext>
                </a:extLst>
              </p:cNvPr>
              <p:cNvPicPr/>
              <p:nvPr/>
            </p:nvPicPr>
            <p:blipFill>
              <a:blip r:embed="rId8"/>
              <a:stretch>
                <a:fillRect/>
              </a:stretch>
            </p:blipFill>
            <p:spPr>
              <a:xfrm>
                <a:off x="2915377" y="2059693"/>
                <a:ext cx="5652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90E48154-9C44-2767-D280-8C5EB74B89B6}"/>
                  </a:ext>
                </a:extLst>
              </p14:cNvPr>
              <p14:cNvContentPartPr/>
              <p14:nvPr/>
            </p14:nvContentPartPr>
            <p14:xfrm>
              <a:off x="3544657" y="2475133"/>
              <a:ext cx="687600" cy="21240"/>
            </p14:xfrm>
          </p:contentPart>
        </mc:Choice>
        <mc:Fallback xmlns="">
          <p:pic>
            <p:nvPicPr>
              <p:cNvPr id="3" name="Ink 2">
                <a:extLst>
                  <a:ext uri="{FF2B5EF4-FFF2-40B4-BE49-F238E27FC236}">
                    <a16:creationId xmlns:a16="http://schemas.microsoft.com/office/drawing/2014/main" id="{90E48154-9C44-2767-D280-8C5EB74B89B6}"/>
                  </a:ext>
                </a:extLst>
              </p:cNvPr>
              <p:cNvPicPr/>
              <p:nvPr/>
            </p:nvPicPr>
            <p:blipFill>
              <a:blip r:embed="rId10"/>
              <a:stretch>
                <a:fillRect/>
              </a:stretch>
            </p:blipFill>
            <p:spPr>
              <a:xfrm>
                <a:off x="3490657" y="2367493"/>
                <a:ext cx="7952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7D9EE9CA-E253-1D57-2110-D84CEFFE7D95}"/>
                  </a:ext>
                </a:extLst>
              </p14:cNvPr>
              <p14:cNvContentPartPr/>
              <p14:nvPr/>
            </p14:nvContentPartPr>
            <p14:xfrm>
              <a:off x="4304617" y="3081733"/>
              <a:ext cx="564480" cy="20880"/>
            </p14:xfrm>
          </p:contentPart>
        </mc:Choice>
        <mc:Fallback xmlns="">
          <p:pic>
            <p:nvPicPr>
              <p:cNvPr id="6" name="Ink 5">
                <a:extLst>
                  <a:ext uri="{FF2B5EF4-FFF2-40B4-BE49-F238E27FC236}">
                    <a16:creationId xmlns:a16="http://schemas.microsoft.com/office/drawing/2014/main" id="{7D9EE9CA-E253-1D57-2110-D84CEFFE7D95}"/>
                  </a:ext>
                </a:extLst>
              </p:cNvPr>
              <p:cNvPicPr/>
              <p:nvPr/>
            </p:nvPicPr>
            <p:blipFill>
              <a:blip r:embed="rId12"/>
              <a:stretch>
                <a:fillRect/>
              </a:stretch>
            </p:blipFill>
            <p:spPr>
              <a:xfrm>
                <a:off x="4250617" y="2974093"/>
                <a:ext cx="67212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D12E02C3-A045-F51F-7F37-95073C0226C3}"/>
                  </a:ext>
                </a:extLst>
              </p14:cNvPr>
              <p14:cNvContentPartPr/>
              <p14:nvPr/>
            </p14:nvContentPartPr>
            <p14:xfrm>
              <a:off x="5167897" y="3338773"/>
              <a:ext cx="574560" cy="21240"/>
            </p14:xfrm>
          </p:contentPart>
        </mc:Choice>
        <mc:Fallback xmlns="">
          <p:pic>
            <p:nvPicPr>
              <p:cNvPr id="8" name="Ink 7">
                <a:extLst>
                  <a:ext uri="{FF2B5EF4-FFF2-40B4-BE49-F238E27FC236}">
                    <a16:creationId xmlns:a16="http://schemas.microsoft.com/office/drawing/2014/main" id="{D12E02C3-A045-F51F-7F37-95073C0226C3}"/>
                  </a:ext>
                </a:extLst>
              </p:cNvPr>
              <p:cNvPicPr/>
              <p:nvPr/>
            </p:nvPicPr>
            <p:blipFill>
              <a:blip r:embed="rId14"/>
              <a:stretch>
                <a:fillRect/>
              </a:stretch>
            </p:blipFill>
            <p:spPr>
              <a:xfrm>
                <a:off x="5113897" y="3230773"/>
                <a:ext cx="682200" cy="236880"/>
              </a:xfrm>
              <a:prstGeom prst="rect">
                <a:avLst/>
              </a:prstGeom>
            </p:spPr>
          </p:pic>
        </mc:Fallback>
      </mc:AlternateContent>
    </p:spTree>
    <p:extLst>
      <p:ext uri="{BB962C8B-B14F-4D97-AF65-F5344CB8AC3E}">
        <p14:creationId xmlns:p14="http://schemas.microsoft.com/office/powerpoint/2010/main" val="226141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6D01F-1890-57E9-BF50-8F13D1D907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41561A-C81C-B596-20DB-B92DE69C3BF6}"/>
              </a:ext>
            </a:extLst>
          </p:cNvPr>
          <p:cNvSpPr>
            <a:spLocks noGrp="1"/>
          </p:cNvSpPr>
          <p:nvPr>
            <p:ph type="ctrTitle"/>
          </p:nvPr>
        </p:nvSpPr>
        <p:spPr>
          <a:xfrm>
            <a:off x="0" y="106589"/>
            <a:ext cx="12308440" cy="530410"/>
          </a:xfrm>
        </p:spPr>
        <p:txBody>
          <a:bodyPr>
            <a:noAutofit/>
          </a:bodyPr>
          <a:lstStyle/>
          <a:p>
            <a:r>
              <a:rPr lang="en-US" sz="2800" b="1" dirty="0">
                <a:solidFill>
                  <a:srgbClr val="FF0000"/>
                </a:solidFill>
              </a:rPr>
              <a:t>Fixed effects, propensity score matching, and alternative explanations</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585F7C02-E587-DDD3-A2F5-4B1D1F38491D}"/>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73FE5BE3-4740-7EF8-A359-070C4C3F19BA}"/>
              </a:ext>
            </a:extLst>
          </p:cNvPr>
          <p:cNvPicPr>
            <a:picLocks noChangeAspect="1"/>
          </p:cNvPicPr>
          <p:nvPr/>
        </p:nvPicPr>
        <p:blipFill>
          <a:blip r:embed="rId4"/>
          <a:stretch>
            <a:fillRect/>
          </a:stretch>
        </p:blipFill>
        <p:spPr>
          <a:xfrm>
            <a:off x="-1" y="636999"/>
            <a:ext cx="10175843" cy="5496458"/>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0E762D1-61CB-2A96-6A49-0D397E126E1A}"/>
                  </a:ext>
                </a:extLst>
              </p14:cNvPr>
              <p14:cNvContentPartPr/>
              <p14:nvPr/>
            </p14:nvContentPartPr>
            <p14:xfrm>
              <a:off x="2517217" y="4036813"/>
              <a:ext cx="307080" cy="32400"/>
            </p14:xfrm>
          </p:contentPart>
        </mc:Choice>
        <mc:Fallback xmlns="">
          <p:pic>
            <p:nvPicPr>
              <p:cNvPr id="2" name="Ink 1">
                <a:extLst>
                  <a:ext uri="{FF2B5EF4-FFF2-40B4-BE49-F238E27FC236}">
                    <a16:creationId xmlns:a16="http://schemas.microsoft.com/office/drawing/2014/main" id="{E0E762D1-61CB-2A96-6A49-0D397E126E1A}"/>
                  </a:ext>
                </a:extLst>
              </p:cNvPr>
              <p:cNvPicPr/>
              <p:nvPr/>
            </p:nvPicPr>
            <p:blipFill>
              <a:blip r:embed="rId6"/>
              <a:stretch>
                <a:fillRect/>
              </a:stretch>
            </p:blipFill>
            <p:spPr>
              <a:xfrm>
                <a:off x="2463217" y="3929173"/>
                <a:ext cx="4147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6BC69F3-63BD-4750-637F-A3033F954D27}"/>
                  </a:ext>
                </a:extLst>
              </p14:cNvPr>
              <p14:cNvContentPartPr/>
              <p14:nvPr/>
            </p14:nvContentPartPr>
            <p14:xfrm>
              <a:off x="3338737" y="4078573"/>
              <a:ext cx="393120" cy="61920"/>
            </p14:xfrm>
          </p:contentPart>
        </mc:Choice>
        <mc:Fallback xmlns="">
          <p:pic>
            <p:nvPicPr>
              <p:cNvPr id="4" name="Ink 3">
                <a:extLst>
                  <a:ext uri="{FF2B5EF4-FFF2-40B4-BE49-F238E27FC236}">
                    <a16:creationId xmlns:a16="http://schemas.microsoft.com/office/drawing/2014/main" id="{C6BC69F3-63BD-4750-637F-A3033F954D27}"/>
                  </a:ext>
                </a:extLst>
              </p:cNvPr>
              <p:cNvPicPr/>
              <p:nvPr/>
            </p:nvPicPr>
            <p:blipFill>
              <a:blip r:embed="rId8"/>
              <a:stretch>
                <a:fillRect/>
              </a:stretch>
            </p:blipFill>
            <p:spPr>
              <a:xfrm>
                <a:off x="3285097" y="3970933"/>
                <a:ext cx="5007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EAE399C6-387D-E7E2-B008-37C35566651A}"/>
                  </a:ext>
                </a:extLst>
              </p14:cNvPr>
              <p14:cNvContentPartPr/>
              <p14:nvPr/>
            </p14:nvContentPartPr>
            <p14:xfrm>
              <a:off x="4160977" y="4098013"/>
              <a:ext cx="438480" cy="34200"/>
            </p14:xfrm>
          </p:contentPart>
        </mc:Choice>
        <mc:Fallback xmlns="">
          <p:pic>
            <p:nvPicPr>
              <p:cNvPr id="6" name="Ink 5">
                <a:extLst>
                  <a:ext uri="{FF2B5EF4-FFF2-40B4-BE49-F238E27FC236}">
                    <a16:creationId xmlns:a16="http://schemas.microsoft.com/office/drawing/2014/main" id="{EAE399C6-387D-E7E2-B008-37C35566651A}"/>
                  </a:ext>
                </a:extLst>
              </p:cNvPr>
              <p:cNvPicPr/>
              <p:nvPr/>
            </p:nvPicPr>
            <p:blipFill>
              <a:blip r:embed="rId10"/>
              <a:stretch>
                <a:fillRect/>
              </a:stretch>
            </p:blipFill>
            <p:spPr>
              <a:xfrm>
                <a:off x="4106977" y="3990013"/>
                <a:ext cx="546120" cy="249840"/>
              </a:xfrm>
              <a:prstGeom prst="rect">
                <a:avLst/>
              </a:prstGeom>
            </p:spPr>
          </p:pic>
        </mc:Fallback>
      </mc:AlternateContent>
    </p:spTree>
    <p:extLst>
      <p:ext uri="{BB962C8B-B14F-4D97-AF65-F5344CB8AC3E}">
        <p14:creationId xmlns:p14="http://schemas.microsoft.com/office/powerpoint/2010/main" val="3188919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D4FA5-E105-C390-B677-E04E72EE3E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4BB6A6C-58DB-8962-F528-0EF0C8CC1FF8}"/>
              </a:ext>
            </a:extLst>
          </p:cNvPr>
          <p:cNvSpPr>
            <a:spLocks noGrp="1"/>
          </p:cNvSpPr>
          <p:nvPr>
            <p:ph type="ctrTitle"/>
          </p:nvPr>
        </p:nvSpPr>
        <p:spPr>
          <a:xfrm>
            <a:off x="1524000" y="106588"/>
            <a:ext cx="9144000" cy="561623"/>
          </a:xfrm>
        </p:spPr>
        <p:txBody>
          <a:bodyPr>
            <a:normAutofit fontScale="90000"/>
          </a:bodyPr>
          <a:lstStyle/>
          <a:p>
            <a:r>
              <a:rPr lang="en-US" sz="3200" b="1" dirty="0">
                <a:solidFill>
                  <a:srgbClr val="FF0000"/>
                </a:solidFill>
              </a:rPr>
              <a:t>Instrumental variable specification</a:t>
            </a:r>
            <a:endParaRPr lang="en-US" sz="32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96A7258A-AE57-8EBB-58B3-C48B91C30D74}"/>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C9CFE580-620B-941E-7E8E-687B927D0C2C}"/>
              </a:ext>
            </a:extLst>
          </p:cNvPr>
          <p:cNvPicPr>
            <a:picLocks noChangeAspect="1"/>
          </p:cNvPicPr>
          <p:nvPr/>
        </p:nvPicPr>
        <p:blipFill>
          <a:blip r:embed="rId4"/>
          <a:stretch>
            <a:fillRect/>
          </a:stretch>
        </p:blipFill>
        <p:spPr>
          <a:xfrm>
            <a:off x="0" y="831131"/>
            <a:ext cx="5306165" cy="3048425"/>
          </a:xfrm>
          <a:prstGeom prst="rect">
            <a:avLst/>
          </a:prstGeom>
        </p:spPr>
      </p:pic>
      <p:pic>
        <p:nvPicPr>
          <p:cNvPr id="7" name="Picture 6">
            <a:extLst>
              <a:ext uri="{FF2B5EF4-FFF2-40B4-BE49-F238E27FC236}">
                <a16:creationId xmlns:a16="http://schemas.microsoft.com/office/drawing/2014/main" id="{A7C6C3CC-B5B0-53D1-50C4-2E747279945D}"/>
              </a:ext>
            </a:extLst>
          </p:cNvPr>
          <p:cNvPicPr>
            <a:picLocks noChangeAspect="1"/>
          </p:cNvPicPr>
          <p:nvPr/>
        </p:nvPicPr>
        <p:blipFill>
          <a:blip r:embed="rId5"/>
          <a:stretch>
            <a:fillRect/>
          </a:stretch>
        </p:blipFill>
        <p:spPr>
          <a:xfrm>
            <a:off x="5631018" y="831131"/>
            <a:ext cx="4944740" cy="6189789"/>
          </a:xfrm>
          <a:prstGeom prst="rect">
            <a:avLst/>
          </a:prstGeom>
        </p:spPr>
      </p:pic>
    </p:spTree>
    <p:extLst>
      <p:ext uri="{BB962C8B-B14F-4D97-AF65-F5344CB8AC3E}">
        <p14:creationId xmlns:p14="http://schemas.microsoft.com/office/powerpoint/2010/main" val="3690592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326EA-C363-0742-E816-79228611F5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4683C3-2D07-EFE9-2FE9-25912692C6BD}"/>
              </a:ext>
            </a:extLst>
          </p:cNvPr>
          <p:cNvSpPr>
            <a:spLocks noGrp="1"/>
          </p:cNvSpPr>
          <p:nvPr>
            <p:ph type="ctrTitle"/>
          </p:nvPr>
        </p:nvSpPr>
        <p:spPr>
          <a:xfrm>
            <a:off x="0" y="106588"/>
            <a:ext cx="11734800" cy="724543"/>
          </a:xfrm>
        </p:spPr>
        <p:txBody>
          <a:bodyPr>
            <a:noAutofit/>
          </a:bodyPr>
          <a:lstStyle/>
          <a:p>
            <a:r>
              <a:rPr lang="en-US" sz="2800" b="1" dirty="0">
                <a:solidFill>
                  <a:srgbClr val="FF0000"/>
                </a:solidFill>
              </a:rPr>
              <a:t>Affiliated donations and the sensitivity of forced CEO turnover to performance</a:t>
            </a:r>
            <a:endParaRPr lang="en-US" sz="28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9719776E-D0D5-5014-E117-15C593516563}"/>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811E7F6B-4EDA-5288-761D-0F9C8AED1FFE}"/>
              </a:ext>
            </a:extLst>
          </p:cNvPr>
          <p:cNvPicPr>
            <a:picLocks noChangeAspect="1"/>
          </p:cNvPicPr>
          <p:nvPr/>
        </p:nvPicPr>
        <p:blipFill>
          <a:blip r:embed="rId4"/>
          <a:stretch>
            <a:fillRect/>
          </a:stretch>
        </p:blipFill>
        <p:spPr>
          <a:xfrm>
            <a:off x="151523" y="831131"/>
            <a:ext cx="6282150" cy="6026869"/>
          </a:xfrm>
          <a:prstGeom prst="rect">
            <a:avLst/>
          </a:prstGeom>
        </p:spPr>
      </p:pic>
      <p:sp>
        <p:nvSpPr>
          <p:cNvPr id="4" name="TextBox 3">
            <a:extLst>
              <a:ext uri="{FF2B5EF4-FFF2-40B4-BE49-F238E27FC236}">
                <a16:creationId xmlns:a16="http://schemas.microsoft.com/office/drawing/2014/main" id="{CD0D5C2F-F2F4-2B3D-C557-6F7C54E40C1A}"/>
              </a:ext>
            </a:extLst>
          </p:cNvPr>
          <p:cNvSpPr txBox="1"/>
          <p:nvPr/>
        </p:nvSpPr>
        <p:spPr>
          <a:xfrm>
            <a:off x="6939280" y="1910080"/>
            <a:ext cx="4429760" cy="1200329"/>
          </a:xfrm>
          <a:prstGeom prst="rect">
            <a:avLst/>
          </a:prstGeom>
          <a:noFill/>
        </p:spPr>
        <p:txBody>
          <a:bodyPr wrap="square">
            <a:spAutoFit/>
          </a:bodyPr>
          <a:lstStyle/>
          <a:p>
            <a:r>
              <a:rPr lang="en-US" dirty="0"/>
              <a:t>Overall, making large donations or donating to a critical mass of independent directors helps poorly performing CEOs retain their jobs. </a:t>
            </a:r>
          </a:p>
        </p:txBody>
      </p:sp>
    </p:spTree>
    <p:extLst>
      <p:ext uri="{BB962C8B-B14F-4D97-AF65-F5344CB8AC3E}">
        <p14:creationId xmlns:p14="http://schemas.microsoft.com/office/powerpoint/2010/main" val="2116183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3BAC5-52B8-18E2-D990-22E96A3AAD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16889C-A51D-155F-F1E8-D1772C06360E}"/>
              </a:ext>
            </a:extLst>
          </p:cNvPr>
          <p:cNvSpPr>
            <a:spLocks noGrp="1"/>
          </p:cNvSpPr>
          <p:nvPr>
            <p:ph type="ctrTitle"/>
          </p:nvPr>
        </p:nvSpPr>
        <p:spPr>
          <a:xfrm>
            <a:off x="1524000" y="106589"/>
            <a:ext cx="9144000" cy="454508"/>
          </a:xfrm>
        </p:spPr>
        <p:txBody>
          <a:bodyPr>
            <a:noAutofit/>
          </a:bodyPr>
          <a:lstStyle/>
          <a:p>
            <a:r>
              <a:rPr lang="en-US" sz="2800" b="1" dirty="0">
                <a:solidFill>
                  <a:srgbClr val="FF0000"/>
                </a:solidFill>
                <a:latin typeface="Arial" panose="020B0604020202020204" pitchFamily="34" charset="0"/>
                <a:cs typeface="Arial" panose="020B0604020202020204" pitchFamily="34" charset="0"/>
              </a:rPr>
              <a:t>Affiliated donations and firm performance</a:t>
            </a:r>
          </a:p>
        </p:txBody>
      </p:sp>
      <p:pic>
        <p:nvPicPr>
          <p:cNvPr id="20" name="Picture 19">
            <a:extLst>
              <a:ext uri="{FF2B5EF4-FFF2-40B4-BE49-F238E27FC236}">
                <a16:creationId xmlns:a16="http://schemas.microsoft.com/office/drawing/2014/main" id="{600FC066-51D4-1373-C6C0-68F08849EBD3}"/>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534D8D06-FD39-8141-D65D-AF0C4BAA8FC7}"/>
              </a:ext>
            </a:extLst>
          </p:cNvPr>
          <p:cNvPicPr>
            <a:picLocks noChangeAspect="1"/>
          </p:cNvPicPr>
          <p:nvPr/>
        </p:nvPicPr>
        <p:blipFill>
          <a:blip r:embed="rId4"/>
          <a:stretch>
            <a:fillRect/>
          </a:stretch>
        </p:blipFill>
        <p:spPr>
          <a:xfrm>
            <a:off x="0" y="561096"/>
            <a:ext cx="5449060" cy="629690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57C3E710-03AB-92F2-B54C-43E538B2B845}"/>
                  </a:ext>
                </a:extLst>
              </p14:cNvPr>
              <p14:cNvContentPartPr/>
              <p14:nvPr/>
            </p14:nvContentPartPr>
            <p14:xfrm>
              <a:off x="2804040" y="1594400"/>
              <a:ext cx="456480" cy="42480"/>
            </p14:xfrm>
          </p:contentPart>
        </mc:Choice>
        <mc:Fallback xmlns="">
          <p:pic>
            <p:nvPicPr>
              <p:cNvPr id="2" name="Ink 1">
                <a:extLst>
                  <a:ext uri="{FF2B5EF4-FFF2-40B4-BE49-F238E27FC236}">
                    <a16:creationId xmlns:a16="http://schemas.microsoft.com/office/drawing/2014/main" id="{57C3E710-03AB-92F2-B54C-43E538B2B845}"/>
                  </a:ext>
                </a:extLst>
              </p:cNvPr>
              <p:cNvPicPr/>
              <p:nvPr/>
            </p:nvPicPr>
            <p:blipFill>
              <a:blip r:embed="rId6"/>
              <a:stretch>
                <a:fillRect/>
              </a:stretch>
            </p:blipFill>
            <p:spPr>
              <a:xfrm>
                <a:off x="2750040" y="1486760"/>
                <a:ext cx="56412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C01E5347-060E-60C3-D8C5-9BF35F030CDD}"/>
                  </a:ext>
                </a:extLst>
              </p14:cNvPr>
              <p14:cNvContentPartPr/>
              <p14:nvPr/>
            </p14:nvContentPartPr>
            <p14:xfrm>
              <a:off x="4775040" y="1625360"/>
              <a:ext cx="507240" cy="41400"/>
            </p14:xfrm>
          </p:contentPart>
        </mc:Choice>
        <mc:Fallback xmlns="">
          <p:pic>
            <p:nvPicPr>
              <p:cNvPr id="3" name="Ink 2">
                <a:extLst>
                  <a:ext uri="{FF2B5EF4-FFF2-40B4-BE49-F238E27FC236}">
                    <a16:creationId xmlns:a16="http://schemas.microsoft.com/office/drawing/2014/main" id="{C01E5347-060E-60C3-D8C5-9BF35F030CDD}"/>
                  </a:ext>
                </a:extLst>
              </p:cNvPr>
              <p:cNvPicPr/>
              <p:nvPr/>
            </p:nvPicPr>
            <p:blipFill>
              <a:blip r:embed="rId8"/>
              <a:stretch>
                <a:fillRect/>
              </a:stretch>
            </p:blipFill>
            <p:spPr>
              <a:xfrm>
                <a:off x="4721040" y="1517360"/>
                <a:ext cx="61488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2D6A56E6-A75B-9BEE-064A-7F1983BB6D77}"/>
                  </a:ext>
                </a:extLst>
              </p14:cNvPr>
              <p14:cNvContentPartPr/>
              <p14:nvPr/>
            </p14:nvContentPartPr>
            <p14:xfrm>
              <a:off x="2742840" y="4155080"/>
              <a:ext cx="489600" cy="89280"/>
            </p14:xfrm>
          </p:contentPart>
        </mc:Choice>
        <mc:Fallback xmlns="">
          <p:pic>
            <p:nvPicPr>
              <p:cNvPr id="6" name="Ink 5">
                <a:extLst>
                  <a:ext uri="{FF2B5EF4-FFF2-40B4-BE49-F238E27FC236}">
                    <a16:creationId xmlns:a16="http://schemas.microsoft.com/office/drawing/2014/main" id="{2D6A56E6-A75B-9BEE-064A-7F1983BB6D77}"/>
                  </a:ext>
                </a:extLst>
              </p:cNvPr>
              <p:cNvPicPr/>
              <p:nvPr/>
            </p:nvPicPr>
            <p:blipFill>
              <a:blip r:embed="rId10"/>
              <a:stretch>
                <a:fillRect/>
              </a:stretch>
            </p:blipFill>
            <p:spPr>
              <a:xfrm>
                <a:off x="2689200" y="4047440"/>
                <a:ext cx="59724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8D1FB096-6D49-F377-BB9E-6F8BDEACE082}"/>
                  </a:ext>
                </a:extLst>
              </p14:cNvPr>
              <p14:cNvContentPartPr/>
              <p14:nvPr/>
            </p14:nvContentPartPr>
            <p14:xfrm>
              <a:off x="4612680" y="4175960"/>
              <a:ext cx="632880" cy="123120"/>
            </p14:xfrm>
          </p:contentPart>
        </mc:Choice>
        <mc:Fallback xmlns="">
          <p:pic>
            <p:nvPicPr>
              <p:cNvPr id="7" name="Ink 6">
                <a:extLst>
                  <a:ext uri="{FF2B5EF4-FFF2-40B4-BE49-F238E27FC236}">
                    <a16:creationId xmlns:a16="http://schemas.microsoft.com/office/drawing/2014/main" id="{8D1FB096-6D49-F377-BB9E-6F8BDEACE082}"/>
                  </a:ext>
                </a:extLst>
              </p:cNvPr>
              <p:cNvPicPr/>
              <p:nvPr/>
            </p:nvPicPr>
            <p:blipFill>
              <a:blip r:embed="rId12"/>
              <a:stretch>
                <a:fillRect/>
              </a:stretch>
            </p:blipFill>
            <p:spPr>
              <a:xfrm>
                <a:off x="4558680" y="4067960"/>
                <a:ext cx="740520" cy="338760"/>
              </a:xfrm>
              <a:prstGeom prst="rect">
                <a:avLst/>
              </a:prstGeom>
            </p:spPr>
          </p:pic>
        </mc:Fallback>
      </mc:AlternateContent>
      <p:sp>
        <p:nvSpPr>
          <p:cNvPr id="9" name="TextBox 8">
            <a:extLst>
              <a:ext uri="{FF2B5EF4-FFF2-40B4-BE49-F238E27FC236}">
                <a16:creationId xmlns:a16="http://schemas.microsoft.com/office/drawing/2014/main" id="{0A73FC98-8D7C-C07C-DB49-A5C3DC609772}"/>
              </a:ext>
            </a:extLst>
          </p:cNvPr>
          <p:cNvSpPr txBox="1"/>
          <p:nvPr/>
        </p:nvSpPr>
        <p:spPr>
          <a:xfrm>
            <a:off x="5882640" y="1615640"/>
            <a:ext cx="6096000" cy="646331"/>
          </a:xfrm>
          <a:prstGeom prst="rect">
            <a:avLst/>
          </a:prstGeom>
          <a:noFill/>
        </p:spPr>
        <p:txBody>
          <a:bodyPr wrap="square">
            <a:spAutoFit/>
          </a:bodyPr>
          <a:lstStyle/>
          <a:p>
            <a:r>
              <a:rPr lang="en-US" dirty="0"/>
              <a:t>Overall, firm performance suffers when firms make affiliated donations.</a:t>
            </a:r>
          </a:p>
        </p:txBody>
      </p:sp>
    </p:spTree>
    <p:extLst>
      <p:ext uri="{BB962C8B-B14F-4D97-AF65-F5344CB8AC3E}">
        <p14:creationId xmlns:p14="http://schemas.microsoft.com/office/powerpoint/2010/main" val="1379319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47707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566530"/>
            <a:ext cx="11887200" cy="5167521"/>
          </a:xfrm>
        </p:spPr>
        <p:txBody>
          <a:bodyPr>
            <a:normAutofit/>
          </a:bodyPr>
          <a:lstStyle/>
          <a:p>
            <a:pPr marL="571500" indent="-571500" algn="l">
              <a:buFont typeface="Arial" panose="020B0604020202020204" pitchFamily="34" charset="0"/>
              <a:buChar char="•"/>
            </a:pPr>
            <a:r>
              <a:rPr lang="en-US" dirty="0"/>
              <a:t>Corporate donations to charities affiliated with independent directors reduce board monitoring effectiveness.</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Excess CEO pay at firms making affiliated donations is higher than at firms not making affiliated donations</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The effect of affiliated donations on CEO compensation is much stronger when the compensation committee chair or a large fraction of compensation committee members are involved.</a:t>
            </a:r>
          </a:p>
          <a:p>
            <a:pPr marL="571500" indent="-571500" algn="l">
              <a:buFont typeface="Arial" panose="020B0604020202020204" pitchFamily="34" charset="0"/>
              <a:buChar char="•"/>
            </a:pPr>
            <a:endParaRPr lang="en-US"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8081</TotalTime>
  <Words>2041</Words>
  <Application>Microsoft Office PowerPoint</Application>
  <PresentationFormat>Widescreen</PresentationFormat>
  <Paragraphs>104</Paragraphs>
  <Slides>21</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Calisto MT</vt:lpstr>
      <vt:lpstr>Open Sans</vt:lpstr>
      <vt:lpstr>Wingdings 2</vt:lpstr>
      <vt:lpstr>Slate</vt:lpstr>
      <vt:lpstr>Paying by Donating: Corporate Donations Affiliated with Independent Directors</vt:lpstr>
      <vt:lpstr>Research Goal</vt:lpstr>
      <vt:lpstr>Related Literature</vt:lpstr>
      <vt:lpstr>Data Description and Univariate Analysis</vt:lpstr>
      <vt:lpstr>Data Description and Univariate Analysis</vt:lpstr>
      <vt:lpstr>Data Description and Univariate Analysis</vt:lpstr>
      <vt:lpstr>Determinants of affiliated donations in a level specification</vt:lpstr>
      <vt:lpstr>Determinants of affiliated donations in a level specification</vt:lpstr>
      <vt:lpstr>Changes in affiliated donations around directors’ appointments and exogenous departures</vt:lpstr>
      <vt:lpstr>Changes in affiliated donations around directors’ appointments and exogenous departures</vt:lpstr>
      <vt:lpstr>Effect of Affiliated Donations on CEO Compensation</vt:lpstr>
      <vt:lpstr>Effect of Affiliated Donations on CEO Compensation</vt:lpstr>
      <vt:lpstr>The compensation committee channel</vt:lpstr>
      <vt:lpstr>Changes in CEO compensation when firms commence and terminate affiliated donations</vt:lpstr>
      <vt:lpstr>Changes in CEO compensation when firms commence and terminate affiliated donations</vt:lpstr>
      <vt:lpstr>Fixed effects, propensity score matching, and alternative explanations</vt:lpstr>
      <vt:lpstr>Instrumental variable specification</vt:lpstr>
      <vt:lpstr>Affiliated donations and the sensitivity of forced CEO turnover to performance</vt:lpstr>
      <vt:lpstr>Affiliated donations and firm performance</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489</cp:revision>
  <dcterms:created xsi:type="dcterms:W3CDTF">2024-01-18T13:26:59Z</dcterms:created>
  <dcterms:modified xsi:type="dcterms:W3CDTF">2024-11-25T16:48:07Z</dcterms:modified>
</cp:coreProperties>
</file>