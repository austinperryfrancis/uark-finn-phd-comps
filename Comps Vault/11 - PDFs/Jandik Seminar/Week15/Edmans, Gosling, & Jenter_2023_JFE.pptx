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notesSlides/notesSlide8.xml" ContentType="application/vnd.openxmlformats-officedocument.presentationml.notesSlide+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notesSlides/notesSlide9.xml" ContentType="application/vnd.openxmlformats-officedocument.presentationml.notesSlide+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notesSlides/notesSlide10.xml" ContentType="application/vnd.openxmlformats-officedocument.presentationml.notesSlide+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notesSlides/notesSlide11.xml" ContentType="application/vnd.openxmlformats-officedocument.presentationml.notesSlide+xml"/>
  <Override PartName="/ppt/ink/ink71.xml" ContentType="application/inkml+xml"/>
  <Override PartName="/ppt/notesSlides/notesSlide12.xml" ContentType="application/vnd.openxmlformats-officedocument.presentationml.notesSlide+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notesSlides/notesSlide13.xml" ContentType="application/vnd.openxmlformats-officedocument.presentationml.notesSlide+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notesSlides/notesSlide14.xml" ContentType="application/vnd.openxmlformats-officedocument.presentationml.notesSlide+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notesSlides/notesSlide15.xml" ContentType="application/vnd.openxmlformats-officedocument.presentationml.notesSlide+xml"/>
  <Override PartName="/ppt/ink/ink93.xml" ContentType="application/inkml+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8" r:id="rId1"/>
  </p:sldMasterIdLst>
  <p:notesMasterIdLst>
    <p:notesMasterId r:id="rId22"/>
  </p:notesMasterIdLst>
  <p:sldIdLst>
    <p:sldId id="291" r:id="rId2"/>
    <p:sldId id="292" r:id="rId3"/>
    <p:sldId id="295" r:id="rId4"/>
    <p:sldId id="319" r:id="rId5"/>
    <p:sldId id="321" r:id="rId6"/>
    <p:sldId id="322" r:id="rId7"/>
    <p:sldId id="323" r:id="rId8"/>
    <p:sldId id="324" r:id="rId9"/>
    <p:sldId id="325" r:id="rId10"/>
    <p:sldId id="326" r:id="rId11"/>
    <p:sldId id="327" r:id="rId12"/>
    <p:sldId id="328" r:id="rId13"/>
    <p:sldId id="329" r:id="rId14"/>
    <p:sldId id="330" r:id="rId15"/>
    <p:sldId id="331" r:id="rId16"/>
    <p:sldId id="332" r:id="rId17"/>
    <p:sldId id="333" r:id="rId18"/>
    <p:sldId id="334" r:id="rId19"/>
    <p:sldId id="293" r:id="rId20"/>
    <p:sldId id="29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7A87FB5-F0EB-4FBA-8A5E-FAAD43B7474B}">
          <p14:sldIdLst>
            <p14:sldId id="291"/>
            <p14:sldId id="292"/>
            <p14:sldId id="295"/>
            <p14:sldId id="319"/>
            <p14:sldId id="321"/>
            <p14:sldId id="322"/>
            <p14:sldId id="323"/>
            <p14:sldId id="324"/>
            <p14:sldId id="325"/>
            <p14:sldId id="326"/>
            <p14:sldId id="327"/>
            <p14:sldId id="328"/>
            <p14:sldId id="329"/>
            <p14:sldId id="330"/>
            <p14:sldId id="331"/>
            <p14:sldId id="332"/>
            <p14:sldId id="333"/>
            <p14:sldId id="334"/>
          </p14:sldIdLst>
        </p14:section>
        <p14:section name="Untitled Section" id="{43869892-F9B2-4101-B346-C564C3AD44BA}">
          <p14:sldIdLst>
            <p14:sldId id="293"/>
            <p14:sldId id="2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9672AD-328E-49A9-B749-B7AC58440704}" v="16" dt="2024-12-02T18:52:57.4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92" autoAdjust="0"/>
    <p:restoredTop sz="83788" autoAdjust="0"/>
  </p:normalViewPr>
  <p:slideViewPr>
    <p:cSldViewPr snapToGrid="0">
      <p:cViewPr varScale="1">
        <p:scale>
          <a:sx n="50" d="100"/>
          <a:sy n="50" d="100"/>
        </p:scale>
        <p:origin x="1324"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n Li" userId="9c24dcb21a99a041" providerId="LiveId" clId="{66E74474-2EE9-4435-BA9F-B494A12966C2}"/>
    <pc:docChg chg="undo custSel modSld">
      <pc:chgData name="Yan Li" userId="9c24dcb21a99a041" providerId="LiveId" clId="{66E74474-2EE9-4435-BA9F-B494A12966C2}" dt="2024-09-01T13:48:30.086" v="268" actId="207"/>
      <pc:docMkLst>
        <pc:docMk/>
      </pc:docMkLst>
      <pc:sldChg chg="modSp mod">
        <pc:chgData name="Yan Li" userId="9c24dcb21a99a041" providerId="LiveId" clId="{66E74474-2EE9-4435-BA9F-B494A12966C2}" dt="2024-09-01T13:48:30.086" v="268" actId="207"/>
        <pc:sldMkLst>
          <pc:docMk/>
          <pc:sldMk cId="811220229" sldId="291"/>
        </pc:sldMkLst>
        <pc:spChg chg="mod">
          <ac:chgData name="Yan Li" userId="9c24dcb21a99a041" providerId="LiveId" clId="{66E74474-2EE9-4435-BA9F-B494A12966C2}" dt="2024-09-01T13:45:11.020" v="72" actId="20577"/>
          <ac:spMkLst>
            <pc:docMk/>
            <pc:sldMk cId="811220229" sldId="291"/>
            <ac:spMk id="2" creationId="{A0B2FD85-87AA-4580-1FB4-0EBB0A967AA9}"/>
          </ac:spMkLst>
        </pc:spChg>
        <pc:spChg chg="mod">
          <ac:chgData name="Yan Li" userId="9c24dcb21a99a041" providerId="LiveId" clId="{66E74474-2EE9-4435-BA9F-B494A12966C2}" dt="2024-09-01T13:48:30.086" v="268" actId="207"/>
          <ac:spMkLst>
            <pc:docMk/>
            <pc:sldMk cId="811220229" sldId="291"/>
            <ac:spMk id="3" creationId="{829828C6-6D41-BE5B-CC0A-8492B54C3375}"/>
          </ac:spMkLst>
        </pc:spChg>
      </pc:sldChg>
    </pc:docChg>
  </pc:docChgLst>
  <pc:docChgLst>
    <pc:chgData name="Yan Li" userId="8c31b902-5b3a-4bc1-a03f-ce296c1668b4" providerId="ADAL" clId="{6F9A3FD9-75E6-48B4-8622-40F229F05D29}"/>
    <pc:docChg chg="undo custSel addSld delSld modSld sldOrd">
      <pc:chgData name="Yan Li" userId="8c31b902-5b3a-4bc1-a03f-ce296c1668b4" providerId="ADAL" clId="{6F9A3FD9-75E6-48B4-8622-40F229F05D29}" dt="2024-09-12T19:03:07.450" v="908" actId="14100"/>
      <pc:docMkLst>
        <pc:docMk/>
      </pc:docMkLst>
      <pc:sldChg chg="modSp mod">
        <pc:chgData name="Yan Li" userId="8c31b902-5b3a-4bc1-a03f-ce296c1668b4" providerId="ADAL" clId="{6F9A3FD9-75E6-48B4-8622-40F229F05D29}" dt="2024-09-11T14:31:51.268" v="118" actId="20577"/>
        <pc:sldMkLst>
          <pc:docMk/>
          <pc:sldMk cId="811220229" sldId="291"/>
        </pc:sldMkLst>
        <pc:spChg chg="mod">
          <ac:chgData name="Yan Li" userId="8c31b902-5b3a-4bc1-a03f-ce296c1668b4" providerId="ADAL" clId="{6F9A3FD9-75E6-48B4-8622-40F229F05D29}" dt="2024-09-11T14:25:29.871" v="18" actId="27636"/>
          <ac:spMkLst>
            <pc:docMk/>
            <pc:sldMk cId="811220229" sldId="291"/>
            <ac:spMk id="2" creationId="{A0B2FD85-87AA-4580-1FB4-0EBB0A967AA9}"/>
          </ac:spMkLst>
        </pc:spChg>
        <pc:spChg chg="mod">
          <ac:chgData name="Yan Li" userId="8c31b902-5b3a-4bc1-a03f-ce296c1668b4" providerId="ADAL" clId="{6F9A3FD9-75E6-48B4-8622-40F229F05D29}" dt="2024-09-11T14:31:51.268" v="118" actId="20577"/>
          <ac:spMkLst>
            <pc:docMk/>
            <pc:sldMk cId="811220229" sldId="291"/>
            <ac:spMk id="3" creationId="{829828C6-6D41-BE5B-CC0A-8492B54C3375}"/>
          </ac:spMkLst>
        </pc:spChg>
      </pc:sldChg>
      <pc:sldChg chg="modSp mod">
        <pc:chgData name="Yan Li" userId="8c31b902-5b3a-4bc1-a03f-ce296c1668b4" providerId="ADAL" clId="{6F9A3FD9-75E6-48B4-8622-40F229F05D29}" dt="2024-09-11T14:37:29.706" v="184" actId="20577"/>
        <pc:sldMkLst>
          <pc:docMk/>
          <pc:sldMk cId="2783577023" sldId="292"/>
        </pc:sldMkLst>
        <pc:spChg chg="mod">
          <ac:chgData name="Yan Li" userId="8c31b902-5b3a-4bc1-a03f-ce296c1668b4" providerId="ADAL" clId="{6F9A3FD9-75E6-48B4-8622-40F229F05D29}" dt="2024-09-11T14:37:16.594" v="176" actId="20577"/>
          <ac:spMkLst>
            <pc:docMk/>
            <pc:sldMk cId="2783577023" sldId="292"/>
            <ac:spMk id="3" creationId="{829828C6-6D41-BE5B-CC0A-8492B54C3375}"/>
          </ac:spMkLst>
        </pc:spChg>
        <pc:spChg chg="mod">
          <ac:chgData name="Yan Li" userId="8c31b902-5b3a-4bc1-a03f-ce296c1668b4" providerId="ADAL" clId="{6F9A3FD9-75E6-48B4-8622-40F229F05D29}" dt="2024-09-11T14:37:29.706" v="184" actId="20577"/>
          <ac:spMkLst>
            <pc:docMk/>
            <pc:sldMk cId="2783577023" sldId="292"/>
            <ac:spMk id="5" creationId="{87397B05-2868-01CF-5915-644A9A5CFD2E}"/>
          </ac:spMkLst>
        </pc:spChg>
      </pc:sldChg>
      <pc:sldChg chg="modSp mod">
        <pc:chgData name="Yan Li" userId="8c31b902-5b3a-4bc1-a03f-ce296c1668b4" providerId="ADAL" clId="{6F9A3FD9-75E6-48B4-8622-40F229F05D29}" dt="2024-09-11T14:35:49.649" v="137" actId="20577"/>
        <pc:sldMkLst>
          <pc:docMk/>
          <pc:sldMk cId="1794454954" sldId="293"/>
        </pc:sldMkLst>
        <pc:spChg chg="mod">
          <ac:chgData name="Yan Li" userId="8c31b902-5b3a-4bc1-a03f-ce296c1668b4" providerId="ADAL" clId="{6F9A3FD9-75E6-48B4-8622-40F229F05D29}" dt="2024-09-11T14:35:49.649" v="137" actId="20577"/>
          <ac:spMkLst>
            <pc:docMk/>
            <pc:sldMk cId="1794454954" sldId="293"/>
            <ac:spMk id="3" creationId="{829828C6-6D41-BE5B-CC0A-8492B54C3375}"/>
          </ac:spMkLst>
        </pc:spChg>
      </pc:sldChg>
      <pc:sldChg chg="addSp delSp modSp mod">
        <pc:chgData name="Yan Li" userId="8c31b902-5b3a-4bc1-a03f-ce296c1668b4" providerId="ADAL" clId="{6F9A3FD9-75E6-48B4-8622-40F229F05D29}" dt="2024-09-11T14:25:07.823" v="12" actId="478"/>
        <pc:sldMkLst>
          <pc:docMk/>
          <pc:sldMk cId="735065743" sldId="294"/>
        </pc:sldMkLst>
        <pc:spChg chg="del mod">
          <ac:chgData name="Yan Li" userId="8c31b902-5b3a-4bc1-a03f-ce296c1668b4" providerId="ADAL" clId="{6F9A3FD9-75E6-48B4-8622-40F229F05D29}" dt="2024-09-11T14:25:07.823" v="12" actId="478"/>
          <ac:spMkLst>
            <pc:docMk/>
            <pc:sldMk cId="735065743" sldId="294"/>
            <ac:spMk id="3" creationId="{829828C6-6D41-BE5B-CC0A-8492B54C3375}"/>
          </ac:spMkLst>
        </pc:spChg>
        <pc:spChg chg="add mod">
          <ac:chgData name="Yan Li" userId="8c31b902-5b3a-4bc1-a03f-ce296c1668b4" providerId="ADAL" clId="{6F9A3FD9-75E6-48B4-8622-40F229F05D29}" dt="2024-09-11T14:24:56.120" v="11" actId="20577"/>
          <ac:spMkLst>
            <pc:docMk/>
            <pc:sldMk cId="735065743" sldId="294"/>
            <ac:spMk id="4" creationId="{5A21D306-94C6-13E1-545F-46C526B992F5}"/>
          </ac:spMkLst>
        </pc:spChg>
        <pc:spChg chg="del">
          <ac:chgData name="Yan Li" userId="8c31b902-5b3a-4bc1-a03f-ce296c1668b4" providerId="ADAL" clId="{6F9A3FD9-75E6-48B4-8622-40F229F05D29}" dt="2024-09-11T14:24:51.695" v="1" actId="478"/>
          <ac:spMkLst>
            <pc:docMk/>
            <pc:sldMk cId="735065743" sldId="294"/>
            <ac:spMk id="5" creationId="{87397B05-2868-01CF-5915-644A9A5CFD2E}"/>
          </ac:spMkLst>
        </pc:spChg>
      </pc:sldChg>
      <pc:sldChg chg="modSp mod">
        <pc:chgData name="Yan Li" userId="8c31b902-5b3a-4bc1-a03f-ce296c1668b4" providerId="ADAL" clId="{6F9A3FD9-75E6-48B4-8622-40F229F05D29}" dt="2024-09-11T15:18:14.562" v="420"/>
        <pc:sldMkLst>
          <pc:docMk/>
          <pc:sldMk cId="39364166" sldId="336"/>
        </pc:sldMkLst>
        <pc:spChg chg="mod">
          <ac:chgData name="Yan Li" userId="8c31b902-5b3a-4bc1-a03f-ce296c1668b4" providerId="ADAL" clId="{6F9A3FD9-75E6-48B4-8622-40F229F05D29}" dt="2024-09-11T15:18:14.562" v="420"/>
          <ac:spMkLst>
            <pc:docMk/>
            <pc:sldMk cId="39364166" sldId="336"/>
            <ac:spMk id="4" creationId="{9AB0BF49-E80D-DBCB-4C42-05CFFE57A525}"/>
          </ac:spMkLst>
        </pc:spChg>
        <pc:spChg chg="mod">
          <ac:chgData name="Yan Li" userId="8c31b902-5b3a-4bc1-a03f-ce296c1668b4" providerId="ADAL" clId="{6F9A3FD9-75E6-48B4-8622-40F229F05D29}" dt="2024-09-11T14:44:35.143" v="190" actId="20577"/>
          <ac:spMkLst>
            <pc:docMk/>
            <pc:sldMk cId="39364166" sldId="336"/>
            <ac:spMk id="5" creationId="{87397B05-2868-01CF-5915-644A9A5CFD2E}"/>
          </ac:spMkLst>
        </pc:spChg>
      </pc:sldChg>
      <pc:sldChg chg="addSp delSp modSp mod">
        <pc:chgData name="Yan Li" userId="8c31b902-5b3a-4bc1-a03f-ce296c1668b4" providerId="ADAL" clId="{6F9A3FD9-75E6-48B4-8622-40F229F05D29}" dt="2024-09-11T21:29:47.318" v="850" actId="20577"/>
        <pc:sldMkLst>
          <pc:docMk/>
          <pc:sldMk cId="1672721486" sldId="353"/>
        </pc:sldMkLst>
        <pc:spChg chg="mod">
          <ac:chgData name="Yan Li" userId="8c31b902-5b3a-4bc1-a03f-ce296c1668b4" providerId="ADAL" clId="{6F9A3FD9-75E6-48B4-8622-40F229F05D29}" dt="2024-09-11T21:29:47.318" v="850" actId="20577"/>
          <ac:spMkLst>
            <pc:docMk/>
            <pc:sldMk cId="1672721486" sldId="353"/>
            <ac:spMk id="5" creationId="{87397B05-2868-01CF-5915-644A9A5CFD2E}"/>
          </ac:spMkLst>
        </pc:spChg>
        <pc:spChg chg="del">
          <ac:chgData name="Yan Li" userId="8c31b902-5b3a-4bc1-a03f-ce296c1668b4" providerId="ADAL" clId="{6F9A3FD9-75E6-48B4-8622-40F229F05D29}" dt="2024-09-11T20:10:06.964" v="526" actId="478"/>
          <ac:spMkLst>
            <pc:docMk/>
            <pc:sldMk cId="1672721486" sldId="353"/>
            <ac:spMk id="8" creationId="{0160CDDE-8B8A-47B1-6D47-8E6BF547EEA2}"/>
          </ac:spMkLst>
        </pc:spChg>
        <pc:picChg chg="del">
          <ac:chgData name="Yan Li" userId="8c31b902-5b3a-4bc1-a03f-ce296c1668b4" providerId="ADAL" clId="{6F9A3FD9-75E6-48B4-8622-40F229F05D29}" dt="2024-09-11T20:09:58.610" v="524" actId="478"/>
          <ac:picMkLst>
            <pc:docMk/>
            <pc:sldMk cId="1672721486" sldId="353"/>
            <ac:picMk id="3" creationId="{FE977112-40CB-FBCD-38A6-0799E4D9B6CF}"/>
          </ac:picMkLst>
        </pc:picChg>
        <pc:picChg chg="add mod">
          <ac:chgData name="Yan Li" userId="8c31b902-5b3a-4bc1-a03f-ce296c1668b4" providerId="ADAL" clId="{6F9A3FD9-75E6-48B4-8622-40F229F05D29}" dt="2024-09-11T20:10:39.077" v="535" actId="14100"/>
          <ac:picMkLst>
            <pc:docMk/>
            <pc:sldMk cId="1672721486" sldId="353"/>
            <ac:picMk id="4" creationId="{66D71068-19D8-FCE8-C3D8-B7F8F0B2602E}"/>
          </ac:picMkLst>
        </pc:picChg>
        <pc:picChg chg="add mod">
          <ac:chgData name="Yan Li" userId="8c31b902-5b3a-4bc1-a03f-ce296c1668b4" providerId="ADAL" clId="{6F9A3FD9-75E6-48B4-8622-40F229F05D29}" dt="2024-09-11T20:11:05.697" v="539" actId="14100"/>
          <ac:picMkLst>
            <pc:docMk/>
            <pc:sldMk cId="1672721486" sldId="353"/>
            <ac:picMk id="7" creationId="{9FF394D2-AEC5-45B5-182F-F6EAF175061A}"/>
          </ac:picMkLst>
        </pc:picChg>
        <pc:picChg chg="add mod">
          <ac:chgData name="Yan Li" userId="8c31b902-5b3a-4bc1-a03f-ce296c1668b4" providerId="ADAL" clId="{6F9A3FD9-75E6-48B4-8622-40F229F05D29}" dt="2024-09-11T20:11:11.803" v="540" actId="14100"/>
          <ac:picMkLst>
            <pc:docMk/>
            <pc:sldMk cId="1672721486" sldId="353"/>
            <ac:picMk id="10" creationId="{4ABF265F-2465-2972-71AB-3B53C06BD6CC}"/>
          </ac:picMkLst>
        </pc:picChg>
      </pc:sldChg>
      <pc:sldChg chg="del">
        <pc:chgData name="Yan Li" userId="8c31b902-5b3a-4bc1-a03f-ce296c1668b4" providerId="ADAL" clId="{6F9A3FD9-75E6-48B4-8622-40F229F05D29}" dt="2024-09-11T20:14:41.715" v="583" actId="2696"/>
        <pc:sldMkLst>
          <pc:docMk/>
          <pc:sldMk cId="1992345357" sldId="354"/>
        </pc:sldMkLst>
      </pc:sldChg>
      <pc:sldChg chg="addSp delSp modSp mod">
        <pc:chgData name="Yan Li" userId="8c31b902-5b3a-4bc1-a03f-ce296c1668b4" providerId="ADAL" clId="{6F9A3FD9-75E6-48B4-8622-40F229F05D29}" dt="2024-09-11T20:08:27.934" v="523" actId="14100"/>
        <pc:sldMkLst>
          <pc:docMk/>
          <pc:sldMk cId="2389474902" sldId="362"/>
        </pc:sldMkLst>
        <pc:spChg chg="mod">
          <ac:chgData name="Yan Li" userId="8c31b902-5b3a-4bc1-a03f-ce296c1668b4" providerId="ADAL" clId="{6F9A3FD9-75E6-48B4-8622-40F229F05D29}" dt="2024-09-11T20:04:03.526" v="515" actId="20577"/>
          <ac:spMkLst>
            <pc:docMk/>
            <pc:sldMk cId="2389474902" sldId="362"/>
            <ac:spMk id="5" creationId="{87397B05-2868-01CF-5915-644A9A5CFD2E}"/>
          </ac:spMkLst>
        </pc:spChg>
        <pc:spChg chg="del">
          <ac:chgData name="Yan Li" userId="8c31b902-5b3a-4bc1-a03f-ce296c1668b4" providerId="ADAL" clId="{6F9A3FD9-75E6-48B4-8622-40F229F05D29}" dt="2024-09-11T20:03:57.175" v="512" actId="478"/>
          <ac:spMkLst>
            <pc:docMk/>
            <pc:sldMk cId="2389474902" sldId="362"/>
            <ac:spMk id="11" creationId="{E65F6242-B1DD-FB3E-7288-A430926B0532}"/>
          </ac:spMkLst>
        </pc:spChg>
        <pc:spChg chg="del">
          <ac:chgData name="Yan Li" userId="8c31b902-5b3a-4bc1-a03f-ce296c1668b4" providerId="ADAL" clId="{6F9A3FD9-75E6-48B4-8622-40F229F05D29}" dt="2024-09-11T20:03:59.499" v="513" actId="478"/>
          <ac:spMkLst>
            <pc:docMk/>
            <pc:sldMk cId="2389474902" sldId="362"/>
            <ac:spMk id="14" creationId="{51C5A95B-C155-9A4C-ABA6-39802806D910}"/>
          </ac:spMkLst>
        </pc:spChg>
        <pc:picChg chg="add mod">
          <ac:chgData name="Yan Li" userId="8c31b902-5b3a-4bc1-a03f-ce296c1668b4" providerId="ADAL" clId="{6F9A3FD9-75E6-48B4-8622-40F229F05D29}" dt="2024-09-11T20:08:27.934" v="523" actId="14100"/>
          <ac:picMkLst>
            <pc:docMk/>
            <pc:sldMk cId="2389474902" sldId="362"/>
            <ac:picMk id="3" creationId="{84FAFC4A-9DFB-B88B-FB17-CEE8E95E6FF2}"/>
          </ac:picMkLst>
        </pc:picChg>
        <pc:picChg chg="del">
          <ac:chgData name="Yan Li" userId="8c31b902-5b3a-4bc1-a03f-ce296c1668b4" providerId="ADAL" clId="{6F9A3FD9-75E6-48B4-8622-40F229F05D29}" dt="2024-09-11T20:03:54.224" v="511" actId="478"/>
          <ac:picMkLst>
            <pc:docMk/>
            <pc:sldMk cId="2389474902" sldId="362"/>
            <ac:picMk id="4" creationId="{23889084-B2E1-067C-B5FF-27B6C955487D}"/>
          </ac:picMkLst>
        </pc:picChg>
        <pc:picChg chg="del">
          <ac:chgData name="Yan Li" userId="8c31b902-5b3a-4bc1-a03f-ce296c1668b4" providerId="ADAL" clId="{6F9A3FD9-75E6-48B4-8622-40F229F05D29}" dt="2024-09-11T20:03:52.667" v="510" actId="478"/>
          <ac:picMkLst>
            <pc:docMk/>
            <pc:sldMk cId="2389474902" sldId="362"/>
            <ac:picMk id="8" creationId="{CA59E1EA-A92F-2881-A947-568663F6FCCD}"/>
          </ac:picMkLst>
        </pc:picChg>
      </pc:sldChg>
      <pc:sldChg chg="addSp delSp modSp mod">
        <pc:chgData name="Yan Li" userId="8c31b902-5b3a-4bc1-a03f-ce296c1668b4" providerId="ADAL" clId="{6F9A3FD9-75E6-48B4-8622-40F229F05D29}" dt="2024-09-11T15:29:30.996" v="473" actId="14100"/>
        <pc:sldMkLst>
          <pc:docMk/>
          <pc:sldMk cId="4040327365" sldId="363"/>
        </pc:sldMkLst>
        <pc:spChg chg="del mod">
          <ac:chgData name="Yan Li" userId="8c31b902-5b3a-4bc1-a03f-ce296c1668b4" providerId="ADAL" clId="{6F9A3FD9-75E6-48B4-8622-40F229F05D29}" dt="2024-09-11T14:56:40.621" v="406" actId="478"/>
          <ac:spMkLst>
            <pc:docMk/>
            <pc:sldMk cId="4040327365" sldId="363"/>
            <ac:spMk id="4" creationId="{9AB0BF49-E80D-DBCB-4C42-05CFFE57A525}"/>
          </ac:spMkLst>
        </pc:spChg>
        <pc:spChg chg="mod">
          <ac:chgData name="Yan Li" userId="8c31b902-5b3a-4bc1-a03f-ce296c1668b4" providerId="ADAL" clId="{6F9A3FD9-75E6-48B4-8622-40F229F05D29}" dt="2024-09-11T14:57:27.264" v="413"/>
          <ac:spMkLst>
            <pc:docMk/>
            <pc:sldMk cId="4040327365" sldId="363"/>
            <ac:spMk id="5" creationId="{87397B05-2868-01CF-5915-644A9A5CFD2E}"/>
          </ac:spMkLst>
        </pc:spChg>
        <pc:spChg chg="del">
          <ac:chgData name="Yan Li" userId="8c31b902-5b3a-4bc1-a03f-ce296c1668b4" providerId="ADAL" clId="{6F9A3FD9-75E6-48B4-8622-40F229F05D29}" dt="2024-09-11T14:56:42.145" v="407" actId="478"/>
          <ac:spMkLst>
            <pc:docMk/>
            <pc:sldMk cId="4040327365" sldId="363"/>
            <ac:spMk id="6" creationId="{EBDE8F8F-1E69-637B-C7AE-A04DDE82AF07}"/>
          </ac:spMkLst>
        </pc:spChg>
        <pc:spChg chg="del">
          <ac:chgData name="Yan Li" userId="8c31b902-5b3a-4bc1-a03f-ce296c1668b4" providerId="ADAL" clId="{6F9A3FD9-75E6-48B4-8622-40F229F05D29}" dt="2024-09-11T14:56:44.657" v="408" actId="478"/>
          <ac:spMkLst>
            <pc:docMk/>
            <pc:sldMk cId="4040327365" sldId="363"/>
            <ac:spMk id="8" creationId="{EA0D4854-5387-B9AA-72E7-8E07F595390E}"/>
          </ac:spMkLst>
        </pc:spChg>
        <pc:spChg chg="add del mod">
          <ac:chgData name="Yan Li" userId="8c31b902-5b3a-4bc1-a03f-ce296c1668b4" providerId="ADAL" clId="{6F9A3FD9-75E6-48B4-8622-40F229F05D29}" dt="2024-09-11T15:28:46.887" v="463" actId="478"/>
          <ac:spMkLst>
            <pc:docMk/>
            <pc:sldMk cId="4040327365" sldId="363"/>
            <ac:spMk id="10" creationId="{4F036EC2-E650-EC80-F2A9-D2525366FFAB}"/>
          </ac:spMkLst>
        </pc:spChg>
        <pc:spChg chg="add mod">
          <ac:chgData name="Yan Li" userId="8c31b902-5b3a-4bc1-a03f-ce296c1668b4" providerId="ADAL" clId="{6F9A3FD9-75E6-48B4-8622-40F229F05D29}" dt="2024-09-11T15:29:25.417" v="472" actId="14100"/>
          <ac:spMkLst>
            <pc:docMk/>
            <pc:sldMk cId="4040327365" sldId="363"/>
            <ac:spMk id="11" creationId="{73471EBA-6BC0-0DD0-04E4-4A2D385A71F7}"/>
          </ac:spMkLst>
        </pc:spChg>
        <pc:spChg chg="add mod">
          <ac:chgData name="Yan Li" userId="8c31b902-5b3a-4bc1-a03f-ce296c1668b4" providerId="ADAL" clId="{6F9A3FD9-75E6-48B4-8622-40F229F05D29}" dt="2024-09-11T15:29:30.996" v="473" actId="14100"/>
          <ac:spMkLst>
            <pc:docMk/>
            <pc:sldMk cId="4040327365" sldId="363"/>
            <ac:spMk id="12" creationId="{5D58AEDB-C825-A4AD-DECD-1719F885D9F9}"/>
          </ac:spMkLst>
        </pc:spChg>
        <pc:picChg chg="del">
          <ac:chgData name="Yan Li" userId="8c31b902-5b3a-4bc1-a03f-ce296c1668b4" providerId="ADAL" clId="{6F9A3FD9-75E6-48B4-8622-40F229F05D29}" dt="2024-09-11T14:56:37.823" v="404" actId="478"/>
          <ac:picMkLst>
            <pc:docMk/>
            <pc:sldMk cId="4040327365" sldId="363"/>
            <ac:picMk id="3" creationId="{E66D0882-ECA8-545C-9C86-E2A8E77C0240}"/>
          </ac:picMkLst>
        </pc:picChg>
        <pc:picChg chg="add mod">
          <ac:chgData name="Yan Li" userId="8c31b902-5b3a-4bc1-a03f-ce296c1668b4" providerId="ADAL" clId="{6F9A3FD9-75E6-48B4-8622-40F229F05D29}" dt="2024-09-11T15:29:11.258" v="469" actId="1076"/>
          <ac:picMkLst>
            <pc:docMk/>
            <pc:sldMk cId="4040327365" sldId="363"/>
            <ac:picMk id="7" creationId="{5AB8F1CD-14B4-5B0F-CAD2-48C4388CA5A4}"/>
          </ac:picMkLst>
        </pc:picChg>
      </pc:sldChg>
      <pc:sldChg chg="addSp delSp modSp mod">
        <pc:chgData name="Yan Li" userId="8c31b902-5b3a-4bc1-a03f-ce296c1668b4" providerId="ADAL" clId="{6F9A3FD9-75E6-48B4-8622-40F229F05D29}" dt="2024-09-11T19:18:40.651" v="509" actId="1076"/>
        <pc:sldMkLst>
          <pc:docMk/>
          <pc:sldMk cId="900937590" sldId="364"/>
        </pc:sldMkLst>
        <pc:spChg chg="del">
          <ac:chgData name="Yan Li" userId="8c31b902-5b3a-4bc1-a03f-ce296c1668b4" providerId="ADAL" clId="{6F9A3FD9-75E6-48B4-8622-40F229F05D29}" dt="2024-09-11T19:18:34.445" v="506" actId="478"/>
          <ac:spMkLst>
            <pc:docMk/>
            <pc:sldMk cId="900937590" sldId="364"/>
            <ac:spMk id="10" creationId="{AD30A36A-AE0F-8D04-FB26-22FB8C6292D1}"/>
          </ac:spMkLst>
        </pc:spChg>
        <pc:spChg chg="del">
          <ac:chgData name="Yan Li" userId="8c31b902-5b3a-4bc1-a03f-ce296c1668b4" providerId="ADAL" clId="{6F9A3FD9-75E6-48B4-8622-40F229F05D29}" dt="2024-09-11T19:18:27.673" v="503" actId="478"/>
          <ac:spMkLst>
            <pc:docMk/>
            <pc:sldMk cId="900937590" sldId="364"/>
            <ac:spMk id="11" creationId="{954508ED-3D8B-B544-A34C-04F5693BC94F}"/>
          </ac:spMkLst>
        </pc:spChg>
        <pc:spChg chg="del">
          <ac:chgData name="Yan Li" userId="8c31b902-5b3a-4bc1-a03f-ce296c1668b4" providerId="ADAL" clId="{6F9A3FD9-75E6-48B4-8622-40F229F05D29}" dt="2024-09-11T19:18:25.746" v="502" actId="478"/>
          <ac:spMkLst>
            <pc:docMk/>
            <pc:sldMk cId="900937590" sldId="364"/>
            <ac:spMk id="12" creationId="{0BE13F01-6E8F-8FDB-EA31-5064696E53B8}"/>
          </ac:spMkLst>
        </pc:spChg>
        <pc:spChg chg="del">
          <ac:chgData name="Yan Li" userId="8c31b902-5b3a-4bc1-a03f-ce296c1668b4" providerId="ADAL" clId="{6F9A3FD9-75E6-48B4-8622-40F229F05D29}" dt="2024-09-11T19:18:29.592" v="504" actId="478"/>
          <ac:spMkLst>
            <pc:docMk/>
            <pc:sldMk cId="900937590" sldId="364"/>
            <ac:spMk id="13" creationId="{DD9963AE-A340-84B8-4432-36B1BB59C6E7}"/>
          </ac:spMkLst>
        </pc:spChg>
        <pc:spChg chg="del">
          <ac:chgData name="Yan Li" userId="8c31b902-5b3a-4bc1-a03f-ce296c1668b4" providerId="ADAL" clId="{6F9A3FD9-75E6-48B4-8622-40F229F05D29}" dt="2024-09-11T19:18:31.554" v="505" actId="478"/>
          <ac:spMkLst>
            <pc:docMk/>
            <pc:sldMk cId="900937590" sldId="364"/>
            <ac:spMk id="14" creationId="{8C41A0C1-EA6A-3E5B-608D-6ABCFD0AA2C5}"/>
          </ac:spMkLst>
        </pc:spChg>
        <pc:picChg chg="add mod">
          <ac:chgData name="Yan Li" userId="8c31b902-5b3a-4bc1-a03f-ce296c1668b4" providerId="ADAL" clId="{6F9A3FD9-75E6-48B4-8622-40F229F05D29}" dt="2024-09-11T19:18:40.651" v="509" actId="1076"/>
          <ac:picMkLst>
            <pc:docMk/>
            <pc:sldMk cId="900937590" sldId="364"/>
            <ac:picMk id="3" creationId="{42845F6E-488A-4D89-CC72-399212D87002}"/>
          </ac:picMkLst>
        </pc:picChg>
        <pc:picChg chg="del">
          <ac:chgData name="Yan Li" userId="8c31b902-5b3a-4bc1-a03f-ce296c1668b4" providerId="ADAL" clId="{6F9A3FD9-75E6-48B4-8622-40F229F05D29}" dt="2024-09-11T19:18:23.661" v="501" actId="478"/>
          <ac:picMkLst>
            <pc:docMk/>
            <pc:sldMk cId="900937590" sldId="364"/>
            <ac:picMk id="6" creationId="{1FB89782-536A-B55F-9529-EB7FF81F8731}"/>
          </ac:picMkLst>
        </pc:picChg>
        <pc:picChg chg="del">
          <ac:chgData name="Yan Li" userId="8c31b902-5b3a-4bc1-a03f-ce296c1668b4" providerId="ADAL" clId="{6F9A3FD9-75E6-48B4-8622-40F229F05D29}" dt="2024-09-11T19:18:36.940" v="507" actId="478"/>
          <ac:picMkLst>
            <pc:docMk/>
            <pc:sldMk cId="900937590" sldId="364"/>
            <ac:picMk id="8" creationId="{41EBD8C9-DFFA-ADED-FAE7-C7060392A233}"/>
          </ac:picMkLst>
        </pc:picChg>
      </pc:sldChg>
      <pc:sldChg chg="addSp delSp modSp mod">
        <pc:chgData name="Yan Li" userId="8c31b902-5b3a-4bc1-a03f-ce296c1668b4" providerId="ADAL" clId="{6F9A3FD9-75E6-48B4-8622-40F229F05D29}" dt="2024-09-11T14:57:18.764" v="412" actId="1076"/>
        <pc:sldMkLst>
          <pc:docMk/>
          <pc:sldMk cId="3307445110" sldId="365"/>
        </pc:sldMkLst>
        <pc:spChg chg="del mod">
          <ac:chgData name="Yan Li" userId="8c31b902-5b3a-4bc1-a03f-ce296c1668b4" providerId="ADAL" clId="{6F9A3FD9-75E6-48B4-8622-40F229F05D29}" dt="2024-09-11T14:53:18.544" v="325" actId="478"/>
          <ac:spMkLst>
            <pc:docMk/>
            <pc:sldMk cId="3307445110" sldId="365"/>
            <ac:spMk id="4" creationId="{9AB0BF49-E80D-DBCB-4C42-05CFFE57A525}"/>
          </ac:spMkLst>
        </pc:spChg>
        <pc:spChg chg="mod">
          <ac:chgData name="Yan Li" userId="8c31b902-5b3a-4bc1-a03f-ce296c1668b4" providerId="ADAL" clId="{6F9A3FD9-75E6-48B4-8622-40F229F05D29}" dt="2024-09-11T14:57:18.764" v="412" actId="1076"/>
          <ac:spMkLst>
            <pc:docMk/>
            <pc:sldMk cId="3307445110" sldId="365"/>
            <ac:spMk id="5" creationId="{87397B05-2868-01CF-5915-644A9A5CFD2E}"/>
          </ac:spMkLst>
        </pc:spChg>
        <pc:spChg chg="add mod">
          <ac:chgData name="Yan Li" userId="8c31b902-5b3a-4bc1-a03f-ce296c1668b4" providerId="ADAL" clId="{6F9A3FD9-75E6-48B4-8622-40F229F05D29}" dt="2024-09-11T14:56:32.115" v="403" actId="6549"/>
          <ac:spMkLst>
            <pc:docMk/>
            <pc:sldMk cId="3307445110" sldId="365"/>
            <ac:spMk id="6" creationId="{1054AD48-5DC1-AFF8-5D83-A751E6D9B3DF}"/>
          </ac:spMkLst>
        </pc:spChg>
        <pc:picChg chg="add mod">
          <ac:chgData name="Yan Li" userId="8c31b902-5b3a-4bc1-a03f-ce296c1668b4" providerId="ADAL" clId="{6F9A3FD9-75E6-48B4-8622-40F229F05D29}" dt="2024-09-11T14:54:24.891" v="327" actId="1076"/>
          <ac:picMkLst>
            <pc:docMk/>
            <pc:sldMk cId="3307445110" sldId="365"/>
            <ac:picMk id="3" creationId="{03BBAAE9-ABF8-F153-45D9-9AED61E92F16}"/>
          </ac:picMkLst>
        </pc:picChg>
      </pc:sldChg>
      <pc:sldChg chg="addSp delSp modSp mod ord">
        <pc:chgData name="Yan Li" userId="8c31b902-5b3a-4bc1-a03f-ce296c1668b4" providerId="ADAL" clId="{6F9A3FD9-75E6-48B4-8622-40F229F05D29}" dt="2024-09-11T21:34:55.724" v="893" actId="20577"/>
        <pc:sldMkLst>
          <pc:docMk/>
          <pc:sldMk cId="1795160791" sldId="366"/>
        </pc:sldMkLst>
        <pc:spChg chg="add del mod">
          <ac:chgData name="Yan Li" userId="8c31b902-5b3a-4bc1-a03f-ce296c1668b4" providerId="ADAL" clId="{6F9A3FD9-75E6-48B4-8622-40F229F05D29}" dt="2024-09-11T20:12:32.274" v="555" actId="478"/>
          <ac:spMkLst>
            <pc:docMk/>
            <pc:sldMk cId="1795160791" sldId="366"/>
            <ac:spMk id="3" creationId="{1725F5B2-AD6B-CA52-3260-DD0D9C0F1576}"/>
          </ac:spMkLst>
        </pc:spChg>
        <pc:spChg chg="del">
          <ac:chgData name="Yan Li" userId="8c31b902-5b3a-4bc1-a03f-ce296c1668b4" providerId="ADAL" clId="{6F9A3FD9-75E6-48B4-8622-40F229F05D29}" dt="2024-09-11T20:11:59.088" v="551" actId="478"/>
          <ac:spMkLst>
            <pc:docMk/>
            <pc:sldMk cId="1795160791" sldId="366"/>
            <ac:spMk id="5" creationId="{87397B05-2868-01CF-5915-644A9A5CFD2E}"/>
          </ac:spMkLst>
        </pc:spChg>
        <pc:spChg chg="add mod">
          <ac:chgData name="Yan Li" userId="8c31b902-5b3a-4bc1-a03f-ce296c1668b4" providerId="ADAL" clId="{6F9A3FD9-75E6-48B4-8622-40F229F05D29}" dt="2024-09-11T21:34:55.724" v="893" actId="20577"/>
          <ac:spMkLst>
            <pc:docMk/>
            <pc:sldMk cId="1795160791" sldId="366"/>
            <ac:spMk id="8" creationId="{4E818595-8F84-CDC7-458C-1886E7FAE27A}"/>
          </ac:spMkLst>
        </pc:spChg>
        <pc:spChg chg="add mod">
          <ac:chgData name="Yan Li" userId="8c31b902-5b3a-4bc1-a03f-ce296c1668b4" providerId="ADAL" clId="{6F9A3FD9-75E6-48B4-8622-40F229F05D29}" dt="2024-09-11T21:29:08.220" v="817" actId="14100"/>
          <ac:spMkLst>
            <pc:docMk/>
            <pc:sldMk cId="1795160791" sldId="366"/>
            <ac:spMk id="9" creationId="{F7B1927F-7384-F7DE-0721-DF59F4DEBF0E}"/>
          </ac:spMkLst>
        </pc:spChg>
        <pc:spChg chg="del">
          <ac:chgData name="Yan Li" userId="8c31b902-5b3a-4bc1-a03f-ce296c1668b4" providerId="ADAL" clId="{6F9A3FD9-75E6-48B4-8622-40F229F05D29}" dt="2024-09-11T20:12:05.905" v="553" actId="478"/>
          <ac:spMkLst>
            <pc:docMk/>
            <pc:sldMk cId="1795160791" sldId="366"/>
            <ac:spMk id="10" creationId="{F4232FD8-CFAD-9746-E3E4-DE49F831408F}"/>
          </ac:spMkLst>
        </pc:spChg>
        <pc:spChg chg="del">
          <ac:chgData name="Yan Li" userId="8c31b902-5b3a-4bc1-a03f-ce296c1668b4" providerId="ADAL" clId="{6F9A3FD9-75E6-48B4-8622-40F229F05D29}" dt="2024-09-11T20:12:02.738" v="552" actId="478"/>
          <ac:spMkLst>
            <pc:docMk/>
            <pc:sldMk cId="1795160791" sldId="366"/>
            <ac:spMk id="12" creationId="{C08A3E29-1372-340D-0912-C1B178A9EB91}"/>
          </ac:spMkLst>
        </pc:spChg>
        <pc:picChg chg="add mod">
          <ac:chgData name="Yan Li" userId="8c31b902-5b3a-4bc1-a03f-ce296c1668b4" providerId="ADAL" clId="{6F9A3FD9-75E6-48B4-8622-40F229F05D29}" dt="2024-09-11T20:12:41.809" v="558" actId="14100"/>
          <ac:picMkLst>
            <pc:docMk/>
            <pc:sldMk cId="1795160791" sldId="366"/>
            <ac:picMk id="6" creationId="{C0AC18D4-6BE8-1E94-2582-534892753F0F}"/>
          </ac:picMkLst>
        </pc:picChg>
        <pc:picChg chg="del">
          <ac:chgData name="Yan Li" userId="8c31b902-5b3a-4bc1-a03f-ce296c1668b4" providerId="ADAL" clId="{6F9A3FD9-75E6-48B4-8622-40F229F05D29}" dt="2024-09-11T20:11:54.134" v="550" actId="478"/>
          <ac:picMkLst>
            <pc:docMk/>
            <pc:sldMk cId="1795160791" sldId="366"/>
            <ac:picMk id="7" creationId="{E099CDF4-B651-0365-77A0-695CE11A6964}"/>
          </ac:picMkLst>
        </pc:picChg>
      </pc:sldChg>
      <pc:sldChg chg="del">
        <pc:chgData name="Yan Li" userId="8c31b902-5b3a-4bc1-a03f-ce296c1668b4" providerId="ADAL" clId="{6F9A3FD9-75E6-48B4-8622-40F229F05D29}" dt="2024-09-11T20:14:39.554" v="582" actId="2696"/>
        <pc:sldMkLst>
          <pc:docMk/>
          <pc:sldMk cId="1701158441" sldId="367"/>
        </pc:sldMkLst>
      </pc:sldChg>
      <pc:sldChg chg="del">
        <pc:chgData name="Yan Li" userId="8c31b902-5b3a-4bc1-a03f-ce296c1668b4" providerId="ADAL" clId="{6F9A3FD9-75E6-48B4-8622-40F229F05D29}" dt="2024-09-11T20:14:37.008" v="581" actId="2696"/>
        <pc:sldMkLst>
          <pc:docMk/>
          <pc:sldMk cId="3496130074" sldId="368"/>
        </pc:sldMkLst>
      </pc:sldChg>
      <pc:sldChg chg="del">
        <pc:chgData name="Yan Li" userId="8c31b902-5b3a-4bc1-a03f-ce296c1668b4" providerId="ADAL" clId="{6F9A3FD9-75E6-48B4-8622-40F229F05D29}" dt="2024-09-11T20:14:27.454" v="579" actId="2696"/>
        <pc:sldMkLst>
          <pc:docMk/>
          <pc:sldMk cId="809149955" sldId="369"/>
        </pc:sldMkLst>
      </pc:sldChg>
      <pc:sldChg chg="del">
        <pc:chgData name="Yan Li" userId="8c31b902-5b3a-4bc1-a03f-ce296c1668b4" providerId="ADAL" clId="{6F9A3FD9-75E6-48B4-8622-40F229F05D29}" dt="2024-09-11T20:14:32.466" v="580" actId="2696"/>
        <pc:sldMkLst>
          <pc:docMk/>
          <pc:sldMk cId="1469367766" sldId="370"/>
        </pc:sldMkLst>
      </pc:sldChg>
      <pc:sldChg chg="del">
        <pc:chgData name="Yan Li" userId="8c31b902-5b3a-4bc1-a03f-ce296c1668b4" providerId="ADAL" clId="{6F9A3FD9-75E6-48B4-8622-40F229F05D29}" dt="2024-09-11T20:14:44.021" v="584" actId="2696"/>
        <pc:sldMkLst>
          <pc:docMk/>
          <pc:sldMk cId="3816998467" sldId="371"/>
        </pc:sldMkLst>
      </pc:sldChg>
      <pc:sldChg chg="del">
        <pc:chgData name="Yan Li" userId="8c31b902-5b3a-4bc1-a03f-ce296c1668b4" providerId="ADAL" clId="{6F9A3FD9-75E6-48B4-8622-40F229F05D29}" dt="2024-09-11T20:14:46.603" v="585" actId="2696"/>
        <pc:sldMkLst>
          <pc:docMk/>
          <pc:sldMk cId="1823488101" sldId="372"/>
        </pc:sldMkLst>
      </pc:sldChg>
      <pc:sldChg chg="del">
        <pc:chgData name="Yan Li" userId="8c31b902-5b3a-4bc1-a03f-ce296c1668b4" providerId="ADAL" clId="{6F9A3FD9-75E6-48B4-8622-40F229F05D29}" dt="2024-09-11T20:14:49.819" v="586" actId="2696"/>
        <pc:sldMkLst>
          <pc:docMk/>
          <pc:sldMk cId="3343509872" sldId="373"/>
        </pc:sldMkLst>
      </pc:sldChg>
      <pc:sldChg chg="del">
        <pc:chgData name="Yan Li" userId="8c31b902-5b3a-4bc1-a03f-ce296c1668b4" providerId="ADAL" clId="{6F9A3FD9-75E6-48B4-8622-40F229F05D29}" dt="2024-09-11T20:14:51.649" v="587" actId="2696"/>
        <pc:sldMkLst>
          <pc:docMk/>
          <pc:sldMk cId="3218294921" sldId="375"/>
        </pc:sldMkLst>
      </pc:sldChg>
      <pc:sldChg chg="addSp delSp modSp add mod">
        <pc:chgData name="Yan Li" userId="8c31b902-5b3a-4bc1-a03f-ce296c1668b4" providerId="ADAL" clId="{6F9A3FD9-75E6-48B4-8622-40F229F05D29}" dt="2024-09-11T15:20:24.533" v="444" actId="14100"/>
        <pc:sldMkLst>
          <pc:docMk/>
          <pc:sldMk cId="1171648086" sldId="376"/>
        </pc:sldMkLst>
        <pc:spChg chg="del mod">
          <ac:chgData name="Yan Li" userId="8c31b902-5b3a-4bc1-a03f-ce296c1668b4" providerId="ADAL" clId="{6F9A3FD9-75E6-48B4-8622-40F229F05D29}" dt="2024-09-11T15:20:18.604" v="442" actId="478"/>
          <ac:spMkLst>
            <pc:docMk/>
            <pc:sldMk cId="1171648086" sldId="376"/>
            <ac:spMk id="10" creationId="{4F036EC2-E650-EC80-F2A9-D2525366FFAB}"/>
          </ac:spMkLst>
        </pc:spChg>
        <pc:picChg chg="add mod">
          <ac:chgData name="Yan Li" userId="8c31b902-5b3a-4bc1-a03f-ce296c1668b4" providerId="ADAL" clId="{6F9A3FD9-75E6-48B4-8622-40F229F05D29}" dt="2024-09-11T15:20:24.533" v="444" actId="14100"/>
          <ac:picMkLst>
            <pc:docMk/>
            <pc:sldMk cId="1171648086" sldId="376"/>
            <ac:picMk id="3" creationId="{18F7B82B-3D27-5B00-8A80-60ED13C8DA84}"/>
          </ac:picMkLst>
        </pc:picChg>
        <pc:picChg chg="del">
          <ac:chgData name="Yan Li" userId="8c31b902-5b3a-4bc1-a03f-ce296c1668b4" providerId="ADAL" clId="{6F9A3FD9-75E6-48B4-8622-40F229F05D29}" dt="2024-09-11T15:20:08.802" v="438" actId="478"/>
          <ac:picMkLst>
            <pc:docMk/>
            <pc:sldMk cId="1171648086" sldId="376"/>
            <ac:picMk id="7" creationId="{5AB8F1CD-14B4-5B0F-CAD2-48C4388CA5A4}"/>
          </ac:picMkLst>
        </pc:picChg>
      </pc:sldChg>
      <pc:sldChg chg="addSp delSp modSp add mod">
        <pc:chgData name="Yan Li" userId="8c31b902-5b3a-4bc1-a03f-ce296c1668b4" providerId="ADAL" clId="{6F9A3FD9-75E6-48B4-8622-40F229F05D29}" dt="2024-09-11T15:30:23.469" v="500" actId="14100"/>
        <pc:sldMkLst>
          <pc:docMk/>
          <pc:sldMk cId="237069390" sldId="377"/>
        </pc:sldMkLst>
        <pc:spChg chg="add mod">
          <ac:chgData name="Yan Li" userId="8c31b902-5b3a-4bc1-a03f-ce296c1668b4" providerId="ADAL" clId="{6F9A3FD9-75E6-48B4-8622-40F229F05D29}" dt="2024-09-11T15:30:23.469" v="500" actId="14100"/>
          <ac:spMkLst>
            <pc:docMk/>
            <pc:sldMk cId="237069390" sldId="377"/>
            <ac:spMk id="3" creationId="{5FB5493A-AFB9-A974-23B5-83D35B62AE3F}"/>
          </ac:spMkLst>
        </pc:spChg>
        <pc:spChg chg="mod">
          <ac:chgData name="Yan Li" userId="8c31b902-5b3a-4bc1-a03f-ce296c1668b4" providerId="ADAL" clId="{6F9A3FD9-75E6-48B4-8622-40F229F05D29}" dt="2024-09-11T15:29:54.030" v="495" actId="20577"/>
          <ac:spMkLst>
            <pc:docMk/>
            <pc:sldMk cId="237069390" sldId="377"/>
            <ac:spMk id="5" creationId="{87397B05-2868-01CF-5915-644A9A5CFD2E}"/>
          </ac:spMkLst>
        </pc:spChg>
        <pc:spChg chg="del mod">
          <ac:chgData name="Yan Li" userId="8c31b902-5b3a-4bc1-a03f-ce296c1668b4" providerId="ADAL" clId="{6F9A3FD9-75E6-48B4-8622-40F229F05D29}" dt="2024-09-11T15:28:35.503" v="457"/>
          <ac:spMkLst>
            <pc:docMk/>
            <pc:sldMk cId="237069390" sldId="377"/>
            <ac:spMk id="10" creationId="{4F036EC2-E650-EC80-F2A9-D2525366FFAB}"/>
          </ac:spMkLst>
        </pc:spChg>
        <pc:spChg chg="del">
          <ac:chgData name="Yan Li" userId="8c31b902-5b3a-4bc1-a03f-ce296c1668b4" providerId="ADAL" clId="{6F9A3FD9-75E6-48B4-8622-40F229F05D29}" dt="2024-09-11T15:28:39.289" v="460" actId="478"/>
          <ac:spMkLst>
            <pc:docMk/>
            <pc:sldMk cId="237069390" sldId="377"/>
            <ac:spMk id="11" creationId="{73471EBA-6BC0-0DD0-04E4-4A2D385A71F7}"/>
          </ac:spMkLst>
        </pc:spChg>
        <pc:spChg chg="del">
          <ac:chgData name="Yan Li" userId="8c31b902-5b3a-4bc1-a03f-ce296c1668b4" providerId="ADAL" clId="{6F9A3FD9-75E6-48B4-8622-40F229F05D29}" dt="2024-09-11T15:28:40.808" v="461" actId="478"/>
          <ac:spMkLst>
            <pc:docMk/>
            <pc:sldMk cId="237069390" sldId="377"/>
            <ac:spMk id="12" creationId="{5D58AEDB-C825-A4AD-DECD-1719F885D9F9}"/>
          </ac:spMkLst>
        </pc:spChg>
        <pc:picChg chg="del">
          <ac:chgData name="Yan Li" userId="8c31b902-5b3a-4bc1-a03f-ce296c1668b4" providerId="ADAL" clId="{6F9A3FD9-75E6-48B4-8622-40F229F05D29}" dt="2024-09-11T15:28:36.764" v="458" actId="478"/>
          <ac:picMkLst>
            <pc:docMk/>
            <pc:sldMk cId="237069390" sldId="377"/>
            <ac:picMk id="7" creationId="{5AB8F1CD-14B4-5B0F-CAD2-48C4388CA5A4}"/>
          </ac:picMkLst>
        </pc:picChg>
      </pc:sldChg>
      <pc:sldChg chg="addSp delSp modSp add mod">
        <pc:chgData name="Yan Li" userId="8c31b902-5b3a-4bc1-a03f-ce296c1668b4" providerId="ADAL" clId="{6F9A3FD9-75E6-48B4-8622-40F229F05D29}" dt="2024-09-11T20:04:36.557" v="522" actId="14100"/>
        <pc:sldMkLst>
          <pc:docMk/>
          <pc:sldMk cId="3062616720" sldId="378"/>
        </pc:sldMkLst>
        <pc:picChg chg="del">
          <ac:chgData name="Yan Li" userId="8c31b902-5b3a-4bc1-a03f-ce296c1668b4" providerId="ADAL" clId="{6F9A3FD9-75E6-48B4-8622-40F229F05D29}" dt="2024-09-11T20:04:29.828" v="518" actId="478"/>
          <ac:picMkLst>
            <pc:docMk/>
            <pc:sldMk cId="3062616720" sldId="378"/>
            <ac:picMk id="3" creationId="{84FAFC4A-9DFB-B88B-FB17-CEE8E95E6FF2}"/>
          </ac:picMkLst>
        </pc:picChg>
        <pc:picChg chg="add mod">
          <ac:chgData name="Yan Li" userId="8c31b902-5b3a-4bc1-a03f-ce296c1668b4" providerId="ADAL" clId="{6F9A3FD9-75E6-48B4-8622-40F229F05D29}" dt="2024-09-11T20:04:36.557" v="522" actId="14100"/>
          <ac:picMkLst>
            <pc:docMk/>
            <pc:sldMk cId="3062616720" sldId="378"/>
            <ac:picMk id="4" creationId="{E23597E9-F3B0-5EFB-FD3A-8F0CF203B943}"/>
          </ac:picMkLst>
        </pc:picChg>
      </pc:sldChg>
      <pc:sldChg chg="addSp delSp modSp add mod">
        <pc:chgData name="Yan Li" userId="8c31b902-5b3a-4bc1-a03f-ce296c1668b4" providerId="ADAL" clId="{6F9A3FD9-75E6-48B4-8622-40F229F05D29}" dt="2024-09-11T21:29:59.670" v="881" actId="20577"/>
        <pc:sldMkLst>
          <pc:docMk/>
          <pc:sldMk cId="1802307800" sldId="379"/>
        </pc:sldMkLst>
        <pc:spChg chg="mod">
          <ac:chgData name="Yan Li" userId="8c31b902-5b3a-4bc1-a03f-ce296c1668b4" providerId="ADAL" clId="{6F9A3FD9-75E6-48B4-8622-40F229F05D29}" dt="2024-09-11T21:29:59.670" v="881" actId="20577"/>
          <ac:spMkLst>
            <pc:docMk/>
            <pc:sldMk cId="1802307800" sldId="379"/>
            <ac:spMk id="5" creationId="{87397B05-2868-01CF-5915-644A9A5CFD2E}"/>
          </ac:spMkLst>
        </pc:spChg>
        <pc:picChg chg="add mod">
          <ac:chgData name="Yan Li" userId="8c31b902-5b3a-4bc1-a03f-ce296c1668b4" providerId="ADAL" clId="{6F9A3FD9-75E6-48B4-8622-40F229F05D29}" dt="2024-09-11T20:11:44.886" v="549" actId="14100"/>
          <ac:picMkLst>
            <pc:docMk/>
            <pc:sldMk cId="1802307800" sldId="379"/>
            <ac:picMk id="3" creationId="{BE3E5651-956D-A988-0F09-D05F7896F863}"/>
          </ac:picMkLst>
        </pc:picChg>
        <pc:picChg chg="del">
          <ac:chgData name="Yan Li" userId="8c31b902-5b3a-4bc1-a03f-ce296c1668b4" providerId="ADAL" clId="{6F9A3FD9-75E6-48B4-8622-40F229F05D29}" dt="2024-09-11T20:11:20.258" v="543" actId="478"/>
          <ac:picMkLst>
            <pc:docMk/>
            <pc:sldMk cId="1802307800" sldId="379"/>
            <ac:picMk id="4" creationId="{66D71068-19D8-FCE8-C3D8-B7F8F0B2602E}"/>
          </ac:picMkLst>
        </pc:picChg>
        <pc:picChg chg="del">
          <ac:chgData name="Yan Li" userId="8c31b902-5b3a-4bc1-a03f-ce296c1668b4" providerId="ADAL" clId="{6F9A3FD9-75E6-48B4-8622-40F229F05D29}" dt="2024-09-11T20:11:21.763" v="544" actId="478"/>
          <ac:picMkLst>
            <pc:docMk/>
            <pc:sldMk cId="1802307800" sldId="379"/>
            <ac:picMk id="7" creationId="{9FF394D2-AEC5-45B5-182F-F6EAF175061A}"/>
          </ac:picMkLst>
        </pc:picChg>
        <pc:picChg chg="del">
          <ac:chgData name="Yan Li" userId="8c31b902-5b3a-4bc1-a03f-ce296c1668b4" providerId="ADAL" clId="{6F9A3FD9-75E6-48B4-8622-40F229F05D29}" dt="2024-09-11T20:11:18.799" v="542" actId="478"/>
          <ac:picMkLst>
            <pc:docMk/>
            <pc:sldMk cId="1802307800" sldId="379"/>
            <ac:picMk id="10" creationId="{4ABF265F-2465-2972-71AB-3B53C06BD6CC}"/>
          </ac:picMkLst>
        </pc:picChg>
      </pc:sldChg>
      <pc:sldChg chg="addSp delSp modSp add mod">
        <pc:chgData name="Yan Li" userId="8c31b902-5b3a-4bc1-a03f-ce296c1668b4" providerId="ADAL" clId="{6F9A3FD9-75E6-48B4-8622-40F229F05D29}" dt="2024-09-11T21:22:39.617" v="770" actId="207"/>
        <pc:sldMkLst>
          <pc:docMk/>
          <pc:sldMk cId="2457219249" sldId="380"/>
        </pc:sldMkLst>
        <pc:spChg chg="add del">
          <ac:chgData name="Yan Li" userId="8c31b902-5b3a-4bc1-a03f-ce296c1668b4" providerId="ADAL" clId="{6F9A3FD9-75E6-48B4-8622-40F229F05D29}" dt="2024-09-11T21:21:50.313" v="709" actId="11529"/>
          <ac:spMkLst>
            <pc:docMk/>
            <pc:sldMk cId="2457219249" sldId="380"/>
            <ac:spMk id="4" creationId="{A56FD78F-8D42-4249-010E-B7F4543D15F3}"/>
          </ac:spMkLst>
        </pc:spChg>
        <pc:spChg chg="add del mod">
          <ac:chgData name="Yan Li" userId="8c31b902-5b3a-4bc1-a03f-ce296c1668b4" providerId="ADAL" clId="{6F9A3FD9-75E6-48B4-8622-40F229F05D29}" dt="2024-09-11T21:22:23.749" v="762"/>
          <ac:spMkLst>
            <pc:docMk/>
            <pc:sldMk cId="2457219249" sldId="380"/>
            <ac:spMk id="5" creationId="{AB2745BB-4FB7-AE7A-4BE4-086D361E520D}"/>
          </ac:spMkLst>
        </pc:spChg>
        <pc:spChg chg="add mod">
          <ac:chgData name="Yan Li" userId="8c31b902-5b3a-4bc1-a03f-ce296c1668b4" providerId="ADAL" clId="{6F9A3FD9-75E6-48B4-8622-40F229F05D29}" dt="2024-09-11T21:22:39.617" v="770" actId="207"/>
          <ac:spMkLst>
            <pc:docMk/>
            <pc:sldMk cId="2457219249" sldId="380"/>
            <ac:spMk id="7" creationId="{FCB68779-F731-AF46-27E9-7DDB234EE987}"/>
          </ac:spMkLst>
        </pc:spChg>
        <pc:picChg chg="add mod">
          <ac:chgData name="Yan Li" userId="8c31b902-5b3a-4bc1-a03f-ce296c1668b4" providerId="ADAL" clId="{6F9A3FD9-75E6-48B4-8622-40F229F05D29}" dt="2024-09-11T21:21:36.415" v="707" actId="14100"/>
          <ac:picMkLst>
            <pc:docMk/>
            <pc:sldMk cId="2457219249" sldId="380"/>
            <ac:picMk id="3" creationId="{380F0D2A-1E8C-B585-75F7-CDEF67FF29D9}"/>
          </ac:picMkLst>
        </pc:picChg>
        <pc:picChg chg="del">
          <ac:chgData name="Yan Li" userId="8c31b902-5b3a-4bc1-a03f-ce296c1668b4" providerId="ADAL" clId="{6F9A3FD9-75E6-48B4-8622-40F229F05D29}" dt="2024-09-11T20:13:05.507" v="560" actId="478"/>
          <ac:picMkLst>
            <pc:docMk/>
            <pc:sldMk cId="2457219249" sldId="380"/>
            <ac:picMk id="6" creationId="{C0AC18D4-6BE8-1E94-2582-534892753F0F}"/>
          </ac:picMkLst>
        </pc:picChg>
      </pc:sldChg>
      <pc:sldChg chg="addSp delSp modSp add mod">
        <pc:chgData name="Yan Li" userId="8c31b902-5b3a-4bc1-a03f-ce296c1668b4" providerId="ADAL" clId="{6F9A3FD9-75E6-48B4-8622-40F229F05D29}" dt="2024-09-12T19:03:07.450" v="908" actId="14100"/>
        <pc:sldMkLst>
          <pc:docMk/>
          <pc:sldMk cId="4201203152" sldId="381"/>
        </pc:sldMkLst>
        <pc:picChg chg="del">
          <ac:chgData name="Yan Li" userId="8c31b902-5b3a-4bc1-a03f-ce296c1668b4" providerId="ADAL" clId="{6F9A3FD9-75E6-48B4-8622-40F229F05D29}" dt="2024-09-11T20:13:42.803" v="568" actId="478"/>
          <ac:picMkLst>
            <pc:docMk/>
            <pc:sldMk cId="4201203152" sldId="381"/>
            <ac:picMk id="3" creationId="{380F0D2A-1E8C-B585-75F7-CDEF67FF29D9}"/>
          </ac:picMkLst>
        </pc:picChg>
        <pc:picChg chg="add mod">
          <ac:chgData name="Yan Li" userId="8c31b902-5b3a-4bc1-a03f-ce296c1668b4" providerId="ADAL" clId="{6F9A3FD9-75E6-48B4-8622-40F229F05D29}" dt="2024-09-12T19:03:07.450" v="908" actId="14100"/>
          <ac:picMkLst>
            <pc:docMk/>
            <pc:sldMk cId="4201203152" sldId="381"/>
            <ac:picMk id="4" creationId="{9AE54620-C18D-4671-CA7E-AEFC02432EC8}"/>
          </ac:picMkLst>
        </pc:picChg>
      </pc:sldChg>
      <pc:sldChg chg="addSp delSp modSp add mod">
        <pc:chgData name="Yan Li" userId="8c31b902-5b3a-4bc1-a03f-ce296c1668b4" providerId="ADAL" clId="{6F9A3FD9-75E6-48B4-8622-40F229F05D29}" dt="2024-09-12T19:02:05.062" v="907" actId="255"/>
        <pc:sldMkLst>
          <pc:docMk/>
          <pc:sldMk cId="3207380264" sldId="382"/>
        </pc:sldMkLst>
        <pc:spChg chg="add mod">
          <ac:chgData name="Yan Li" userId="8c31b902-5b3a-4bc1-a03f-ce296c1668b4" providerId="ADAL" clId="{6F9A3FD9-75E6-48B4-8622-40F229F05D29}" dt="2024-09-12T19:02:05.062" v="907" actId="255"/>
          <ac:spMkLst>
            <pc:docMk/>
            <pc:sldMk cId="3207380264" sldId="382"/>
            <ac:spMk id="4" creationId="{D231FD1C-BDD1-CC9C-3CCB-A088E8D33FF3}"/>
          </ac:spMkLst>
        </pc:spChg>
        <pc:spChg chg="add mod">
          <ac:chgData name="Yan Li" userId="8c31b902-5b3a-4bc1-a03f-ce296c1668b4" providerId="ADAL" clId="{6F9A3FD9-75E6-48B4-8622-40F229F05D29}" dt="2024-09-12T19:01:39.301" v="901" actId="208"/>
          <ac:spMkLst>
            <pc:docMk/>
            <pc:sldMk cId="3207380264" sldId="382"/>
            <ac:spMk id="5" creationId="{A89EAC3A-6CCE-31F9-0E76-C4A500394563}"/>
          </ac:spMkLst>
        </pc:spChg>
        <pc:picChg chg="add mod">
          <ac:chgData name="Yan Li" userId="8c31b902-5b3a-4bc1-a03f-ce296c1668b4" providerId="ADAL" clId="{6F9A3FD9-75E6-48B4-8622-40F229F05D29}" dt="2024-09-11T20:14:19.763" v="578" actId="14100"/>
          <ac:picMkLst>
            <pc:docMk/>
            <pc:sldMk cId="3207380264" sldId="382"/>
            <ac:picMk id="3" creationId="{0731F19B-13F5-9A52-D0EC-0F4B5C081E37}"/>
          </ac:picMkLst>
        </pc:picChg>
        <pc:picChg chg="del">
          <ac:chgData name="Yan Li" userId="8c31b902-5b3a-4bc1-a03f-ce296c1668b4" providerId="ADAL" clId="{6F9A3FD9-75E6-48B4-8622-40F229F05D29}" dt="2024-09-11T20:14:08.793" v="574" actId="478"/>
          <ac:picMkLst>
            <pc:docMk/>
            <pc:sldMk cId="3207380264" sldId="382"/>
            <ac:picMk id="4" creationId="{9AE54620-C18D-4671-CA7E-AEFC02432EC8}"/>
          </ac:picMkLst>
        </pc:picChg>
      </pc:sldChg>
    </pc:docChg>
  </pc:docChgLst>
  <pc:docChgLst>
    <pc:chgData name="Yan Li" userId="8c31b902-5b3a-4bc1-a03f-ce296c1668b4" providerId="ADAL" clId="{8DBCA75A-D556-49E8-B6F6-1D78308D8DED}"/>
    <pc:docChg chg="undo custSel addSld delSld modSld modSection">
      <pc:chgData name="Yan Li" userId="8c31b902-5b3a-4bc1-a03f-ce296c1668b4" providerId="ADAL" clId="{8DBCA75A-D556-49E8-B6F6-1D78308D8DED}" dt="2024-11-01T10:58:02.553" v="1178" actId="2696"/>
      <pc:docMkLst>
        <pc:docMk/>
      </pc:docMkLst>
      <pc:sldChg chg="modSp mod">
        <pc:chgData name="Yan Li" userId="8c31b902-5b3a-4bc1-a03f-ce296c1668b4" providerId="ADAL" clId="{8DBCA75A-D556-49E8-B6F6-1D78308D8DED}" dt="2024-10-30T13:16:38.761" v="101" actId="27636"/>
        <pc:sldMkLst>
          <pc:docMk/>
          <pc:sldMk cId="811220229" sldId="291"/>
        </pc:sldMkLst>
        <pc:spChg chg="mod">
          <ac:chgData name="Yan Li" userId="8c31b902-5b3a-4bc1-a03f-ce296c1668b4" providerId="ADAL" clId="{8DBCA75A-D556-49E8-B6F6-1D78308D8DED}" dt="2024-10-30T13:15:03.825" v="83" actId="20577"/>
          <ac:spMkLst>
            <pc:docMk/>
            <pc:sldMk cId="811220229" sldId="291"/>
            <ac:spMk id="2" creationId="{A0B2FD85-87AA-4580-1FB4-0EBB0A967AA9}"/>
          </ac:spMkLst>
        </pc:spChg>
        <pc:spChg chg="mod">
          <ac:chgData name="Yan Li" userId="8c31b902-5b3a-4bc1-a03f-ce296c1668b4" providerId="ADAL" clId="{8DBCA75A-D556-49E8-B6F6-1D78308D8DED}" dt="2024-10-30T13:16:38.761" v="101" actId="27636"/>
          <ac:spMkLst>
            <pc:docMk/>
            <pc:sldMk cId="811220229" sldId="291"/>
            <ac:spMk id="3" creationId="{829828C6-6D41-BE5B-CC0A-8492B54C3375}"/>
          </ac:spMkLst>
        </pc:spChg>
      </pc:sldChg>
      <pc:sldChg chg="modSp mod">
        <pc:chgData name="Yan Li" userId="8c31b902-5b3a-4bc1-a03f-ce296c1668b4" providerId="ADAL" clId="{8DBCA75A-D556-49E8-B6F6-1D78308D8DED}" dt="2024-10-30T13:19:15.923" v="116" actId="20577"/>
        <pc:sldMkLst>
          <pc:docMk/>
          <pc:sldMk cId="2783577023" sldId="292"/>
        </pc:sldMkLst>
        <pc:spChg chg="mod">
          <ac:chgData name="Yan Li" userId="8c31b902-5b3a-4bc1-a03f-ce296c1668b4" providerId="ADAL" clId="{8DBCA75A-D556-49E8-B6F6-1D78308D8DED}" dt="2024-10-30T13:19:15.923" v="116" actId="20577"/>
          <ac:spMkLst>
            <pc:docMk/>
            <pc:sldMk cId="2783577023" sldId="292"/>
            <ac:spMk id="3" creationId="{829828C6-6D41-BE5B-CC0A-8492B54C3375}"/>
          </ac:spMkLst>
        </pc:spChg>
      </pc:sldChg>
      <pc:sldChg chg="modSp mod">
        <pc:chgData name="Yan Li" userId="8c31b902-5b3a-4bc1-a03f-ce296c1668b4" providerId="ADAL" clId="{8DBCA75A-D556-49E8-B6F6-1D78308D8DED}" dt="2024-10-30T13:20:58.175" v="123" actId="20577"/>
        <pc:sldMkLst>
          <pc:docMk/>
          <pc:sldMk cId="1794454954" sldId="293"/>
        </pc:sldMkLst>
        <pc:spChg chg="mod">
          <ac:chgData name="Yan Li" userId="8c31b902-5b3a-4bc1-a03f-ce296c1668b4" providerId="ADAL" clId="{8DBCA75A-D556-49E8-B6F6-1D78308D8DED}" dt="2024-10-30T13:20:58.175" v="123" actId="20577"/>
          <ac:spMkLst>
            <pc:docMk/>
            <pc:sldMk cId="1794454954" sldId="293"/>
            <ac:spMk id="3" creationId="{829828C6-6D41-BE5B-CC0A-8492B54C3375}"/>
          </ac:spMkLst>
        </pc:spChg>
      </pc:sldChg>
      <pc:sldChg chg="modSp mod">
        <pc:chgData name="Yan Li" userId="8c31b902-5b3a-4bc1-a03f-ce296c1668b4" providerId="ADAL" clId="{8DBCA75A-D556-49E8-B6F6-1D78308D8DED}" dt="2024-11-01T10:45:19.940" v="1131" actId="20577"/>
        <pc:sldMkLst>
          <pc:docMk/>
          <pc:sldMk cId="3269129918" sldId="295"/>
        </pc:sldMkLst>
        <pc:spChg chg="mod">
          <ac:chgData name="Yan Li" userId="8c31b902-5b3a-4bc1-a03f-ce296c1668b4" providerId="ADAL" clId="{8DBCA75A-D556-49E8-B6F6-1D78308D8DED}" dt="2024-11-01T10:45:19.940" v="1131" actId="20577"/>
          <ac:spMkLst>
            <pc:docMk/>
            <pc:sldMk cId="3269129918" sldId="295"/>
            <ac:spMk id="3" creationId="{829828C6-6D41-BE5B-CC0A-8492B54C3375}"/>
          </ac:spMkLst>
        </pc:spChg>
        <pc:spChg chg="mod">
          <ac:chgData name="Yan Li" userId="8c31b902-5b3a-4bc1-a03f-ce296c1668b4" providerId="ADAL" clId="{8DBCA75A-D556-49E8-B6F6-1D78308D8DED}" dt="2024-11-01T10:41:21.967" v="1084" actId="27636"/>
          <ac:spMkLst>
            <pc:docMk/>
            <pc:sldMk cId="3269129918" sldId="295"/>
            <ac:spMk id="5" creationId="{87397B05-2868-01CF-5915-644A9A5CFD2E}"/>
          </ac:spMkLst>
        </pc:spChg>
      </pc:sldChg>
      <pc:sldChg chg="del">
        <pc:chgData name="Yan Li" userId="8c31b902-5b3a-4bc1-a03f-ce296c1668b4" providerId="ADAL" clId="{8DBCA75A-D556-49E8-B6F6-1D78308D8DED}" dt="2024-10-30T14:08:59.670" v="631" actId="2696"/>
        <pc:sldMkLst>
          <pc:docMk/>
          <pc:sldMk cId="1996953553" sldId="296"/>
        </pc:sldMkLst>
      </pc:sldChg>
      <pc:sldChg chg="del">
        <pc:chgData name="Yan Li" userId="8c31b902-5b3a-4bc1-a03f-ce296c1668b4" providerId="ADAL" clId="{8DBCA75A-D556-49E8-B6F6-1D78308D8DED}" dt="2024-10-30T14:08:59.670" v="631" actId="2696"/>
        <pc:sldMkLst>
          <pc:docMk/>
          <pc:sldMk cId="1126493822" sldId="297"/>
        </pc:sldMkLst>
      </pc:sldChg>
      <pc:sldChg chg="del">
        <pc:chgData name="Yan Li" userId="8c31b902-5b3a-4bc1-a03f-ce296c1668b4" providerId="ADAL" clId="{8DBCA75A-D556-49E8-B6F6-1D78308D8DED}" dt="2024-10-30T14:08:59.670" v="631" actId="2696"/>
        <pc:sldMkLst>
          <pc:docMk/>
          <pc:sldMk cId="786866253" sldId="298"/>
        </pc:sldMkLst>
      </pc:sldChg>
      <pc:sldChg chg="del">
        <pc:chgData name="Yan Li" userId="8c31b902-5b3a-4bc1-a03f-ce296c1668b4" providerId="ADAL" clId="{8DBCA75A-D556-49E8-B6F6-1D78308D8DED}" dt="2024-10-30T14:08:59.670" v="631" actId="2696"/>
        <pc:sldMkLst>
          <pc:docMk/>
          <pc:sldMk cId="3130871541" sldId="299"/>
        </pc:sldMkLst>
      </pc:sldChg>
      <pc:sldChg chg="modSp mod">
        <pc:chgData name="Yan Li" userId="8c31b902-5b3a-4bc1-a03f-ce296c1668b4" providerId="ADAL" clId="{8DBCA75A-D556-49E8-B6F6-1D78308D8DED}" dt="2024-11-01T10:49:17.633" v="1149" actId="255"/>
        <pc:sldMkLst>
          <pc:docMk/>
          <pc:sldMk cId="696899848" sldId="300"/>
        </pc:sldMkLst>
        <pc:spChg chg="mod">
          <ac:chgData name="Yan Li" userId="8c31b902-5b3a-4bc1-a03f-ce296c1668b4" providerId="ADAL" clId="{8DBCA75A-D556-49E8-B6F6-1D78308D8DED}" dt="2024-11-01T10:49:17.633" v="1149" actId="255"/>
          <ac:spMkLst>
            <pc:docMk/>
            <pc:sldMk cId="696899848" sldId="300"/>
            <ac:spMk id="3" creationId="{829828C6-6D41-BE5B-CC0A-8492B54C3375}"/>
          </ac:spMkLst>
        </pc:spChg>
        <pc:spChg chg="mod">
          <ac:chgData name="Yan Li" userId="8c31b902-5b3a-4bc1-a03f-ce296c1668b4" providerId="ADAL" clId="{8DBCA75A-D556-49E8-B6F6-1D78308D8DED}" dt="2024-11-01T10:46:16.804" v="1145" actId="20577"/>
          <ac:spMkLst>
            <pc:docMk/>
            <pc:sldMk cId="696899848" sldId="300"/>
            <ac:spMk id="5" creationId="{87397B05-2868-01CF-5915-644A9A5CFD2E}"/>
          </ac:spMkLst>
        </pc:spChg>
      </pc:sldChg>
      <pc:sldChg chg="del">
        <pc:chgData name="Yan Li" userId="8c31b902-5b3a-4bc1-a03f-ce296c1668b4" providerId="ADAL" clId="{8DBCA75A-D556-49E8-B6F6-1D78308D8DED}" dt="2024-10-30T14:08:59.670" v="631" actId="2696"/>
        <pc:sldMkLst>
          <pc:docMk/>
          <pc:sldMk cId="803970066" sldId="301"/>
        </pc:sldMkLst>
      </pc:sldChg>
      <pc:sldChg chg="del">
        <pc:chgData name="Yan Li" userId="8c31b902-5b3a-4bc1-a03f-ce296c1668b4" providerId="ADAL" clId="{8DBCA75A-D556-49E8-B6F6-1D78308D8DED}" dt="2024-10-30T14:08:59.670" v="631" actId="2696"/>
        <pc:sldMkLst>
          <pc:docMk/>
          <pc:sldMk cId="1889604675" sldId="302"/>
        </pc:sldMkLst>
      </pc:sldChg>
      <pc:sldChg chg="del">
        <pc:chgData name="Yan Li" userId="8c31b902-5b3a-4bc1-a03f-ce296c1668b4" providerId="ADAL" clId="{8DBCA75A-D556-49E8-B6F6-1D78308D8DED}" dt="2024-10-30T14:08:59.670" v="631" actId="2696"/>
        <pc:sldMkLst>
          <pc:docMk/>
          <pc:sldMk cId="4023181562" sldId="303"/>
        </pc:sldMkLst>
      </pc:sldChg>
      <pc:sldChg chg="del">
        <pc:chgData name="Yan Li" userId="8c31b902-5b3a-4bc1-a03f-ce296c1668b4" providerId="ADAL" clId="{8DBCA75A-D556-49E8-B6F6-1D78308D8DED}" dt="2024-10-30T14:08:59.670" v="631" actId="2696"/>
        <pc:sldMkLst>
          <pc:docMk/>
          <pc:sldMk cId="4209502522" sldId="304"/>
        </pc:sldMkLst>
      </pc:sldChg>
      <pc:sldChg chg="del">
        <pc:chgData name="Yan Li" userId="8c31b902-5b3a-4bc1-a03f-ce296c1668b4" providerId="ADAL" clId="{8DBCA75A-D556-49E8-B6F6-1D78308D8DED}" dt="2024-10-30T14:08:59.670" v="631" actId="2696"/>
        <pc:sldMkLst>
          <pc:docMk/>
          <pc:sldMk cId="1808473525" sldId="305"/>
        </pc:sldMkLst>
      </pc:sldChg>
      <pc:sldChg chg="del">
        <pc:chgData name="Yan Li" userId="8c31b902-5b3a-4bc1-a03f-ce296c1668b4" providerId="ADAL" clId="{8DBCA75A-D556-49E8-B6F6-1D78308D8DED}" dt="2024-10-30T14:08:59.670" v="631" actId="2696"/>
        <pc:sldMkLst>
          <pc:docMk/>
          <pc:sldMk cId="1990799681" sldId="306"/>
        </pc:sldMkLst>
      </pc:sldChg>
      <pc:sldChg chg="del">
        <pc:chgData name="Yan Li" userId="8c31b902-5b3a-4bc1-a03f-ce296c1668b4" providerId="ADAL" clId="{8DBCA75A-D556-49E8-B6F6-1D78308D8DED}" dt="2024-10-30T14:08:59.670" v="631" actId="2696"/>
        <pc:sldMkLst>
          <pc:docMk/>
          <pc:sldMk cId="2007051764" sldId="307"/>
        </pc:sldMkLst>
      </pc:sldChg>
      <pc:sldChg chg="del">
        <pc:chgData name="Yan Li" userId="8c31b902-5b3a-4bc1-a03f-ce296c1668b4" providerId="ADAL" clId="{8DBCA75A-D556-49E8-B6F6-1D78308D8DED}" dt="2024-10-30T14:08:59.670" v="631" actId="2696"/>
        <pc:sldMkLst>
          <pc:docMk/>
          <pc:sldMk cId="1526794193" sldId="308"/>
        </pc:sldMkLst>
      </pc:sldChg>
      <pc:sldChg chg="del">
        <pc:chgData name="Yan Li" userId="8c31b902-5b3a-4bc1-a03f-ce296c1668b4" providerId="ADAL" clId="{8DBCA75A-D556-49E8-B6F6-1D78308D8DED}" dt="2024-10-30T14:08:59.670" v="631" actId="2696"/>
        <pc:sldMkLst>
          <pc:docMk/>
          <pc:sldMk cId="2657599769" sldId="309"/>
        </pc:sldMkLst>
      </pc:sldChg>
      <pc:sldChg chg="del">
        <pc:chgData name="Yan Li" userId="8c31b902-5b3a-4bc1-a03f-ce296c1668b4" providerId="ADAL" clId="{8DBCA75A-D556-49E8-B6F6-1D78308D8DED}" dt="2024-10-30T14:08:59.670" v="631" actId="2696"/>
        <pc:sldMkLst>
          <pc:docMk/>
          <pc:sldMk cId="1402056185" sldId="310"/>
        </pc:sldMkLst>
      </pc:sldChg>
      <pc:sldChg chg="del">
        <pc:chgData name="Yan Li" userId="8c31b902-5b3a-4bc1-a03f-ce296c1668b4" providerId="ADAL" clId="{8DBCA75A-D556-49E8-B6F6-1D78308D8DED}" dt="2024-10-30T14:08:59.670" v="631" actId="2696"/>
        <pc:sldMkLst>
          <pc:docMk/>
          <pc:sldMk cId="3731821078" sldId="311"/>
        </pc:sldMkLst>
      </pc:sldChg>
      <pc:sldChg chg="del">
        <pc:chgData name="Yan Li" userId="8c31b902-5b3a-4bc1-a03f-ce296c1668b4" providerId="ADAL" clId="{8DBCA75A-D556-49E8-B6F6-1D78308D8DED}" dt="2024-10-30T14:08:59.670" v="631" actId="2696"/>
        <pc:sldMkLst>
          <pc:docMk/>
          <pc:sldMk cId="1548950697" sldId="312"/>
        </pc:sldMkLst>
      </pc:sldChg>
      <pc:sldChg chg="del">
        <pc:chgData name="Yan Li" userId="8c31b902-5b3a-4bc1-a03f-ce296c1668b4" providerId="ADAL" clId="{8DBCA75A-D556-49E8-B6F6-1D78308D8DED}" dt="2024-10-30T14:08:59.670" v="631" actId="2696"/>
        <pc:sldMkLst>
          <pc:docMk/>
          <pc:sldMk cId="2076971930" sldId="313"/>
        </pc:sldMkLst>
      </pc:sldChg>
      <pc:sldChg chg="del">
        <pc:chgData name="Yan Li" userId="8c31b902-5b3a-4bc1-a03f-ce296c1668b4" providerId="ADAL" clId="{8DBCA75A-D556-49E8-B6F6-1D78308D8DED}" dt="2024-10-30T14:08:59.670" v="631" actId="2696"/>
        <pc:sldMkLst>
          <pc:docMk/>
          <pc:sldMk cId="2509449045" sldId="314"/>
        </pc:sldMkLst>
      </pc:sldChg>
      <pc:sldChg chg="del">
        <pc:chgData name="Yan Li" userId="8c31b902-5b3a-4bc1-a03f-ce296c1668b4" providerId="ADAL" clId="{8DBCA75A-D556-49E8-B6F6-1D78308D8DED}" dt="2024-10-30T14:08:59.670" v="631" actId="2696"/>
        <pc:sldMkLst>
          <pc:docMk/>
          <pc:sldMk cId="982341569" sldId="315"/>
        </pc:sldMkLst>
      </pc:sldChg>
      <pc:sldChg chg="del">
        <pc:chgData name="Yan Li" userId="8c31b902-5b3a-4bc1-a03f-ce296c1668b4" providerId="ADAL" clId="{8DBCA75A-D556-49E8-B6F6-1D78308D8DED}" dt="2024-10-30T14:08:59.670" v="631" actId="2696"/>
        <pc:sldMkLst>
          <pc:docMk/>
          <pc:sldMk cId="2842522988" sldId="316"/>
        </pc:sldMkLst>
      </pc:sldChg>
      <pc:sldChg chg="del">
        <pc:chgData name="Yan Li" userId="8c31b902-5b3a-4bc1-a03f-ce296c1668b4" providerId="ADAL" clId="{8DBCA75A-D556-49E8-B6F6-1D78308D8DED}" dt="2024-10-30T14:08:59.670" v="631" actId="2696"/>
        <pc:sldMkLst>
          <pc:docMk/>
          <pc:sldMk cId="14103070" sldId="317"/>
        </pc:sldMkLst>
      </pc:sldChg>
      <pc:sldChg chg="add del">
        <pc:chgData name="Yan Li" userId="8c31b902-5b3a-4bc1-a03f-ce296c1668b4" providerId="ADAL" clId="{8DBCA75A-D556-49E8-B6F6-1D78308D8DED}" dt="2024-10-30T13:27:20.969" v="185" actId="2696"/>
        <pc:sldMkLst>
          <pc:docMk/>
          <pc:sldMk cId="459149584" sldId="318"/>
        </pc:sldMkLst>
      </pc:sldChg>
      <pc:sldChg chg="addSp delSp modSp add mod">
        <pc:chgData name="Yan Li" userId="8c31b902-5b3a-4bc1-a03f-ce296c1668b4" providerId="ADAL" clId="{8DBCA75A-D556-49E8-B6F6-1D78308D8DED}" dt="2024-11-01T10:57:05.378" v="1177" actId="6549"/>
        <pc:sldMkLst>
          <pc:docMk/>
          <pc:sldMk cId="3436863494" sldId="319"/>
        </pc:sldMkLst>
        <pc:spChg chg="del mod">
          <ac:chgData name="Yan Li" userId="8c31b902-5b3a-4bc1-a03f-ce296c1668b4" providerId="ADAL" clId="{8DBCA75A-D556-49E8-B6F6-1D78308D8DED}" dt="2024-11-01T10:50:50.291" v="1153" actId="478"/>
          <ac:spMkLst>
            <pc:docMk/>
            <pc:sldMk cId="3436863494" sldId="319"/>
            <ac:spMk id="3" creationId="{B2C3CF9D-1FBA-3A7C-AA29-D26D7CBA7634}"/>
          </ac:spMkLst>
        </pc:spChg>
        <pc:spChg chg="add mod">
          <ac:chgData name="Yan Li" userId="8c31b902-5b3a-4bc1-a03f-ce296c1668b4" providerId="ADAL" clId="{8DBCA75A-D556-49E8-B6F6-1D78308D8DED}" dt="2024-11-01T10:57:05.378" v="1177" actId="6549"/>
          <ac:spMkLst>
            <pc:docMk/>
            <pc:sldMk cId="3436863494" sldId="319"/>
            <ac:spMk id="4" creationId="{30951C18-5F04-0ADC-AA5B-F9361C27145B}"/>
          </ac:spMkLst>
        </pc:spChg>
        <pc:spChg chg="mod">
          <ac:chgData name="Yan Li" userId="8c31b902-5b3a-4bc1-a03f-ce296c1668b4" providerId="ADAL" clId="{8DBCA75A-D556-49E8-B6F6-1D78308D8DED}" dt="2024-10-30T13:27:03.226" v="182" actId="6549"/>
          <ac:spMkLst>
            <pc:docMk/>
            <pc:sldMk cId="3436863494" sldId="319"/>
            <ac:spMk id="5" creationId="{7149A279-22E5-008F-CE27-2439FEF45226}"/>
          </ac:spMkLst>
        </pc:spChg>
      </pc:sldChg>
      <pc:sldChg chg="add del">
        <pc:chgData name="Yan Li" userId="8c31b902-5b3a-4bc1-a03f-ce296c1668b4" providerId="ADAL" clId="{8DBCA75A-D556-49E8-B6F6-1D78308D8DED}" dt="2024-11-01T10:58:02.553" v="1178" actId="2696"/>
        <pc:sldMkLst>
          <pc:docMk/>
          <pc:sldMk cId="2600452871" sldId="320"/>
        </pc:sldMkLst>
      </pc:sldChg>
      <pc:sldChg chg="modSp add mod">
        <pc:chgData name="Yan Li" userId="8c31b902-5b3a-4bc1-a03f-ce296c1668b4" providerId="ADAL" clId="{8DBCA75A-D556-49E8-B6F6-1D78308D8DED}" dt="2024-10-30T13:28:27.933" v="198" actId="20577"/>
        <pc:sldMkLst>
          <pc:docMk/>
          <pc:sldMk cId="1098509633" sldId="321"/>
        </pc:sldMkLst>
        <pc:spChg chg="mod">
          <ac:chgData name="Yan Li" userId="8c31b902-5b3a-4bc1-a03f-ce296c1668b4" providerId="ADAL" clId="{8DBCA75A-D556-49E8-B6F6-1D78308D8DED}" dt="2024-10-30T13:28:27.933" v="198" actId="20577"/>
          <ac:spMkLst>
            <pc:docMk/>
            <pc:sldMk cId="1098509633" sldId="321"/>
            <ac:spMk id="5" creationId="{832E6F5A-1799-BE8F-02B6-2C8DB4861D8F}"/>
          </ac:spMkLst>
        </pc:spChg>
      </pc:sldChg>
      <pc:sldChg chg="addSp delSp modSp add mod">
        <pc:chgData name="Yan Li" userId="8c31b902-5b3a-4bc1-a03f-ce296c1668b4" providerId="ADAL" clId="{8DBCA75A-D556-49E8-B6F6-1D78308D8DED}" dt="2024-10-30T14:11:58.157" v="662" actId="1076"/>
        <pc:sldMkLst>
          <pc:docMk/>
          <pc:sldMk cId="691252314" sldId="322"/>
        </pc:sldMkLst>
        <pc:spChg chg="del">
          <ac:chgData name="Yan Li" userId="8c31b902-5b3a-4bc1-a03f-ce296c1668b4" providerId="ADAL" clId="{8DBCA75A-D556-49E8-B6F6-1D78308D8DED}" dt="2024-10-30T14:10:12.854" v="634" actId="478"/>
          <ac:spMkLst>
            <pc:docMk/>
            <pc:sldMk cId="691252314" sldId="322"/>
            <ac:spMk id="3" creationId="{78189D62-3390-715F-083A-70354C586945}"/>
          </ac:spMkLst>
        </pc:spChg>
        <pc:spChg chg="mod">
          <ac:chgData name="Yan Li" userId="8c31b902-5b3a-4bc1-a03f-ce296c1668b4" providerId="ADAL" clId="{8DBCA75A-D556-49E8-B6F6-1D78308D8DED}" dt="2024-10-30T14:10:31.855" v="642" actId="14100"/>
          <ac:spMkLst>
            <pc:docMk/>
            <pc:sldMk cId="691252314" sldId="322"/>
            <ac:spMk id="5" creationId="{17D34F25-63A1-609A-94ED-018B50B1A141}"/>
          </ac:spMkLst>
        </pc:spChg>
        <pc:picChg chg="add del mod">
          <ac:chgData name="Yan Li" userId="8c31b902-5b3a-4bc1-a03f-ce296c1668b4" providerId="ADAL" clId="{8DBCA75A-D556-49E8-B6F6-1D78308D8DED}" dt="2024-10-30T14:11:11.771" v="650" actId="478"/>
          <ac:picMkLst>
            <pc:docMk/>
            <pc:sldMk cId="691252314" sldId="322"/>
            <ac:picMk id="4" creationId="{0BFA68A7-583C-ED28-A079-ACCBB8BAB415}"/>
          </ac:picMkLst>
        </pc:picChg>
        <pc:picChg chg="add mod">
          <ac:chgData name="Yan Li" userId="8c31b902-5b3a-4bc1-a03f-ce296c1668b4" providerId="ADAL" clId="{8DBCA75A-D556-49E8-B6F6-1D78308D8DED}" dt="2024-10-30T14:11:51.762" v="659" actId="14100"/>
          <ac:picMkLst>
            <pc:docMk/>
            <pc:sldMk cId="691252314" sldId="322"/>
            <ac:picMk id="7" creationId="{FD710F82-4EDB-8C01-E2F3-469B40675935}"/>
          </ac:picMkLst>
        </pc:picChg>
        <pc:picChg chg="add mod">
          <ac:chgData name="Yan Li" userId="8c31b902-5b3a-4bc1-a03f-ce296c1668b4" providerId="ADAL" clId="{8DBCA75A-D556-49E8-B6F6-1D78308D8DED}" dt="2024-10-30T14:11:58.157" v="662" actId="1076"/>
          <ac:picMkLst>
            <pc:docMk/>
            <pc:sldMk cId="691252314" sldId="322"/>
            <ac:picMk id="9" creationId="{F8E90181-3E16-D2FB-2808-A52BB9142A16}"/>
          </ac:picMkLst>
        </pc:picChg>
      </pc:sldChg>
      <pc:sldChg chg="addSp delSp modSp add mod">
        <pc:chgData name="Yan Li" userId="8c31b902-5b3a-4bc1-a03f-ce296c1668b4" providerId="ADAL" clId="{8DBCA75A-D556-49E8-B6F6-1D78308D8DED}" dt="2024-10-30T14:14:21.901" v="685" actId="1076"/>
        <pc:sldMkLst>
          <pc:docMk/>
          <pc:sldMk cId="1850744412" sldId="323"/>
        </pc:sldMkLst>
        <pc:spChg chg="del">
          <ac:chgData name="Yan Li" userId="8c31b902-5b3a-4bc1-a03f-ce296c1668b4" providerId="ADAL" clId="{8DBCA75A-D556-49E8-B6F6-1D78308D8DED}" dt="2024-10-30T14:14:01.875" v="683" actId="478"/>
          <ac:spMkLst>
            <pc:docMk/>
            <pc:sldMk cId="1850744412" sldId="323"/>
            <ac:spMk id="3" creationId="{7FE7B82C-86FF-F826-F57A-1CC5598628A2}"/>
          </ac:spMkLst>
        </pc:spChg>
        <pc:spChg chg="mod">
          <ac:chgData name="Yan Li" userId="8c31b902-5b3a-4bc1-a03f-ce296c1668b4" providerId="ADAL" clId="{8DBCA75A-D556-49E8-B6F6-1D78308D8DED}" dt="2024-10-30T13:30:42.226" v="437" actId="14100"/>
          <ac:spMkLst>
            <pc:docMk/>
            <pc:sldMk cId="1850744412" sldId="323"/>
            <ac:spMk id="5" creationId="{F84351BB-4725-7CC0-A941-6F20AE532745}"/>
          </ac:spMkLst>
        </pc:spChg>
        <pc:picChg chg="add mod">
          <ac:chgData name="Yan Li" userId="8c31b902-5b3a-4bc1-a03f-ce296c1668b4" providerId="ADAL" clId="{8DBCA75A-D556-49E8-B6F6-1D78308D8DED}" dt="2024-10-30T14:14:21.901" v="685" actId="1076"/>
          <ac:picMkLst>
            <pc:docMk/>
            <pc:sldMk cId="1850744412" sldId="323"/>
            <ac:picMk id="4" creationId="{599E9F33-4DC8-948F-7715-AF7339E7B281}"/>
          </ac:picMkLst>
        </pc:picChg>
      </pc:sldChg>
      <pc:sldChg chg="addSp delSp modSp add mod">
        <pc:chgData name="Yan Li" userId="8c31b902-5b3a-4bc1-a03f-ce296c1668b4" providerId="ADAL" clId="{8DBCA75A-D556-49E8-B6F6-1D78308D8DED}" dt="2024-10-30T14:21:58.967" v="839" actId="20577"/>
        <pc:sldMkLst>
          <pc:docMk/>
          <pc:sldMk cId="741622981" sldId="324"/>
        </pc:sldMkLst>
        <pc:spChg chg="del">
          <ac:chgData name="Yan Li" userId="8c31b902-5b3a-4bc1-a03f-ce296c1668b4" providerId="ADAL" clId="{8DBCA75A-D556-49E8-B6F6-1D78308D8DED}" dt="2024-10-30T14:15:50.095" v="688" actId="478"/>
          <ac:spMkLst>
            <pc:docMk/>
            <pc:sldMk cId="741622981" sldId="324"/>
            <ac:spMk id="3" creationId="{35A1E6DD-F689-8A5F-0F61-3871F7BD83C3}"/>
          </ac:spMkLst>
        </pc:spChg>
        <pc:spChg chg="mod">
          <ac:chgData name="Yan Li" userId="8c31b902-5b3a-4bc1-a03f-ce296c1668b4" providerId="ADAL" clId="{8DBCA75A-D556-49E8-B6F6-1D78308D8DED}" dt="2024-10-30T14:21:58.967" v="839" actId="20577"/>
          <ac:spMkLst>
            <pc:docMk/>
            <pc:sldMk cId="741622981" sldId="324"/>
            <ac:spMk id="5" creationId="{5A175DA7-CF7F-EA4F-5FB9-25D03A4A2AED}"/>
          </ac:spMkLst>
        </pc:spChg>
        <pc:picChg chg="add del mod">
          <ac:chgData name="Yan Li" userId="8c31b902-5b3a-4bc1-a03f-ce296c1668b4" providerId="ADAL" clId="{8DBCA75A-D556-49E8-B6F6-1D78308D8DED}" dt="2024-10-30T14:16:45.128" v="703" actId="478"/>
          <ac:picMkLst>
            <pc:docMk/>
            <pc:sldMk cId="741622981" sldId="324"/>
            <ac:picMk id="4" creationId="{60E21305-7CA5-50F9-95AF-4D2C77C2F43F}"/>
          </ac:picMkLst>
        </pc:picChg>
        <pc:picChg chg="add mod">
          <ac:chgData name="Yan Li" userId="8c31b902-5b3a-4bc1-a03f-ce296c1668b4" providerId="ADAL" clId="{8DBCA75A-D556-49E8-B6F6-1D78308D8DED}" dt="2024-10-30T14:17:10.009" v="717" actId="14100"/>
          <ac:picMkLst>
            <pc:docMk/>
            <pc:sldMk cId="741622981" sldId="324"/>
            <ac:picMk id="7" creationId="{902FCA49-4B96-292D-DBBC-093BBC1D6B4B}"/>
          </ac:picMkLst>
        </pc:picChg>
        <pc:picChg chg="add mod">
          <ac:chgData name="Yan Li" userId="8c31b902-5b3a-4bc1-a03f-ce296c1668b4" providerId="ADAL" clId="{8DBCA75A-D556-49E8-B6F6-1D78308D8DED}" dt="2024-10-30T14:18:51.854" v="736" actId="1076"/>
          <ac:picMkLst>
            <pc:docMk/>
            <pc:sldMk cId="741622981" sldId="324"/>
            <ac:picMk id="9" creationId="{EB60DA3D-E195-6069-6F4A-E452A5C9DAB0}"/>
          </ac:picMkLst>
        </pc:picChg>
        <pc:picChg chg="add mod">
          <ac:chgData name="Yan Li" userId="8c31b902-5b3a-4bc1-a03f-ce296c1668b4" providerId="ADAL" clId="{8DBCA75A-D556-49E8-B6F6-1D78308D8DED}" dt="2024-10-30T14:18:57.728" v="737" actId="14100"/>
          <ac:picMkLst>
            <pc:docMk/>
            <pc:sldMk cId="741622981" sldId="324"/>
            <ac:picMk id="11" creationId="{DD76CD88-2DC4-7DA4-C856-304A19BEB403}"/>
          </ac:picMkLst>
        </pc:picChg>
      </pc:sldChg>
      <pc:sldChg chg="addSp delSp modSp add mod">
        <pc:chgData name="Yan Li" userId="8c31b902-5b3a-4bc1-a03f-ce296c1668b4" providerId="ADAL" clId="{8DBCA75A-D556-49E8-B6F6-1D78308D8DED}" dt="2024-10-30T14:29:35.366" v="914" actId="14100"/>
        <pc:sldMkLst>
          <pc:docMk/>
          <pc:sldMk cId="4079775847" sldId="325"/>
        </pc:sldMkLst>
        <pc:spChg chg="del">
          <ac:chgData name="Yan Li" userId="8c31b902-5b3a-4bc1-a03f-ce296c1668b4" providerId="ADAL" clId="{8DBCA75A-D556-49E8-B6F6-1D78308D8DED}" dt="2024-10-30T14:28:17.629" v="896" actId="478"/>
          <ac:spMkLst>
            <pc:docMk/>
            <pc:sldMk cId="4079775847" sldId="325"/>
            <ac:spMk id="3" creationId="{6A255432-754F-6116-AD12-6ABFC6CC0BCD}"/>
          </ac:spMkLst>
        </pc:spChg>
        <pc:spChg chg="mod">
          <ac:chgData name="Yan Li" userId="8c31b902-5b3a-4bc1-a03f-ce296c1668b4" providerId="ADAL" clId="{8DBCA75A-D556-49E8-B6F6-1D78308D8DED}" dt="2024-10-30T14:28:38.893" v="908" actId="27636"/>
          <ac:spMkLst>
            <pc:docMk/>
            <pc:sldMk cId="4079775847" sldId="325"/>
            <ac:spMk id="5" creationId="{41028FB1-5FB7-11D5-B2CB-332095D08F74}"/>
          </ac:spMkLst>
        </pc:spChg>
        <pc:picChg chg="add mod">
          <ac:chgData name="Yan Li" userId="8c31b902-5b3a-4bc1-a03f-ce296c1668b4" providerId="ADAL" clId="{8DBCA75A-D556-49E8-B6F6-1D78308D8DED}" dt="2024-10-30T14:28:42.299" v="909" actId="1076"/>
          <ac:picMkLst>
            <pc:docMk/>
            <pc:sldMk cId="4079775847" sldId="325"/>
            <ac:picMk id="4" creationId="{618CCFF3-D596-5DF7-D9B9-D1E75D944500}"/>
          </ac:picMkLst>
        </pc:picChg>
        <pc:picChg chg="add mod">
          <ac:chgData name="Yan Li" userId="8c31b902-5b3a-4bc1-a03f-ce296c1668b4" providerId="ADAL" clId="{8DBCA75A-D556-49E8-B6F6-1D78308D8DED}" dt="2024-10-30T14:29:06.797" v="911" actId="1076"/>
          <ac:picMkLst>
            <pc:docMk/>
            <pc:sldMk cId="4079775847" sldId="325"/>
            <ac:picMk id="7" creationId="{A443D574-9512-3831-25F4-7973FC250F4B}"/>
          </ac:picMkLst>
        </pc:picChg>
        <pc:picChg chg="add mod">
          <ac:chgData name="Yan Li" userId="8c31b902-5b3a-4bc1-a03f-ce296c1668b4" providerId="ADAL" clId="{8DBCA75A-D556-49E8-B6F6-1D78308D8DED}" dt="2024-10-30T14:29:35.366" v="914" actId="14100"/>
          <ac:picMkLst>
            <pc:docMk/>
            <pc:sldMk cId="4079775847" sldId="325"/>
            <ac:picMk id="9" creationId="{E941FAAD-7BC7-9E22-B5FE-8AB5DF3EB3F8}"/>
          </ac:picMkLst>
        </pc:picChg>
      </pc:sldChg>
      <pc:sldChg chg="addSp delSp modSp add mod">
        <pc:chgData name="Yan Li" userId="8c31b902-5b3a-4bc1-a03f-ce296c1668b4" providerId="ADAL" clId="{8DBCA75A-D556-49E8-B6F6-1D78308D8DED}" dt="2024-10-30T14:30:38.659" v="923" actId="1076"/>
        <pc:sldMkLst>
          <pc:docMk/>
          <pc:sldMk cId="615808774" sldId="326"/>
        </pc:sldMkLst>
        <pc:spChg chg="del">
          <ac:chgData name="Yan Li" userId="8c31b902-5b3a-4bc1-a03f-ce296c1668b4" providerId="ADAL" clId="{8DBCA75A-D556-49E8-B6F6-1D78308D8DED}" dt="2024-10-30T14:29:53.442" v="915" actId="478"/>
          <ac:spMkLst>
            <pc:docMk/>
            <pc:sldMk cId="615808774" sldId="326"/>
            <ac:spMk id="3" creationId="{4B9679A5-429B-FA8D-45E4-B31EB6FA9C95}"/>
          </ac:spMkLst>
        </pc:spChg>
        <pc:spChg chg="mod">
          <ac:chgData name="Yan Li" userId="8c31b902-5b3a-4bc1-a03f-ce296c1668b4" providerId="ADAL" clId="{8DBCA75A-D556-49E8-B6F6-1D78308D8DED}" dt="2024-10-30T14:07:57.202" v="569" actId="20577"/>
          <ac:spMkLst>
            <pc:docMk/>
            <pc:sldMk cId="615808774" sldId="326"/>
            <ac:spMk id="5" creationId="{FE27BB53-9C4C-5923-DA40-0905DE472C7F}"/>
          </ac:spMkLst>
        </pc:spChg>
        <pc:picChg chg="add mod">
          <ac:chgData name="Yan Li" userId="8c31b902-5b3a-4bc1-a03f-ce296c1668b4" providerId="ADAL" clId="{8DBCA75A-D556-49E8-B6F6-1D78308D8DED}" dt="2024-10-30T14:30:35.032" v="922" actId="1076"/>
          <ac:picMkLst>
            <pc:docMk/>
            <pc:sldMk cId="615808774" sldId="326"/>
            <ac:picMk id="4" creationId="{ED39844F-BAA2-C4B0-7AB5-26CF0FF0CA8A}"/>
          </ac:picMkLst>
        </pc:picChg>
        <pc:picChg chg="add mod">
          <ac:chgData name="Yan Li" userId="8c31b902-5b3a-4bc1-a03f-ce296c1668b4" providerId="ADAL" clId="{8DBCA75A-D556-49E8-B6F6-1D78308D8DED}" dt="2024-10-30T14:30:38.659" v="923" actId="1076"/>
          <ac:picMkLst>
            <pc:docMk/>
            <pc:sldMk cId="615808774" sldId="326"/>
            <ac:picMk id="7" creationId="{68E894D1-8CE8-9422-515C-0E43DC97FBF9}"/>
          </ac:picMkLst>
        </pc:picChg>
      </pc:sldChg>
      <pc:sldChg chg="modSp add mod">
        <pc:chgData name="Yan Li" userId="8c31b902-5b3a-4bc1-a03f-ce296c1668b4" providerId="ADAL" clId="{8DBCA75A-D556-49E8-B6F6-1D78308D8DED}" dt="2024-10-30T14:08:45.139" v="630" actId="20577"/>
        <pc:sldMkLst>
          <pc:docMk/>
          <pc:sldMk cId="996495019" sldId="327"/>
        </pc:sldMkLst>
        <pc:spChg chg="mod">
          <ac:chgData name="Yan Li" userId="8c31b902-5b3a-4bc1-a03f-ce296c1668b4" providerId="ADAL" clId="{8DBCA75A-D556-49E8-B6F6-1D78308D8DED}" dt="2024-10-30T14:08:45.139" v="630" actId="20577"/>
          <ac:spMkLst>
            <pc:docMk/>
            <pc:sldMk cId="996495019" sldId="327"/>
            <ac:spMk id="5" creationId="{7AA31E11-CE22-408E-B794-B8CA79D96705}"/>
          </ac:spMkLst>
        </pc:spChg>
      </pc:sldChg>
      <pc:sldChg chg="addSp delSp modSp add mod">
        <pc:chgData name="Yan Li" userId="8c31b902-5b3a-4bc1-a03f-ce296c1668b4" providerId="ADAL" clId="{8DBCA75A-D556-49E8-B6F6-1D78308D8DED}" dt="2024-10-30T14:12:39.137" v="671" actId="1076"/>
        <pc:sldMkLst>
          <pc:docMk/>
          <pc:sldMk cId="1882390377" sldId="328"/>
        </pc:sldMkLst>
        <pc:picChg chg="add mod">
          <ac:chgData name="Yan Li" userId="8c31b902-5b3a-4bc1-a03f-ce296c1668b4" providerId="ADAL" clId="{8DBCA75A-D556-49E8-B6F6-1D78308D8DED}" dt="2024-10-30T14:12:39.137" v="671" actId="1076"/>
          <ac:picMkLst>
            <pc:docMk/>
            <pc:sldMk cId="1882390377" sldId="328"/>
            <ac:picMk id="3" creationId="{70BA18CD-E3EB-A128-5E96-F2481ABB5245}"/>
          </ac:picMkLst>
        </pc:picChg>
        <pc:picChg chg="del">
          <ac:chgData name="Yan Li" userId="8c31b902-5b3a-4bc1-a03f-ce296c1668b4" providerId="ADAL" clId="{8DBCA75A-D556-49E8-B6F6-1D78308D8DED}" dt="2024-10-30T14:12:28.939" v="664" actId="478"/>
          <ac:picMkLst>
            <pc:docMk/>
            <pc:sldMk cId="1882390377" sldId="328"/>
            <ac:picMk id="7" creationId="{CFA89BDD-60BB-3BE6-E0EA-FB7A1841FFB9}"/>
          </ac:picMkLst>
        </pc:picChg>
        <pc:picChg chg="del">
          <ac:chgData name="Yan Li" userId="8c31b902-5b3a-4bc1-a03f-ce296c1668b4" providerId="ADAL" clId="{8DBCA75A-D556-49E8-B6F6-1D78308D8DED}" dt="2024-10-30T14:12:30.556" v="665" actId="478"/>
          <ac:picMkLst>
            <pc:docMk/>
            <pc:sldMk cId="1882390377" sldId="328"/>
            <ac:picMk id="9" creationId="{EDBC4036-3DA7-1B6A-B51B-5E44745707B8}"/>
          </ac:picMkLst>
        </pc:picChg>
      </pc:sldChg>
      <pc:sldChg chg="addSp delSp modSp add mod">
        <pc:chgData name="Yan Li" userId="8c31b902-5b3a-4bc1-a03f-ce296c1668b4" providerId="ADAL" clId="{8DBCA75A-D556-49E8-B6F6-1D78308D8DED}" dt="2024-10-30T14:13:19.022" v="681" actId="1076"/>
        <pc:sldMkLst>
          <pc:docMk/>
          <pc:sldMk cId="387663868" sldId="329"/>
        </pc:sldMkLst>
        <pc:picChg chg="del">
          <ac:chgData name="Yan Li" userId="8c31b902-5b3a-4bc1-a03f-ce296c1668b4" providerId="ADAL" clId="{8DBCA75A-D556-49E8-B6F6-1D78308D8DED}" dt="2024-10-30T14:12:54.026" v="673" actId="478"/>
          <ac:picMkLst>
            <pc:docMk/>
            <pc:sldMk cId="387663868" sldId="329"/>
            <ac:picMk id="3" creationId="{67AEFEC0-34EB-1D29-6498-4A9737839972}"/>
          </ac:picMkLst>
        </pc:picChg>
        <pc:picChg chg="add mod">
          <ac:chgData name="Yan Li" userId="8c31b902-5b3a-4bc1-a03f-ce296c1668b4" providerId="ADAL" clId="{8DBCA75A-D556-49E8-B6F6-1D78308D8DED}" dt="2024-10-30T14:13:19.022" v="681" actId="1076"/>
          <ac:picMkLst>
            <pc:docMk/>
            <pc:sldMk cId="387663868" sldId="329"/>
            <ac:picMk id="4" creationId="{26E9B427-52D8-8E77-65BA-1B2D0D275594}"/>
          </ac:picMkLst>
        </pc:picChg>
      </pc:sldChg>
      <pc:sldChg chg="addSp delSp modSp add mod">
        <pc:chgData name="Yan Li" userId="8c31b902-5b3a-4bc1-a03f-ce296c1668b4" providerId="ADAL" clId="{8DBCA75A-D556-49E8-B6F6-1D78308D8DED}" dt="2024-10-30T14:21:45.649" v="802" actId="20577"/>
        <pc:sldMkLst>
          <pc:docMk/>
          <pc:sldMk cId="2816459871" sldId="330"/>
        </pc:sldMkLst>
        <pc:spChg chg="mod">
          <ac:chgData name="Yan Li" userId="8c31b902-5b3a-4bc1-a03f-ce296c1668b4" providerId="ADAL" clId="{8DBCA75A-D556-49E8-B6F6-1D78308D8DED}" dt="2024-10-30T14:21:45.649" v="802" actId="20577"/>
          <ac:spMkLst>
            <pc:docMk/>
            <pc:sldMk cId="2816459871" sldId="330"/>
            <ac:spMk id="5" creationId="{97275393-441C-07DB-C737-879A30B19216}"/>
          </ac:spMkLst>
        </pc:spChg>
        <pc:picChg chg="add mod">
          <ac:chgData name="Yan Li" userId="8c31b902-5b3a-4bc1-a03f-ce296c1668b4" providerId="ADAL" clId="{8DBCA75A-D556-49E8-B6F6-1D78308D8DED}" dt="2024-10-30T14:20:01.621" v="754" actId="1076"/>
          <ac:picMkLst>
            <pc:docMk/>
            <pc:sldMk cId="2816459871" sldId="330"/>
            <ac:picMk id="3" creationId="{B9E8EFB8-110B-32ED-8ABD-3D6C4CB69A1E}"/>
          </ac:picMkLst>
        </pc:picChg>
        <pc:picChg chg="add mod">
          <ac:chgData name="Yan Li" userId="8c31b902-5b3a-4bc1-a03f-ce296c1668b4" providerId="ADAL" clId="{8DBCA75A-D556-49E8-B6F6-1D78308D8DED}" dt="2024-10-30T14:20:24.048" v="757" actId="14100"/>
          <ac:picMkLst>
            <pc:docMk/>
            <pc:sldMk cId="2816459871" sldId="330"/>
            <ac:picMk id="6" creationId="{FE52A18D-3779-966D-57C6-0F49AA5AF074}"/>
          </ac:picMkLst>
        </pc:picChg>
        <pc:picChg chg="del">
          <ac:chgData name="Yan Li" userId="8c31b902-5b3a-4bc1-a03f-ce296c1668b4" providerId="ADAL" clId="{8DBCA75A-D556-49E8-B6F6-1D78308D8DED}" dt="2024-10-30T14:19:31.915" v="739" actId="478"/>
          <ac:picMkLst>
            <pc:docMk/>
            <pc:sldMk cId="2816459871" sldId="330"/>
            <ac:picMk id="7" creationId="{39A74BD7-CDE5-26E1-222E-BC7187CE14B0}"/>
          </ac:picMkLst>
        </pc:picChg>
        <pc:picChg chg="del">
          <ac:chgData name="Yan Li" userId="8c31b902-5b3a-4bc1-a03f-ce296c1668b4" providerId="ADAL" clId="{8DBCA75A-D556-49E8-B6F6-1D78308D8DED}" dt="2024-10-30T14:19:43.731" v="746" actId="478"/>
          <ac:picMkLst>
            <pc:docMk/>
            <pc:sldMk cId="2816459871" sldId="330"/>
            <ac:picMk id="9" creationId="{520C881D-CA0B-D552-A83E-2102C4B8EBC2}"/>
          </ac:picMkLst>
        </pc:picChg>
        <pc:picChg chg="add mod">
          <ac:chgData name="Yan Li" userId="8c31b902-5b3a-4bc1-a03f-ce296c1668b4" providerId="ADAL" clId="{8DBCA75A-D556-49E8-B6F6-1D78308D8DED}" dt="2024-10-30T14:20:55.922" v="763" actId="1076"/>
          <ac:picMkLst>
            <pc:docMk/>
            <pc:sldMk cId="2816459871" sldId="330"/>
            <ac:picMk id="10" creationId="{3ED043DF-A7E4-FB5B-5666-DCA5DB222198}"/>
          </ac:picMkLst>
        </pc:picChg>
        <pc:picChg chg="del">
          <ac:chgData name="Yan Li" userId="8c31b902-5b3a-4bc1-a03f-ce296c1668b4" providerId="ADAL" clId="{8DBCA75A-D556-49E8-B6F6-1D78308D8DED}" dt="2024-10-30T14:19:45.465" v="747" actId="478"/>
          <ac:picMkLst>
            <pc:docMk/>
            <pc:sldMk cId="2816459871" sldId="330"/>
            <ac:picMk id="11" creationId="{ECA2B079-2C44-ABA7-98AD-71C3C0B1EC5B}"/>
          </ac:picMkLst>
        </pc:picChg>
      </pc:sldChg>
      <pc:sldChg chg="addSp delSp modSp add mod">
        <pc:chgData name="Yan Li" userId="8c31b902-5b3a-4bc1-a03f-ce296c1668b4" providerId="ADAL" clId="{8DBCA75A-D556-49E8-B6F6-1D78308D8DED}" dt="2024-10-30T14:22:53.775" v="856" actId="1076"/>
        <pc:sldMkLst>
          <pc:docMk/>
          <pc:sldMk cId="3731506154" sldId="331"/>
        </pc:sldMkLst>
        <pc:spChg chg="mod">
          <ac:chgData name="Yan Li" userId="8c31b902-5b3a-4bc1-a03f-ce296c1668b4" providerId="ADAL" clId="{8DBCA75A-D556-49E8-B6F6-1D78308D8DED}" dt="2024-10-30T14:22:34.751" v="851" actId="20577"/>
          <ac:spMkLst>
            <pc:docMk/>
            <pc:sldMk cId="3731506154" sldId="331"/>
            <ac:spMk id="5" creationId="{D307BDB9-0A95-94F5-77BF-BB537CF7CAC6}"/>
          </ac:spMkLst>
        </pc:spChg>
        <pc:picChg chg="del">
          <ac:chgData name="Yan Li" userId="8c31b902-5b3a-4bc1-a03f-ce296c1668b4" providerId="ADAL" clId="{8DBCA75A-D556-49E8-B6F6-1D78308D8DED}" dt="2024-10-30T14:22:36.835" v="852" actId="478"/>
          <ac:picMkLst>
            <pc:docMk/>
            <pc:sldMk cId="3731506154" sldId="331"/>
            <ac:picMk id="3" creationId="{5C55D4C3-96AE-1411-F0EE-BF8F4EEB4469}"/>
          </ac:picMkLst>
        </pc:picChg>
        <pc:picChg chg="add mod">
          <ac:chgData name="Yan Li" userId="8c31b902-5b3a-4bc1-a03f-ce296c1668b4" providerId="ADAL" clId="{8DBCA75A-D556-49E8-B6F6-1D78308D8DED}" dt="2024-10-30T14:22:53.775" v="856" actId="1076"/>
          <ac:picMkLst>
            <pc:docMk/>
            <pc:sldMk cId="3731506154" sldId="331"/>
            <ac:picMk id="4" creationId="{4275D7CE-0422-9586-17A4-E935D71C09B4}"/>
          </ac:picMkLst>
        </pc:picChg>
        <pc:picChg chg="del">
          <ac:chgData name="Yan Li" userId="8c31b902-5b3a-4bc1-a03f-ce296c1668b4" providerId="ADAL" clId="{8DBCA75A-D556-49E8-B6F6-1D78308D8DED}" dt="2024-10-30T14:22:38.318" v="853" actId="478"/>
          <ac:picMkLst>
            <pc:docMk/>
            <pc:sldMk cId="3731506154" sldId="331"/>
            <ac:picMk id="6" creationId="{5B096502-7AE4-C452-BF95-FF2394D23CFF}"/>
          </ac:picMkLst>
        </pc:picChg>
        <pc:picChg chg="del">
          <ac:chgData name="Yan Li" userId="8c31b902-5b3a-4bc1-a03f-ce296c1668b4" providerId="ADAL" clId="{8DBCA75A-D556-49E8-B6F6-1D78308D8DED}" dt="2024-10-30T14:22:39.752" v="854" actId="478"/>
          <ac:picMkLst>
            <pc:docMk/>
            <pc:sldMk cId="3731506154" sldId="331"/>
            <ac:picMk id="10" creationId="{8AFAC310-3AB5-2E76-FB00-EF49CF8F3175}"/>
          </ac:picMkLst>
        </pc:picChg>
      </pc:sldChg>
      <pc:sldChg chg="addSp delSp modSp add mod">
        <pc:chgData name="Yan Li" userId="8c31b902-5b3a-4bc1-a03f-ce296c1668b4" providerId="ADAL" clId="{8DBCA75A-D556-49E8-B6F6-1D78308D8DED}" dt="2024-10-30T14:23:57.327" v="864" actId="14100"/>
        <pc:sldMkLst>
          <pc:docMk/>
          <pc:sldMk cId="3283541475" sldId="332"/>
        </pc:sldMkLst>
        <pc:picChg chg="add mod">
          <ac:chgData name="Yan Li" userId="8c31b902-5b3a-4bc1-a03f-ce296c1668b4" providerId="ADAL" clId="{8DBCA75A-D556-49E8-B6F6-1D78308D8DED}" dt="2024-10-30T14:23:57.327" v="864" actId="14100"/>
          <ac:picMkLst>
            <pc:docMk/>
            <pc:sldMk cId="3283541475" sldId="332"/>
            <ac:picMk id="3" creationId="{D5D64EBE-7AF7-DD24-DB09-3C1672D30D12}"/>
          </ac:picMkLst>
        </pc:picChg>
        <pc:picChg chg="del">
          <ac:chgData name="Yan Li" userId="8c31b902-5b3a-4bc1-a03f-ce296c1668b4" providerId="ADAL" clId="{8DBCA75A-D556-49E8-B6F6-1D78308D8DED}" dt="2024-10-30T14:23:11.335" v="858" actId="478"/>
          <ac:picMkLst>
            <pc:docMk/>
            <pc:sldMk cId="3283541475" sldId="332"/>
            <ac:picMk id="4" creationId="{C65414C8-01E9-C571-D446-EFCD2203D581}"/>
          </ac:picMkLst>
        </pc:picChg>
      </pc:sldChg>
      <pc:sldChg chg="addSp delSp modSp add mod">
        <pc:chgData name="Yan Li" userId="8c31b902-5b3a-4bc1-a03f-ce296c1668b4" providerId="ADAL" clId="{8DBCA75A-D556-49E8-B6F6-1D78308D8DED}" dt="2024-10-30T14:27:27.611" v="895" actId="1076"/>
        <pc:sldMkLst>
          <pc:docMk/>
          <pc:sldMk cId="1257242487" sldId="333"/>
        </pc:sldMkLst>
        <pc:picChg chg="del">
          <ac:chgData name="Yan Li" userId="8c31b902-5b3a-4bc1-a03f-ce296c1668b4" providerId="ADAL" clId="{8DBCA75A-D556-49E8-B6F6-1D78308D8DED}" dt="2024-10-30T14:24:05.536" v="866" actId="478"/>
          <ac:picMkLst>
            <pc:docMk/>
            <pc:sldMk cId="1257242487" sldId="333"/>
            <ac:picMk id="3" creationId="{0F1C5F52-5D38-3E05-CDA4-56D5FCB86748}"/>
          </ac:picMkLst>
        </pc:picChg>
        <pc:picChg chg="add mod">
          <ac:chgData name="Yan Li" userId="8c31b902-5b3a-4bc1-a03f-ce296c1668b4" providerId="ADAL" clId="{8DBCA75A-D556-49E8-B6F6-1D78308D8DED}" dt="2024-10-30T14:25:26.295" v="875" actId="1076"/>
          <ac:picMkLst>
            <pc:docMk/>
            <pc:sldMk cId="1257242487" sldId="333"/>
            <ac:picMk id="4" creationId="{1E1CE9CC-CAE2-DA3A-AF5B-1A88A22F8855}"/>
          </ac:picMkLst>
        </pc:picChg>
        <pc:picChg chg="add del mod">
          <ac:chgData name="Yan Li" userId="8c31b902-5b3a-4bc1-a03f-ce296c1668b4" providerId="ADAL" clId="{8DBCA75A-D556-49E8-B6F6-1D78308D8DED}" dt="2024-10-30T14:25:51.289" v="877" actId="478"/>
          <ac:picMkLst>
            <pc:docMk/>
            <pc:sldMk cId="1257242487" sldId="333"/>
            <ac:picMk id="7" creationId="{269F2C79-255A-5392-8100-E429B2590C4B}"/>
          </ac:picMkLst>
        </pc:picChg>
        <pc:picChg chg="add mod">
          <ac:chgData name="Yan Li" userId="8c31b902-5b3a-4bc1-a03f-ce296c1668b4" providerId="ADAL" clId="{8DBCA75A-D556-49E8-B6F6-1D78308D8DED}" dt="2024-10-30T14:26:03.906" v="882" actId="14100"/>
          <ac:picMkLst>
            <pc:docMk/>
            <pc:sldMk cId="1257242487" sldId="333"/>
            <ac:picMk id="9" creationId="{FED553C3-E9CD-2BF1-6F77-D08B102282ED}"/>
          </ac:picMkLst>
        </pc:picChg>
        <pc:picChg chg="add mod">
          <ac:chgData name="Yan Li" userId="8c31b902-5b3a-4bc1-a03f-ce296c1668b4" providerId="ADAL" clId="{8DBCA75A-D556-49E8-B6F6-1D78308D8DED}" dt="2024-10-30T14:27:25.709" v="894" actId="1076"/>
          <ac:picMkLst>
            <pc:docMk/>
            <pc:sldMk cId="1257242487" sldId="333"/>
            <ac:picMk id="11" creationId="{1E40C423-8F23-96AC-47BE-CF596E60249D}"/>
          </ac:picMkLst>
        </pc:picChg>
        <pc:picChg chg="add mod">
          <ac:chgData name="Yan Li" userId="8c31b902-5b3a-4bc1-a03f-ce296c1668b4" providerId="ADAL" clId="{8DBCA75A-D556-49E8-B6F6-1D78308D8DED}" dt="2024-10-30T14:27:27.611" v="895" actId="1076"/>
          <ac:picMkLst>
            <pc:docMk/>
            <pc:sldMk cId="1257242487" sldId="333"/>
            <ac:picMk id="13" creationId="{E944B663-D177-EEB3-74BF-BF6CF6BE0C8E}"/>
          </ac:picMkLst>
        </pc:picChg>
      </pc:sldChg>
      <pc:sldChg chg="addSp delSp modSp add mod">
        <pc:chgData name="Yan Li" userId="8c31b902-5b3a-4bc1-a03f-ce296c1668b4" providerId="ADAL" clId="{8DBCA75A-D556-49E8-B6F6-1D78308D8DED}" dt="2024-10-30T14:36:26.098" v="1012" actId="27636"/>
        <pc:sldMkLst>
          <pc:docMk/>
          <pc:sldMk cId="4267529664" sldId="334"/>
        </pc:sldMkLst>
        <pc:spChg chg="mod">
          <ac:chgData name="Yan Li" userId="8c31b902-5b3a-4bc1-a03f-ce296c1668b4" providerId="ADAL" clId="{8DBCA75A-D556-49E8-B6F6-1D78308D8DED}" dt="2024-10-30T14:36:26.098" v="1012" actId="27636"/>
          <ac:spMkLst>
            <pc:docMk/>
            <pc:sldMk cId="4267529664" sldId="334"/>
            <ac:spMk id="5" creationId="{33FFC50C-3476-F52F-BA72-6523C630A7BB}"/>
          </ac:spMkLst>
        </pc:spChg>
        <pc:picChg chg="add mod">
          <ac:chgData name="Yan Li" userId="8c31b902-5b3a-4bc1-a03f-ce296c1668b4" providerId="ADAL" clId="{8DBCA75A-D556-49E8-B6F6-1D78308D8DED}" dt="2024-10-30T14:31:23.418" v="925" actId="1076"/>
          <ac:picMkLst>
            <pc:docMk/>
            <pc:sldMk cId="4267529664" sldId="334"/>
            <ac:picMk id="3" creationId="{73B9FD17-096E-92D8-17C6-27D5691A6CB7}"/>
          </ac:picMkLst>
        </pc:picChg>
        <pc:picChg chg="del">
          <ac:chgData name="Yan Li" userId="8c31b902-5b3a-4bc1-a03f-ce296c1668b4" providerId="ADAL" clId="{8DBCA75A-D556-49E8-B6F6-1D78308D8DED}" dt="2024-10-30T14:30:15.227" v="918" actId="478"/>
          <ac:picMkLst>
            <pc:docMk/>
            <pc:sldMk cId="4267529664" sldId="334"/>
            <ac:picMk id="4" creationId="{4D1DBDA4-342A-7F81-9030-7DFAA4A970F8}"/>
          </ac:picMkLst>
        </pc:picChg>
      </pc:sldChg>
      <pc:sldChg chg="addSp delSp modSp add mod">
        <pc:chgData name="Yan Li" userId="8c31b902-5b3a-4bc1-a03f-ce296c1668b4" providerId="ADAL" clId="{8DBCA75A-D556-49E8-B6F6-1D78308D8DED}" dt="2024-10-30T14:36:42.649" v="1015" actId="255"/>
        <pc:sldMkLst>
          <pc:docMk/>
          <pc:sldMk cId="2879821114" sldId="335"/>
        </pc:sldMkLst>
        <pc:spChg chg="mod">
          <ac:chgData name="Yan Li" userId="8c31b902-5b3a-4bc1-a03f-ce296c1668b4" providerId="ADAL" clId="{8DBCA75A-D556-49E8-B6F6-1D78308D8DED}" dt="2024-10-30T14:36:42.649" v="1015" actId="255"/>
          <ac:spMkLst>
            <pc:docMk/>
            <pc:sldMk cId="2879821114" sldId="335"/>
            <ac:spMk id="5" creationId="{D895344F-AC14-360E-D65D-E8876892B94C}"/>
          </ac:spMkLst>
        </pc:spChg>
        <pc:picChg chg="del">
          <ac:chgData name="Yan Li" userId="8c31b902-5b3a-4bc1-a03f-ce296c1668b4" providerId="ADAL" clId="{8DBCA75A-D556-49E8-B6F6-1D78308D8DED}" dt="2024-10-30T14:31:27.491" v="927" actId="478"/>
          <ac:picMkLst>
            <pc:docMk/>
            <pc:sldMk cId="2879821114" sldId="335"/>
            <ac:picMk id="3" creationId="{9A131B3E-EE2C-6193-0302-52486F654D6E}"/>
          </ac:picMkLst>
        </pc:picChg>
        <pc:picChg chg="add mod">
          <ac:chgData name="Yan Li" userId="8c31b902-5b3a-4bc1-a03f-ce296c1668b4" providerId="ADAL" clId="{8DBCA75A-D556-49E8-B6F6-1D78308D8DED}" dt="2024-10-30T14:31:44.191" v="929" actId="1076"/>
          <ac:picMkLst>
            <pc:docMk/>
            <pc:sldMk cId="2879821114" sldId="335"/>
            <ac:picMk id="4" creationId="{1F6C4CA0-CCB5-42EE-A6F2-139F096F9B03}"/>
          </ac:picMkLst>
        </pc:picChg>
        <pc:picChg chg="add mod">
          <ac:chgData name="Yan Li" userId="8c31b902-5b3a-4bc1-a03f-ce296c1668b4" providerId="ADAL" clId="{8DBCA75A-D556-49E8-B6F6-1D78308D8DED}" dt="2024-10-30T14:32:21.736" v="933" actId="14100"/>
          <ac:picMkLst>
            <pc:docMk/>
            <pc:sldMk cId="2879821114" sldId="335"/>
            <ac:picMk id="7" creationId="{DD1FF4D4-7695-89BE-E22C-75682A32D8BF}"/>
          </ac:picMkLst>
        </pc:picChg>
      </pc:sldChg>
      <pc:sldChg chg="addSp delSp modSp add mod">
        <pc:chgData name="Yan Li" userId="8c31b902-5b3a-4bc1-a03f-ce296c1668b4" providerId="ADAL" clId="{8DBCA75A-D556-49E8-B6F6-1D78308D8DED}" dt="2024-10-30T14:36:54.835" v="1016" actId="255"/>
        <pc:sldMkLst>
          <pc:docMk/>
          <pc:sldMk cId="3978917725" sldId="336"/>
        </pc:sldMkLst>
        <pc:spChg chg="mod">
          <ac:chgData name="Yan Li" userId="8c31b902-5b3a-4bc1-a03f-ce296c1668b4" providerId="ADAL" clId="{8DBCA75A-D556-49E8-B6F6-1D78308D8DED}" dt="2024-10-30T14:36:54.835" v="1016" actId="255"/>
          <ac:spMkLst>
            <pc:docMk/>
            <pc:sldMk cId="3978917725" sldId="336"/>
            <ac:spMk id="5" creationId="{C1D96CA1-197C-6C33-D51F-355B60935A31}"/>
          </ac:spMkLst>
        </pc:spChg>
        <pc:picChg chg="add mod">
          <ac:chgData name="Yan Li" userId="8c31b902-5b3a-4bc1-a03f-ce296c1668b4" providerId="ADAL" clId="{8DBCA75A-D556-49E8-B6F6-1D78308D8DED}" dt="2024-10-30T14:32:57.919" v="940" actId="1076"/>
          <ac:picMkLst>
            <pc:docMk/>
            <pc:sldMk cId="3978917725" sldId="336"/>
            <ac:picMk id="3" creationId="{C012C606-F06A-A5E3-8361-FB01249F7CF2}"/>
          </ac:picMkLst>
        </pc:picChg>
        <pc:picChg chg="del">
          <ac:chgData name="Yan Li" userId="8c31b902-5b3a-4bc1-a03f-ce296c1668b4" providerId="ADAL" clId="{8DBCA75A-D556-49E8-B6F6-1D78308D8DED}" dt="2024-10-30T14:32:51.363" v="936" actId="478"/>
          <ac:picMkLst>
            <pc:docMk/>
            <pc:sldMk cId="3978917725" sldId="336"/>
            <ac:picMk id="4" creationId="{F7CA83F5-B2B0-C121-7F0D-BB29AD6311BE}"/>
          </ac:picMkLst>
        </pc:picChg>
        <pc:picChg chg="del">
          <ac:chgData name="Yan Li" userId="8c31b902-5b3a-4bc1-a03f-ce296c1668b4" providerId="ADAL" clId="{8DBCA75A-D556-49E8-B6F6-1D78308D8DED}" dt="2024-10-30T14:32:49.770" v="935" actId="478"/>
          <ac:picMkLst>
            <pc:docMk/>
            <pc:sldMk cId="3978917725" sldId="336"/>
            <ac:picMk id="7" creationId="{BF10C3F7-23FC-9B8B-5551-6CC5A4A4B160}"/>
          </ac:picMkLst>
        </pc:picChg>
        <pc:picChg chg="add mod">
          <ac:chgData name="Yan Li" userId="8c31b902-5b3a-4bc1-a03f-ce296c1668b4" providerId="ADAL" clId="{8DBCA75A-D556-49E8-B6F6-1D78308D8DED}" dt="2024-10-30T14:33:17.621" v="943" actId="14100"/>
          <ac:picMkLst>
            <pc:docMk/>
            <pc:sldMk cId="3978917725" sldId="336"/>
            <ac:picMk id="8" creationId="{9BC642F2-DBBC-4C1D-1EE7-10DE7BC156E1}"/>
          </ac:picMkLst>
        </pc:picChg>
      </pc:sldChg>
      <pc:sldChg chg="addSp delSp modSp add mod">
        <pc:chgData name="Yan Li" userId="8c31b902-5b3a-4bc1-a03f-ce296c1668b4" providerId="ADAL" clId="{8DBCA75A-D556-49E8-B6F6-1D78308D8DED}" dt="2024-10-30T14:39:37.796" v="1050" actId="1076"/>
        <pc:sldMkLst>
          <pc:docMk/>
          <pc:sldMk cId="376288019" sldId="337"/>
        </pc:sldMkLst>
        <pc:spChg chg="mod">
          <ac:chgData name="Yan Li" userId="8c31b902-5b3a-4bc1-a03f-ce296c1668b4" providerId="ADAL" clId="{8DBCA75A-D556-49E8-B6F6-1D78308D8DED}" dt="2024-10-30T14:37:37.468" v="1031" actId="20577"/>
          <ac:spMkLst>
            <pc:docMk/>
            <pc:sldMk cId="376288019" sldId="337"/>
            <ac:spMk id="5" creationId="{1E7CF0D0-E033-9524-CC25-30272AAE4480}"/>
          </ac:spMkLst>
        </pc:spChg>
        <pc:picChg chg="del">
          <ac:chgData name="Yan Li" userId="8c31b902-5b3a-4bc1-a03f-ce296c1668b4" providerId="ADAL" clId="{8DBCA75A-D556-49E8-B6F6-1D78308D8DED}" dt="2024-10-30T14:37:39.401" v="1032" actId="478"/>
          <ac:picMkLst>
            <pc:docMk/>
            <pc:sldMk cId="376288019" sldId="337"/>
            <ac:picMk id="3" creationId="{AF49B60A-851B-8737-66BC-4A6C1DAABF6D}"/>
          </ac:picMkLst>
        </pc:picChg>
        <pc:picChg chg="add mod">
          <ac:chgData name="Yan Li" userId="8c31b902-5b3a-4bc1-a03f-ce296c1668b4" providerId="ADAL" clId="{8DBCA75A-D556-49E8-B6F6-1D78308D8DED}" dt="2024-10-30T14:39:37.796" v="1050" actId="1076"/>
          <ac:picMkLst>
            <pc:docMk/>
            <pc:sldMk cId="376288019" sldId="337"/>
            <ac:picMk id="4" creationId="{F56C99E2-D295-34A8-86E5-453057F17E24}"/>
          </ac:picMkLst>
        </pc:picChg>
        <pc:picChg chg="del mod">
          <ac:chgData name="Yan Li" userId="8c31b902-5b3a-4bc1-a03f-ce296c1668b4" providerId="ADAL" clId="{8DBCA75A-D556-49E8-B6F6-1D78308D8DED}" dt="2024-10-30T14:37:41.168" v="1034" actId="478"/>
          <ac:picMkLst>
            <pc:docMk/>
            <pc:sldMk cId="376288019" sldId="337"/>
            <ac:picMk id="8" creationId="{1990221E-F6C4-F2E8-358A-D0BC22BE239E}"/>
          </ac:picMkLst>
        </pc:picChg>
      </pc:sldChg>
      <pc:sldChg chg="addSp delSp modSp add mod">
        <pc:chgData name="Yan Li" userId="8c31b902-5b3a-4bc1-a03f-ce296c1668b4" providerId="ADAL" clId="{8DBCA75A-D556-49E8-B6F6-1D78308D8DED}" dt="2024-10-30T14:38:18.276" v="1039" actId="1076"/>
        <pc:sldMkLst>
          <pc:docMk/>
          <pc:sldMk cId="3560696774" sldId="338"/>
        </pc:sldMkLst>
        <pc:picChg chg="add mod">
          <ac:chgData name="Yan Li" userId="8c31b902-5b3a-4bc1-a03f-ce296c1668b4" providerId="ADAL" clId="{8DBCA75A-D556-49E8-B6F6-1D78308D8DED}" dt="2024-10-30T14:38:18.276" v="1039" actId="1076"/>
          <ac:picMkLst>
            <pc:docMk/>
            <pc:sldMk cId="3560696774" sldId="338"/>
            <ac:picMk id="3" creationId="{15F38EF7-EBEE-7C3B-A155-05EC7475AA2E}"/>
          </ac:picMkLst>
        </pc:picChg>
        <pc:picChg chg="del">
          <ac:chgData name="Yan Li" userId="8c31b902-5b3a-4bc1-a03f-ce296c1668b4" providerId="ADAL" clId="{8DBCA75A-D556-49E8-B6F6-1D78308D8DED}" dt="2024-10-30T14:38:01.901" v="1037" actId="478"/>
          <ac:picMkLst>
            <pc:docMk/>
            <pc:sldMk cId="3560696774" sldId="338"/>
            <ac:picMk id="4" creationId="{61214FAE-84AA-7B26-2176-30A4B32323ED}"/>
          </ac:picMkLst>
        </pc:picChg>
      </pc:sldChg>
      <pc:sldChg chg="addSp delSp modSp add mod">
        <pc:chgData name="Yan Li" userId="8c31b902-5b3a-4bc1-a03f-ce296c1668b4" providerId="ADAL" clId="{8DBCA75A-D556-49E8-B6F6-1D78308D8DED}" dt="2024-10-30T14:39:24.447" v="1049" actId="14100"/>
        <pc:sldMkLst>
          <pc:docMk/>
          <pc:sldMk cId="1690535253" sldId="339"/>
        </pc:sldMkLst>
        <pc:spChg chg="mod">
          <ac:chgData name="Yan Li" userId="8c31b902-5b3a-4bc1-a03f-ce296c1668b4" providerId="ADAL" clId="{8DBCA75A-D556-49E8-B6F6-1D78308D8DED}" dt="2024-10-30T14:39:24.447" v="1049" actId="14100"/>
          <ac:spMkLst>
            <pc:docMk/>
            <pc:sldMk cId="1690535253" sldId="339"/>
            <ac:spMk id="5" creationId="{675E2DB1-F43E-530B-4DA4-F25B7DDB583B}"/>
          </ac:spMkLst>
        </pc:spChg>
        <pc:picChg chg="del">
          <ac:chgData name="Yan Li" userId="8c31b902-5b3a-4bc1-a03f-ce296c1668b4" providerId="ADAL" clId="{8DBCA75A-D556-49E8-B6F6-1D78308D8DED}" dt="2024-10-30T14:38:22.651" v="1041" actId="478"/>
          <ac:picMkLst>
            <pc:docMk/>
            <pc:sldMk cId="1690535253" sldId="339"/>
            <ac:picMk id="3" creationId="{AD2FBF6F-B77E-F702-4D85-B9B0D02B4001}"/>
          </ac:picMkLst>
        </pc:picChg>
        <pc:picChg chg="add mod">
          <ac:chgData name="Yan Li" userId="8c31b902-5b3a-4bc1-a03f-ce296c1668b4" providerId="ADAL" clId="{8DBCA75A-D556-49E8-B6F6-1D78308D8DED}" dt="2024-10-30T14:38:40.125" v="1043" actId="1076"/>
          <ac:picMkLst>
            <pc:docMk/>
            <pc:sldMk cId="1690535253" sldId="339"/>
            <ac:picMk id="4" creationId="{12A3454E-9788-03B4-41D0-2DF8067A743C}"/>
          </ac:picMkLst>
        </pc:picChg>
        <pc:picChg chg="add mod">
          <ac:chgData name="Yan Li" userId="8c31b902-5b3a-4bc1-a03f-ce296c1668b4" providerId="ADAL" clId="{8DBCA75A-D556-49E8-B6F6-1D78308D8DED}" dt="2024-10-30T14:39:09.130" v="1047" actId="1076"/>
          <ac:picMkLst>
            <pc:docMk/>
            <pc:sldMk cId="1690535253" sldId="339"/>
            <ac:picMk id="7" creationId="{E986C137-F0A5-7133-0D66-C7185F1B936F}"/>
          </ac:picMkLst>
        </pc:picChg>
      </pc:sldChg>
    </pc:docChg>
  </pc:docChgLst>
  <pc:docChgLst>
    <pc:chgData name="Yan Li" userId="8c31b902-5b3a-4bc1-a03f-ce296c1668b4" providerId="ADAL" clId="{269672AD-328E-49A9-B749-B7AC58440704}"/>
    <pc:docChg chg="undo redo custSel addSld delSld modSld modSection">
      <pc:chgData name="Yan Li" userId="8c31b902-5b3a-4bc1-a03f-ce296c1668b4" providerId="ADAL" clId="{269672AD-328E-49A9-B749-B7AC58440704}" dt="2024-12-02T19:10:48.278" v="1491" actId="2696"/>
      <pc:docMkLst>
        <pc:docMk/>
      </pc:docMkLst>
      <pc:sldChg chg="modSp mod">
        <pc:chgData name="Yan Li" userId="8c31b902-5b3a-4bc1-a03f-ce296c1668b4" providerId="ADAL" clId="{269672AD-328E-49A9-B749-B7AC58440704}" dt="2024-11-25T17:08:38.084" v="206" actId="20577"/>
        <pc:sldMkLst>
          <pc:docMk/>
          <pc:sldMk cId="811220229" sldId="291"/>
        </pc:sldMkLst>
        <pc:spChg chg="mod">
          <ac:chgData name="Yan Li" userId="8c31b902-5b3a-4bc1-a03f-ce296c1668b4" providerId="ADAL" clId="{269672AD-328E-49A9-B749-B7AC58440704}" dt="2024-11-25T16:58:59.989" v="80" actId="20577"/>
          <ac:spMkLst>
            <pc:docMk/>
            <pc:sldMk cId="811220229" sldId="291"/>
            <ac:spMk id="2" creationId="{A0B2FD85-87AA-4580-1FB4-0EBB0A967AA9}"/>
          </ac:spMkLst>
        </pc:spChg>
        <pc:spChg chg="mod">
          <ac:chgData name="Yan Li" userId="8c31b902-5b3a-4bc1-a03f-ce296c1668b4" providerId="ADAL" clId="{269672AD-328E-49A9-B749-B7AC58440704}" dt="2024-11-25T17:08:38.084" v="206" actId="20577"/>
          <ac:spMkLst>
            <pc:docMk/>
            <pc:sldMk cId="811220229" sldId="291"/>
            <ac:spMk id="3" creationId="{829828C6-6D41-BE5B-CC0A-8492B54C3375}"/>
          </ac:spMkLst>
        </pc:spChg>
      </pc:sldChg>
      <pc:sldChg chg="modSp mod">
        <pc:chgData name="Yan Li" userId="8c31b902-5b3a-4bc1-a03f-ce296c1668b4" providerId="ADAL" clId="{269672AD-328E-49A9-B749-B7AC58440704}" dt="2024-11-25T17:06:35.784" v="205" actId="20577"/>
        <pc:sldMkLst>
          <pc:docMk/>
          <pc:sldMk cId="2783577023" sldId="292"/>
        </pc:sldMkLst>
        <pc:spChg chg="mod">
          <ac:chgData name="Yan Li" userId="8c31b902-5b3a-4bc1-a03f-ce296c1668b4" providerId="ADAL" clId="{269672AD-328E-49A9-B749-B7AC58440704}" dt="2024-11-25T17:06:35.784" v="205" actId="20577"/>
          <ac:spMkLst>
            <pc:docMk/>
            <pc:sldMk cId="2783577023" sldId="292"/>
            <ac:spMk id="3" creationId="{829828C6-6D41-BE5B-CC0A-8492B54C3375}"/>
          </ac:spMkLst>
        </pc:spChg>
      </pc:sldChg>
      <pc:sldChg chg="modSp mod">
        <pc:chgData name="Yan Li" userId="8c31b902-5b3a-4bc1-a03f-ce296c1668b4" providerId="ADAL" clId="{269672AD-328E-49A9-B749-B7AC58440704}" dt="2024-12-02T19:09:46.930" v="1490" actId="20577"/>
        <pc:sldMkLst>
          <pc:docMk/>
          <pc:sldMk cId="1794454954" sldId="293"/>
        </pc:sldMkLst>
        <pc:spChg chg="mod">
          <ac:chgData name="Yan Li" userId="8c31b902-5b3a-4bc1-a03f-ce296c1668b4" providerId="ADAL" clId="{269672AD-328E-49A9-B749-B7AC58440704}" dt="2024-12-02T19:09:46.930" v="1490" actId="20577"/>
          <ac:spMkLst>
            <pc:docMk/>
            <pc:sldMk cId="1794454954" sldId="293"/>
            <ac:spMk id="3" creationId="{829828C6-6D41-BE5B-CC0A-8492B54C3375}"/>
          </ac:spMkLst>
        </pc:spChg>
      </pc:sldChg>
      <pc:sldChg chg="modSp mod">
        <pc:chgData name="Yan Li" userId="8c31b902-5b3a-4bc1-a03f-ce296c1668b4" providerId="ADAL" clId="{269672AD-328E-49A9-B749-B7AC58440704}" dt="2024-11-25T17:13:50.935" v="240" actId="20577"/>
        <pc:sldMkLst>
          <pc:docMk/>
          <pc:sldMk cId="3269129918" sldId="295"/>
        </pc:sldMkLst>
        <pc:spChg chg="mod">
          <ac:chgData name="Yan Li" userId="8c31b902-5b3a-4bc1-a03f-ce296c1668b4" providerId="ADAL" clId="{269672AD-328E-49A9-B749-B7AC58440704}" dt="2024-11-25T17:13:50.935" v="240" actId="20577"/>
          <ac:spMkLst>
            <pc:docMk/>
            <pc:sldMk cId="3269129918" sldId="295"/>
            <ac:spMk id="3" creationId="{CEEBC209-858D-6C83-86B2-5E4B223DFFC4}"/>
          </ac:spMkLst>
        </pc:spChg>
      </pc:sldChg>
      <pc:sldChg chg="modSp mod">
        <pc:chgData name="Yan Li" userId="8c31b902-5b3a-4bc1-a03f-ce296c1668b4" providerId="ADAL" clId="{269672AD-328E-49A9-B749-B7AC58440704}" dt="2024-11-25T17:27:59.652" v="352" actId="20577"/>
        <pc:sldMkLst>
          <pc:docMk/>
          <pc:sldMk cId="3436863494" sldId="319"/>
        </pc:sldMkLst>
        <pc:spChg chg="mod">
          <ac:chgData name="Yan Li" userId="8c31b902-5b3a-4bc1-a03f-ce296c1668b4" providerId="ADAL" clId="{269672AD-328E-49A9-B749-B7AC58440704}" dt="2024-11-25T17:27:59.652" v="352" actId="20577"/>
          <ac:spMkLst>
            <pc:docMk/>
            <pc:sldMk cId="3436863494" sldId="319"/>
            <ac:spMk id="3" creationId="{FE515291-7984-561C-7687-498DDCFEA724}"/>
          </ac:spMkLst>
        </pc:spChg>
      </pc:sldChg>
      <pc:sldChg chg="addSp delSp modSp mod modNotesTx">
        <pc:chgData name="Yan Li" userId="8c31b902-5b3a-4bc1-a03f-ce296c1668b4" providerId="ADAL" clId="{269672AD-328E-49A9-B749-B7AC58440704}" dt="2024-11-25T17:42:24.180" v="438" actId="113"/>
        <pc:sldMkLst>
          <pc:docMk/>
          <pc:sldMk cId="1098509633" sldId="321"/>
        </pc:sldMkLst>
        <pc:spChg chg="mod">
          <ac:chgData name="Yan Li" userId="8c31b902-5b3a-4bc1-a03f-ce296c1668b4" providerId="ADAL" clId="{269672AD-328E-49A9-B749-B7AC58440704}" dt="2024-11-25T17:38:44.974" v="404" actId="20577"/>
          <ac:spMkLst>
            <pc:docMk/>
            <pc:sldMk cId="1098509633" sldId="321"/>
            <ac:spMk id="5" creationId="{832E6F5A-1799-BE8F-02B6-2C8DB4861D8F}"/>
          </ac:spMkLst>
        </pc:spChg>
        <pc:spChg chg="add mod">
          <ac:chgData name="Yan Li" userId="8c31b902-5b3a-4bc1-a03f-ce296c1668b4" providerId="ADAL" clId="{269672AD-328E-49A9-B749-B7AC58440704}" dt="2024-11-25T17:42:24.180" v="438" actId="113"/>
          <ac:spMkLst>
            <pc:docMk/>
            <pc:sldMk cId="1098509633" sldId="321"/>
            <ac:spMk id="7" creationId="{DE5BC5AA-8680-046B-FCCD-5F710D9B121B}"/>
          </ac:spMkLst>
        </pc:spChg>
        <pc:picChg chg="del">
          <ac:chgData name="Yan Li" userId="8c31b902-5b3a-4bc1-a03f-ce296c1668b4" providerId="ADAL" clId="{269672AD-328E-49A9-B749-B7AC58440704}" dt="2024-11-25T17:36:43.615" v="353" actId="478"/>
          <ac:picMkLst>
            <pc:docMk/>
            <pc:sldMk cId="1098509633" sldId="321"/>
            <ac:picMk id="3" creationId="{BBBEBBE5-973B-8509-0B3E-4B6FD68EE3FA}"/>
          </ac:picMkLst>
        </pc:picChg>
        <pc:picChg chg="add mod">
          <ac:chgData name="Yan Li" userId="8c31b902-5b3a-4bc1-a03f-ce296c1668b4" providerId="ADAL" clId="{269672AD-328E-49A9-B749-B7AC58440704}" dt="2024-11-25T17:42:16.040" v="435" actId="14100"/>
          <ac:picMkLst>
            <pc:docMk/>
            <pc:sldMk cId="1098509633" sldId="321"/>
            <ac:picMk id="4" creationId="{A2F90A25-F8E6-0A30-0107-BAADA3834344}"/>
          </ac:picMkLst>
        </pc:picChg>
        <pc:picChg chg="del">
          <ac:chgData name="Yan Li" userId="8c31b902-5b3a-4bc1-a03f-ce296c1668b4" providerId="ADAL" clId="{269672AD-328E-49A9-B749-B7AC58440704}" dt="2024-11-25T17:36:44.238" v="354" actId="478"/>
          <ac:picMkLst>
            <pc:docMk/>
            <pc:sldMk cId="1098509633" sldId="321"/>
            <ac:picMk id="8" creationId="{BF7ECB36-4AF5-F75D-0C96-586B69EDB838}"/>
          </ac:picMkLst>
        </pc:picChg>
        <pc:inkChg chg="del">
          <ac:chgData name="Yan Li" userId="8c31b902-5b3a-4bc1-a03f-ce296c1668b4" providerId="ADAL" clId="{269672AD-328E-49A9-B749-B7AC58440704}" dt="2024-11-25T17:40:56.717" v="423" actId="478"/>
          <ac:inkMkLst>
            <pc:docMk/>
            <pc:sldMk cId="1098509633" sldId="321"/>
            <ac:inkMk id="11" creationId="{70088286-1301-D4A1-50D5-098335EC7B7C}"/>
          </ac:inkMkLst>
        </pc:inkChg>
        <pc:inkChg chg="del">
          <ac:chgData name="Yan Li" userId="8c31b902-5b3a-4bc1-a03f-ce296c1668b4" providerId="ADAL" clId="{269672AD-328E-49A9-B749-B7AC58440704}" dt="2024-11-25T17:36:48.595" v="357" actId="478"/>
          <ac:inkMkLst>
            <pc:docMk/>
            <pc:sldMk cId="1098509633" sldId="321"/>
            <ac:inkMk id="16" creationId="{D13CD920-ADEF-B6CF-41A1-922727154243}"/>
          </ac:inkMkLst>
        </pc:inkChg>
        <pc:inkChg chg="del">
          <ac:chgData name="Yan Li" userId="8c31b902-5b3a-4bc1-a03f-ce296c1668b4" providerId="ADAL" clId="{269672AD-328E-49A9-B749-B7AC58440704}" dt="2024-11-25T17:36:49.151" v="358" actId="478"/>
          <ac:inkMkLst>
            <pc:docMk/>
            <pc:sldMk cId="1098509633" sldId="321"/>
            <ac:inkMk id="17" creationId="{2E1C1669-B215-7D15-196A-00E2B13FEF61}"/>
          </ac:inkMkLst>
        </pc:inkChg>
        <pc:inkChg chg="del">
          <ac:chgData name="Yan Li" userId="8c31b902-5b3a-4bc1-a03f-ce296c1668b4" providerId="ADAL" clId="{269672AD-328E-49A9-B749-B7AC58440704}" dt="2024-11-25T17:36:46.439" v="355" actId="478"/>
          <ac:inkMkLst>
            <pc:docMk/>
            <pc:sldMk cId="1098509633" sldId="321"/>
            <ac:inkMk id="18" creationId="{2B0288A6-0383-1B1C-E2C6-7FAD353B74ED}"/>
          </ac:inkMkLst>
        </pc:inkChg>
        <pc:inkChg chg="del">
          <ac:chgData name="Yan Li" userId="8c31b902-5b3a-4bc1-a03f-ce296c1668b4" providerId="ADAL" clId="{269672AD-328E-49A9-B749-B7AC58440704}" dt="2024-11-25T17:36:47.107" v="356" actId="478"/>
          <ac:inkMkLst>
            <pc:docMk/>
            <pc:sldMk cId="1098509633" sldId="321"/>
            <ac:inkMk id="19" creationId="{90B99996-2781-7C2E-722D-FA55E3EA13DC}"/>
          </ac:inkMkLst>
        </pc:inkChg>
      </pc:sldChg>
      <pc:sldChg chg="addSp delSp modSp add mod">
        <pc:chgData name="Yan Li" userId="8c31b902-5b3a-4bc1-a03f-ce296c1668b4" providerId="ADAL" clId="{269672AD-328E-49A9-B749-B7AC58440704}" dt="2024-12-02T17:21:00.480" v="1384" actId="6549"/>
        <pc:sldMkLst>
          <pc:docMk/>
          <pc:sldMk cId="2677235551" sldId="322"/>
        </pc:sldMkLst>
        <pc:spChg chg="mod">
          <ac:chgData name="Yan Li" userId="8c31b902-5b3a-4bc1-a03f-ce296c1668b4" providerId="ADAL" clId="{269672AD-328E-49A9-B749-B7AC58440704}" dt="2024-11-25T17:47:55.878" v="506" actId="20577"/>
          <ac:spMkLst>
            <pc:docMk/>
            <pc:sldMk cId="2677235551" sldId="322"/>
            <ac:spMk id="5" creationId="{85A2C3D1-013A-5CE2-440E-99282603CAE0}"/>
          </ac:spMkLst>
        </pc:spChg>
        <pc:spChg chg="del mod">
          <ac:chgData name="Yan Li" userId="8c31b902-5b3a-4bc1-a03f-ce296c1668b4" providerId="ADAL" clId="{269672AD-328E-49A9-B749-B7AC58440704}" dt="2024-11-25T17:46:46.208" v="457" actId="478"/>
          <ac:spMkLst>
            <pc:docMk/>
            <pc:sldMk cId="2677235551" sldId="322"/>
            <ac:spMk id="7" creationId="{25FC82A5-93E9-491E-B516-6EF6511AA94D}"/>
          </ac:spMkLst>
        </pc:spChg>
        <pc:spChg chg="add mod">
          <ac:chgData name="Yan Li" userId="8c31b902-5b3a-4bc1-a03f-ce296c1668b4" providerId="ADAL" clId="{269672AD-328E-49A9-B749-B7AC58440704}" dt="2024-12-02T17:21:00.480" v="1384" actId="6549"/>
          <ac:spMkLst>
            <pc:docMk/>
            <pc:sldMk cId="2677235551" sldId="322"/>
            <ac:spMk id="8" creationId="{55FCF07D-C7B5-917A-BBE3-6D507714D542}"/>
          </ac:spMkLst>
        </pc:spChg>
        <pc:spChg chg="add mod">
          <ac:chgData name="Yan Li" userId="8c31b902-5b3a-4bc1-a03f-ce296c1668b4" providerId="ADAL" clId="{269672AD-328E-49A9-B749-B7AC58440704}" dt="2024-11-25T17:54:13.468" v="512" actId="14100"/>
          <ac:spMkLst>
            <pc:docMk/>
            <pc:sldMk cId="2677235551" sldId="322"/>
            <ac:spMk id="10" creationId="{14F270F6-0DAC-B84C-C53E-A99C602EB07F}"/>
          </ac:spMkLst>
        </pc:spChg>
        <pc:picChg chg="add mod">
          <ac:chgData name="Yan Li" userId="8c31b902-5b3a-4bc1-a03f-ce296c1668b4" providerId="ADAL" clId="{269672AD-328E-49A9-B749-B7AC58440704}" dt="2024-11-25T17:46:50.587" v="460" actId="1076"/>
          <ac:picMkLst>
            <pc:docMk/>
            <pc:sldMk cId="2677235551" sldId="322"/>
            <ac:picMk id="3" creationId="{74237AE2-1424-77C6-9FB4-C8AFA632CB13}"/>
          </ac:picMkLst>
        </pc:picChg>
        <pc:picChg chg="del">
          <ac:chgData name="Yan Li" userId="8c31b902-5b3a-4bc1-a03f-ce296c1668b4" providerId="ADAL" clId="{269672AD-328E-49A9-B749-B7AC58440704}" dt="2024-11-25T17:46:47.896" v="458" actId="478"/>
          <ac:picMkLst>
            <pc:docMk/>
            <pc:sldMk cId="2677235551" sldId="322"/>
            <ac:picMk id="4" creationId="{CFE6F48C-92E9-D2F4-85EC-7EB2A32CCE8A}"/>
          </ac:picMkLst>
        </pc:picChg>
      </pc:sldChg>
      <pc:sldChg chg="addSp delSp modSp add mod">
        <pc:chgData name="Yan Li" userId="8c31b902-5b3a-4bc1-a03f-ce296c1668b4" providerId="ADAL" clId="{269672AD-328E-49A9-B749-B7AC58440704}" dt="2024-12-02T17:42:27.846" v="1387" actId="20577"/>
        <pc:sldMkLst>
          <pc:docMk/>
          <pc:sldMk cId="2988966363" sldId="323"/>
        </pc:sldMkLst>
        <pc:spChg chg="mod">
          <ac:chgData name="Yan Li" userId="8c31b902-5b3a-4bc1-a03f-ce296c1668b4" providerId="ADAL" clId="{269672AD-328E-49A9-B749-B7AC58440704}" dt="2024-11-25T17:57:30.340" v="526" actId="20577"/>
          <ac:spMkLst>
            <pc:docMk/>
            <pc:sldMk cId="2988966363" sldId="323"/>
            <ac:spMk id="5" creationId="{2916A28F-E95B-8B7B-BED8-76CC48F3E970}"/>
          </ac:spMkLst>
        </pc:spChg>
        <pc:spChg chg="add mod">
          <ac:chgData name="Yan Li" userId="8c31b902-5b3a-4bc1-a03f-ce296c1668b4" providerId="ADAL" clId="{269672AD-328E-49A9-B749-B7AC58440704}" dt="2024-12-02T17:42:27.846" v="1387" actId="20577"/>
          <ac:spMkLst>
            <pc:docMk/>
            <pc:sldMk cId="2988966363" sldId="323"/>
            <ac:spMk id="7" creationId="{0DBA54AA-E228-9367-6598-C6B9E2EFE71D}"/>
          </ac:spMkLst>
        </pc:spChg>
        <pc:spChg chg="del">
          <ac:chgData name="Yan Li" userId="8c31b902-5b3a-4bc1-a03f-ce296c1668b4" providerId="ADAL" clId="{269672AD-328E-49A9-B749-B7AC58440704}" dt="2024-11-25T17:56:48.957" v="516" actId="478"/>
          <ac:spMkLst>
            <pc:docMk/>
            <pc:sldMk cId="2988966363" sldId="323"/>
            <ac:spMk id="8" creationId="{8D4D0DE5-E75C-1C0B-CFF8-8E04CD2F3D86}"/>
          </ac:spMkLst>
        </pc:spChg>
        <pc:spChg chg="del">
          <ac:chgData name="Yan Li" userId="8c31b902-5b3a-4bc1-a03f-ce296c1668b4" providerId="ADAL" clId="{269672AD-328E-49A9-B749-B7AC58440704}" dt="2024-11-25T17:56:46.151" v="515" actId="478"/>
          <ac:spMkLst>
            <pc:docMk/>
            <pc:sldMk cId="2988966363" sldId="323"/>
            <ac:spMk id="10" creationId="{262E0D38-3B12-68CD-2CBF-56BF27226817}"/>
          </ac:spMkLst>
        </pc:spChg>
        <pc:picChg chg="del">
          <ac:chgData name="Yan Li" userId="8c31b902-5b3a-4bc1-a03f-ce296c1668b4" providerId="ADAL" clId="{269672AD-328E-49A9-B749-B7AC58440704}" dt="2024-11-25T17:56:50.742" v="517" actId="478"/>
          <ac:picMkLst>
            <pc:docMk/>
            <pc:sldMk cId="2988966363" sldId="323"/>
            <ac:picMk id="3" creationId="{272FF028-A616-690D-D9F1-9F8F97AADFE8}"/>
          </ac:picMkLst>
        </pc:picChg>
        <pc:picChg chg="add mod">
          <ac:chgData name="Yan Li" userId="8c31b902-5b3a-4bc1-a03f-ce296c1668b4" providerId="ADAL" clId="{269672AD-328E-49A9-B749-B7AC58440704}" dt="2024-11-25T17:58:02.579" v="527" actId="14100"/>
          <ac:picMkLst>
            <pc:docMk/>
            <pc:sldMk cId="2988966363" sldId="323"/>
            <ac:picMk id="4" creationId="{89610468-101E-81B1-7652-450A7A7FA167}"/>
          </ac:picMkLst>
        </pc:picChg>
      </pc:sldChg>
      <pc:sldChg chg="addSp delSp modSp add mod modNotesTx">
        <pc:chgData name="Yan Li" userId="8c31b902-5b3a-4bc1-a03f-ce296c1668b4" providerId="ADAL" clId="{269672AD-328E-49A9-B749-B7AC58440704}" dt="2024-12-02T17:48:33.014" v="1392" actId="478"/>
        <pc:sldMkLst>
          <pc:docMk/>
          <pc:sldMk cId="1687586811" sldId="324"/>
        </pc:sldMkLst>
        <pc:spChg chg="mod">
          <ac:chgData name="Yan Li" userId="8c31b902-5b3a-4bc1-a03f-ce296c1668b4" providerId="ADAL" clId="{269672AD-328E-49A9-B749-B7AC58440704}" dt="2024-11-25T18:36:45.796" v="592" actId="20577"/>
          <ac:spMkLst>
            <pc:docMk/>
            <pc:sldMk cId="1687586811" sldId="324"/>
            <ac:spMk id="5" creationId="{7A028D87-9641-952A-AC28-C5535D406564}"/>
          </ac:spMkLst>
        </pc:spChg>
        <pc:spChg chg="del">
          <ac:chgData name="Yan Li" userId="8c31b902-5b3a-4bc1-a03f-ce296c1668b4" providerId="ADAL" clId="{269672AD-328E-49A9-B749-B7AC58440704}" dt="2024-11-25T18:36:26.805" v="556" actId="478"/>
          <ac:spMkLst>
            <pc:docMk/>
            <pc:sldMk cId="1687586811" sldId="324"/>
            <ac:spMk id="7" creationId="{2CC6A9C0-0BFC-83E7-96F4-8006336E2A5E}"/>
          </ac:spMkLst>
        </pc:spChg>
        <pc:spChg chg="add del mod">
          <ac:chgData name="Yan Li" userId="8c31b902-5b3a-4bc1-a03f-ce296c1668b4" providerId="ADAL" clId="{269672AD-328E-49A9-B749-B7AC58440704}" dt="2024-12-02T17:48:33.014" v="1392" actId="478"/>
          <ac:spMkLst>
            <pc:docMk/>
            <pc:sldMk cId="1687586811" sldId="324"/>
            <ac:spMk id="8" creationId="{A4D262CC-370F-CD9B-0660-250FFE8C242E}"/>
          </ac:spMkLst>
        </pc:spChg>
        <pc:picChg chg="add mod">
          <ac:chgData name="Yan Li" userId="8c31b902-5b3a-4bc1-a03f-ce296c1668b4" providerId="ADAL" clId="{269672AD-328E-49A9-B749-B7AC58440704}" dt="2024-11-25T18:37:17.748" v="594" actId="1076"/>
          <ac:picMkLst>
            <pc:docMk/>
            <pc:sldMk cId="1687586811" sldId="324"/>
            <ac:picMk id="3" creationId="{BD241615-999A-D0D8-E2E6-84523366D726}"/>
          </ac:picMkLst>
        </pc:picChg>
        <pc:picChg chg="del">
          <ac:chgData name="Yan Li" userId="8c31b902-5b3a-4bc1-a03f-ce296c1668b4" providerId="ADAL" clId="{269672AD-328E-49A9-B749-B7AC58440704}" dt="2024-11-25T18:36:24.641" v="555" actId="478"/>
          <ac:picMkLst>
            <pc:docMk/>
            <pc:sldMk cId="1687586811" sldId="324"/>
            <ac:picMk id="4" creationId="{3F31C6F0-B114-0503-9E7A-55CD5AFB4063}"/>
          </ac:picMkLst>
        </pc:picChg>
      </pc:sldChg>
      <pc:sldChg chg="addSp delSp modSp add mod modNotesTx">
        <pc:chgData name="Yan Li" userId="8c31b902-5b3a-4bc1-a03f-ce296c1668b4" providerId="ADAL" clId="{269672AD-328E-49A9-B749-B7AC58440704}" dt="2024-12-02T17:50:03.698" v="1395"/>
        <pc:sldMkLst>
          <pc:docMk/>
          <pc:sldMk cId="3100881486" sldId="325"/>
        </pc:sldMkLst>
        <pc:spChg chg="mod">
          <ac:chgData name="Yan Li" userId="8c31b902-5b3a-4bc1-a03f-ce296c1668b4" providerId="ADAL" clId="{269672AD-328E-49A9-B749-B7AC58440704}" dt="2024-11-25T18:54:15.694" v="642" actId="20577"/>
          <ac:spMkLst>
            <pc:docMk/>
            <pc:sldMk cId="3100881486" sldId="325"/>
            <ac:spMk id="5" creationId="{46A63FF1-7D78-1D41-8245-2EC3BBCC17DA}"/>
          </ac:spMkLst>
        </pc:spChg>
        <pc:spChg chg="add del mod">
          <ac:chgData name="Yan Li" userId="8c31b902-5b3a-4bc1-a03f-ce296c1668b4" providerId="ADAL" clId="{269672AD-328E-49A9-B749-B7AC58440704}" dt="2024-12-02T17:50:02.232" v="1394" actId="478"/>
          <ac:spMkLst>
            <pc:docMk/>
            <pc:sldMk cId="3100881486" sldId="325"/>
            <ac:spMk id="7" creationId="{3770AEA2-6F28-BFC4-B695-D4FED1FD66E7}"/>
          </ac:spMkLst>
        </pc:spChg>
        <pc:spChg chg="del">
          <ac:chgData name="Yan Li" userId="8c31b902-5b3a-4bc1-a03f-ce296c1668b4" providerId="ADAL" clId="{269672AD-328E-49A9-B749-B7AC58440704}" dt="2024-11-25T18:54:18.100" v="644" actId="478"/>
          <ac:spMkLst>
            <pc:docMk/>
            <pc:sldMk cId="3100881486" sldId="325"/>
            <ac:spMk id="8" creationId="{1EFC00F8-B758-EE73-DAE7-95D1340073E0}"/>
          </ac:spMkLst>
        </pc:spChg>
        <pc:picChg chg="del">
          <ac:chgData name="Yan Li" userId="8c31b902-5b3a-4bc1-a03f-ce296c1668b4" providerId="ADAL" clId="{269672AD-328E-49A9-B749-B7AC58440704}" dt="2024-11-25T18:54:16.529" v="643" actId="478"/>
          <ac:picMkLst>
            <pc:docMk/>
            <pc:sldMk cId="3100881486" sldId="325"/>
            <ac:picMk id="3" creationId="{27E22A93-EE4C-E808-7834-B284DE738890}"/>
          </ac:picMkLst>
        </pc:picChg>
        <pc:picChg chg="add mod">
          <ac:chgData name="Yan Li" userId="8c31b902-5b3a-4bc1-a03f-ce296c1668b4" providerId="ADAL" clId="{269672AD-328E-49A9-B749-B7AC58440704}" dt="2024-11-25T18:54:40.148" v="646" actId="1076"/>
          <ac:picMkLst>
            <pc:docMk/>
            <pc:sldMk cId="3100881486" sldId="325"/>
            <ac:picMk id="4" creationId="{2F420C6E-C05B-DD0E-DCB6-696E7B66F560}"/>
          </ac:picMkLst>
        </pc:picChg>
      </pc:sldChg>
      <pc:sldChg chg="addSp delSp modSp add mod modNotesTx">
        <pc:chgData name="Yan Li" userId="8c31b902-5b3a-4bc1-a03f-ce296c1668b4" providerId="ADAL" clId="{269672AD-328E-49A9-B749-B7AC58440704}" dt="2024-12-02T17:52:05.141" v="1405" actId="9405"/>
        <pc:sldMkLst>
          <pc:docMk/>
          <pc:sldMk cId="750008653" sldId="326"/>
        </pc:sldMkLst>
        <pc:spChg chg="mod">
          <ac:chgData name="Yan Li" userId="8c31b902-5b3a-4bc1-a03f-ce296c1668b4" providerId="ADAL" clId="{269672AD-328E-49A9-B749-B7AC58440704}" dt="2024-11-25T19:03:42.270" v="694" actId="20577"/>
          <ac:spMkLst>
            <pc:docMk/>
            <pc:sldMk cId="750008653" sldId="326"/>
            <ac:spMk id="5" creationId="{05606C4E-C5DD-3AAB-CDDC-C26D7ADB76EF}"/>
          </ac:spMkLst>
        </pc:spChg>
        <pc:spChg chg="del">
          <ac:chgData name="Yan Li" userId="8c31b902-5b3a-4bc1-a03f-ce296c1668b4" providerId="ADAL" clId="{269672AD-328E-49A9-B749-B7AC58440704}" dt="2024-11-25T19:03:19.652" v="656" actId="478"/>
          <ac:spMkLst>
            <pc:docMk/>
            <pc:sldMk cId="750008653" sldId="326"/>
            <ac:spMk id="7" creationId="{615D1435-9BC4-5471-9FBB-33FA2CAB9B1C}"/>
          </ac:spMkLst>
        </pc:spChg>
        <pc:spChg chg="add mod">
          <ac:chgData name="Yan Li" userId="8c31b902-5b3a-4bc1-a03f-ce296c1668b4" providerId="ADAL" clId="{269672AD-328E-49A9-B749-B7AC58440704}" dt="2024-11-25T19:10:07.960" v="724" actId="20577"/>
          <ac:spMkLst>
            <pc:docMk/>
            <pc:sldMk cId="750008653" sldId="326"/>
            <ac:spMk id="8" creationId="{689EEF43-FBBB-EC82-755E-724193B11B5D}"/>
          </ac:spMkLst>
        </pc:spChg>
        <pc:picChg chg="add mod">
          <ac:chgData name="Yan Li" userId="8c31b902-5b3a-4bc1-a03f-ce296c1668b4" providerId="ADAL" clId="{269672AD-328E-49A9-B749-B7AC58440704}" dt="2024-11-25T19:04:07.295" v="696" actId="1076"/>
          <ac:picMkLst>
            <pc:docMk/>
            <pc:sldMk cId="750008653" sldId="326"/>
            <ac:picMk id="3" creationId="{4AFDAC7D-6016-D7F8-8427-7D526C373592}"/>
          </ac:picMkLst>
        </pc:picChg>
        <pc:picChg chg="del">
          <ac:chgData name="Yan Li" userId="8c31b902-5b3a-4bc1-a03f-ce296c1668b4" providerId="ADAL" clId="{269672AD-328E-49A9-B749-B7AC58440704}" dt="2024-11-25T19:03:17.516" v="655" actId="478"/>
          <ac:picMkLst>
            <pc:docMk/>
            <pc:sldMk cId="750008653" sldId="326"/>
            <ac:picMk id="4" creationId="{3CBA31B2-B119-B18E-7B13-0D7BC1142B02}"/>
          </ac:picMkLst>
        </pc:picChg>
        <pc:inkChg chg="add">
          <ac:chgData name="Yan Li" userId="8c31b902-5b3a-4bc1-a03f-ce296c1668b4" providerId="ADAL" clId="{269672AD-328E-49A9-B749-B7AC58440704}" dt="2024-12-02T17:52:05.141" v="1405" actId="9405"/>
          <ac:inkMkLst>
            <pc:docMk/>
            <pc:sldMk cId="750008653" sldId="326"/>
            <ac:inkMk id="2" creationId="{CD205A95-4671-CEBA-C8BF-1098BA963974}"/>
          </ac:inkMkLst>
        </pc:inkChg>
        <pc:inkChg chg="add">
          <ac:chgData name="Yan Li" userId="8c31b902-5b3a-4bc1-a03f-ce296c1668b4" providerId="ADAL" clId="{269672AD-328E-49A9-B749-B7AC58440704}" dt="2024-11-25T19:10:32.573" v="725" actId="9405"/>
          <ac:inkMkLst>
            <pc:docMk/>
            <pc:sldMk cId="750008653" sldId="326"/>
            <ac:inkMk id="9" creationId="{86FB7158-0AD1-6D7B-FD3B-7A7E2F58189A}"/>
          </ac:inkMkLst>
        </pc:inkChg>
        <pc:inkChg chg="add">
          <ac:chgData name="Yan Li" userId="8c31b902-5b3a-4bc1-a03f-ce296c1668b4" providerId="ADAL" clId="{269672AD-328E-49A9-B749-B7AC58440704}" dt="2024-11-25T19:10:33.926" v="726" actId="9405"/>
          <ac:inkMkLst>
            <pc:docMk/>
            <pc:sldMk cId="750008653" sldId="326"/>
            <ac:inkMk id="10" creationId="{64C2121D-EF10-3E79-4E0E-B9502C4317B6}"/>
          </ac:inkMkLst>
        </pc:inkChg>
        <pc:inkChg chg="add">
          <ac:chgData name="Yan Li" userId="8c31b902-5b3a-4bc1-a03f-ce296c1668b4" providerId="ADAL" clId="{269672AD-328E-49A9-B749-B7AC58440704}" dt="2024-11-25T19:10:34.353" v="727" actId="9405"/>
          <ac:inkMkLst>
            <pc:docMk/>
            <pc:sldMk cId="750008653" sldId="326"/>
            <ac:inkMk id="11" creationId="{688341D5-421C-98DD-4A6B-9FC16F807CBB}"/>
          </ac:inkMkLst>
        </pc:inkChg>
        <pc:inkChg chg="add">
          <ac:chgData name="Yan Li" userId="8c31b902-5b3a-4bc1-a03f-ce296c1668b4" providerId="ADAL" clId="{269672AD-328E-49A9-B749-B7AC58440704}" dt="2024-11-25T19:10:34.698" v="728" actId="9405"/>
          <ac:inkMkLst>
            <pc:docMk/>
            <pc:sldMk cId="750008653" sldId="326"/>
            <ac:inkMk id="12" creationId="{3906D663-966D-BA9A-14BD-C9EFE6256B42}"/>
          </ac:inkMkLst>
        </pc:inkChg>
        <pc:inkChg chg="add">
          <ac:chgData name="Yan Li" userId="8c31b902-5b3a-4bc1-a03f-ce296c1668b4" providerId="ADAL" clId="{269672AD-328E-49A9-B749-B7AC58440704}" dt="2024-11-25T19:10:35.830" v="729" actId="9405"/>
          <ac:inkMkLst>
            <pc:docMk/>
            <pc:sldMk cId="750008653" sldId="326"/>
            <ac:inkMk id="13" creationId="{7774B419-918D-F249-7C2D-07C8A82F9014}"/>
          </ac:inkMkLst>
        </pc:inkChg>
        <pc:inkChg chg="add del">
          <ac:chgData name="Yan Li" userId="8c31b902-5b3a-4bc1-a03f-ce296c1668b4" providerId="ADAL" clId="{269672AD-328E-49A9-B749-B7AC58440704}" dt="2024-12-02T17:51:29.265" v="1398"/>
          <ac:inkMkLst>
            <pc:docMk/>
            <pc:sldMk cId="750008653" sldId="326"/>
            <ac:inkMk id="14" creationId="{CD263B79-B12A-AC8A-5E39-0C93C87C2999}"/>
          </ac:inkMkLst>
        </pc:inkChg>
        <pc:inkChg chg="add del">
          <ac:chgData name="Yan Li" userId="8c31b902-5b3a-4bc1-a03f-ce296c1668b4" providerId="ADAL" clId="{269672AD-328E-49A9-B749-B7AC58440704}" dt="2024-11-25T19:11:42.257" v="732"/>
          <ac:inkMkLst>
            <pc:docMk/>
            <pc:sldMk cId="750008653" sldId="326"/>
            <ac:inkMk id="15" creationId="{39E3DC89-437B-C2E1-2F50-220AF55BEBC4}"/>
          </ac:inkMkLst>
        </pc:inkChg>
        <pc:inkChg chg="add del">
          <ac:chgData name="Yan Li" userId="8c31b902-5b3a-4bc1-a03f-ce296c1668b4" providerId="ADAL" clId="{269672AD-328E-49A9-B749-B7AC58440704}" dt="2024-12-02T17:51:31.503" v="1401"/>
          <ac:inkMkLst>
            <pc:docMk/>
            <pc:sldMk cId="750008653" sldId="326"/>
            <ac:inkMk id="16" creationId="{A23ED8BD-DEFB-705D-CEC2-DB89592909BC}"/>
          </ac:inkMkLst>
        </pc:inkChg>
        <pc:inkChg chg="add del">
          <ac:chgData name="Yan Li" userId="8c31b902-5b3a-4bc1-a03f-ce296c1668b4" providerId="ADAL" clId="{269672AD-328E-49A9-B749-B7AC58440704}" dt="2024-12-02T17:51:39.024" v="1404"/>
          <ac:inkMkLst>
            <pc:docMk/>
            <pc:sldMk cId="750008653" sldId="326"/>
            <ac:inkMk id="17" creationId="{6A1F24CA-79F9-FA2A-74DB-34ADA101E237}"/>
          </ac:inkMkLst>
        </pc:inkChg>
        <pc:inkChg chg="add del">
          <ac:chgData name="Yan Li" userId="8c31b902-5b3a-4bc1-a03f-ce296c1668b4" providerId="ADAL" clId="{269672AD-328E-49A9-B749-B7AC58440704}" dt="2024-12-02T17:51:30.380" v="1400"/>
          <ac:inkMkLst>
            <pc:docMk/>
            <pc:sldMk cId="750008653" sldId="326"/>
            <ac:inkMk id="18" creationId="{D63041E9-DAB1-4109-CDEF-9ED812D6EF77}"/>
          </ac:inkMkLst>
        </pc:inkChg>
        <pc:inkChg chg="add del">
          <ac:chgData name="Yan Li" userId="8c31b902-5b3a-4bc1-a03f-ce296c1668b4" providerId="ADAL" clId="{269672AD-328E-49A9-B749-B7AC58440704}" dt="2024-12-02T17:51:29.929" v="1399"/>
          <ac:inkMkLst>
            <pc:docMk/>
            <pc:sldMk cId="750008653" sldId="326"/>
            <ac:inkMk id="19" creationId="{BF3B5611-80D6-D7BD-2880-002A58C53278}"/>
          </ac:inkMkLst>
        </pc:inkChg>
        <pc:inkChg chg="add del">
          <ac:chgData name="Yan Li" userId="8c31b902-5b3a-4bc1-a03f-ce296c1668b4" providerId="ADAL" clId="{269672AD-328E-49A9-B749-B7AC58440704}" dt="2024-12-02T17:51:28.605" v="1397"/>
          <ac:inkMkLst>
            <pc:docMk/>
            <pc:sldMk cId="750008653" sldId="326"/>
            <ac:inkMk id="21" creationId="{68EB5B35-9014-672F-5C55-E73FF500D3FB}"/>
          </ac:inkMkLst>
        </pc:inkChg>
        <pc:inkChg chg="add del">
          <ac:chgData name="Yan Li" userId="8c31b902-5b3a-4bc1-a03f-ce296c1668b4" providerId="ADAL" clId="{269672AD-328E-49A9-B749-B7AC58440704}" dt="2024-12-02T17:51:36.816" v="1403"/>
          <ac:inkMkLst>
            <pc:docMk/>
            <pc:sldMk cId="750008653" sldId="326"/>
            <ac:inkMk id="22" creationId="{7B55B8B8-3D71-F89B-5910-C16141D2A286}"/>
          </ac:inkMkLst>
        </pc:inkChg>
        <pc:inkChg chg="add">
          <ac:chgData name="Yan Li" userId="8c31b902-5b3a-4bc1-a03f-ce296c1668b4" providerId="ADAL" clId="{269672AD-328E-49A9-B749-B7AC58440704}" dt="2024-11-25T19:17:14.751" v="739" actId="9405"/>
          <ac:inkMkLst>
            <pc:docMk/>
            <pc:sldMk cId="750008653" sldId="326"/>
            <ac:inkMk id="23" creationId="{E5DEDBEB-C3A8-B235-F33F-B311500D0E81}"/>
          </ac:inkMkLst>
        </pc:inkChg>
        <pc:inkChg chg="add del">
          <ac:chgData name="Yan Li" userId="8c31b902-5b3a-4bc1-a03f-ce296c1668b4" providerId="ADAL" clId="{269672AD-328E-49A9-B749-B7AC58440704}" dt="2024-12-02T17:51:36.814" v="1402"/>
          <ac:inkMkLst>
            <pc:docMk/>
            <pc:sldMk cId="750008653" sldId="326"/>
            <ac:inkMk id="24" creationId="{F9ADE21F-3514-231D-936C-05DA3A8BC209}"/>
          </ac:inkMkLst>
        </pc:inkChg>
        <pc:inkChg chg="add">
          <ac:chgData name="Yan Li" userId="8c31b902-5b3a-4bc1-a03f-ce296c1668b4" providerId="ADAL" clId="{269672AD-328E-49A9-B749-B7AC58440704}" dt="2024-11-25T19:19:41.673" v="759" actId="9405"/>
          <ac:inkMkLst>
            <pc:docMk/>
            <pc:sldMk cId="750008653" sldId="326"/>
            <ac:inkMk id="25" creationId="{BE9B8FFA-3FF0-4C1D-2BAA-0BE1A05BD071}"/>
          </ac:inkMkLst>
        </pc:inkChg>
        <pc:inkChg chg="add">
          <ac:chgData name="Yan Li" userId="8c31b902-5b3a-4bc1-a03f-ce296c1668b4" providerId="ADAL" clId="{269672AD-328E-49A9-B749-B7AC58440704}" dt="2024-11-25T19:19:42.034" v="760" actId="9405"/>
          <ac:inkMkLst>
            <pc:docMk/>
            <pc:sldMk cId="750008653" sldId="326"/>
            <ac:inkMk id="26" creationId="{58D2DF74-74E6-8177-214B-023E317E0EE3}"/>
          </ac:inkMkLst>
        </pc:inkChg>
        <pc:inkChg chg="add">
          <ac:chgData name="Yan Li" userId="8c31b902-5b3a-4bc1-a03f-ce296c1668b4" providerId="ADAL" clId="{269672AD-328E-49A9-B749-B7AC58440704}" dt="2024-11-25T19:19:42.382" v="761" actId="9405"/>
          <ac:inkMkLst>
            <pc:docMk/>
            <pc:sldMk cId="750008653" sldId="326"/>
            <ac:inkMk id="27" creationId="{10ED72C8-C586-591B-3547-FDB734E55BB8}"/>
          </ac:inkMkLst>
        </pc:inkChg>
        <pc:inkChg chg="add">
          <ac:chgData name="Yan Li" userId="8c31b902-5b3a-4bc1-a03f-ce296c1668b4" providerId="ADAL" clId="{269672AD-328E-49A9-B749-B7AC58440704}" dt="2024-11-25T19:19:46.857" v="762" actId="9405"/>
          <ac:inkMkLst>
            <pc:docMk/>
            <pc:sldMk cId="750008653" sldId="326"/>
            <ac:inkMk id="28" creationId="{1D9366D2-E0DE-8DBC-84EE-0E38D145ADEC}"/>
          </ac:inkMkLst>
        </pc:inkChg>
      </pc:sldChg>
      <pc:sldChg chg="addSp delSp modSp add mod modNotesTx">
        <pc:chgData name="Yan Li" userId="8c31b902-5b3a-4bc1-a03f-ce296c1668b4" providerId="ADAL" clId="{269672AD-328E-49A9-B749-B7AC58440704}" dt="2024-12-02T18:09:56.470" v="1413" actId="20577"/>
        <pc:sldMkLst>
          <pc:docMk/>
          <pc:sldMk cId="3991895724" sldId="327"/>
        </pc:sldMkLst>
        <pc:spChg chg="mod">
          <ac:chgData name="Yan Li" userId="8c31b902-5b3a-4bc1-a03f-ce296c1668b4" providerId="ADAL" clId="{269672AD-328E-49A9-B749-B7AC58440704}" dt="2024-11-25T19:21:11.111" v="790" actId="20577"/>
          <ac:spMkLst>
            <pc:docMk/>
            <pc:sldMk cId="3991895724" sldId="327"/>
            <ac:spMk id="5" creationId="{47661D40-E606-C77F-42EC-93B51B95A13A}"/>
          </ac:spMkLst>
        </pc:spChg>
        <pc:spChg chg="del">
          <ac:chgData name="Yan Li" userId="8c31b902-5b3a-4bc1-a03f-ce296c1668b4" providerId="ADAL" clId="{269672AD-328E-49A9-B749-B7AC58440704}" dt="2024-11-25T19:20:01.564" v="765" actId="478"/>
          <ac:spMkLst>
            <pc:docMk/>
            <pc:sldMk cId="3991895724" sldId="327"/>
            <ac:spMk id="8" creationId="{A1044F7A-3F94-A401-514B-0A303F8EBD29}"/>
          </ac:spMkLst>
        </pc:spChg>
        <pc:picChg chg="del">
          <ac:chgData name="Yan Li" userId="8c31b902-5b3a-4bc1-a03f-ce296c1668b4" providerId="ADAL" clId="{269672AD-328E-49A9-B749-B7AC58440704}" dt="2024-11-25T19:19:59.021" v="764" actId="478"/>
          <ac:picMkLst>
            <pc:docMk/>
            <pc:sldMk cId="3991895724" sldId="327"/>
            <ac:picMk id="3" creationId="{ABB955F1-0B4F-AC66-33D5-A577A77576ED}"/>
          </ac:picMkLst>
        </pc:picChg>
        <pc:picChg chg="add mod">
          <ac:chgData name="Yan Li" userId="8c31b902-5b3a-4bc1-a03f-ce296c1668b4" providerId="ADAL" clId="{269672AD-328E-49A9-B749-B7AC58440704}" dt="2024-11-25T19:20:38.406" v="768" actId="1076"/>
          <ac:picMkLst>
            <pc:docMk/>
            <pc:sldMk cId="3991895724" sldId="327"/>
            <ac:picMk id="4" creationId="{9F05CD2D-42C8-7313-C867-63ED49BA017C}"/>
          </ac:picMkLst>
        </pc:picChg>
      </pc:sldChg>
      <pc:sldChg chg="addSp delSp modSp add mod modNotesTx">
        <pc:chgData name="Yan Li" userId="8c31b902-5b3a-4bc1-a03f-ce296c1668b4" providerId="ADAL" clId="{269672AD-328E-49A9-B749-B7AC58440704}" dt="2024-12-02T18:16:27.045" v="1419" actId="9405"/>
        <pc:sldMkLst>
          <pc:docMk/>
          <pc:sldMk cId="843055348" sldId="328"/>
        </pc:sldMkLst>
        <pc:spChg chg="mod">
          <ac:chgData name="Yan Li" userId="8c31b902-5b3a-4bc1-a03f-ce296c1668b4" providerId="ADAL" clId="{269672AD-328E-49A9-B749-B7AC58440704}" dt="2024-11-25T20:09:33.709" v="820" actId="20577"/>
          <ac:spMkLst>
            <pc:docMk/>
            <pc:sldMk cId="843055348" sldId="328"/>
            <ac:spMk id="5" creationId="{86A7F5D5-86CE-02CA-8925-F2DF4C55110B}"/>
          </ac:spMkLst>
        </pc:spChg>
        <pc:picChg chg="add mod">
          <ac:chgData name="Yan Li" userId="8c31b902-5b3a-4bc1-a03f-ce296c1668b4" providerId="ADAL" clId="{269672AD-328E-49A9-B749-B7AC58440704}" dt="2024-11-25T20:18:38.101" v="873" actId="14100"/>
          <ac:picMkLst>
            <pc:docMk/>
            <pc:sldMk cId="843055348" sldId="328"/>
            <ac:picMk id="3" creationId="{00120D9D-EA57-CEA7-B88C-FAC48284E2D6}"/>
          </ac:picMkLst>
        </pc:picChg>
        <pc:picChg chg="del">
          <ac:chgData name="Yan Li" userId="8c31b902-5b3a-4bc1-a03f-ce296c1668b4" providerId="ADAL" clId="{269672AD-328E-49A9-B749-B7AC58440704}" dt="2024-11-25T20:09:20.125" v="818" actId="478"/>
          <ac:picMkLst>
            <pc:docMk/>
            <pc:sldMk cId="843055348" sldId="328"/>
            <ac:picMk id="4" creationId="{A48DB071-EE31-65CB-C565-A4B76CD32D8C}"/>
          </ac:picMkLst>
        </pc:picChg>
        <pc:inkChg chg="add">
          <ac:chgData name="Yan Li" userId="8c31b902-5b3a-4bc1-a03f-ce296c1668b4" providerId="ADAL" clId="{269672AD-328E-49A9-B749-B7AC58440704}" dt="2024-12-02T18:15:58.693" v="1415" actId="9405"/>
          <ac:inkMkLst>
            <pc:docMk/>
            <pc:sldMk cId="843055348" sldId="328"/>
            <ac:inkMk id="2" creationId="{84C910AD-8FD4-A19C-680F-2C057CA77FD0}"/>
          </ac:inkMkLst>
        </pc:inkChg>
        <pc:inkChg chg="add">
          <ac:chgData name="Yan Li" userId="8c31b902-5b3a-4bc1-a03f-ce296c1668b4" providerId="ADAL" clId="{269672AD-328E-49A9-B749-B7AC58440704}" dt="2024-12-02T18:16:00.677" v="1416" actId="9405"/>
          <ac:inkMkLst>
            <pc:docMk/>
            <pc:sldMk cId="843055348" sldId="328"/>
            <ac:inkMk id="4" creationId="{19D07C2C-625E-444E-1451-E17BFB41D713}"/>
          </ac:inkMkLst>
        </pc:inkChg>
        <pc:inkChg chg="add">
          <ac:chgData name="Yan Li" userId="8c31b902-5b3a-4bc1-a03f-ce296c1668b4" providerId="ADAL" clId="{269672AD-328E-49A9-B749-B7AC58440704}" dt="2024-12-02T18:16:02.528" v="1417" actId="9405"/>
          <ac:inkMkLst>
            <pc:docMk/>
            <pc:sldMk cId="843055348" sldId="328"/>
            <ac:inkMk id="6" creationId="{73FFA8A1-CC91-6D5C-90F2-21B89064BED7}"/>
          </ac:inkMkLst>
        </pc:inkChg>
        <pc:inkChg chg="add">
          <ac:chgData name="Yan Li" userId="8c31b902-5b3a-4bc1-a03f-ce296c1668b4" providerId="ADAL" clId="{269672AD-328E-49A9-B749-B7AC58440704}" dt="2024-12-02T18:16:07.461" v="1418" actId="9405"/>
          <ac:inkMkLst>
            <pc:docMk/>
            <pc:sldMk cId="843055348" sldId="328"/>
            <ac:inkMk id="7" creationId="{823F5D24-0F5A-76F3-D01C-00F32350878E}"/>
          </ac:inkMkLst>
        </pc:inkChg>
        <pc:inkChg chg="add">
          <ac:chgData name="Yan Li" userId="8c31b902-5b3a-4bc1-a03f-ce296c1668b4" providerId="ADAL" clId="{269672AD-328E-49A9-B749-B7AC58440704}" dt="2024-12-02T18:16:27.045" v="1419" actId="9405"/>
          <ac:inkMkLst>
            <pc:docMk/>
            <pc:sldMk cId="843055348" sldId="328"/>
            <ac:inkMk id="8" creationId="{3AA5DFA0-B11C-F6C6-5CF0-E5485198E86C}"/>
          </ac:inkMkLst>
        </pc:inkChg>
      </pc:sldChg>
      <pc:sldChg chg="addSp delSp modSp add mod modNotesTx">
        <pc:chgData name="Yan Li" userId="8c31b902-5b3a-4bc1-a03f-ce296c1668b4" providerId="ADAL" clId="{269672AD-328E-49A9-B749-B7AC58440704}" dt="2024-12-02T18:19:55.484" v="1420" actId="6549"/>
        <pc:sldMkLst>
          <pc:docMk/>
          <pc:sldMk cId="4188642944" sldId="329"/>
        </pc:sldMkLst>
        <pc:spChg chg="mod">
          <ac:chgData name="Yan Li" userId="8c31b902-5b3a-4bc1-a03f-ce296c1668b4" providerId="ADAL" clId="{269672AD-328E-49A9-B749-B7AC58440704}" dt="2024-11-25T20:19:18.746" v="914" actId="20577"/>
          <ac:spMkLst>
            <pc:docMk/>
            <pc:sldMk cId="4188642944" sldId="329"/>
            <ac:spMk id="5" creationId="{217D05D0-2EE9-84AC-2363-FDFE8F160020}"/>
          </ac:spMkLst>
        </pc:spChg>
        <pc:picChg chg="del">
          <ac:chgData name="Yan Li" userId="8c31b902-5b3a-4bc1-a03f-ce296c1668b4" providerId="ADAL" clId="{269672AD-328E-49A9-B749-B7AC58440704}" dt="2024-11-25T20:18:49.998" v="875" actId="478"/>
          <ac:picMkLst>
            <pc:docMk/>
            <pc:sldMk cId="4188642944" sldId="329"/>
            <ac:picMk id="3" creationId="{4752C51B-98E3-B837-E289-33B7CCFBDFAB}"/>
          </ac:picMkLst>
        </pc:picChg>
        <pc:picChg chg="add mod">
          <ac:chgData name="Yan Li" userId="8c31b902-5b3a-4bc1-a03f-ce296c1668b4" providerId="ADAL" clId="{269672AD-328E-49A9-B749-B7AC58440704}" dt="2024-11-25T20:19:43.293" v="918" actId="1076"/>
          <ac:picMkLst>
            <pc:docMk/>
            <pc:sldMk cId="4188642944" sldId="329"/>
            <ac:picMk id="4" creationId="{46D5488C-7745-3BB3-A57E-8C14FF95D793}"/>
          </ac:picMkLst>
        </pc:picChg>
      </pc:sldChg>
      <pc:sldChg chg="addSp delSp modSp add mod modNotesTx">
        <pc:chgData name="Yan Li" userId="8c31b902-5b3a-4bc1-a03f-ce296c1668b4" providerId="ADAL" clId="{269672AD-328E-49A9-B749-B7AC58440704}" dt="2024-12-02T18:25:42.966" v="1424" actId="1076"/>
        <pc:sldMkLst>
          <pc:docMk/>
          <pc:sldMk cId="3118338003" sldId="330"/>
        </pc:sldMkLst>
        <pc:spChg chg="add del mod">
          <ac:chgData name="Yan Li" userId="8c31b902-5b3a-4bc1-a03f-ce296c1668b4" providerId="ADAL" clId="{269672AD-328E-49A9-B749-B7AC58440704}" dt="2024-11-25T20:36:53.014" v="950" actId="478"/>
          <ac:spMkLst>
            <pc:docMk/>
            <pc:sldMk cId="3118338003" sldId="330"/>
            <ac:spMk id="3" creationId="{CDD5ADB4-7A7A-8AF4-1A38-AF377D700747}"/>
          </ac:spMkLst>
        </pc:spChg>
        <pc:spChg chg="del">
          <ac:chgData name="Yan Li" userId="8c31b902-5b3a-4bc1-a03f-ce296c1668b4" providerId="ADAL" clId="{269672AD-328E-49A9-B749-B7AC58440704}" dt="2024-11-25T20:24:51.587" v="948" actId="478"/>
          <ac:spMkLst>
            <pc:docMk/>
            <pc:sldMk cId="3118338003" sldId="330"/>
            <ac:spMk id="5" creationId="{919E7550-FB42-AC73-FB63-5197B8590011}"/>
          </ac:spMkLst>
        </pc:spChg>
        <pc:spChg chg="add mod">
          <ac:chgData name="Yan Li" userId="8c31b902-5b3a-4bc1-a03f-ce296c1668b4" providerId="ADAL" clId="{269672AD-328E-49A9-B749-B7AC58440704}" dt="2024-12-02T18:25:42.966" v="1424" actId="1076"/>
          <ac:spMkLst>
            <pc:docMk/>
            <pc:sldMk cId="3118338003" sldId="330"/>
            <ac:spMk id="15" creationId="{EA90CFA2-8E81-511D-9094-4E3161700C93}"/>
          </ac:spMkLst>
        </pc:spChg>
        <pc:picChg chg="del">
          <ac:chgData name="Yan Li" userId="8c31b902-5b3a-4bc1-a03f-ce296c1668b4" providerId="ADAL" clId="{269672AD-328E-49A9-B749-B7AC58440704}" dt="2024-11-25T20:24:48.810" v="947" actId="478"/>
          <ac:picMkLst>
            <pc:docMk/>
            <pc:sldMk cId="3118338003" sldId="330"/>
            <ac:picMk id="4" creationId="{A5F77AB5-31BA-C76C-4728-8973796826C0}"/>
          </ac:picMkLst>
        </pc:picChg>
        <pc:picChg chg="add mod">
          <ac:chgData name="Yan Li" userId="8c31b902-5b3a-4bc1-a03f-ce296c1668b4" providerId="ADAL" clId="{269672AD-328E-49A9-B749-B7AC58440704}" dt="2024-12-02T18:20:18.731" v="1422" actId="1076"/>
          <ac:picMkLst>
            <pc:docMk/>
            <pc:sldMk cId="3118338003" sldId="330"/>
            <ac:picMk id="7" creationId="{DE39B3CA-1930-8E1F-92C7-10EE79F9B0B9}"/>
          </ac:picMkLst>
        </pc:picChg>
        <pc:inkChg chg="del">
          <ac:chgData name="Yan Li" userId="8c31b902-5b3a-4bc1-a03f-ce296c1668b4" providerId="ADAL" clId="{269672AD-328E-49A9-B749-B7AC58440704}" dt="2024-11-25T20:36:54.009" v="951" actId="478"/>
          <ac:inkMkLst>
            <pc:docMk/>
            <pc:sldMk cId="3118338003" sldId="330"/>
            <ac:inkMk id="9" creationId="{90957354-B2D9-D9AC-0493-F14462107AD7}"/>
          </ac:inkMkLst>
        </pc:inkChg>
        <pc:inkChg chg="del">
          <ac:chgData name="Yan Li" userId="8c31b902-5b3a-4bc1-a03f-ce296c1668b4" providerId="ADAL" clId="{269672AD-328E-49A9-B749-B7AC58440704}" dt="2024-11-25T20:36:55.799" v="953" actId="478"/>
          <ac:inkMkLst>
            <pc:docMk/>
            <pc:sldMk cId="3118338003" sldId="330"/>
            <ac:inkMk id="10" creationId="{6CB6A402-FD25-1001-5177-21AA60B67C73}"/>
          </ac:inkMkLst>
        </pc:inkChg>
        <pc:inkChg chg="del">
          <ac:chgData name="Yan Li" userId="8c31b902-5b3a-4bc1-a03f-ce296c1668b4" providerId="ADAL" clId="{269672AD-328E-49A9-B749-B7AC58440704}" dt="2024-11-25T20:36:56.638" v="954" actId="478"/>
          <ac:inkMkLst>
            <pc:docMk/>
            <pc:sldMk cId="3118338003" sldId="330"/>
            <ac:inkMk id="11" creationId="{743CC476-AE2B-B86E-371C-3A1481491647}"/>
          </ac:inkMkLst>
        </pc:inkChg>
        <pc:inkChg chg="del">
          <ac:chgData name="Yan Li" userId="8c31b902-5b3a-4bc1-a03f-ce296c1668b4" providerId="ADAL" clId="{269672AD-328E-49A9-B749-B7AC58440704}" dt="2024-11-25T20:37:01.582" v="959" actId="478"/>
          <ac:inkMkLst>
            <pc:docMk/>
            <pc:sldMk cId="3118338003" sldId="330"/>
            <ac:inkMk id="12" creationId="{2242E379-8CCF-6306-5DE8-3D84275BB828}"/>
          </ac:inkMkLst>
        </pc:inkChg>
        <pc:inkChg chg="del">
          <ac:chgData name="Yan Li" userId="8c31b902-5b3a-4bc1-a03f-ce296c1668b4" providerId="ADAL" clId="{269672AD-328E-49A9-B749-B7AC58440704}" dt="2024-11-25T20:36:54.646" v="952" actId="478"/>
          <ac:inkMkLst>
            <pc:docMk/>
            <pc:sldMk cId="3118338003" sldId="330"/>
            <ac:inkMk id="13" creationId="{B9D6182A-0304-083C-FB2E-32C6B79D0752}"/>
          </ac:inkMkLst>
        </pc:inkChg>
        <pc:inkChg chg="del">
          <ac:chgData name="Yan Li" userId="8c31b902-5b3a-4bc1-a03f-ce296c1668b4" providerId="ADAL" clId="{269672AD-328E-49A9-B749-B7AC58440704}" dt="2024-11-25T20:36:59.828" v="958" actId="478"/>
          <ac:inkMkLst>
            <pc:docMk/>
            <pc:sldMk cId="3118338003" sldId="330"/>
            <ac:inkMk id="14" creationId="{2AD0AF42-048A-4FF9-ACC9-9BFE581B8A46}"/>
          </ac:inkMkLst>
        </pc:inkChg>
        <pc:inkChg chg="del">
          <ac:chgData name="Yan Li" userId="8c31b902-5b3a-4bc1-a03f-ce296c1668b4" providerId="ADAL" clId="{269672AD-328E-49A9-B749-B7AC58440704}" dt="2024-11-25T20:36:59.253" v="957" actId="478"/>
          <ac:inkMkLst>
            <pc:docMk/>
            <pc:sldMk cId="3118338003" sldId="330"/>
            <ac:inkMk id="16" creationId="{0242FB95-95D2-355E-6427-40A56FDC3CA5}"/>
          </ac:inkMkLst>
        </pc:inkChg>
        <pc:inkChg chg="del">
          <ac:chgData name="Yan Li" userId="8c31b902-5b3a-4bc1-a03f-ce296c1668b4" providerId="ADAL" clId="{269672AD-328E-49A9-B749-B7AC58440704}" dt="2024-11-25T20:37:02.233" v="960" actId="478"/>
          <ac:inkMkLst>
            <pc:docMk/>
            <pc:sldMk cId="3118338003" sldId="330"/>
            <ac:inkMk id="17" creationId="{95F728FD-8F33-D4BE-C053-9C16D104C280}"/>
          </ac:inkMkLst>
        </pc:inkChg>
        <pc:inkChg chg="del">
          <ac:chgData name="Yan Li" userId="8c31b902-5b3a-4bc1-a03f-ce296c1668b4" providerId="ADAL" clId="{269672AD-328E-49A9-B749-B7AC58440704}" dt="2024-11-25T20:36:58.261" v="956" actId="478"/>
          <ac:inkMkLst>
            <pc:docMk/>
            <pc:sldMk cId="3118338003" sldId="330"/>
            <ac:inkMk id="18" creationId="{7E96166B-A387-BB80-BBF7-D09D3E1349C3}"/>
          </ac:inkMkLst>
        </pc:inkChg>
        <pc:inkChg chg="del">
          <ac:chgData name="Yan Li" userId="8c31b902-5b3a-4bc1-a03f-ce296c1668b4" providerId="ADAL" clId="{269672AD-328E-49A9-B749-B7AC58440704}" dt="2024-11-25T20:37:03.055" v="961" actId="478"/>
          <ac:inkMkLst>
            <pc:docMk/>
            <pc:sldMk cId="3118338003" sldId="330"/>
            <ac:inkMk id="19" creationId="{A2B80290-C47C-E089-9FC8-178AF12AC2C6}"/>
          </ac:inkMkLst>
        </pc:inkChg>
        <pc:inkChg chg="del">
          <ac:chgData name="Yan Li" userId="8c31b902-5b3a-4bc1-a03f-ce296c1668b4" providerId="ADAL" clId="{269672AD-328E-49A9-B749-B7AC58440704}" dt="2024-11-25T20:36:57.440" v="955" actId="478"/>
          <ac:inkMkLst>
            <pc:docMk/>
            <pc:sldMk cId="3118338003" sldId="330"/>
            <ac:inkMk id="21" creationId="{B2C32D08-B160-5023-DB8F-6D2EA3C2B010}"/>
          </ac:inkMkLst>
        </pc:inkChg>
        <pc:inkChg chg="del">
          <ac:chgData name="Yan Li" userId="8c31b902-5b3a-4bc1-a03f-ce296c1668b4" providerId="ADAL" clId="{269672AD-328E-49A9-B749-B7AC58440704}" dt="2024-11-25T20:37:04.776" v="963" actId="478"/>
          <ac:inkMkLst>
            <pc:docMk/>
            <pc:sldMk cId="3118338003" sldId="330"/>
            <ac:inkMk id="22" creationId="{334BAB90-1523-EE72-4FB8-B02C72F05D36}"/>
          </ac:inkMkLst>
        </pc:inkChg>
        <pc:inkChg chg="del">
          <ac:chgData name="Yan Li" userId="8c31b902-5b3a-4bc1-a03f-ce296c1668b4" providerId="ADAL" clId="{269672AD-328E-49A9-B749-B7AC58440704}" dt="2024-11-25T20:37:07.411" v="966" actId="478"/>
          <ac:inkMkLst>
            <pc:docMk/>
            <pc:sldMk cId="3118338003" sldId="330"/>
            <ac:inkMk id="24" creationId="{D9684135-07EE-5EC8-D81F-447F8D55DCAA}"/>
          </ac:inkMkLst>
        </pc:inkChg>
        <pc:inkChg chg="del">
          <ac:chgData name="Yan Li" userId="8c31b902-5b3a-4bc1-a03f-ce296c1668b4" providerId="ADAL" clId="{269672AD-328E-49A9-B749-B7AC58440704}" dt="2024-11-25T20:37:05.627" v="964" actId="478"/>
          <ac:inkMkLst>
            <pc:docMk/>
            <pc:sldMk cId="3118338003" sldId="330"/>
            <ac:inkMk id="25" creationId="{B033DFA4-A986-5BE2-9C03-9E993F9142F4}"/>
          </ac:inkMkLst>
        </pc:inkChg>
        <pc:inkChg chg="del">
          <ac:chgData name="Yan Li" userId="8c31b902-5b3a-4bc1-a03f-ce296c1668b4" providerId="ADAL" clId="{269672AD-328E-49A9-B749-B7AC58440704}" dt="2024-11-25T20:37:08.177" v="967" actId="478"/>
          <ac:inkMkLst>
            <pc:docMk/>
            <pc:sldMk cId="3118338003" sldId="330"/>
            <ac:inkMk id="26" creationId="{465992D2-D93F-640E-611D-3DDB96F82281}"/>
          </ac:inkMkLst>
        </pc:inkChg>
        <pc:inkChg chg="del">
          <ac:chgData name="Yan Li" userId="8c31b902-5b3a-4bc1-a03f-ce296c1668b4" providerId="ADAL" clId="{269672AD-328E-49A9-B749-B7AC58440704}" dt="2024-11-25T20:37:06.441" v="965" actId="478"/>
          <ac:inkMkLst>
            <pc:docMk/>
            <pc:sldMk cId="3118338003" sldId="330"/>
            <ac:inkMk id="27" creationId="{4166975C-EB7D-C64F-4159-86241D68869F}"/>
          </ac:inkMkLst>
        </pc:inkChg>
        <pc:inkChg chg="del">
          <ac:chgData name="Yan Li" userId="8c31b902-5b3a-4bc1-a03f-ce296c1668b4" providerId="ADAL" clId="{269672AD-328E-49A9-B749-B7AC58440704}" dt="2024-11-25T20:37:03.974" v="962" actId="478"/>
          <ac:inkMkLst>
            <pc:docMk/>
            <pc:sldMk cId="3118338003" sldId="330"/>
            <ac:inkMk id="28" creationId="{7E229FFE-45AD-08C6-5ADE-0B1FD4077C81}"/>
          </ac:inkMkLst>
        </pc:inkChg>
      </pc:sldChg>
      <pc:sldChg chg="addSp delSp modSp add mod modNotesTx">
        <pc:chgData name="Yan Li" userId="8c31b902-5b3a-4bc1-a03f-ce296c1668b4" providerId="ADAL" clId="{269672AD-328E-49A9-B749-B7AC58440704}" dt="2024-12-02T18:37:46.284" v="1446" actId="9405"/>
        <pc:sldMkLst>
          <pc:docMk/>
          <pc:sldMk cId="1161302788" sldId="331"/>
        </pc:sldMkLst>
        <pc:spChg chg="mod">
          <ac:chgData name="Yan Li" userId="8c31b902-5b3a-4bc1-a03f-ce296c1668b4" providerId="ADAL" clId="{269672AD-328E-49A9-B749-B7AC58440704}" dt="2024-12-02T18:25:36.987" v="1423" actId="1076"/>
          <ac:spMkLst>
            <pc:docMk/>
            <pc:sldMk cId="1161302788" sldId="331"/>
            <ac:spMk id="15" creationId="{684503B9-C82E-88F7-D40D-1DC86086422A}"/>
          </ac:spMkLst>
        </pc:spChg>
        <pc:grpChg chg="mod">
          <ac:chgData name="Yan Li" userId="8c31b902-5b3a-4bc1-a03f-ce296c1668b4" providerId="ADAL" clId="{269672AD-328E-49A9-B749-B7AC58440704}" dt="2024-12-02T18:32:18.581" v="1433"/>
          <ac:grpSpMkLst>
            <pc:docMk/>
            <pc:sldMk cId="1161302788" sldId="331"/>
            <ac:grpSpMk id="9" creationId="{B1F11D0C-74D7-DFEE-9B2C-E481D6ADB855}"/>
          </ac:grpSpMkLst>
        </pc:grpChg>
        <pc:grpChg chg="mod">
          <ac:chgData name="Yan Li" userId="8c31b902-5b3a-4bc1-a03f-ce296c1668b4" providerId="ADAL" clId="{269672AD-328E-49A9-B749-B7AC58440704}" dt="2024-12-02T18:32:38.696" v="1436"/>
          <ac:grpSpMkLst>
            <pc:docMk/>
            <pc:sldMk cId="1161302788" sldId="331"/>
            <ac:grpSpMk id="12" creationId="{208FBCE2-6779-F124-0805-C66432C0640F}"/>
          </ac:grpSpMkLst>
        </pc:grpChg>
        <pc:picChg chg="add mod">
          <ac:chgData name="Yan Li" userId="8c31b902-5b3a-4bc1-a03f-ce296c1668b4" providerId="ADAL" clId="{269672AD-328E-49A9-B749-B7AC58440704}" dt="2024-12-02T18:25:50.653" v="1425" actId="1076"/>
          <ac:picMkLst>
            <pc:docMk/>
            <pc:sldMk cId="1161302788" sldId="331"/>
            <ac:picMk id="3" creationId="{8D0A773D-12EA-7D81-B095-94C8E1834433}"/>
          </ac:picMkLst>
        </pc:picChg>
        <pc:picChg chg="del">
          <ac:chgData name="Yan Li" userId="8c31b902-5b3a-4bc1-a03f-ce296c1668b4" providerId="ADAL" clId="{269672AD-328E-49A9-B749-B7AC58440704}" dt="2024-11-25T21:01:50.212" v="1026" actId="478"/>
          <ac:picMkLst>
            <pc:docMk/>
            <pc:sldMk cId="1161302788" sldId="331"/>
            <ac:picMk id="7" creationId="{2B7176F9-2BCE-463E-900C-9E3086D92197}"/>
          </ac:picMkLst>
        </pc:picChg>
        <pc:inkChg chg="add del">
          <ac:chgData name="Yan Li" userId="8c31b902-5b3a-4bc1-a03f-ce296c1668b4" providerId="ADAL" clId="{269672AD-328E-49A9-B749-B7AC58440704}" dt="2024-12-02T18:33:50.932" v="1440"/>
          <ac:inkMkLst>
            <pc:docMk/>
            <pc:sldMk cId="1161302788" sldId="331"/>
            <ac:inkMk id="2" creationId="{62644E7A-FB44-FFB1-0F6D-00462FC36110}"/>
          </ac:inkMkLst>
        </pc:inkChg>
        <pc:inkChg chg="add del">
          <ac:chgData name="Yan Li" userId="8c31b902-5b3a-4bc1-a03f-ce296c1668b4" providerId="ADAL" clId="{269672AD-328E-49A9-B749-B7AC58440704}" dt="2024-12-02T18:33:49.425" v="1438"/>
          <ac:inkMkLst>
            <pc:docMk/>
            <pc:sldMk cId="1161302788" sldId="331"/>
            <ac:inkMk id="4" creationId="{0ACD9E2E-B3CF-85BF-2C54-C46BB58222AA}"/>
          </ac:inkMkLst>
        </pc:inkChg>
        <pc:inkChg chg="add del">
          <ac:chgData name="Yan Li" userId="8c31b902-5b3a-4bc1-a03f-ce296c1668b4" providerId="ADAL" clId="{269672AD-328E-49A9-B749-B7AC58440704}" dt="2024-12-02T18:33:49.424" v="1437"/>
          <ac:inkMkLst>
            <pc:docMk/>
            <pc:sldMk cId="1161302788" sldId="331"/>
            <ac:inkMk id="5" creationId="{58DC2905-94F6-B7F0-2051-C37B47346B3E}"/>
          </ac:inkMkLst>
        </pc:inkChg>
        <pc:inkChg chg="add del">
          <ac:chgData name="Yan Li" userId="8c31b902-5b3a-4bc1-a03f-ce296c1668b4" providerId="ADAL" clId="{269672AD-328E-49A9-B749-B7AC58440704}" dt="2024-12-02T18:33:50.147" v="1439"/>
          <ac:inkMkLst>
            <pc:docMk/>
            <pc:sldMk cId="1161302788" sldId="331"/>
            <ac:inkMk id="6" creationId="{0F460CC9-7DD5-4408-E5E3-D2C1A56FCEC4}"/>
          </ac:inkMkLst>
        </pc:inkChg>
        <pc:inkChg chg="add mod">
          <ac:chgData name="Yan Li" userId="8c31b902-5b3a-4bc1-a03f-ce296c1668b4" providerId="ADAL" clId="{269672AD-328E-49A9-B749-B7AC58440704}" dt="2024-12-02T18:32:18.581" v="1433"/>
          <ac:inkMkLst>
            <pc:docMk/>
            <pc:sldMk cId="1161302788" sldId="331"/>
            <ac:inkMk id="7" creationId="{6B334876-2F6F-A232-6192-2E4B40121F58}"/>
          </ac:inkMkLst>
        </pc:inkChg>
        <pc:inkChg chg="add mod">
          <ac:chgData name="Yan Li" userId="8c31b902-5b3a-4bc1-a03f-ce296c1668b4" providerId="ADAL" clId="{269672AD-328E-49A9-B749-B7AC58440704}" dt="2024-12-02T18:32:18.581" v="1433"/>
          <ac:inkMkLst>
            <pc:docMk/>
            <pc:sldMk cId="1161302788" sldId="331"/>
            <ac:inkMk id="8" creationId="{F22B4BED-5371-430C-4E06-4FD59632223D}"/>
          </ac:inkMkLst>
        </pc:inkChg>
        <pc:inkChg chg="add mod">
          <ac:chgData name="Yan Li" userId="8c31b902-5b3a-4bc1-a03f-ce296c1668b4" providerId="ADAL" clId="{269672AD-328E-49A9-B749-B7AC58440704}" dt="2024-12-02T18:32:38.696" v="1436"/>
          <ac:inkMkLst>
            <pc:docMk/>
            <pc:sldMk cId="1161302788" sldId="331"/>
            <ac:inkMk id="10" creationId="{70ADCD94-912B-A35B-DAD4-A1EB2844695D}"/>
          </ac:inkMkLst>
        </pc:inkChg>
        <pc:inkChg chg="add mod">
          <ac:chgData name="Yan Li" userId="8c31b902-5b3a-4bc1-a03f-ce296c1668b4" providerId="ADAL" clId="{269672AD-328E-49A9-B749-B7AC58440704}" dt="2024-12-02T18:32:38.696" v="1436"/>
          <ac:inkMkLst>
            <pc:docMk/>
            <pc:sldMk cId="1161302788" sldId="331"/>
            <ac:inkMk id="11" creationId="{8A115248-1EC3-ABAB-ACFC-AC69FD6E2679}"/>
          </ac:inkMkLst>
        </pc:inkChg>
        <pc:inkChg chg="add">
          <ac:chgData name="Yan Li" userId="8c31b902-5b3a-4bc1-a03f-ce296c1668b4" providerId="ADAL" clId="{269672AD-328E-49A9-B749-B7AC58440704}" dt="2024-12-02T18:34:58.802" v="1441" actId="9405"/>
          <ac:inkMkLst>
            <pc:docMk/>
            <pc:sldMk cId="1161302788" sldId="331"/>
            <ac:inkMk id="13" creationId="{DB272189-FAD6-1EF4-7580-BD3BD39968FB}"/>
          </ac:inkMkLst>
        </pc:inkChg>
        <pc:inkChg chg="add">
          <ac:chgData name="Yan Li" userId="8c31b902-5b3a-4bc1-a03f-ce296c1668b4" providerId="ADAL" clId="{269672AD-328E-49A9-B749-B7AC58440704}" dt="2024-12-02T18:35:07.622" v="1442" actId="9405"/>
          <ac:inkMkLst>
            <pc:docMk/>
            <pc:sldMk cId="1161302788" sldId="331"/>
            <ac:inkMk id="14" creationId="{F4ABD11E-053A-87BD-38E0-0A41E9ABE793}"/>
          </ac:inkMkLst>
        </pc:inkChg>
        <pc:inkChg chg="add">
          <ac:chgData name="Yan Li" userId="8c31b902-5b3a-4bc1-a03f-ce296c1668b4" providerId="ADAL" clId="{269672AD-328E-49A9-B749-B7AC58440704}" dt="2024-12-02T18:35:12.081" v="1443" actId="9405"/>
          <ac:inkMkLst>
            <pc:docMk/>
            <pc:sldMk cId="1161302788" sldId="331"/>
            <ac:inkMk id="16" creationId="{66881000-F93E-66A0-6835-18894BCA70B0}"/>
          </ac:inkMkLst>
        </pc:inkChg>
        <pc:inkChg chg="add">
          <ac:chgData name="Yan Li" userId="8c31b902-5b3a-4bc1-a03f-ce296c1668b4" providerId="ADAL" clId="{269672AD-328E-49A9-B749-B7AC58440704}" dt="2024-12-02T18:37:46.284" v="1446" actId="9405"/>
          <ac:inkMkLst>
            <pc:docMk/>
            <pc:sldMk cId="1161302788" sldId="331"/>
            <ac:inkMk id="17" creationId="{6FACEA6F-48A5-088E-BDBE-086D7851542C}"/>
          </ac:inkMkLst>
        </pc:inkChg>
      </pc:sldChg>
      <pc:sldChg chg="addSp delSp modSp add mod modNotesTx">
        <pc:chgData name="Yan Li" userId="8c31b902-5b3a-4bc1-a03f-ce296c1668b4" providerId="ADAL" clId="{269672AD-328E-49A9-B749-B7AC58440704}" dt="2024-12-02T18:52:37.375" v="1457" actId="9405"/>
        <pc:sldMkLst>
          <pc:docMk/>
          <pc:sldMk cId="121585115" sldId="332"/>
        </pc:sldMkLst>
        <pc:spChg chg="mod">
          <ac:chgData name="Yan Li" userId="8c31b902-5b3a-4bc1-a03f-ce296c1668b4" providerId="ADAL" clId="{269672AD-328E-49A9-B749-B7AC58440704}" dt="2024-11-25T21:06:44.331" v="1114" actId="20577"/>
          <ac:spMkLst>
            <pc:docMk/>
            <pc:sldMk cId="121585115" sldId="332"/>
            <ac:spMk id="15" creationId="{745575E6-872B-1447-3183-AED9209E4AB8}"/>
          </ac:spMkLst>
        </pc:spChg>
        <pc:picChg chg="del">
          <ac:chgData name="Yan Li" userId="8c31b902-5b3a-4bc1-a03f-ce296c1668b4" providerId="ADAL" clId="{269672AD-328E-49A9-B749-B7AC58440704}" dt="2024-11-25T21:03:31.617" v="1057" actId="478"/>
          <ac:picMkLst>
            <pc:docMk/>
            <pc:sldMk cId="121585115" sldId="332"/>
            <ac:picMk id="3" creationId="{692746F2-AF98-75AF-459A-25A54A3D05AA}"/>
          </ac:picMkLst>
        </pc:picChg>
        <pc:picChg chg="add mod">
          <ac:chgData name="Yan Li" userId="8c31b902-5b3a-4bc1-a03f-ce296c1668b4" providerId="ADAL" clId="{269672AD-328E-49A9-B749-B7AC58440704}" dt="2024-11-25T21:04:01.101" v="1063" actId="14100"/>
          <ac:picMkLst>
            <pc:docMk/>
            <pc:sldMk cId="121585115" sldId="332"/>
            <ac:picMk id="4" creationId="{5F4D3C72-74DB-29DC-1C01-325A0D5F5925}"/>
          </ac:picMkLst>
        </pc:picChg>
        <pc:inkChg chg="add del">
          <ac:chgData name="Yan Li" userId="8c31b902-5b3a-4bc1-a03f-ce296c1668b4" providerId="ADAL" clId="{269672AD-328E-49A9-B749-B7AC58440704}" dt="2024-12-02T18:50:44.812" v="1451" actId="9405"/>
          <ac:inkMkLst>
            <pc:docMk/>
            <pc:sldMk cId="121585115" sldId="332"/>
            <ac:inkMk id="2" creationId="{CE4221AC-9191-B6E3-79D0-A095739E6E3B}"/>
          </ac:inkMkLst>
        </pc:inkChg>
        <pc:inkChg chg="add del">
          <ac:chgData name="Yan Li" userId="8c31b902-5b3a-4bc1-a03f-ce296c1668b4" providerId="ADAL" clId="{269672AD-328E-49A9-B749-B7AC58440704}" dt="2024-12-02T18:50:41.665" v="1450" actId="9405"/>
          <ac:inkMkLst>
            <pc:docMk/>
            <pc:sldMk cId="121585115" sldId="332"/>
            <ac:inkMk id="3" creationId="{AAC56D02-D734-EF3E-2721-81388AA08BC5}"/>
          </ac:inkMkLst>
        </pc:inkChg>
        <pc:inkChg chg="add">
          <ac:chgData name="Yan Li" userId="8c31b902-5b3a-4bc1-a03f-ce296c1668b4" providerId="ADAL" clId="{269672AD-328E-49A9-B749-B7AC58440704}" dt="2024-12-02T18:50:50.023" v="1452" actId="9405"/>
          <ac:inkMkLst>
            <pc:docMk/>
            <pc:sldMk cId="121585115" sldId="332"/>
            <ac:inkMk id="5" creationId="{B516C2DC-4F36-17F3-5B53-36E75DCB7079}"/>
          </ac:inkMkLst>
        </pc:inkChg>
        <pc:inkChg chg="add">
          <ac:chgData name="Yan Li" userId="8c31b902-5b3a-4bc1-a03f-ce296c1668b4" providerId="ADAL" clId="{269672AD-328E-49A9-B749-B7AC58440704}" dt="2024-12-02T18:50:51.892" v="1453" actId="9405"/>
          <ac:inkMkLst>
            <pc:docMk/>
            <pc:sldMk cId="121585115" sldId="332"/>
            <ac:inkMk id="6" creationId="{859EAD80-E0E6-6AB9-E999-AAF91DB9E259}"/>
          </ac:inkMkLst>
        </pc:inkChg>
        <pc:inkChg chg="add">
          <ac:chgData name="Yan Li" userId="8c31b902-5b3a-4bc1-a03f-ce296c1668b4" providerId="ADAL" clId="{269672AD-328E-49A9-B749-B7AC58440704}" dt="2024-12-02T18:51:22.888" v="1454" actId="9405"/>
          <ac:inkMkLst>
            <pc:docMk/>
            <pc:sldMk cId="121585115" sldId="332"/>
            <ac:inkMk id="7" creationId="{5F076EA6-0FDD-F84C-457E-7BB20DE1A606}"/>
          </ac:inkMkLst>
        </pc:inkChg>
        <pc:inkChg chg="add">
          <ac:chgData name="Yan Li" userId="8c31b902-5b3a-4bc1-a03f-ce296c1668b4" providerId="ADAL" clId="{269672AD-328E-49A9-B749-B7AC58440704}" dt="2024-12-02T18:52:13.500" v="1455" actId="9405"/>
          <ac:inkMkLst>
            <pc:docMk/>
            <pc:sldMk cId="121585115" sldId="332"/>
            <ac:inkMk id="8" creationId="{EE7E7705-9494-48AD-22EA-C6EFA41420C6}"/>
          </ac:inkMkLst>
        </pc:inkChg>
        <pc:inkChg chg="add">
          <ac:chgData name="Yan Li" userId="8c31b902-5b3a-4bc1-a03f-ce296c1668b4" providerId="ADAL" clId="{269672AD-328E-49A9-B749-B7AC58440704}" dt="2024-12-02T18:52:34.669" v="1456" actId="9405"/>
          <ac:inkMkLst>
            <pc:docMk/>
            <pc:sldMk cId="121585115" sldId="332"/>
            <ac:inkMk id="9" creationId="{9D691859-6BD6-3D6B-CDCD-D2FB1F9C87FD}"/>
          </ac:inkMkLst>
        </pc:inkChg>
        <pc:inkChg chg="add">
          <ac:chgData name="Yan Li" userId="8c31b902-5b3a-4bc1-a03f-ce296c1668b4" providerId="ADAL" clId="{269672AD-328E-49A9-B749-B7AC58440704}" dt="2024-12-02T18:52:37.375" v="1457" actId="9405"/>
          <ac:inkMkLst>
            <pc:docMk/>
            <pc:sldMk cId="121585115" sldId="332"/>
            <ac:inkMk id="10" creationId="{451F6E06-1E82-1929-FBA9-42DAA37ADF79}"/>
          </ac:inkMkLst>
        </pc:inkChg>
      </pc:sldChg>
      <pc:sldChg chg="addSp delSp modSp add mod modNotesTx">
        <pc:chgData name="Yan Li" userId="8c31b902-5b3a-4bc1-a03f-ce296c1668b4" providerId="ADAL" clId="{269672AD-328E-49A9-B749-B7AC58440704}" dt="2024-12-02T18:59:39.186" v="1467" actId="20577"/>
        <pc:sldMkLst>
          <pc:docMk/>
          <pc:sldMk cId="3302389781" sldId="333"/>
        </pc:sldMkLst>
        <pc:spChg chg="mod">
          <ac:chgData name="Yan Li" userId="8c31b902-5b3a-4bc1-a03f-ce296c1668b4" providerId="ADAL" clId="{269672AD-328E-49A9-B749-B7AC58440704}" dt="2024-11-25T21:07:30.040" v="1148" actId="20577"/>
          <ac:spMkLst>
            <pc:docMk/>
            <pc:sldMk cId="3302389781" sldId="333"/>
            <ac:spMk id="15" creationId="{A027C31F-EF98-486C-6866-687061B1979D}"/>
          </ac:spMkLst>
        </pc:spChg>
        <pc:picChg chg="add mod">
          <ac:chgData name="Yan Li" userId="8c31b902-5b3a-4bc1-a03f-ce296c1668b4" providerId="ADAL" clId="{269672AD-328E-49A9-B749-B7AC58440704}" dt="2024-12-02T18:58:13.692" v="1462" actId="1076"/>
          <ac:picMkLst>
            <pc:docMk/>
            <pc:sldMk cId="3302389781" sldId="333"/>
            <ac:picMk id="3" creationId="{EFA575F8-0F60-D305-9062-53FB2A36DBC0}"/>
          </ac:picMkLst>
        </pc:picChg>
        <pc:picChg chg="del">
          <ac:chgData name="Yan Li" userId="8c31b902-5b3a-4bc1-a03f-ce296c1668b4" providerId="ADAL" clId="{269672AD-328E-49A9-B749-B7AC58440704}" dt="2024-11-25T21:04:44.478" v="1065" actId="478"/>
          <ac:picMkLst>
            <pc:docMk/>
            <pc:sldMk cId="3302389781" sldId="333"/>
            <ac:picMk id="4" creationId="{BBB7887E-2B45-A805-EA6F-5C98C9529804}"/>
          </ac:picMkLst>
        </pc:picChg>
        <pc:inkChg chg="add del">
          <ac:chgData name="Yan Li" userId="8c31b902-5b3a-4bc1-a03f-ce296c1668b4" providerId="ADAL" clId="{269672AD-328E-49A9-B749-B7AC58440704}" dt="2024-12-02T18:52:57.464" v="1459"/>
          <ac:inkMkLst>
            <pc:docMk/>
            <pc:sldMk cId="3302389781" sldId="333"/>
            <ac:inkMk id="2" creationId="{9E2BD590-B17E-6D7B-44B0-C74180C2FD9F}"/>
          </ac:inkMkLst>
        </pc:inkChg>
        <pc:inkChg chg="add mod">
          <ac:chgData name="Yan Li" userId="8c31b902-5b3a-4bc1-a03f-ce296c1668b4" providerId="ADAL" clId="{269672AD-328E-49A9-B749-B7AC58440704}" dt="2024-12-02T18:58:22.876" v="1463" actId="1076"/>
          <ac:inkMkLst>
            <pc:docMk/>
            <pc:sldMk cId="3302389781" sldId="333"/>
            <ac:inkMk id="4" creationId="{2256E8D1-77D6-25F6-C12E-F5AA433130D0}"/>
          </ac:inkMkLst>
        </pc:inkChg>
        <pc:inkChg chg="add">
          <ac:chgData name="Yan Li" userId="8c31b902-5b3a-4bc1-a03f-ce296c1668b4" providerId="ADAL" clId="{269672AD-328E-49A9-B749-B7AC58440704}" dt="2024-12-02T18:58:48.628" v="1464" actId="9405"/>
          <ac:inkMkLst>
            <pc:docMk/>
            <pc:sldMk cId="3302389781" sldId="333"/>
            <ac:inkMk id="5" creationId="{5F93D52C-49C1-3398-2314-FB5E4DC10F0D}"/>
          </ac:inkMkLst>
        </pc:inkChg>
        <pc:inkChg chg="add">
          <ac:chgData name="Yan Li" userId="8c31b902-5b3a-4bc1-a03f-ce296c1668b4" providerId="ADAL" clId="{269672AD-328E-49A9-B749-B7AC58440704}" dt="2024-12-02T18:58:55.879" v="1465" actId="9405"/>
          <ac:inkMkLst>
            <pc:docMk/>
            <pc:sldMk cId="3302389781" sldId="333"/>
            <ac:inkMk id="6" creationId="{40EBD2BF-BBCF-688B-59A9-67641A91B376}"/>
          </ac:inkMkLst>
        </pc:inkChg>
        <pc:inkChg chg="add">
          <ac:chgData name="Yan Li" userId="8c31b902-5b3a-4bc1-a03f-ce296c1668b4" providerId="ADAL" clId="{269672AD-328E-49A9-B749-B7AC58440704}" dt="2024-12-02T18:59:04.753" v="1466" actId="9405"/>
          <ac:inkMkLst>
            <pc:docMk/>
            <pc:sldMk cId="3302389781" sldId="333"/>
            <ac:inkMk id="7" creationId="{89710BF7-F3FB-46AF-2464-AE5F59C77F34}"/>
          </ac:inkMkLst>
        </pc:inkChg>
      </pc:sldChg>
      <pc:sldChg chg="addSp delSp modSp add mod modNotesTx">
        <pc:chgData name="Yan Li" userId="8c31b902-5b3a-4bc1-a03f-ce296c1668b4" providerId="ADAL" clId="{269672AD-328E-49A9-B749-B7AC58440704}" dt="2024-12-02T19:04:26.263" v="1483" actId="20577"/>
        <pc:sldMkLst>
          <pc:docMk/>
          <pc:sldMk cId="2088578004" sldId="334"/>
        </pc:sldMkLst>
        <pc:spChg chg="mod">
          <ac:chgData name="Yan Li" userId="8c31b902-5b3a-4bc1-a03f-ce296c1668b4" providerId="ADAL" clId="{269672AD-328E-49A9-B749-B7AC58440704}" dt="2024-11-25T21:08:24.903" v="1182" actId="1076"/>
          <ac:spMkLst>
            <pc:docMk/>
            <pc:sldMk cId="2088578004" sldId="334"/>
            <ac:spMk id="15" creationId="{518072DA-5133-D19C-992D-AF9C680633DE}"/>
          </ac:spMkLst>
        </pc:spChg>
        <pc:picChg chg="del">
          <ac:chgData name="Yan Li" userId="8c31b902-5b3a-4bc1-a03f-ce296c1668b4" providerId="ADAL" clId="{269672AD-328E-49A9-B749-B7AC58440704}" dt="2024-11-25T21:05:14.755" v="1070" actId="478"/>
          <ac:picMkLst>
            <pc:docMk/>
            <pc:sldMk cId="2088578004" sldId="334"/>
            <ac:picMk id="3" creationId="{239716FB-B7FA-D614-88EC-961CD72D80CD}"/>
          </ac:picMkLst>
        </pc:picChg>
        <pc:picChg chg="add mod">
          <ac:chgData name="Yan Li" userId="8c31b902-5b3a-4bc1-a03f-ce296c1668b4" providerId="ADAL" clId="{269672AD-328E-49A9-B749-B7AC58440704}" dt="2024-11-25T21:08:35.246" v="1186" actId="1076"/>
          <ac:picMkLst>
            <pc:docMk/>
            <pc:sldMk cId="2088578004" sldId="334"/>
            <ac:picMk id="4" creationId="{DED07E95-7C00-9282-0750-D797057EF353}"/>
          </ac:picMkLst>
        </pc:picChg>
      </pc:sldChg>
      <pc:sldChg chg="add del">
        <pc:chgData name="Yan Li" userId="8c31b902-5b3a-4bc1-a03f-ce296c1668b4" providerId="ADAL" clId="{269672AD-328E-49A9-B749-B7AC58440704}" dt="2024-12-02T19:10:48.278" v="1491" actId="2696"/>
        <pc:sldMkLst>
          <pc:docMk/>
          <pc:sldMk cId="1233903893" sldId="335"/>
        </pc:sldMkLst>
      </pc:sldChg>
      <pc:sldChg chg="del">
        <pc:chgData name="Yan Li" userId="8c31b902-5b3a-4bc1-a03f-ce296c1668b4" providerId="ADAL" clId="{269672AD-328E-49A9-B749-B7AC58440704}" dt="2024-11-25T17:43:38.828" v="439" actId="2696"/>
        <pc:sldMkLst>
          <pc:docMk/>
          <pc:sldMk cId="615902538" sldId="342"/>
        </pc:sldMkLst>
      </pc:sldChg>
      <pc:sldChg chg="del">
        <pc:chgData name="Yan Li" userId="8c31b902-5b3a-4bc1-a03f-ce296c1668b4" providerId="ADAL" clId="{269672AD-328E-49A9-B749-B7AC58440704}" dt="2024-11-25T17:43:41.723" v="440" actId="2696"/>
        <pc:sldMkLst>
          <pc:docMk/>
          <pc:sldMk cId="2283548857" sldId="344"/>
        </pc:sldMkLst>
      </pc:sldChg>
      <pc:sldChg chg="del">
        <pc:chgData name="Yan Li" userId="8c31b902-5b3a-4bc1-a03f-ce296c1668b4" providerId="ADAL" clId="{269672AD-328E-49A9-B749-B7AC58440704}" dt="2024-11-25T17:43:44.739" v="441" actId="2696"/>
        <pc:sldMkLst>
          <pc:docMk/>
          <pc:sldMk cId="1492018131" sldId="346"/>
        </pc:sldMkLst>
      </pc:sldChg>
      <pc:sldChg chg="del">
        <pc:chgData name="Yan Li" userId="8c31b902-5b3a-4bc1-a03f-ce296c1668b4" providerId="ADAL" clId="{269672AD-328E-49A9-B749-B7AC58440704}" dt="2024-11-25T17:43:47.241" v="442" actId="2696"/>
        <pc:sldMkLst>
          <pc:docMk/>
          <pc:sldMk cId="2411332047" sldId="347"/>
        </pc:sldMkLst>
      </pc:sldChg>
      <pc:sldChg chg="addSp delSp modSp del mod chgLayout">
        <pc:chgData name="Yan Li" userId="8c31b902-5b3a-4bc1-a03f-ce296c1668b4" providerId="ADAL" clId="{269672AD-328E-49A9-B749-B7AC58440704}" dt="2024-11-25T17:43:52.311" v="444" actId="2696"/>
        <pc:sldMkLst>
          <pc:docMk/>
          <pc:sldMk cId="3536504641" sldId="348"/>
        </pc:sldMkLst>
        <pc:spChg chg="add del mod">
          <ac:chgData name="Yan Li" userId="8c31b902-5b3a-4bc1-a03f-ce296c1668b4" providerId="ADAL" clId="{269672AD-328E-49A9-B749-B7AC58440704}" dt="2024-11-25T17:43:49.499" v="443" actId="6264"/>
          <ac:spMkLst>
            <pc:docMk/>
            <pc:sldMk cId="3536504641" sldId="348"/>
            <ac:spMk id="2" creationId="{F573F8A2-47CB-2D1B-3379-9D06BF6CA11A}"/>
          </ac:spMkLst>
        </pc:spChg>
        <pc:spChg chg="add mod ord">
          <ac:chgData name="Yan Li" userId="8c31b902-5b3a-4bc1-a03f-ce296c1668b4" providerId="ADAL" clId="{269672AD-328E-49A9-B749-B7AC58440704}" dt="2024-11-25T17:43:49.499" v="443" actId="6264"/>
          <ac:spMkLst>
            <pc:docMk/>
            <pc:sldMk cId="3536504641" sldId="348"/>
            <ac:spMk id="3" creationId="{4E58EFF5-B8C7-4DAF-63CC-826810F2426A}"/>
          </ac:spMkLst>
        </pc:spChg>
        <pc:spChg chg="mod ord">
          <ac:chgData name="Yan Li" userId="8c31b902-5b3a-4bc1-a03f-ce296c1668b4" providerId="ADAL" clId="{269672AD-328E-49A9-B749-B7AC58440704}" dt="2024-11-25T17:43:49.499" v="443" actId="6264"/>
          <ac:spMkLst>
            <pc:docMk/>
            <pc:sldMk cId="3536504641" sldId="348"/>
            <ac:spMk id="5" creationId="{779185D3-D091-B165-4C35-95ADA9EE0B87}"/>
          </ac:spMkLst>
        </pc:spChg>
      </pc:sldChg>
      <pc:sldChg chg="del">
        <pc:chgData name="Yan Li" userId="8c31b902-5b3a-4bc1-a03f-ce296c1668b4" providerId="ADAL" clId="{269672AD-328E-49A9-B749-B7AC58440704}" dt="2024-11-25T17:43:55.043" v="445" actId="2696"/>
        <pc:sldMkLst>
          <pc:docMk/>
          <pc:sldMk cId="2438177273" sldId="349"/>
        </pc:sldMkLst>
      </pc:sldChg>
      <pc:sldChg chg="del">
        <pc:chgData name="Yan Li" userId="8c31b902-5b3a-4bc1-a03f-ce296c1668b4" providerId="ADAL" clId="{269672AD-328E-49A9-B749-B7AC58440704}" dt="2024-11-25T17:44:00.929" v="447" actId="2696"/>
        <pc:sldMkLst>
          <pc:docMk/>
          <pc:sldMk cId="3897675526" sldId="350"/>
        </pc:sldMkLst>
      </pc:sldChg>
      <pc:sldChg chg="del">
        <pc:chgData name="Yan Li" userId="8c31b902-5b3a-4bc1-a03f-ce296c1668b4" providerId="ADAL" clId="{269672AD-328E-49A9-B749-B7AC58440704}" dt="2024-11-25T17:44:04.458" v="448" actId="2696"/>
        <pc:sldMkLst>
          <pc:docMk/>
          <pc:sldMk cId="1242634483" sldId="351"/>
        </pc:sldMkLst>
      </pc:sldChg>
      <pc:sldChg chg="del">
        <pc:chgData name="Yan Li" userId="8c31b902-5b3a-4bc1-a03f-ce296c1668b4" providerId="ADAL" clId="{269672AD-328E-49A9-B749-B7AC58440704}" dt="2024-11-25T17:44:07.022" v="449" actId="2696"/>
        <pc:sldMkLst>
          <pc:docMk/>
          <pc:sldMk cId="2261411004" sldId="352"/>
        </pc:sldMkLst>
      </pc:sldChg>
      <pc:sldChg chg="del">
        <pc:chgData name="Yan Li" userId="8c31b902-5b3a-4bc1-a03f-ce296c1668b4" providerId="ADAL" clId="{269672AD-328E-49A9-B749-B7AC58440704}" dt="2024-11-25T17:44:09.503" v="450" actId="2696"/>
        <pc:sldMkLst>
          <pc:docMk/>
          <pc:sldMk cId="3188919746" sldId="353"/>
        </pc:sldMkLst>
      </pc:sldChg>
      <pc:sldChg chg="del">
        <pc:chgData name="Yan Li" userId="8c31b902-5b3a-4bc1-a03f-ce296c1668b4" providerId="ADAL" clId="{269672AD-328E-49A9-B749-B7AC58440704}" dt="2024-11-25T17:44:12.072" v="451" actId="2696"/>
        <pc:sldMkLst>
          <pc:docMk/>
          <pc:sldMk cId="3690592379" sldId="354"/>
        </pc:sldMkLst>
      </pc:sldChg>
      <pc:sldChg chg="del">
        <pc:chgData name="Yan Li" userId="8c31b902-5b3a-4bc1-a03f-ce296c1668b4" providerId="ADAL" clId="{269672AD-328E-49A9-B749-B7AC58440704}" dt="2024-11-25T17:44:15.411" v="452" actId="2696"/>
        <pc:sldMkLst>
          <pc:docMk/>
          <pc:sldMk cId="2116183575" sldId="355"/>
        </pc:sldMkLst>
      </pc:sldChg>
      <pc:sldChg chg="del">
        <pc:chgData name="Yan Li" userId="8c31b902-5b3a-4bc1-a03f-ce296c1668b4" providerId="ADAL" clId="{269672AD-328E-49A9-B749-B7AC58440704}" dt="2024-11-25T17:44:18.371" v="453" actId="2696"/>
        <pc:sldMkLst>
          <pc:docMk/>
          <pc:sldMk cId="1379319685" sldId="356"/>
        </pc:sldMkLst>
      </pc:sldChg>
      <pc:sldChg chg="del">
        <pc:chgData name="Yan Li" userId="8c31b902-5b3a-4bc1-a03f-ce296c1668b4" providerId="ADAL" clId="{269672AD-328E-49A9-B749-B7AC58440704}" dt="2024-11-25T17:43:58.036" v="446" actId="2696"/>
        <pc:sldMkLst>
          <pc:docMk/>
          <pc:sldMk cId="3397358388" sldId="357"/>
        </pc:sldMkLst>
      </pc:sldChg>
    </pc:docChg>
  </pc:docChgLst>
  <pc:docChgLst>
    <pc:chgData name="Yan Li" userId="8c31b902-5b3a-4bc1-a03f-ce296c1668b4" providerId="ADAL" clId="{C4E2F155-1101-4902-976B-AD814EDA6EB0}"/>
    <pc:docChg chg="undo custSel addSld delSld modSld modSection">
      <pc:chgData name="Yan Li" userId="8c31b902-5b3a-4bc1-a03f-ce296c1668b4" providerId="ADAL" clId="{C4E2F155-1101-4902-976B-AD814EDA6EB0}" dt="2024-11-21T18:16:34.292" v="2539" actId="20577"/>
      <pc:docMkLst>
        <pc:docMk/>
      </pc:docMkLst>
      <pc:sldChg chg="modSp mod">
        <pc:chgData name="Yan Li" userId="8c31b902-5b3a-4bc1-a03f-ce296c1668b4" providerId="ADAL" clId="{C4E2F155-1101-4902-976B-AD814EDA6EB0}" dt="2024-11-20T21:35:26.675" v="1461" actId="27636"/>
        <pc:sldMkLst>
          <pc:docMk/>
          <pc:sldMk cId="811220229" sldId="291"/>
        </pc:sldMkLst>
        <pc:spChg chg="mod">
          <ac:chgData name="Yan Li" userId="8c31b902-5b3a-4bc1-a03f-ce296c1668b4" providerId="ADAL" clId="{C4E2F155-1101-4902-976B-AD814EDA6EB0}" dt="2024-11-20T21:28:15.921" v="1440" actId="20577"/>
          <ac:spMkLst>
            <pc:docMk/>
            <pc:sldMk cId="811220229" sldId="291"/>
            <ac:spMk id="2" creationId="{A0B2FD85-87AA-4580-1FB4-0EBB0A967AA9}"/>
          </ac:spMkLst>
        </pc:spChg>
        <pc:spChg chg="mod">
          <ac:chgData name="Yan Li" userId="8c31b902-5b3a-4bc1-a03f-ce296c1668b4" providerId="ADAL" clId="{C4E2F155-1101-4902-976B-AD814EDA6EB0}" dt="2024-11-20T21:35:26.675" v="1461" actId="27636"/>
          <ac:spMkLst>
            <pc:docMk/>
            <pc:sldMk cId="811220229" sldId="291"/>
            <ac:spMk id="3" creationId="{829828C6-6D41-BE5B-CC0A-8492B54C3375}"/>
          </ac:spMkLst>
        </pc:spChg>
      </pc:sldChg>
      <pc:sldChg chg="modSp mod">
        <pc:chgData name="Yan Li" userId="8c31b902-5b3a-4bc1-a03f-ce296c1668b4" providerId="ADAL" clId="{C4E2F155-1101-4902-976B-AD814EDA6EB0}" dt="2024-11-21T01:37:52.976" v="1811" actId="255"/>
        <pc:sldMkLst>
          <pc:docMk/>
          <pc:sldMk cId="2783577023" sldId="292"/>
        </pc:sldMkLst>
        <pc:spChg chg="mod">
          <ac:chgData name="Yan Li" userId="8c31b902-5b3a-4bc1-a03f-ce296c1668b4" providerId="ADAL" clId="{C4E2F155-1101-4902-976B-AD814EDA6EB0}" dt="2024-11-21T01:37:52.976" v="1811" actId="255"/>
          <ac:spMkLst>
            <pc:docMk/>
            <pc:sldMk cId="2783577023" sldId="292"/>
            <ac:spMk id="3" creationId="{829828C6-6D41-BE5B-CC0A-8492B54C3375}"/>
          </ac:spMkLst>
        </pc:spChg>
        <pc:spChg chg="mod">
          <ac:chgData name="Yan Li" userId="8c31b902-5b3a-4bc1-a03f-ce296c1668b4" providerId="ADAL" clId="{C4E2F155-1101-4902-976B-AD814EDA6EB0}" dt="2024-11-20T22:17:40.200" v="1755" actId="14100"/>
          <ac:spMkLst>
            <pc:docMk/>
            <pc:sldMk cId="2783577023" sldId="292"/>
            <ac:spMk id="5" creationId="{87397B05-2868-01CF-5915-644A9A5CFD2E}"/>
          </ac:spMkLst>
        </pc:spChg>
      </pc:sldChg>
      <pc:sldChg chg="modSp mod">
        <pc:chgData name="Yan Li" userId="8c31b902-5b3a-4bc1-a03f-ce296c1668b4" providerId="ADAL" clId="{C4E2F155-1101-4902-976B-AD814EDA6EB0}" dt="2024-11-20T21:41:52.940" v="1493" actId="20577"/>
        <pc:sldMkLst>
          <pc:docMk/>
          <pc:sldMk cId="1794454954" sldId="293"/>
        </pc:sldMkLst>
        <pc:spChg chg="mod">
          <ac:chgData name="Yan Li" userId="8c31b902-5b3a-4bc1-a03f-ce296c1668b4" providerId="ADAL" clId="{C4E2F155-1101-4902-976B-AD814EDA6EB0}" dt="2024-11-20T21:41:52.940" v="1493" actId="20577"/>
          <ac:spMkLst>
            <pc:docMk/>
            <pc:sldMk cId="1794454954" sldId="293"/>
            <ac:spMk id="3" creationId="{829828C6-6D41-BE5B-CC0A-8492B54C3375}"/>
          </ac:spMkLst>
        </pc:spChg>
      </pc:sldChg>
      <pc:sldChg chg="addSp delSp modSp mod">
        <pc:chgData name="Yan Li" userId="8c31b902-5b3a-4bc1-a03f-ce296c1668b4" providerId="ADAL" clId="{C4E2F155-1101-4902-976B-AD814EDA6EB0}" dt="2024-11-20T22:14:06.775" v="1726" actId="255"/>
        <pc:sldMkLst>
          <pc:docMk/>
          <pc:sldMk cId="3269129918" sldId="295"/>
        </pc:sldMkLst>
        <pc:spChg chg="del mod">
          <ac:chgData name="Yan Li" userId="8c31b902-5b3a-4bc1-a03f-ce296c1668b4" providerId="ADAL" clId="{C4E2F155-1101-4902-976B-AD814EDA6EB0}" dt="2024-11-05T14:48:42.864" v="181" actId="478"/>
          <ac:spMkLst>
            <pc:docMk/>
            <pc:sldMk cId="3269129918" sldId="295"/>
            <ac:spMk id="3" creationId="{829828C6-6D41-BE5B-CC0A-8492B54C3375}"/>
          </ac:spMkLst>
        </pc:spChg>
        <pc:spChg chg="add mod">
          <ac:chgData name="Yan Li" userId="8c31b902-5b3a-4bc1-a03f-ce296c1668b4" providerId="ADAL" clId="{C4E2F155-1101-4902-976B-AD814EDA6EB0}" dt="2024-11-20T22:14:06.775" v="1726" actId="255"/>
          <ac:spMkLst>
            <pc:docMk/>
            <pc:sldMk cId="3269129918" sldId="295"/>
            <ac:spMk id="3" creationId="{CEEBC209-858D-6C83-86B2-5E4B223DFFC4}"/>
          </ac:spMkLst>
        </pc:spChg>
        <pc:spChg chg="add del mod">
          <ac:chgData name="Yan Li" userId="8c31b902-5b3a-4bc1-a03f-ce296c1668b4" providerId="ADAL" clId="{C4E2F155-1101-4902-976B-AD814EDA6EB0}" dt="2024-11-20T21:44:12.887" v="1497"/>
          <ac:spMkLst>
            <pc:docMk/>
            <pc:sldMk cId="3269129918" sldId="295"/>
            <ac:spMk id="4" creationId="{FFA41813-DCCE-D6FC-ACEB-F911154E3D57}"/>
          </ac:spMkLst>
        </pc:spChg>
        <pc:spChg chg="mod">
          <ac:chgData name="Yan Li" userId="8c31b902-5b3a-4bc1-a03f-ce296c1668b4" providerId="ADAL" clId="{C4E2F155-1101-4902-976B-AD814EDA6EB0}" dt="2024-11-20T22:10:50.727" v="1706" actId="20577"/>
          <ac:spMkLst>
            <pc:docMk/>
            <pc:sldMk cId="3269129918" sldId="295"/>
            <ac:spMk id="5" creationId="{87397B05-2868-01CF-5915-644A9A5CFD2E}"/>
          </ac:spMkLst>
        </pc:spChg>
        <pc:picChg chg="mod">
          <ac:chgData name="Yan Li" userId="8c31b902-5b3a-4bc1-a03f-ce296c1668b4" providerId="ADAL" clId="{C4E2F155-1101-4902-976B-AD814EDA6EB0}" dt="2024-11-05T15:01:15.287" v="236" actId="14100"/>
          <ac:picMkLst>
            <pc:docMk/>
            <pc:sldMk cId="3269129918" sldId="295"/>
            <ac:picMk id="20" creationId="{249F419D-A800-E75F-4E48-4FB3E8C57A33}"/>
          </ac:picMkLst>
        </pc:picChg>
      </pc:sldChg>
      <pc:sldChg chg="addSp delSp modSp del mod">
        <pc:chgData name="Yan Li" userId="8c31b902-5b3a-4bc1-a03f-ce296c1668b4" providerId="ADAL" clId="{C4E2F155-1101-4902-976B-AD814EDA6EB0}" dt="2024-11-20T21:44:16.866" v="1498" actId="2696"/>
        <pc:sldMkLst>
          <pc:docMk/>
          <pc:sldMk cId="696899848" sldId="300"/>
        </pc:sldMkLst>
        <pc:spChg chg="mod">
          <ac:chgData name="Yan Li" userId="8c31b902-5b3a-4bc1-a03f-ce296c1668b4" providerId="ADAL" clId="{C4E2F155-1101-4902-976B-AD814EDA6EB0}" dt="2024-11-05T15:19:02.434" v="346" actId="20577"/>
          <ac:spMkLst>
            <pc:docMk/>
            <pc:sldMk cId="696899848" sldId="300"/>
            <ac:spMk id="3" creationId="{829828C6-6D41-BE5B-CC0A-8492B54C3375}"/>
          </ac:spMkLst>
        </pc:spChg>
        <pc:spChg chg="mod">
          <ac:chgData name="Yan Li" userId="8c31b902-5b3a-4bc1-a03f-ce296c1668b4" providerId="ADAL" clId="{C4E2F155-1101-4902-976B-AD814EDA6EB0}" dt="2024-11-05T15:02:39.189" v="273" actId="20577"/>
          <ac:spMkLst>
            <pc:docMk/>
            <pc:sldMk cId="696899848" sldId="300"/>
            <ac:spMk id="5" creationId="{87397B05-2868-01CF-5915-644A9A5CFD2E}"/>
          </ac:spMkLst>
        </pc:spChg>
        <pc:picChg chg="add del mod">
          <ac:chgData name="Yan Li" userId="8c31b902-5b3a-4bc1-a03f-ce296c1668b4" providerId="ADAL" clId="{C4E2F155-1101-4902-976B-AD814EDA6EB0}" dt="2024-11-05T15:07:00.848" v="286" actId="478"/>
          <ac:picMkLst>
            <pc:docMk/>
            <pc:sldMk cId="696899848" sldId="300"/>
            <ac:picMk id="4" creationId="{214D76E7-093B-BBC8-0E12-F8C62F1D0E49}"/>
          </ac:picMkLst>
        </pc:picChg>
        <pc:picChg chg="add mod">
          <ac:chgData name="Yan Li" userId="8c31b902-5b3a-4bc1-a03f-ce296c1668b4" providerId="ADAL" clId="{C4E2F155-1101-4902-976B-AD814EDA6EB0}" dt="2024-11-05T15:17:51.683" v="345" actId="1076"/>
          <ac:picMkLst>
            <pc:docMk/>
            <pc:sldMk cId="696899848" sldId="300"/>
            <ac:picMk id="7" creationId="{C4AC479D-25B1-D3F3-0FA5-0416B039DDA3}"/>
          </ac:picMkLst>
        </pc:picChg>
        <pc:picChg chg="mod">
          <ac:chgData name="Yan Li" userId="8c31b902-5b3a-4bc1-a03f-ce296c1668b4" providerId="ADAL" clId="{C4E2F155-1101-4902-976B-AD814EDA6EB0}" dt="2024-11-05T15:12:46.209" v="326" actId="14100"/>
          <ac:picMkLst>
            <pc:docMk/>
            <pc:sldMk cId="696899848" sldId="300"/>
            <ac:picMk id="20" creationId="{249F419D-A800-E75F-4E48-4FB3E8C57A33}"/>
          </ac:picMkLst>
        </pc:picChg>
      </pc:sldChg>
      <pc:sldChg chg="addSp delSp modSp mod">
        <pc:chgData name="Yan Li" userId="8c31b902-5b3a-4bc1-a03f-ce296c1668b4" providerId="ADAL" clId="{C4E2F155-1101-4902-976B-AD814EDA6EB0}" dt="2024-11-21T15:33:54.749" v="2265" actId="14100"/>
        <pc:sldMkLst>
          <pc:docMk/>
          <pc:sldMk cId="3436863494" sldId="319"/>
        </pc:sldMkLst>
        <pc:spChg chg="add mod">
          <ac:chgData name="Yan Li" userId="8c31b902-5b3a-4bc1-a03f-ce296c1668b4" providerId="ADAL" clId="{C4E2F155-1101-4902-976B-AD814EDA6EB0}" dt="2024-11-21T15:33:54.749" v="2265" actId="14100"/>
          <ac:spMkLst>
            <pc:docMk/>
            <pc:sldMk cId="3436863494" sldId="319"/>
            <ac:spMk id="3" creationId="{FE515291-7984-561C-7687-498DDCFEA724}"/>
          </ac:spMkLst>
        </pc:spChg>
        <pc:spChg chg="del mod">
          <ac:chgData name="Yan Li" userId="8c31b902-5b3a-4bc1-a03f-ce296c1668b4" providerId="ADAL" clId="{C4E2F155-1101-4902-976B-AD814EDA6EB0}" dt="2024-11-20T21:44:36.084" v="1516"/>
          <ac:spMkLst>
            <pc:docMk/>
            <pc:sldMk cId="3436863494" sldId="319"/>
            <ac:spMk id="4" creationId="{30951C18-5F04-0ADC-AA5B-F9361C27145B}"/>
          </ac:spMkLst>
        </pc:spChg>
        <pc:spChg chg="mod">
          <ac:chgData name="Yan Li" userId="8c31b902-5b3a-4bc1-a03f-ce296c1668b4" providerId="ADAL" clId="{C4E2F155-1101-4902-976B-AD814EDA6EB0}" dt="2024-11-21T15:33:51.191" v="2264" actId="27636"/>
          <ac:spMkLst>
            <pc:docMk/>
            <pc:sldMk cId="3436863494" sldId="319"/>
            <ac:spMk id="5" creationId="{7149A279-22E5-008F-CE27-2439FEF45226}"/>
          </ac:spMkLst>
        </pc:spChg>
      </pc:sldChg>
      <pc:sldChg chg="addSp delSp modSp mod modNotesTx">
        <pc:chgData name="Yan Li" userId="8c31b902-5b3a-4bc1-a03f-ce296c1668b4" providerId="ADAL" clId="{C4E2F155-1101-4902-976B-AD814EDA6EB0}" dt="2024-11-21T02:19:51.229" v="1871" actId="20577"/>
        <pc:sldMkLst>
          <pc:docMk/>
          <pc:sldMk cId="1098509633" sldId="321"/>
        </pc:sldMkLst>
        <pc:spChg chg="add del mod">
          <ac:chgData name="Yan Li" userId="8c31b902-5b3a-4bc1-a03f-ce296c1668b4" providerId="ADAL" clId="{C4E2F155-1101-4902-976B-AD814EDA6EB0}" dt="2024-11-21T02:16:15.050" v="1845"/>
          <ac:spMkLst>
            <pc:docMk/>
            <pc:sldMk cId="1098509633" sldId="321"/>
            <ac:spMk id="2" creationId="{3F32921A-E4DF-DC38-BA9C-FBDC9E3499DF}"/>
          </ac:spMkLst>
        </pc:spChg>
        <pc:spChg chg="del">
          <ac:chgData name="Yan Li" userId="8c31b902-5b3a-4bc1-a03f-ce296c1668b4" providerId="ADAL" clId="{C4E2F155-1101-4902-976B-AD814EDA6EB0}" dt="2024-11-06T11:33:33.596" v="403" actId="478"/>
          <ac:spMkLst>
            <pc:docMk/>
            <pc:sldMk cId="1098509633" sldId="321"/>
            <ac:spMk id="3" creationId="{82E84098-41FA-CAB6-9D42-471B7E8D89F7}"/>
          </ac:spMkLst>
        </pc:spChg>
        <pc:spChg chg="mod">
          <ac:chgData name="Yan Li" userId="8c31b902-5b3a-4bc1-a03f-ce296c1668b4" providerId="ADAL" clId="{C4E2F155-1101-4902-976B-AD814EDA6EB0}" dt="2024-11-20T21:47:28.276" v="1547" actId="255"/>
          <ac:spMkLst>
            <pc:docMk/>
            <pc:sldMk cId="1098509633" sldId="321"/>
            <ac:spMk id="5" creationId="{832E6F5A-1799-BE8F-02B6-2C8DB4861D8F}"/>
          </ac:spMkLst>
        </pc:spChg>
        <pc:spChg chg="add del mod">
          <ac:chgData name="Yan Li" userId="8c31b902-5b3a-4bc1-a03f-ce296c1668b4" providerId="ADAL" clId="{C4E2F155-1101-4902-976B-AD814EDA6EB0}" dt="2024-11-20T21:44:58.078" v="1519" actId="478"/>
          <ac:spMkLst>
            <pc:docMk/>
            <pc:sldMk cId="1098509633" sldId="321"/>
            <ac:spMk id="7" creationId="{95ED1CE4-F2AF-E657-17ED-8CE3B5AA5F6A}"/>
          </ac:spMkLst>
        </pc:spChg>
        <pc:spChg chg="add del mod">
          <ac:chgData name="Yan Li" userId="8c31b902-5b3a-4bc1-a03f-ce296c1668b4" providerId="ADAL" clId="{C4E2F155-1101-4902-976B-AD814EDA6EB0}" dt="2024-11-21T02:19:21.923" v="1864"/>
          <ac:spMkLst>
            <pc:docMk/>
            <pc:sldMk cId="1098509633" sldId="321"/>
            <ac:spMk id="13" creationId="{37C36668-04BB-C70F-76DA-C6E60462A712}"/>
          </ac:spMkLst>
        </pc:spChg>
        <pc:spChg chg="add del">
          <ac:chgData name="Yan Li" userId="8c31b902-5b3a-4bc1-a03f-ce296c1668b4" providerId="ADAL" clId="{C4E2F155-1101-4902-976B-AD814EDA6EB0}" dt="2024-11-21T02:19:21.923" v="1862" actId="478"/>
          <ac:spMkLst>
            <pc:docMk/>
            <pc:sldMk cId="1098509633" sldId="321"/>
            <ac:spMk id="14" creationId="{A211AD94-78BC-AD59-9097-C3AD08DD23DD}"/>
          </ac:spMkLst>
        </pc:spChg>
        <pc:grpChg chg="del mod">
          <ac:chgData name="Yan Li" userId="8c31b902-5b3a-4bc1-a03f-ce296c1668b4" providerId="ADAL" clId="{C4E2F155-1101-4902-976B-AD814EDA6EB0}" dt="2024-11-21T02:18:51.234" v="1857"/>
          <ac:grpSpMkLst>
            <pc:docMk/>
            <pc:sldMk cId="1098509633" sldId="321"/>
            <ac:grpSpMk id="7" creationId="{D717946D-7292-E303-C34E-C39DD45A31D4}"/>
          </ac:grpSpMkLst>
        </pc:grpChg>
        <pc:grpChg chg="del mod">
          <ac:chgData name="Yan Li" userId="8c31b902-5b3a-4bc1-a03f-ce296c1668b4" providerId="ADAL" clId="{C4E2F155-1101-4902-976B-AD814EDA6EB0}" dt="2024-11-21T02:17:52.279" v="1853"/>
          <ac:grpSpMkLst>
            <pc:docMk/>
            <pc:sldMk cId="1098509633" sldId="321"/>
            <ac:grpSpMk id="12" creationId="{EBF99442-6FE5-015A-3796-8E5F7989B559}"/>
          </ac:grpSpMkLst>
        </pc:grpChg>
        <pc:picChg chg="add mod">
          <ac:chgData name="Yan Li" userId="8c31b902-5b3a-4bc1-a03f-ce296c1668b4" providerId="ADAL" clId="{C4E2F155-1101-4902-976B-AD814EDA6EB0}" dt="2024-11-20T21:46:17.763" v="1536" actId="14100"/>
          <ac:picMkLst>
            <pc:docMk/>
            <pc:sldMk cId="1098509633" sldId="321"/>
            <ac:picMk id="3" creationId="{BBBEBBE5-973B-8509-0B3E-4B6FD68EE3FA}"/>
          </ac:picMkLst>
        </pc:picChg>
        <pc:picChg chg="add del mod">
          <ac:chgData name="Yan Li" userId="8c31b902-5b3a-4bc1-a03f-ce296c1668b4" providerId="ADAL" clId="{C4E2F155-1101-4902-976B-AD814EDA6EB0}" dt="2024-11-20T21:44:54.187" v="1517" actId="478"/>
          <ac:picMkLst>
            <pc:docMk/>
            <pc:sldMk cId="1098509633" sldId="321"/>
            <ac:picMk id="4" creationId="{E5DCC34A-A0E4-E281-D5C5-8858C7A46EB1}"/>
          </ac:picMkLst>
        </pc:picChg>
        <pc:picChg chg="add mod">
          <ac:chgData name="Yan Li" userId="8c31b902-5b3a-4bc1-a03f-ce296c1668b4" providerId="ADAL" clId="{C4E2F155-1101-4902-976B-AD814EDA6EB0}" dt="2024-11-20T21:46:23.025" v="1538" actId="14100"/>
          <ac:picMkLst>
            <pc:docMk/>
            <pc:sldMk cId="1098509633" sldId="321"/>
            <ac:picMk id="8" creationId="{BF7ECB36-4AF5-F75D-0C96-586B69EDB838}"/>
          </ac:picMkLst>
        </pc:picChg>
        <pc:picChg chg="mod">
          <ac:chgData name="Yan Li" userId="8c31b902-5b3a-4bc1-a03f-ce296c1668b4" providerId="ADAL" clId="{C4E2F155-1101-4902-976B-AD814EDA6EB0}" dt="2024-11-06T11:37:03.821" v="412" actId="14100"/>
          <ac:picMkLst>
            <pc:docMk/>
            <pc:sldMk cId="1098509633" sldId="321"/>
            <ac:picMk id="20" creationId="{019DE354-C5E6-FC88-AF38-3B88A1426EAA}"/>
          </ac:picMkLst>
        </pc:picChg>
        <pc:inkChg chg="add del mod">
          <ac:chgData name="Yan Li" userId="8c31b902-5b3a-4bc1-a03f-ce296c1668b4" providerId="ADAL" clId="{C4E2F155-1101-4902-976B-AD814EDA6EB0}" dt="2024-11-21T02:18:53.010" v="1859"/>
          <ac:inkMkLst>
            <pc:docMk/>
            <pc:sldMk cId="1098509633" sldId="321"/>
            <ac:inkMk id="4" creationId="{DE851165-C49D-07D4-0FE6-228F0A5000B9}"/>
          </ac:inkMkLst>
        </pc:inkChg>
        <pc:inkChg chg="add del mod">
          <ac:chgData name="Yan Li" userId="8c31b902-5b3a-4bc1-a03f-ce296c1668b4" providerId="ADAL" clId="{C4E2F155-1101-4902-976B-AD814EDA6EB0}" dt="2024-11-21T02:18:51.234" v="1857"/>
          <ac:inkMkLst>
            <pc:docMk/>
            <pc:sldMk cId="1098509633" sldId="321"/>
            <ac:inkMk id="6" creationId="{E0076894-C509-E52B-3FCE-9080203A4D71}"/>
          </ac:inkMkLst>
        </pc:inkChg>
        <pc:inkChg chg="add del">
          <ac:chgData name="Yan Li" userId="8c31b902-5b3a-4bc1-a03f-ce296c1668b4" providerId="ADAL" clId="{C4E2F155-1101-4902-976B-AD814EDA6EB0}" dt="2024-11-21T02:18:52.171" v="1858"/>
          <ac:inkMkLst>
            <pc:docMk/>
            <pc:sldMk cId="1098509633" sldId="321"/>
            <ac:inkMk id="9" creationId="{80065D1F-1555-6FAD-8B77-5806124243EB}"/>
          </ac:inkMkLst>
        </pc:inkChg>
        <pc:inkChg chg="add del mod">
          <ac:chgData name="Yan Li" userId="8c31b902-5b3a-4bc1-a03f-ce296c1668b4" providerId="ADAL" clId="{C4E2F155-1101-4902-976B-AD814EDA6EB0}" dt="2024-11-21T02:17:52.279" v="1853"/>
          <ac:inkMkLst>
            <pc:docMk/>
            <pc:sldMk cId="1098509633" sldId="321"/>
            <ac:inkMk id="10" creationId="{9973DD0B-6BB1-C6F5-6763-A58C4956C674}"/>
          </ac:inkMkLst>
        </pc:inkChg>
        <pc:inkChg chg="add mod">
          <ac:chgData name="Yan Li" userId="8c31b902-5b3a-4bc1-a03f-ce296c1668b4" providerId="ADAL" clId="{C4E2F155-1101-4902-976B-AD814EDA6EB0}" dt="2024-11-21T02:17:52.279" v="1853"/>
          <ac:inkMkLst>
            <pc:docMk/>
            <pc:sldMk cId="1098509633" sldId="321"/>
            <ac:inkMk id="11" creationId="{70088286-1301-D4A1-50D5-098335EC7B7C}"/>
          </ac:inkMkLst>
        </pc:inkChg>
        <pc:inkChg chg="add">
          <ac:chgData name="Yan Li" userId="8c31b902-5b3a-4bc1-a03f-ce296c1668b4" providerId="ADAL" clId="{C4E2F155-1101-4902-976B-AD814EDA6EB0}" dt="2024-11-21T02:19:28.909" v="1865" actId="9405"/>
          <ac:inkMkLst>
            <pc:docMk/>
            <pc:sldMk cId="1098509633" sldId="321"/>
            <ac:inkMk id="15" creationId="{5A38A365-7045-09A1-B35B-BD892B41B0DA}"/>
          </ac:inkMkLst>
        </pc:inkChg>
        <pc:inkChg chg="add">
          <ac:chgData name="Yan Li" userId="8c31b902-5b3a-4bc1-a03f-ce296c1668b4" providerId="ADAL" clId="{C4E2F155-1101-4902-976B-AD814EDA6EB0}" dt="2024-11-21T02:19:30.414" v="1866" actId="9405"/>
          <ac:inkMkLst>
            <pc:docMk/>
            <pc:sldMk cId="1098509633" sldId="321"/>
            <ac:inkMk id="16" creationId="{D13CD920-ADEF-B6CF-41A1-922727154243}"/>
          </ac:inkMkLst>
        </pc:inkChg>
        <pc:inkChg chg="add">
          <ac:chgData name="Yan Li" userId="8c31b902-5b3a-4bc1-a03f-ce296c1668b4" providerId="ADAL" clId="{C4E2F155-1101-4902-976B-AD814EDA6EB0}" dt="2024-11-21T02:19:31.566" v="1867" actId="9405"/>
          <ac:inkMkLst>
            <pc:docMk/>
            <pc:sldMk cId="1098509633" sldId="321"/>
            <ac:inkMk id="17" creationId="{2E1C1669-B215-7D15-196A-00E2B13FEF61}"/>
          </ac:inkMkLst>
        </pc:inkChg>
        <pc:inkChg chg="add">
          <ac:chgData name="Yan Li" userId="8c31b902-5b3a-4bc1-a03f-ce296c1668b4" providerId="ADAL" clId="{C4E2F155-1101-4902-976B-AD814EDA6EB0}" dt="2024-11-21T02:19:33.255" v="1868" actId="9405"/>
          <ac:inkMkLst>
            <pc:docMk/>
            <pc:sldMk cId="1098509633" sldId="321"/>
            <ac:inkMk id="18" creationId="{2B0288A6-0383-1B1C-E2C6-7FAD353B74ED}"/>
          </ac:inkMkLst>
        </pc:inkChg>
        <pc:inkChg chg="add">
          <ac:chgData name="Yan Li" userId="8c31b902-5b3a-4bc1-a03f-ce296c1668b4" providerId="ADAL" clId="{C4E2F155-1101-4902-976B-AD814EDA6EB0}" dt="2024-11-21T02:19:34.444" v="1869" actId="9405"/>
          <ac:inkMkLst>
            <pc:docMk/>
            <pc:sldMk cId="1098509633" sldId="321"/>
            <ac:inkMk id="19" creationId="{90B99996-2781-7C2E-722D-FA55E3EA13DC}"/>
          </ac:inkMkLst>
        </pc:inkChg>
      </pc:sldChg>
      <pc:sldChg chg="del">
        <pc:chgData name="Yan Li" userId="8c31b902-5b3a-4bc1-a03f-ce296c1668b4" providerId="ADAL" clId="{C4E2F155-1101-4902-976B-AD814EDA6EB0}" dt="2024-11-06T12:09:38.720" v="618" actId="2696"/>
        <pc:sldMkLst>
          <pc:docMk/>
          <pc:sldMk cId="691252314" sldId="322"/>
        </pc:sldMkLst>
      </pc:sldChg>
      <pc:sldChg chg="del">
        <pc:chgData name="Yan Li" userId="8c31b902-5b3a-4bc1-a03f-ce296c1668b4" providerId="ADAL" clId="{C4E2F155-1101-4902-976B-AD814EDA6EB0}" dt="2024-11-06T12:09:38.720" v="618" actId="2696"/>
        <pc:sldMkLst>
          <pc:docMk/>
          <pc:sldMk cId="1850744412" sldId="323"/>
        </pc:sldMkLst>
      </pc:sldChg>
      <pc:sldChg chg="del">
        <pc:chgData name="Yan Li" userId="8c31b902-5b3a-4bc1-a03f-ce296c1668b4" providerId="ADAL" clId="{C4E2F155-1101-4902-976B-AD814EDA6EB0}" dt="2024-11-06T12:09:46.871" v="619" actId="2696"/>
        <pc:sldMkLst>
          <pc:docMk/>
          <pc:sldMk cId="741622981" sldId="324"/>
        </pc:sldMkLst>
      </pc:sldChg>
      <pc:sldChg chg="del">
        <pc:chgData name="Yan Li" userId="8c31b902-5b3a-4bc1-a03f-ce296c1668b4" providerId="ADAL" clId="{C4E2F155-1101-4902-976B-AD814EDA6EB0}" dt="2024-11-06T12:10:06.607" v="621" actId="2696"/>
        <pc:sldMkLst>
          <pc:docMk/>
          <pc:sldMk cId="4079775847" sldId="325"/>
        </pc:sldMkLst>
      </pc:sldChg>
      <pc:sldChg chg="del">
        <pc:chgData name="Yan Li" userId="8c31b902-5b3a-4bc1-a03f-ce296c1668b4" providerId="ADAL" clId="{C4E2F155-1101-4902-976B-AD814EDA6EB0}" dt="2024-11-06T12:09:55.478" v="620" actId="2696"/>
        <pc:sldMkLst>
          <pc:docMk/>
          <pc:sldMk cId="615808774" sldId="326"/>
        </pc:sldMkLst>
      </pc:sldChg>
      <pc:sldChg chg="del">
        <pc:chgData name="Yan Li" userId="8c31b902-5b3a-4bc1-a03f-ce296c1668b4" providerId="ADAL" clId="{C4E2F155-1101-4902-976B-AD814EDA6EB0}" dt="2024-11-06T12:10:11.834" v="622" actId="2696"/>
        <pc:sldMkLst>
          <pc:docMk/>
          <pc:sldMk cId="996495019" sldId="327"/>
        </pc:sldMkLst>
      </pc:sldChg>
      <pc:sldChg chg="del">
        <pc:chgData name="Yan Li" userId="8c31b902-5b3a-4bc1-a03f-ce296c1668b4" providerId="ADAL" clId="{C4E2F155-1101-4902-976B-AD814EDA6EB0}" dt="2024-11-06T12:09:38.720" v="618" actId="2696"/>
        <pc:sldMkLst>
          <pc:docMk/>
          <pc:sldMk cId="1882390377" sldId="328"/>
        </pc:sldMkLst>
      </pc:sldChg>
      <pc:sldChg chg="del">
        <pc:chgData name="Yan Li" userId="8c31b902-5b3a-4bc1-a03f-ce296c1668b4" providerId="ADAL" clId="{C4E2F155-1101-4902-976B-AD814EDA6EB0}" dt="2024-11-06T12:09:38.720" v="618" actId="2696"/>
        <pc:sldMkLst>
          <pc:docMk/>
          <pc:sldMk cId="387663868" sldId="329"/>
        </pc:sldMkLst>
      </pc:sldChg>
      <pc:sldChg chg="del">
        <pc:chgData name="Yan Li" userId="8c31b902-5b3a-4bc1-a03f-ce296c1668b4" providerId="ADAL" clId="{C4E2F155-1101-4902-976B-AD814EDA6EB0}" dt="2024-11-06T12:09:46.871" v="619" actId="2696"/>
        <pc:sldMkLst>
          <pc:docMk/>
          <pc:sldMk cId="2816459871" sldId="330"/>
        </pc:sldMkLst>
      </pc:sldChg>
      <pc:sldChg chg="del">
        <pc:chgData name="Yan Li" userId="8c31b902-5b3a-4bc1-a03f-ce296c1668b4" providerId="ADAL" clId="{C4E2F155-1101-4902-976B-AD814EDA6EB0}" dt="2024-11-06T12:09:46.871" v="619" actId="2696"/>
        <pc:sldMkLst>
          <pc:docMk/>
          <pc:sldMk cId="3731506154" sldId="331"/>
        </pc:sldMkLst>
      </pc:sldChg>
      <pc:sldChg chg="del">
        <pc:chgData name="Yan Li" userId="8c31b902-5b3a-4bc1-a03f-ce296c1668b4" providerId="ADAL" clId="{C4E2F155-1101-4902-976B-AD814EDA6EB0}" dt="2024-11-06T12:10:06.607" v="621" actId="2696"/>
        <pc:sldMkLst>
          <pc:docMk/>
          <pc:sldMk cId="3283541475" sldId="332"/>
        </pc:sldMkLst>
      </pc:sldChg>
      <pc:sldChg chg="del">
        <pc:chgData name="Yan Li" userId="8c31b902-5b3a-4bc1-a03f-ce296c1668b4" providerId="ADAL" clId="{C4E2F155-1101-4902-976B-AD814EDA6EB0}" dt="2024-11-06T12:10:06.607" v="621" actId="2696"/>
        <pc:sldMkLst>
          <pc:docMk/>
          <pc:sldMk cId="1257242487" sldId="333"/>
        </pc:sldMkLst>
      </pc:sldChg>
      <pc:sldChg chg="del">
        <pc:chgData name="Yan Li" userId="8c31b902-5b3a-4bc1-a03f-ce296c1668b4" providerId="ADAL" clId="{C4E2F155-1101-4902-976B-AD814EDA6EB0}" dt="2024-11-06T12:10:06.607" v="621" actId="2696"/>
        <pc:sldMkLst>
          <pc:docMk/>
          <pc:sldMk cId="4267529664" sldId="334"/>
        </pc:sldMkLst>
      </pc:sldChg>
      <pc:sldChg chg="del">
        <pc:chgData name="Yan Li" userId="8c31b902-5b3a-4bc1-a03f-ce296c1668b4" providerId="ADAL" clId="{C4E2F155-1101-4902-976B-AD814EDA6EB0}" dt="2024-11-06T12:09:22.684" v="617" actId="2696"/>
        <pc:sldMkLst>
          <pc:docMk/>
          <pc:sldMk cId="2879821114" sldId="335"/>
        </pc:sldMkLst>
      </pc:sldChg>
      <pc:sldChg chg="del">
        <pc:chgData name="Yan Li" userId="8c31b902-5b3a-4bc1-a03f-ce296c1668b4" providerId="ADAL" clId="{C4E2F155-1101-4902-976B-AD814EDA6EB0}" dt="2024-11-06T12:09:22.684" v="617" actId="2696"/>
        <pc:sldMkLst>
          <pc:docMk/>
          <pc:sldMk cId="3978917725" sldId="336"/>
        </pc:sldMkLst>
      </pc:sldChg>
      <pc:sldChg chg="del">
        <pc:chgData name="Yan Li" userId="8c31b902-5b3a-4bc1-a03f-ce296c1668b4" providerId="ADAL" clId="{C4E2F155-1101-4902-976B-AD814EDA6EB0}" dt="2024-11-06T12:09:22.684" v="617" actId="2696"/>
        <pc:sldMkLst>
          <pc:docMk/>
          <pc:sldMk cId="376288019" sldId="337"/>
        </pc:sldMkLst>
      </pc:sldChg>
      <pc:sldChg chg="del">
        <pc:chgData name="Yan Li" userId="8c31b902-5b3a-4bc1-a03f-ce296c1668b4" providerId="ADAL" clId="{C4E2F155-1101-4902-976B-AD814EDA6EB0}" dt="2024-11-06T12:09:22.684" v="617" actId="2696"/>
        <pc:sldMkLst>
          <pc:docMk/>
          <pc:sldMk cId="3560696774" sldId="338"/>
        </pc:sldMkLst>
      </pc:sldChg>
      <pc:sldChg chg="del">
        <pc:chgData name="Yan Li" userId="8c31b902-5b3a-4bc1-a03f-ce296c1668b4" providerId="ADAL" clId="{C4E2F155-1101-4902-976B-AD814EDA6EB0}" dt="2024-11-06T12:09:22.684" v="617" actId="2696"/>
        <pc:sldMkLst>
          <pc:docMk/>
          <pc:sldMk cId="1690535253" sldId="339"/>
        </pc:sldMkLst>
      </pc:sldChg>
      <pc:sldChg chg="addSp delSp modSp add del mod">
        <pc:chgData name="Yan Li" userId="8c31b902-5b3a-4bc1-a03f-ce296c1668b4" providerId="ADAL" clId="{C4E2F155-1101-4902-976B-AD814EDA6EB0}" dt="2024-11-20T21:48:57.118" v="1561" actId="2696"/>
        <pc:sldMkLst>
          <pc:docMk/>
          <pc:sldMk cId="4010491535" sldId="340"/>
        </pc:sldMkLst>
        <pc:spChg chg="del">
          <ac:chgData name="Yan Li" userId="8c31b902-5b3a-4bc1-a03f-ce296c1668b4" providerId="ADAL" clId="{C4E2F155-1101-4902-976B-AD814EDA6EB0}" dt="2024-11-06T11:54:59.750" v="536" actId="478"/>
          <ac:spMkLst>
            <pc:docMk/>
            <pc:sldMk cId="4010491535" sldId="340"/>
            <ac:spMk id="3" creationId="{33673D7E-6576-2034-B957-7D4889B88292}"/>
          </ac:spMkLst>
        </pc:spChg>
        <pc:spChg chg="mod">
          <ac:chgData name="Yan Li" userId="8c31b902-5b3a-4bc1-a03f-ce296c1668b4" providerId="ADAL" clId="{C4E2F155-1101-4902-976B-AD814EDA6EB0}" dt="2024-11-06T11:59:53.714" v="558" actId="27636"/>
          <ac:spMkLst>
            <pc:docMk/>
            <pc:sldMk cId="4010491535" sldId="340"/>
            <ac:spMk id="5" creationId="{DCF120EF-D26C-7C04-0503-5CCCECF649DF}"/>
          </ac:spMkLst>
        </pc:spChg>
        <pc:picChg chg="add mod">
          <ac:chgData name="Yan Li" userId="8c31b902-5b3a-4bc1-a03f-ce296c1668b4" providerId="ADAL" clId="{C4E2F155-1101-4902-976B-AD814EDA6EB0}" dt="2024-11-06T11:59:58.734" v="561" actId="14100"/>
          <ac:picMkLst>
            <pc:docMk/>
            <pc:sldMk cId="4010491535" sldId="340"/>
            <ac:picMk id="4" creationId="{58562801-C781-9A2B-B41E-DE196CA7062A}"/>
          </ac:picMkLst>
        </pc:picChg>
        <pc:picChg chg="add mod">
          <ac:chgData name="Yan Li" userId="8c31b902-5b3a-4bc1-a03f-ce296c1668b4" providerId="ADAL" clId="{C4E2F155-1101-4902-976B-AD814EDA6EB0}" dt="2024-11-06T11:59:33.950" v="550" actId="1076"/>
          <ac:picMkLst>
            <pc:docMk/>
            <pc:sldMk cId="4010491535" sldId="340"/>
            <ac:picMk id="7" creationId="{D0744402-9D22-B93F-6A02-D6A7C9A23EA6}"/>
          </ac:picMkLst>
        </pc:picChg>
        <pc:picChg chg="add mod">
          <ac:chgData name="Yan Li" userId="8c31b902-5b3a-4bc1-a03f-ce296c1668b4" providerId="ADAL" clId="{C4E2F155-1101-4902-976B-AD814EDA6EB0}" dt="2024-11-06T12:00:01.104" v="562" actId="14100"/>
          <ac:picMkLst>
            <pc:docMk/>
            <pc:sldMk cId="4010491535" sldId="340"/>
            <ac:picMk id="9" creationId="{DED7DADC-8243-8D6A-64F6-54BB8E036650}"/>
          </ac:picMkLst>
        </pc:picChg>
        <pc:inkChg chg="add del">
          <ac:chgData name="Yan Li" userId="8c31b902-5b3a-4bc1-a03f-ce296c1668b4" providerId="ADAL" clId="{C4E2F155-1101-4902-976B-AD814EDA6EB0}" dt="2024-11-06T12:00:30.629" v="566"/>
          <ac:inkMkLst>
            <pc:docMk/>
            <pc:sldMk cId="4010491535" sldId="340"/>
            <ac:inkMk id="10" creationId="{35707569-BE62-CDC7-53C8-272E05E435F6}"/>
          </ac:inkMkLst>
        </pc:inkChg>
        <pc:inkChg chg="add">
          <ac:chgData name="Yan Li" userId="8c31b902-5b3a-4bc1-a03f-ce296c1668b4" providerId="ADAL" clId="{C4E2F155-1101-4902-976B-AD814EDA6EB0}" dt="2024-11-06T12:00:17.718" v="564" actId="9405"/>
          <ac:inkMkLst>
            <pc:docMk/>
            <pc:sldMk cId="4010491535" sldId="340"/>
            <ac:inkMk id="11" creationId="{183D8827-27C1-9EB7-70E5-342E24F6B1C3}"/>
          </ac:inkMkLst>
        </pc:inkChg>
        <pc:inkChg chg="add">
          <ac:chgData name="Yan Li" userId="8c31b902-5b3a-4bc1-a03f-ce296c1668b4" providerId="ADAL" clId="{C4E2F155-1101-4902-976B-AD814EDA6EB0}" dt="2024-11-06T12:00:24.199" v="565" actId="9405"/>
          <ac:inkMkLst>
            <pc:docMk/>
            <pc:sldMk cId="4010491535" sldId="340"/>
            <ac:inkMk id="12" creationId="{42BD0030-93EB-EFB7-75E2-F76F0D3BBB00}"/>
          </ac:inkMkLst>
        </pc:inkChg>
      </pc:sldChg>
      <pc:sldChg chg="addSp delSp modSp add del mod">
        <pc:chgData name="Yan Li" userId="8c31b902-5b3a-4bc1-a03f-ce296c1668b4" providerId="ADAL" clId="{C4E2F155-1101-4902-976B-AD814EDA6EB0}" dt="2024-11-20T21:48:57.118" v="1561" actId="2696"/>
        <pc:sldMkLst>
          <pc:docMk/>
          <pc:sldMk cId="2729922169" sldId="341"/>
        </pc:sldMkLst>
        <pc:spChg chg="del">
          <ac:chgData name="Yan Li" userId="8c31b902-5b3a-4bc1-a03f-ce296c1668b4" providerId="ADAL" clId="{C4E2F155-1101-4902-976B-AD814EDA6EB0}" dt="2024-11-06T11:47:26.647" v="452" actId="478"/>
          <ac:spMkLst>
            <pc:docMk/>
            <pc:sldMk cId="2729922169" sldId="341"/>
            <ac:spMk id="4" creationId="{AEA61332-F43B-C50E-7637-63A870D36E95}"/>
          </ac:spMkLst>
        </pc:spChg>
        <pc:spChg chg="mod">
          <ac:chgData name="Yan Li" userId="8c31b902-5b3a-4bc1-a03f-ce296c1668b4" providerId="ADAL" clId="{C4E2F155-1101-4902-976B-AD814EDA6EB0}" dt="2024-11-06T11:46:45.297" v="451" actId="255"/>
          <ac:spMkLst>
            <pc:docMk/>
            <pc:sldMk cId="2729922169" sldId="341"/>
            <ac:spMk id="5" creationId="{7029AFA8-6431-BEDF-594C-103C8641DCC2}"/>
          </ac:spMkLst>
        </pc:spChg>
        <pc:spChg chg="add mod">
          <ac:chgData name="Yan Li" userId="8c31b902-5b3a-4bc1-a03f-ce296c1668b4" providerId="ADAL" clId="{C4E2F155-1101-4902-976B-AD814EDA6EB0}" dt="2024-11-06T11:50:19.457" v="465" actId="6549"/>
          <ac:spMkLst>
            <pc:docMk/>
            <pc:sldMk cId="2729922169" sldId="341"/>
            <ac:spMk id="7" creationId="{39A0A748-E077-9A75-75B7-E96C6FA110CA}"/>
          </ac:spMkLst>
        </pc:spChg>
        <pc:picChg chg="add mod">
          <ac:chgData name="Yan Li" userId="8c31b902-5b3a-4bc1-a03f-ce296c1668b4" providerId="ADAL" clId="{C4E2F155-1101-4902-976B-AD814EDA6EB0}" dt="2024-11-06T11:47:29.559" v="454" actId="1076"/>
          <ac:picMkLst>
            <pc:docMk/>
            <pc:sldMk cId="2729922169" sldId="341"/>
            <ac:picMk id="3" creationId="{6B360DF2-682E-E99B-1A9D-493BAC136C37}"/>
          </ac:picMkLst>
        </pc:picChg>
        <pc:picChg chg="mod">
          <ac:chgData name="Yan Li" userId="8c31b902-5b3a-4bc1-a03f-ce296c1668b4" providerId="ADAL" clId="{C4E2F155-1101-4902-976B-AD814EDA6EB0}" dt="2024-11-06T11:47:32.822" v="455" actId="14100"/>
          <ac:picMkLst>
            <pc:docMk/>
            <pc:sldMk cId="2729922169" sldId="341"/>
            <ac:picMk id="20" creationId="{E41D744F-C1C5-E628-D31C-7916F5EC9BD1}"/>
          </ac:picMkLst>
        </pc:picChg>
      </pc:sldChg>
      <pc:sldChg chg="addSp delSp modSp add mod modNotesTx">
        <pc:chgData name="Yan Li" userId="8c31b902-5b3a-4bc1-a03f-ce296c1668b4" providerId="ADAL" clId="{C4E2F155-1101-4902-976B-AD814EDA6EB0}" dt="2024-11-21T17:44:35.050" v="2425" actId="9405"/>
        <pc:sldMkLst>
          <pc:docMk/>
          <pc:sldMk cId="615902538" sldId="342"/>
        </pc:sldMkLst>
        <pc:spChg chg="mod">
          <ac:chgData name="Yan Li" userId="8c31b902-5b3a-4bc1-a03f-ce296c1668b4" providerId="ADAL" clId="{C4E2F155-1101-4902-976B-AD814EDA6EB0}" dt="2024-11-21T02:20:38.698" v="1872"/>
          <ac:spMkLst>
            <pc:docMk/>
            <pc:sldMk cId="615902538" sldId="342"/>
            <ac:spMk id="5" creationId="{C6400C43-C22C-AC72-67C6-2CD8FDBE5AEC}"/>
          </ac:spMkLst>
        </pc:spChg>
        <pc:spChg chg="del">
          <ac:chgData name="Yan Li" userId="8c31b902-5b3a-4bc1-a03f-ce296c1668b4" providerId="ADAL" clId="{C4E2F155-1101-4902-976B-AD814EDA6EB0}" dt="2024-11-06T11:37:16.625" v="416" actId="478"/>
          <ac:spMkLst>
            <pc:docMk/>
            <pc:sldMk cId="615902538" sldId="342"/>
            <ac:spMk id="7" creationId="{821BA218-14C8-76BE-8388-742FCC5510DC}"/>
          </ac:spMkLst>
        </pc:spChg>
        <pc:spChg chg="add del mod">
          <ac:chgData name="Yan Li" userId="8c31b902-5b3a-4bc1-a03f-ce296c1668b4" providerId="ADAL" clId="{C4E2F155-1101-4902-976B-AD814EDA6EB0}" dt="2024-11-20T21:47:45.672" v="1550" actId="478"/>
          <ac:spMkLst>
            <pc:docMk/>
            <pc:sldMk cId="615902538" sldId="342"/>
            <ac:spMk id="8" creationId="{990660CE-A4E7-F477-8606-F1C18A70A1E7}"/>
          </ac:spMkLst>
        </pc:spChg>
        <pc:picChg chg="add mod">
          <ac:chgData name="Yan Li" userId="8c31b902-5b3a-4bc1-a03f-ce296c1668b4" providerId="ADAL" clId="{C4E2F155-1101-4902-976B-AD814EDA6EB0}" dt="2024-11-21T02:43:48.346" v="1895" actId="14100"/>
          <ac:picMkLst>
            <pc:docMk/>
            <pc:sldMk cId="615902538" sldId="342"/>
            <ac:picMk id="2" creationId="{11557F69-705F-F6D1-222D-92AD115460DC}"/>
          </ac:picMkLst>
        </pc:picChg>
        <pc:picChg chg="add del mod">
          <ac:chgData name="Yan Li" userId="8c31b902-5b3a-4bc1-a03f-ce296c1668b4" providerId="ADAL" clId="{C4E2F155-1101-4902-976B-AD814EDA6EB0}" dt="2024-11-20T21:47:41.387" v="1548" actId="478"/>
          <ac:picMkLst>
            <pc:docMk/>
            <pc:sldMk cId="615902538" sldId="342"/>
            <ac:picMk id="3" creationId="{1DC67ADA-BEF6-2688-5A38-98C66EE46EF5}"/>
          </ac:picMkLst>
        </pc:picChg>
        <pc:picChg chg="add mod">
          <ac:chgData name="Yan Li" userId="8c31b902-5b3a-4bc1-a03f-ce296c1668b4" providerId="ADAL" clId="{C4E2F155-1101-4902-976B-AD814EDA6EB0}" dt="2024-11-21T02:43:51.660" v="1896" actId="14100"/>
          <ac:picMkLst>
            <pc:docMk/>
            <pc:sldMk cId="615902538" sldId="342"/>
            <ac:picMk id="4" creationId="{942DBE9D-9F3B-C9E1-AFCC-B10514C4CB5F}"/>
          </ac:picMkLst>
        </pc:picChg>
        <pc:picChg chg="del">
          <ac:chgData name="Yan Li" userId="8c31b902-5b3a-4bc1-a03f-ce296c1668b4" providerId="ADAL" clId="{C4E2F155-1101-4902-976B-AD814EDA6EB0}" dt="2024-11-06T11:37:13.182" v="415" actId="478"/>
          <ac:picMkLst>
            <pc:docMk/>
            <pc:sldMk cId="615902538" sldId="342"/>
            <ac:picMk id="4" creationId="{D46930CC-1F77-D6CD-0F7C-6D6ED706F0C7}"/>
          </ac:picMkLst>
        </pc:picChg>
        <pc:inkChg chg="add">
          <ac:chgData name="Yan Li" userId="8c31b902-5b3a-4bc1-a03f-ce296c1668b4" providerId="ADAL" clId="{C4E2F155-1101-4902-976B-AD814EDA6EB0}" dt="2024-11-21T17:34:26.580" v="2387" actId="9405"/>
          <ac:inkMkLst>
            <pc:docMk/>
            <pc:sldMk cId="615902538" sldId="342"/>
            <ac:inkMk id="3" creationId="{174E9DBA-3C75-674F-9DD4-E47054F63377}"/>
          </ac:inkMkLst>
        </pc:inkChg>
        <pc:inkChg chg="add">
          <ac:chgData name="Yan Li" userId="8c31b902-5b3a-4bc1-a03f-ce296c1668b4" providerId="ADAL" clId="{C4E2F155-1101-4902-976B-AD814EDA6EB0}" dt="2024-11-21T17:42:20.875" v="2391" actId="9405"/>
          <ac:inkMkLst>
            <pc:docMk/>
            <pc:sldMk cId="615902538" sldId="342"/>
            <ac:inkMk id="6" creationId="{3418FDE2-E15D-D426-45AD-628197859CC4}"/>
          </ac:inkMkLst>
        </pc:inkChg>
        <pc:inkChg chg="add">
          <ac:chgData name="Yan Li" userId="8c31b902-5b3a-4bc1-a03f-ce296c1668b4" providerId="ADAL" clId="{C4E2F155-1101-4902-976B-AD814EDA6EB0}" dt="2024-11-21T17:42:24.911" v="2392" actId="9405"/>
          <ac:inkMkLst>
            <pc:docMk/>
            <pc:sldMk cId="615902538" sldId="342"/>
            <ac:inkMk id="7" creationId="{87361708-3F91-9CAD-4D48-505F92BDB547}"/>
          </ac:inkMkLst>
        </pc:inkChg>
        <pc:inkChg chg="add del">
          <ac:chgData name="Yan Li" userId="8c31b902-5b3a-4bc1-a03f-ce296c1668b4" providerId="ADAL" clId="{C4E2F155-1101-4902-976B-AD814EDA6EB0}" dt="2024-11-21T17:42:28.852" v="2394"/>
          <ac:inkMkLst>
            <pc:docMk/>
            <pc:sldMk cId="615902538" sldId="342"/>
            <ac:inkMk id="8" creationId="{E09C5E39-E527-015D-EA5E-E997FD7F42EE}"/>
          </ac:inkMkLst>
        </pc:inkChg>
        <pc:inkChg chg="add">
          <ac:chgData name="Yan Li" userId="8c31b902-5b3a-4bc1-a03f-ce296c1668b4" providerId="ADAL" clId="{C4E2F155-1101-4902-976B-AD814EDA6EB0}" dt="2024-11-21T17:42:33.948" v="2395" actId="9405"/>
          <ac:inkMkLst>
            <pc:docMk/>
            <pc:sldMk cId="615902538" sldId="342"/>
            <ac:inkMk id="9" creationId="{64A78914-DACE-0BE4-4D6D-8DF8D6E512CE}"/>
          </ac:inkMkLst>
        </pc:inkChg>
        <pc:inkChg chg="add">
          <ac:chgData name="Yan Li" userId="8c31b902-5b3a-4bc1-a03f-ce296c1668b4" providerId="ADAL" clId="{C4E2F155-1101-4902-976B-AD814EDA6EB0}" dt="2024-11-21T17:42:37.599" v="2396" actId="9405"/>
          <ac:inkMkLst>
            <pc:docMk/>
            <pc:sldMk cId="615902538" sldId="342"/>
            <ac:inkMk id="10" creationId="{23B9E1CD-CDA2-825B-BBD7-1563FFA44DA2}"/>
          </ac:inkMkLst>
        </pc:inkChg>
        <pc:inkChg chg="add">
          <ac:chgData name="Yan Li" userId="8c31b902-5b3a-4bc1-a03f-ce296c1668b4" providerId="ADAL" clId="{C4E2F155-1101-4902-976B-AD814EDA6EB0}" dt="2024-11-21T17:42:38.786" v="2397" actId="9405"/>
          <ac:inkMkLst>
            <pc:docMk/>
            <pc:sldMk cId="615902538" sldId="342"/>
            <ac:inkMk id="11" creationId="{83113D2A-CE17-A558-5A27-907FFBD97637}"/>
          </ac:inkMkLst>
        </pc:inkChg>
        <pc:inkChg chg="add">
          <ac:chgData name="Yan Li" userId="8c31b902-5b3a-4bc1-a03f-ce296c1668b4" providerId="ADAL" clId="{C4E2F155-1101-4902-976B-AD814EDA6EB0}" dt="2024-11-21T17:42:39.976" v="2398" actId="9405"/>
          <ac:inkMkLst>
            <pc:docMk/>
            <pc:sldMk cId="615902538" sldId="342"/>
            <ac:inkMk id="12" creationId="{931927CA-AF4B-00D5-F3DF-F8B393CEF40A}"/>
          </ac:inkMkLst>
        </pc:inkChg>
        <pc:inkChg chg="add">
          <ac:chgData name="Yan Li" userId="8c31b902-5b3a-4bc1-a03f-ce296c1668b4" providerId="ADAL" clId="{C4E2F155-1101-4902-976B-AD814EDA6EB0}" dt="2024-11-21T17:42:41.623" v="2399" actId="9405"/>
          <ac:inkMkLst>
            <pc:docMk/>
            <pc:sldMk cId="615902538" sldId="342"/>
            <ac:inkMk id="13" creationId="{78F5C31D-5AD9-CCE4-F63D-3602D93DF7AC}"/>
          </ac:inkMkLst>
        </pc:inkChg>
        <pc:inkChg chg="add">
          <ac:chgData name="Yan Li" userId="8c31b902-5b3a-4bc1-a03f-ce296c1668b4" providerId="ADAL" clId="{C4E2F155-1101-4902-976B-AD814EDA6EB0}" dt="2024-11-21T17:42:42.465" v="2400" actId="9405"/>
          <ac:inkMkLst>
            <pc:docMk/>
            <pc:sldMk cId="615902538" sldId="342"/>
            <ac:inkMk id="14" creationId="{11051EDD-02A2-AFDF-F202-34872CB7EBDE}"/>
          </ac:inkMkLst>
        </pc:inkChg>
        <pc:inkChg chg="add">
          <ac:chgData name="Yan Li" userId="8c31b902-5b3a-4bc1-a03f-ce296c1668b4" providerId="ADAL" clId="{C4E2F155-1101-4902-976B-AD814EDA6EB0}" dt="2024-11-21T17:42:44.471" v="2401" actId="9405"/>
          <ac:inkMkLst>
            <pc:docMk/>
            <pc:sldMk cId="615902538" sldId="342"/>
            <ac:inkMk id="15" creationId="{6924EE86-24C4-1ADD-5D03-79F370A44B3D}"/>
          </ac:inkMkLst>
        </pc:inkChg>
        <pc:inkChg chg="add">
          <ac:chgData name="Yan Li" userId="8c31b902-5b3a-4bc1-a03f-ce296c1668b4" providerId="ADAL" clId="{C4E2F155-1101-4902-976B-AD814EDA6EB0}" dt="2024-11-21T17:42:53.462" v="2402" actId="9405"/>
          <ac:inkMkLst>
            <pc:docMk/>
            <pc:sldMk cId="615902538" sldId="342"/>
            <ac:inkMk id="16" creationId="{01355561-FBEC-03B2-044F-76DAF15CF18E}"/>
          </ac:inkMkLst>
        </pc:inkChg>
        <pc:inkChg chg="add">
          <ac:chgData name="Yan Li" userId="8c31b902-5b3a-4bc1-a03f-ce296c1668b4" providerId="ADAL" clId="{C4E2F155-1101-4902-976B-AD814EDA6EB0}" dt="2024-11-21T17:42:56.243" v="2403" actId="9405"/>
          <ac:inkMkLst>
            <pc:docMk/>
            <pc:sldMk cId="615902538" sldId="342"/>
            <ac:inkMk id="17" creationId="{664DCC1F-F7E2-7277-0D54-6EC9FF12C90B}"/>
          </ac:inkMkLst>
        </pc:inkChg>
        <pc:inkChg chg="add">
          <ac:chgData name="Yan Li" userId="8c31b902-5b3a-4bc1-a03f-ce296c1668b4" providerId="ADAL" clId="{C4E2F155-1101-4902-976B-AD814EDA6EB0}" dt="2024-11-21T17:42:58.684" v="2404" actId="9405"/>
          <ac:inkMkLst>
            <pc:docMk/>
            <pc:sldMk cId="615902538" sldId="342"/>
            <ac:inkMk id="18" creationId="{F8F2C41A-922E-C55E-AB49-F86906D2D03F}"/>
          </ac:inkMkLst>
        </pc:inkChg>
        <pc:inkChg chg="add">
          <ac:chgData name="Yan Li" userId="8c31b902-5b3a-4bc1-a03f-ce296c1668b4" providerId="ADAL" clId="{C4E2F155-1101-4902-976B-AD814EDA6EB0}" dt="2024-11-21T17:43:02.756" v="2405" actId="9405"/>
          <ac:inkMkLst>
            <pc:docMk/>
            <pc:sldMk cId="615902538" sldId="342"/>
            <ac:inkMk id="19" creationId="{F8B53652-B91A-764F-EBFF-898D50AE781D}"/>
          </ac:inkMkLst>
        </pc:inkChg>
        <pc:inkChg chg="add">
          <ac:chgData name="Yan Li" userId="8c31b902-5b3a-4bc1-a03f-ce296c1668b4" providerId="ADAL" clId="{C4E2F155-1101-4902-976B-AD814EDA6EB0}" dt="2024-11-21T17:43:05.186" v="2406" actId="9405"/>
          <ac:inkMkLst>
            <pc:docMk/>
            <pc:sldMk cId="615902538" sldId="342"/>
            <ac:inkMk id="21" creationId="{64B4B088-5870-6B2F-A1BC-50094CCE8F02}"/>
          </ac:inkMkLst>
        </pc:inkChg>
        <pc:inkChg chg="add">
          <ac:chgData name="Yan Li" userId="8c31b902-5b3a-4bc1-a03f-ce296c1668b4" providerId="ADAL" clId="{C4E2F155-1101-4902-976B-AD814EDA6EB0}" dt="2024-11-21T17:43:06.363" v="2407" actId="9405"/>
          <ac:inkMkLst>
            <pc:docMk/>
            <pc:sldMk cId="615902538" sldId="342"/>
            <ac:inkMk id="22" creationId="{EB38A63B-2064-4402-1A80-F118E0AEF2A5}"/>
          </ac:inkMkLst>
        </pc:inkChg>
        <pc:inkChg chg="add">
          <ac:chgData name="Yan Li" userId="8c31b902-5b3a-4bc1-a03f-ce296c1668b4" providerId="ADAL" clId="{C4E2F155-1101-4902-976B-AD814EDA6EB0}" dt="2024-11-21T17:43:07.463" v="2408" actId="9405"/>
          <ac:inkMkLst>
            <pc:docMk/>
            <pc:sldMk cId="615902538" sldId="342"/>
            <ac:inkMk id="23" creationId="{C5787F1F-37E1-F9B7-D6E2-FECE06F87703}"/>
          </ac:inkMkLst>
        </pc:inkChg>
        <pc:inkChg chg="add">
          <ac:chgData name="Yan Li" userId="8c31b902-5b3a-4bc1-a03f-ce296c1668b4" providerId="ADAL" clId="{C4E2F155-1101-4902-976B-AD814EDA6EB0}" dt="2024-11-21T17:43:09.632" v="2409" actId="9405"/>
          <ac:inkMkLst>
            <pc:docMk/>
            <pc:sldMk cId="615902538" sldId="342"/>
            <ac:inkMk id="24" creationId="{BAB18B30-558C-69FC-EB00-1F5F5885EBC3}"/>
          </ac:inkMkLst>
        </pc:inkChg>
        <pc:inkChg chg="add">
          <ac:chgData name="Yan Li" userId="8c31b902-5b3a-4bc1-a03f-ce296c1668b4" providerId="ADAL" clId="{C4E2F155-1101-4902-976B-AD814EDA6EB0}" dt="2024-11-21T17:43:30.139" v="2410" actId="9405"/>
          <ac:inkMkLst>
            <pc:docMk/>
            <pc:sldMk cId="615902538" sldId="342"/>
            <ac:inkMk id="25" creationId="{9F2FDDBB-DBF9-12CA-4032-8BCEC269AB6C}"/>
          </ac:inkMkLst>
        </pc:inkChg>
        <pc:inkChg chg="add">
          <ac:chgData name="Yan Li" userId="8c31b902-5b3a-4bc1-a03f-ce296c1668b4" providerId="ADAL" clId="{C4E2F155-1101-4902-976B-AD814EDA6EB0}" dt="2024-11-21T17:43:31.434" v="2411" actId="9405"/>
          <ac:inkMkLst>
            <pc:docMk/>
            <pc:sldMk cId="615902538" sldId="342"/>
            <ac:inkMk id="26" creationId="{31D7A40C-E69D-EBEC-7748-D87454088BAF}"/>
          </ac:inkMkLst>
        </pc:inkChg>
        <pc:inkChg chg="add">
          <ac:chgData name="Yan Li" userId="8c31b902-5b3a-4bc1-a03f-ce296c1668b4" providerId="ADAL" clId="{C4E2F155-1101-4902-976B-AD814EDA6EB0}" dt="2024-11-21T17:43:38.533" v="2412" actId="9405"/>
          <ac:inkMkLst>
            <pc:docMk/>
            <pc:sldMk cId="615902538" sldId="342"/>
            <ac:inkMk id="27" creationId="{824C3498-AE80-5FEC-672F-1B7FFCF00B04}"/>
          </ac:inkMkLst>
        </pc:inkChg>
        <pc:inkChg chg="add">
          <ac:chgData name="Yan Li" userId="8c31b902-5b3a-4bc1-a03f-ce296c1668b4" providerId="ADAL" clId="{C4E2F155-1101-4902-976B-AD814EDA6EB0}" dt="2024-11-21T17:43:40.448" v="2413" actId="9405"/>
          <ac:inkMkLst>
            <pc:docMk/>
            <pc:sldMk cId="615902538" sldId="342"/>
            <ac:inkMk id="28" creationId="{19774B5C-473B-F228-6E23-23355B6B6470}"/>
          </ac:inkMkLst>
        </pc:inkChg>
        <pc:inkChg chg="add">
          <ac:chgData name="Yan Li" userId="8c31b902-5b3a-4bc1-a03f-ce296c1668b4" providerId="ADAL" clId="{C4E2F155-1101-4902-976B-AD814EDA6EB0}" dt="2024-11-21T17:43:44.760" v="2414" actId="9405"/>
          <ac:inkMkLst>
            <pc:docMk/>
            <pc:sldMk cId="615902538" sldId="342"/>
            <ac:inkMk id="29" creationId="{F98477C7-C87B-E317-1C99-88476FA49D67}"/>
          </ac:inkMkLst>
        </pc:inkChg>
        <pc:inkChg chg="add">
          <ac:chgData name="Yan Li" userId="8c31b902-5b3a-4bc1-a03f-ce296c1668b4" providerId="ADAL" clId="{C4E2F155-1101-4902-976B-AD814EDA6EB0}" dt="2024-11-21T17:43:47.931" v="2415" actId="9405"/>
          <ac:inkMkLst>
            <pc:docMk/>
            <pc:sldMk cId="615902538" sldId="342"/>
            <ac:inkMk id="30" creationId="{E58AF052-6FAE-F82A-E59F-6B643F309008}"/>
          </ac:inkMkLst>
        </pc:inkChg>
        <pc:inkChg chg="add">
          <ac:chgData name="Yan Li" userId="8c31b902-5b3a-4bc1-a03f-ce296c1668b4" providerId="ADAL" clId="{C4E2F155-1101-4902-976B-AD814EDA6EB0}" dt="2024-11-21T17:43:49.273" v="2416" actId="9405"/>
          <ac:inkMkLst>
            <pc:docMk/>
            <pc:sldMk cId="615902538" sldId="342"/>
            <ac:inkMk id="31" creationId="{13767848-2D5E-571D-B064-96AC5360861E}"/>
          </ac:inkMkLst>
        </pc:inkChg>
        <pc:inkChg chg="add">
          <ac:chgData name="Yan Li" userId="8c31b902-5b3a-4bc1-a03f-ce296c1668b4" providerId="ADAL" clId="{C4E2F155-1101-4902-976B-AD814EDA6EB0}" dt="2024-11-21T17:44:08.171" v="2417" actId="9405"/>
          <ac:inkMkLst>
            <pc:docMk/>
            <pc:sldMk cId="615902538" sldId="342"/>
            <ac:inkMk id="32" creationId="{8E2AF4DB-28C3-3980-F4C4-9D8E56532672}"/>
          </ac:inkMkLst>
        </pc:inkChg>
        <pc:inkChg chg="add">
          <ac:chgData name="Yan Li" userId="8c31b902-5b3a-4bc1-a03f-ce296c1668b4" providerId="ADAL" clId="{C4E2F155-1101-4902-976B-AD814EDA6EB0}" dt="2024-11-21T17:44:09.464" v="2418" actId="9405"/>
          <ac:inkMkLst>
            <pc:docMk/>
            <pc:sldMk cId="615902538" sldId="342"/>
            <ac:inkMk id="33" creationId="{5AADA5D8-FCF4-7312-6239-2A3AEA1DAAD2}"/>
          </ac:inkMkLst>
        </pc:inkChg>
        <pc:inkChg chg="add">
          <ac:chgData name="Yan Li" userId="8c31b902-5b3a-4bc1-a03f-ce296c1668b4" providerId="ADAL" clId="{C4E2F155-1101-4902-976B-AD814EDA6EB0}" dt="2024-11-21T17:44:11.937" v="2419" actId="9405"/>
          <ac:inkMkLst>
            <pc:docMk/>
            <pc:sldMk cId="615902538" sldId="342"/>
            <ac:inkMk id="34" creationId="{7AF2CA83-9CAA-99F0-8194-7547B63DF930}"/>
          </ac:inkMkLst>
        </pc:inkChg>
        <pc:inkChg chg="add">
          <ac:chgData name="Yan Li" userId="8c31b902-5b3a-4bc1-a03f-ce296c1668b4" providerId="ADAL" clId="{C4E2F155-1101-4902-976B-AD814EDA6EB0}" dt="2024-11-21T17:44:13.059" v="2420" actId="9405"/>
          <ac:inkMkLst>
            <pc:docMk/>
            <pc:sldMk cId="615902538" sldId="342"/>
            <ac:inkMk id="35" creationId="{6D4AE510-C027-84BF-22BC-2F5883EA9697}"/>
          </ac:inkMkLst>
        </pc:inkChg>
        <pc:inkChg chg="add">
          <ac:chgData name="Yan Li" userId="8c31b902-5b3a-4bc1-a03f-ce296c1668b4" providerId="ADAL" clId="{C4E2F155-1101-4902-976B-AD814EDA6EB0}" dt="2024-11-21T17:44:17.681" v="2421" actId="9405"/>
          <ac:inkMkLst>
            <pc:docMk/>
            <pc:sldMk cId="615902538" sldId="342"/>
            <ac:inkMk id="36" creationId="{DF6BDB13-DCBD-829F-9CBC-72EE53BA7B4A}"/>
          </ac:inkMkLst>
        </pc:inkChg>
        <pc:inkChg chg="add">
          <ac:chgData name="Yan Li" userId="8c31b902-5b3a-4bc1-a03f-ce296c1668b4" providerId="ADAL" clId="{C4E2F155-1101-4902-976B-AD814EDA6EB0}" dt="2024-11-21T17:44:20.768" v="2422" actId="9405"/>
          <ac:inkMkLst>
            <pc:docMk/>
            <pc:sldMk cId="615902538" sldId="342"/>
            <ac:inkMk id="37" creationId="{F7894FF6-26C7-3010-EF44-C23748C4555D}"/>
          </ac:inkMkLst>
        </pc:inkChg>
        <pc:inkChg chg="add">
          <ac:chgData name="Yan Li" userId="8c31b902-5b3a-4bc1-a03f-ce296c1668b4" providerId="ADAL" clId="{C4E2F155-1101-4902-976B-AD814EDA6EB0}" dt="2024-11-21T17:44:23.310" v="2423" actId="9405"/>
          <ac:inkMkLst>
            <pc:docMk/>
            <pc:sldMk cId="615902538" sldId="342"/>
            <ac:inkMk id="38" creationId="{FC8A37AB-5902-82F9-F2A1-3274C014F22E}"/>
          </ac:inkMkLst>
        </pc:inkChg>
        <pc:inkChg chg="add">
          <ac:chgData name="Yan Li" userId="8c31b902-5b3a-4bc1-a03f-ce296c1668b4" providerId="ADAL" clId="{C4E2F155-1101-4902-976B-AD814EDA6EB0}" dt="2024-11-21T17:44:24.916" v="2424" actId="9405"/>
          <ac:inkMkLst>
            <pc:docMk/>
            <pc:sldMk cId="615902538" sldId="342"/>
            <ac:inkMk id="39" creationId="{927955AB-5DDC-2BD8-4586-DC9B56F0D94A}"/>
          </ac:inkMkLst>
        </pc:inkChg>
        <pc:inkChg chg="add">
          <ac:chgData name="Yan Li" userId="8c31b902-5b3a-4bc1-a03f-ce296c1668b4" providerId="ADAL" clId="{C4E2F155-1101-4902-976B-AD814EDA6EB0}" dt="2024-11-21T17:44:35.050" v="2425" actId="9405"/>
          <ac:inkMkLst>
            <pc:docMk/>
            <pc:sldMk cId="615902538" sldId="342"/>
            <ac:inkMk id="40" creationId="{65976A5D-B381-D42D-C353-6C3737E174FC}"/>
          </ac:inkMkLst>
        </pc:inkChg>
      </pc:sldChg>
      <pc:sldChg chg="addSp delSp modSp add del mod">
        <pc:chgData name="Yan Li" userId="8c31b902-5b3a-4bc1-a03f-ce296c1668b4" providerId="ADAL" clId="{C4E2F155-1101-4902-976B-AD814EDA6EB0}" dt="2024-11-20T21:48:57.118" v="1561" actId="2696"/>
        <pc:sldMkLst>
          <pc:docMk/>
          <pc:sldMk cId="1596888733" sldId="343"/>
        </pc:sldMkLst>
        <pc:spChg chg="mod">
          <ac:chgData name="Yan Li" userId="8c31b902-5b3a-4bc1-a03f-ce296c1668b4" providerId="ADAL" clId="{C4E2F155-1101-4902-976B-AD814EDA6EB0}" dt="2024-11-06T12:04:32.836" v="608" actId="20577"/>
          <ac:spMkLst>
            <pc:docMk/>
            <pc:sldMk cId="1596888733" sldId="343"/>
            <ac:spMk id="5" creationId="{FC6E9D25-EEEF-B999-D7D7-14A6B2955DEA}"/>
          </ac:spMkLst>
        </pc:spChg>
        <pc:picChg chg="add mod">
          <ac:chgData name="Yan Li" userId="8c31b902-5b3a-4bc1-a03f-ce296c1668b4" providerId="ADAL" clId="{C4E2F155-1101-4902-976B-AD814EDA6EB0}" dt="2024-11-06T12:07:55.475" v="613" actId="1076"/>
          <ac:picMkLst>
            <pc:docMk/>
            <pc:sldMk cId="1596888733" sldId="343"/>
            <ac:picMk id="3" creationId="{AA105B26-82CC-8717-EA67-C5CC43A85FDF}"/>
          </ac:picMkLst>
        </pc:picChg>
        <pc:picChg chg="del">
          <ac:chgData name="Yan Li" userId="8c31b902-5b3a-4bc1-a03f-ce296c1668b4" providerId="ADAL" clId="{C4E2F155-1101-4902-976B-AD814EDA6EB0}" dt="2024-11-06T12:06:12.051" v="609" actId="478"/>
          <ac:picMkLst>
            <pc:docMk/>
            <pc:sldMk cId="1596888733" sldId="343"/>
            <ac:picMk id="4" creationId="{40D89701-E2F6-E402-B821-3BE95EAB5579}"/>
          </ac:picMkLst>
        </pc:picChg>
        <pc:picChg chg="del">
          <ac:chgData name="Yan Li" userId="8c31b902-5b3a-4bc1-a03f-ce296c1668b4" providerId="ADAL" clId="{C4E2F155-1101-4902-976B-AD814EDA6EB0}" dt="2024-11-06T12:06:16.458" v="611" actId="478"/>
          <ac:picMkLst>
            <pc:docMk/>
            <pc:sldMk cId="1596888733" sldId="343"/>
            <ac:picMk id="7" creationId="{009A3800-BA6F-61E2-E580-6CEDCF1085D3}"/>
          </ac:picMkLst>
        </pc:picChg>
        <pc:picChg chg="add mod">
          <ac:chgData name="Yan Li" userId="8c31b902-5b3a-4bc1-a03f-ce296c1668b4" providerId="ADAL" clId="{C4E2F155-1101-4902-976B-AD814EDA6EB0}" dt="2024-11-06T12:08:19.538" v="616" actId="14100"/>
          <ac:picMkLst>
            <pc:docMk/>
            <pc:sldMk cId="1596888733" sldId="343"/>
            <ac:picMk id="8" creationId="{B69C4DC1-6CFF-F7DB-0C86-A52F751ADD61}"/>
          </ac:picMkLst>
        </pc:picChg>
        <pc:picChg chg="del">
          <ac:chgData name="Yan Li" userId="8c31b902-5b3a-4bc1-a03f-ce296c1668b4" providerId="ADAL" clId="{C4E2F155-1101-4902-976B-AD814EDA6EB0}" dt="2024-11-06T12:06:14.876" v="610" actId="478"/>
          <ac:picMkLst>
            <pc:docMk/>
            <pc:sldMk cId="1596888733" sldId="343"/>
            <ac:picMk id="9" creationId="{11AE0821-058A-E40D-11EF-1D01173C888E}"/>
          </ac:picMkLst>
        </pc:picChg>
        <pc:inkChg chg="add del">
          <ac:chgData name="Yan Li" userId="8c31b902-5b3a-4bc1-a03f-ce296c1668b4" providerId="ADAL" clId="{C4E2F155-1101-4902-976B-AD814EDA6EB0}" dt="2024-11-08T18:42:25.304" v="1199" actId="9405"/>
          <ac:inkMkLst>
            <pc:docMk/>
            <pc:sldMk cId="1596888733" sldId="343"/>
            <ac:inkMk id="2" creationId="{6D0973FC-9B8E-CC73-BFAA-DDA2EAD34A08}"/>
          </ac:inkMkLst>
        </pc:inkChg>
        <pc:inkChg chg="add">
          <ac:chgData name="Yan Li" userId="8c31b902-5b3a-4bc1-a03f-ce296c1668b4" providerId="ADAL" clId="{C4E2F155-1101-4902-976B-AD814EDA6EB0}" dt="2024-11-08T18:42:30.163" v="1200" actId="9405"/>
          <ac:inkMkLst>
            <pc:docMk/>
            <pc:sldMk cId="1596888733" sldId="343"/>
            <ac:inkMk id="4" creationId="{F83A9111-550B-FCA6-28B4-F34F19B86FD2}"/>
          </ac:inkMkLst>
        </pc:inkChg>
        <pc:inkChg chg="add">
          <ac:chgData name="Yan Li" userId="8c31b902-5b3a-4bc1-a03f-ce296c1668b4" providerId="ADAL" clId="{C4E2F155-1101-4902-976B-AD814EDA6EB0}" dt="2024-11-08T18:42:34.154" v="1201" actId="9405"/>
          <ac:inkMkLst>
            <pc:docMk/>
            <pc:sldMk cId="1596888733" sldId="343"/>
            <ac:inkMk id="6" creationId="{57203EED-5F6D-2FBD-0504-D6605DF2A926}"/>
          </ac:inkMkLst>
        </pc:inkChg>
        <pc:inkChg chg="add">
          <ac:chgData name="Yan Li" userId="8c31b902-5b3a-4bc1-a03f-ce296c1668b4" providerId="ADAL" clId="{C4E2F155-1101-4902-976B-AD814EDA6EB0}" dt="2024-11-08T18:42:38.506" v="1202" actId="9405"/>
          <ac:inkMkLst>
            <pc:docMk/>
            <pc:sldMk cId="1596888733" sldId="343"/>
            <ac:inkMk id="7" creationId="{7F69D1CD-8380-E76B-10B0-2519BFA76FE7}"/>
          </ac:inkMkLst>
        </pc:inkChg>
        <pc:inkChg chg="add">
          <ac:chgData name="Yan Li" userId="8c31b902-5b3a-4bc1-a03f-ce296c1668b4" providerId="ADAL" clId="{C4E2F155-1101-4902-976B-AD814EDA6EB0}" dt="2024-11-08T18:42:43.343" v="1203" actId="9405"/>
          <ac:inkMkLst>
            <pc:docMk/>
            <pc:sldMk cId="1596888733" sldId="343"/>
            <ac:inkMk id="9" creationId="{9C57FA07-26F1-E781-30E9-49EFB2421D94}"/>
          </ac:inkMkLst>
        </pc:inkChg>
      </pc:sldChg>
      <pc:sldChg chg="addSp delSp modSp add del mod modNotesTx">
        <pc:chgData name="Yan Li" userId="8c31b902-5b3a-4bc1-a03f-ce296c1668b4" providerId="ADAL" clId="{C4E2F155-1101-4902-976B-AD814EDA6EB0}" dt="2024-11-21T02:43:58.139" v="1897" actId="2696"/>
        <pc:sldMkLst>
          <pc:docMk/>
          <pc:sldMk cId="2163106884" sldId="343"/>
        </pc:sldMkLst>
        <pc:picChg chg="add mod">
          <ac:chgData name="Yan Li" userId="8c31b902-5b3a-4bc1-a03f-ce296c1668b4" providerId="ADAL" clId="{C4E2F155-1101-4902-976B-AD814EDA6EB0}" dt="2024-11-20T21:49:37.747" v="1569" actId="1076"/>
          <ac:picMkLst>
            <pc:docMk/>
            <pc:sldMk cId="2163106884" sldId="343"/>
            <ac:picMk id="3" creationId="{D713F2A5-0CC8-7C04-8826-8EE719EC537F}"/>
          </ac:picMkLst>
        </pc:picChg>
        <pc:picChg chg="del">
          <ac:chgData name="Yan Li" userId="8c31b902-5b3a-4bc1-a03f-ce296c1668b4" providerId="ADAL" clId="{C4E2F155-1101-4902-976B-AD814EDA6EB0}" dt="2024-11-20T21:49:26.057" v="1563" actId="478"/>
          <ac:picMkLst>
            <pc:docMk/>
            <pc:sldMk cId="2163106884" sldId="343"/>
            <ac:picMk id="4" creationId="{EE1B8BB3-E59C-1790-6BD9-3014CB297CC4}"/>
          </ac:picMkLst>
        </pc:picChg>
      </pc:sldChg>
      <pc:sldChg chg="addSp delSp modSp add del mod">
        <pc:chgData name="Yan Li" userId="8c31b902-5b3a-4bc1-a03f-ce296c1668b4" providerId="ADAL" clId="{C4E2F155-1101-4902-976B-AD814EDA6EB0}" dt="2024-11-20T21:48:57.118" v="1561" actId="2696"/>
        <pc:sldMkLst>
          <pc:docMk/>
          <pc:sldMk cId="2204446780" sldId="344"/>
        </pc:sldMkLst>
        <pc:spChg chg="mod">
          <ac:chgData name="Yan Li" userId="8c31b902-5b3a-4bc1-a03f-ce296c1668b4" providerId="ADAL" clId="{C4E2F155-1101-4902-976B-AD814EDA6EB0}" dt="2024-11-06T12:11:48.196" v="669" actId="20577"/>
          <ac:spMkLst>
            <pc:docMk/>
            <pc:sldMk cId="2204446780" sldId="344"/>
            <ac:spMk id="5" creationId="{DB8A720A-238E-E828-8374-2DFCF55DD9B5}"/>
          </ac:spMkLst>
        </pc:spChg>
        <pc:spChg chg="add mod">
          <ac:chgData name="Yan Li" userId="8c31b902-5b3a-4bc1-a03f-ce296c1668b4" providerId="ADAL" clId="{C4E2F155-1101-4902-976B-AD814EDA6EB0}" dt="2024-11-06T12:23:45.257" v="725" actId="113"/>
          <ac:spMkLst>
            <pc:docMk/>
            <pc:sldMk cId="2204446780" sldId="344"/>
            <ac:spMk id="7" creationId="{669BCB69-F4A5-7B32-7E9F-B395E842B703}"/>
          </ac:spMkLst>
        </pc:spChg>
        <pc:picChg chg="del">
          <ac:chgData name="Yan Li" userId="8c31b902-5b3a-4bc1-a03f-ce296c1668b4" providerId="ADAL" clId="{C4E2F155-1101-4902-976B-AD814EDA6EB0}" dt="2024-11-06T12:11:58.611" v="670" actId="478"/>
          <ac:picMkLst>
            <pc:docMk/>
            <pc:sldMk cId="2204446780" sldId="344"/>
            <ac:picMk id="3" creationId="{B5A5983C-EBE0-BF0F-CFFF-0F6FDAC1ED99}"/>
          </ac:picMkLst>
        </pc:picChg>
        <pc:picChg chg="add mod">
          <ac:chgData name="Yan Li" userId="8c31b902-5b3a-4bc1-a03f-ce296c1668b4" providerId="ADAL" clId="{C4E2F155-1101-4902-976B-AD814EDA6EB0}" dt="2024-11-06T12:21:20.297" v="691" actId="14100"/>
          <ac:picMkLst>
            <pc:docMk/>
            <pc:sldMk cId="2204446780" sldId="344"/>
            <ac:picMk id="4" creationId="{A2468185-DB1E-0601-A639-6524F5D3678A}"/>
          </ac:picMkLst>
        </pc:picChg>
        <pc:picChg chg="del">
          <ac:chgData name="Yan Li" userId="8c31b902-5b3a-4bc1-a03f-ce296c1668b4" providerId="ADAL" clId="{C4E2F155-1101-4902-976B-AD814EDA6EB0}" dt="2024-11-06T12:12:00.788" v="671" actId="478"/>
          <ac:picMkLst>
            <pc:docMk/>
            <pc:sldMk cId="2204446780" sldId="344"/>
            <ac:picMk id="8" creationId="{032C63C5-A240-5630-90F5-9941CB1630A4}"/>
          </ac:picMkLst>
        </pc:picChg>
        <pc:picChg chg="mod">
          <ac:chgData name="Yan Li" userId="8c31b902-5b3a-4bc1-a03f-ce296c1668b4" providerId="ADAL" clId="{C4E2F155-1101-4902-976B-AD814EDA6EB0}" dt="2024-11-06T12:12:04.232" v="672" actId="14100"/>
          <ac:picMkLst>
            <pc:docMk/>
            <pc:sldMk cId="2204446780" sldId="344"/>
            <ac:picMk id="20" creationId="{3F7E7502-B34D-AF79-0F65-2684B19D47D1}"/>
          </ac:picMkLst>
        </pc:picChg>
        <pc:inkChg chg="add">
          <ac:chgData name="Yan Li" userId="8c31b902-5b3a-4bc1-a03f-ce296c1668b4" providerId="ADAL" clId="{C4E2F155-1101-4902-976B-AD814EDA6EB0}" dt="2024-11-06T12:18:28.211" v="684" actId="9405"/>
          <ac:inkMkLst>
            <pc:docMk/>
            <pc:sldMk cId="2204446780" sldId="344"/>
            <ac:inkMk id="9" creationId="{576DCE90-05A1-1BC5-0C11-DED66520FCAC}"/>
          </ac:inkMkLst>
        </pc:inkChg>
        <pc:inkChg chg="add">
          <ac:chgData name="Yan Li" userId="8c31b902-5b3a-4bc1-a03f-ce296c1668b4" providerId="ADAL" clId="{C4E2F155-1101-4902-976B-AD814EDA6EB0}" dt="2024-11-06T12:18:30.112" v="685" actId="9405"/>
          <ac:inkMkLst>
            <pc:docMk/>
            <pc:sldMk cId="2204446780" sldId="344"/>
            <ac:inkMk id="10" creationId="{F7C5E3EA-25D5-CD6A-660B-5554008EF9DE}"/>
          </ac:inkMkLst>
        </pc:inkChg>
        <pc:inkChg chg="del">
          <ac:chgData name="Yan Li" userId="8c31b902-5b3a-4bc1-a03f-ce296c1668b4" providerId="ADAL" clId="{C4E2F155-1101-4902-976B-AD814EDA6EB0}" dt="2024-11-06T12:21:24.631" v="692"/>
          <ac:inkMkLst>
            <pc:docMk/>
            <pc:sldMk cId="2204446780" sldId="344"/>
            <ac:inkMk id="11" creationId="{ED261A93-967C-05B9-83F2-6234025E630F}"/>
          </ac:inkMkLst>
        </pc:inkChg>
        <pc:inkChg chg="add">
          <ac:chgData name="Yan Li" userId="8c31b902-5b3a-4bc1-a03f-ce296c1668b4" providerId="ADAL" clId="{C4E2F155-1101-4902-976B-AD814EDA6EB0}" dt="2024-11-06T12:18:31.674" v="686" actId="9405"/>
          <ac:inkMkLst>
            <pc:docMk/>
            <pc:sldMk cId="2204446780" sldId="344"/>
            <ac:inkMk id="13" creationId="{21768317-4EEC-2B84-16E3-74C76E747095}"/>
          </ac:inkMkLst>
        </pc:inkChg>
        <pc:inkChg chg="add">
          <ac:chgData name="Yan Li" userId="8c31b902-5b3a-4bc1-a03f-ce296c1668b4" providerId="ADAL" clId="{C4E2F155-1101-4902-976B-AD814EDA6EB0}" dt="2024-11-06T12:18:34.025" v="687" actId="9405"/>
          <ac:inkMkLst>
            <pc:docMk/>
            <pc:sldMk cId="2204446780" sldId="344"/>
            <ac:inkMk id="14" creationId="{408F6EDB-067E-E09D-1695-8E43C0669D16}"/>
          </ac:inkMkLst>
        </pc:inkChg>
        <pc:inkChg chg="add">
          <ac:chgData name="Yan Li" userId="8c31b902-5b3a-4bc1-a03f-ce296c1668b4" providerId="ADAL" clId="{C4E2F155-1101-4902-976B-AD814EDA6EB0}" dt="2024-11-06T12:18:41.966" v="688" actId="9405"/>
          <ac:inkMkLst>
            <pc:docMk/>
            <pc:sldMk cId="2204446780" sldId="344"/>
            <ac:inkMk id="15" creationId="{A8682C6D-2E67-857A-8192-0CFA44342C4B}"/>
          </ac:inkMkLst>
        </pc:inkChg>
      </pc:sldChg>
      <pc:sldChg chg="addSp delSp modSp add mod modNotesTx">
        <pc:chgData name="Yan Li" userId="8c31b902-5b3a-4bc1-a03f-ce296c1668b4" providerId="ADAL" clId="{C4E2F155-1101-4902-976B-AD814EDA6EB0}" dt="2024-11-21T02:51:31.293" v="1925" actId="20577"/>
        <pc:sldMkLst>
          <pc:docMk/>
          <pc:sldMk cId="2283548857" sldId="344"/>
        </pc:sldMkLst>
        <pc:spChg chg="mod">
          <ac:chgData name="Yan Li" userId="8c31b902-5b3a-4bc1-a03f-ce296c1668b4" providerId="ADAL" clId="{C4E2F155-1101-4902-976B-AD814EDA6EB0}" dt="2024-11-21T02:47:28.991" v="1911" actId="14100"/>
          <ac:spMkLst>
            <pc:docMk/>
            <pc:sldMk cId="2283548857" sldId="344"/>
            <ac:spMk id="5" creationId="{8490BE47-70BF-E59F-B5B9-74BD5EB2FD52}"/>
          </ac:spMkLst>
        </pc:spChg>
        <pc:picChg chg="del">
          <ac:chgData name="Yan Li" userId="8c31b902-5b3a-4bc1-a03f-ce296c1668b4" providerId="ADAL" clId="{C4E2F155-1101-4902-976B-AD814EDA6EB0}" dt="2024-11-20T21:50:39.394" v="1571" actId="478"/>
          <ac:picMkLst>
            <pc:docMk/>
            <pc:sldMk cId="2283548857" sldId="344"/>
            <ac:picMk id="3" creationId="{1C17A5DC-5197-914B-1AF0-8CD592BED646}"/>
          </ac:picMkLst>
        </pc:picChg>
        <pc:picChg chg="add del mod">
          <ac:chgData name="Yan Li" userId="8c31b902-5b3a-4bc1-a03f-ce296c1668b4" providerId="ADAL" clId="{C4E2F155-1101-4902-976B-AD814EDA6EB0}" dt="2024-11-20T21:51:49.587" v="1583" actId="478"/>
          <ac:picMkLst>
            <pc:docMk/>
            <pc:sldMk cId="2283548857" sldId="344"/>
            <ac:picMk id="4" creationId="{C3D0CE9E-5D01-491A-1CC7-CFB71D783D74}"/>
          </ac:picMkLst>
        </pc:picChg>
        <pc:picChg chg="add del mod">
          <ac:chgData name="Yan Li" userId="8c31b902-5b3a-4bc1-a03f-ce296c1668b4" providerId="ADAL" clId="{C4E2F155-1101-4902-976B-AD814EDA6EB0}" dt="2024-11-20T21:54:21.949" v="1592" actId="478"/>
          <ac:picMkLst>
            <pc:docMk/>
            <pc:sldMk cId="2283548857" sldId="344"/>
            <ac:picMk id="7" creationId="{0D7406E5-44F1-B89C-DB84-BA6F5BFF4880}"/>
          </ac:picMkLst>
        </pc:picChg>
        <pc:picChg chg="add del mod">
          <ac:chgData name="Yan Li" userId="8c31b902-5b3a-4bc1-a03f-ce296c1668b4" providerId="ADAL" clId="{C4E2F155-1101-4902-976B-AD814EDA6EB0}" dt="2024-11-20T21:54:41.983" v="1595" actId="478"/>
          <ac:picMkLst>
            <pc:docMk/>
            <pc:sldMk cId="2283548857" sldId="344"/>
            <ac:picMk id="9" creationId="{C2B011A7-160A-C347-5C41-0ECE8E1A4416}"/>
          </ac:picMkLst>
        </pc:picChg>
        <pc:picChg chg="add mod">
          <ac:chgData name="Yan Li" userId="8c31b902-5b3a-4bc1-a03f-ce296c1668b4" providerId="ADAL" clId="{C4E2F155-1101-4902-976B-AD814EDA6EB0}" dt="2024-11-20T21:55:14.738" v="1605" actId="1076"/>
          <ac:picMkLst>
            <pc:docMk/>
            <pc:sldMk cId="2283548857" sldId="344"/>
            <ac:picMk id="11" creationId="{F45628E7-E50F-93D9-2E20-AF9033FF6699}"/>
          </ac:picMkLst>
        </pc:picChg>
        <pc:picChg chg="add mod">
          <ac:chgData name="Yan Li" userId="8c31b902-5b3a-4bc1-a03f-ce296c1668b4" providerId="ADAL" clId="{C4E2F155-1101-4902-976B-AD814EDA6EB0}" dt="2024-11-20T21:54:56.258" v="1602" actId="14100"/>
          <ac:picMkLst>
            <pc:docMk/>
            <pc:sldMk cId="2283548857" sldId="344"/>
            <ac:picMk id="13" creationId="{66A8EE61-42D7-E839-D197-7FA74FA3BF00}"/>
          </ac:picMkLst>
        </pc:picChg>
      </pc:sldChg>
      <pc:sldChg chg="addSp delSp modSp add del mod">
        <pc:chgData name="Yan Li" userId="8c31b902-5b3a-4bc1-a03f-ce296c1668b4" providerId="ADAL" clId="{C4E2F155-1101-4902-976B-AD814EDA6EB0}" dt="2024-11-21T17:53:51.471" v="2466" actId="2696"/>
        <pc:sldMkLst>
          <pc:docMk/>
          <pc:sldMk cId="1640192839" sldId="345"/>
        </pc:sldMkLst>
        <pc:picChg chg="add del mod">
          <ac:chgData name="Yan Li" userId="8c31b902-5b3a-4bc1-a03f-ce296c1668b4" providerId="ADAL" clId="{C4E2F155-1101-4902-976B-AD814EDA6EB0}" dt="2024-11-20T21:51:20.933" v="1582" actId="478"/>
          <ac:picMkLst>
            <pc:docMk/>
            <pc:sldMk cId="1640192839" sldId="345"/>
            <ac:picMk id="3" creationId="{75C211AF-436A-089C-A46A-F231455B00B9}"/>
          </ac:picMkLst>
        </pc:picChg>
        <pc:picChg chg="del">
          <ac:chgData name="Yan Li" userId="8c31b902-5b3a-4bc1-a03f-ce296c1668b4" providerId="ADAL" clId="{C4E2F155-1101-4902-976B-AD814EDA6EB0}" dt="2024-11-20T21:51:13.539" v="1578" actId="478"/>
          <ac:picMkLst>
            <pc:docMk/>
            <pc:sldMk cId="1640192839" sldId="345"/>
            <ac:picMk id="4" creationId="{DE3CD5FA-C801-2134-1B99-DD488448F7A0}"/>
          </ac:picMkLst>
        </pc:picChg>
        <pc:picChg chg="add mod">
          <ac:chgData name="Yan Li" userId="8c31b902-5b3a-4bc1-a03f-ce296c1668b4" providerId="ADAL" clId="{C4E2F155-1101-4902-976B-AD814EDA6EB0}" dt="2024-11-20T21:55:45.651" v="1607" actId="1076"/>
          <ac:picMkLst>
            <pc:docMk/>
            <pc:sldMk cId="1640192839" sldId="345"/>
            <ac:picMk id="7" creationId="{6B4139FC-DFAD-A5A5-0238-19AFEB856156}"/>
          </ac:picMkLst>
        </pc:picChg>
      </pc:sldChg>
      <pc:sldChg chg="addSp delSp modSp add del mod">
        <pc:chgData name="Yan Li" userId="8c31b902-5b3a-4bc1-a03f-ce296c1668b4" providerId="ADAL" clId="{C4E2F155-1101-4902-976B-AD814EDA6EB0}" dt="2024-11-20T21:48:57.118" v="1561" actId="2696"/>
        <pc:sldMkLst>
          <pc:docMk/>
          <pc:sldMk cId="4103872209" sldId="345"/>
        </pc:sldMkLst>
        <pc:spChg chg="add del">
          <ac:chgData name="Yan Li" userId="8c31b902-5b3a-4bc1-a03f-ce296c1668b4" providerId="ADAL" clId="{C4E2F155-1101-4902-976B-AD814EDA6EB0}" dt="2024-11-06T12:25:52.974" v="784" actId="478"/>
          <ac:spMkLst>
            <pc:docMk/>
            <pc:sldMk cId="4103872209" sldId="345"/>
            <ac:spMk id="3" creationId="{32248175-29CA-DE52-8183-47744F2D4A51}"/>
          </ac:spMkLst>
        </pc:spChg>
        <pc:spChg chg="mod">
          <ac:chgData name="Yan Li" userId="8c31b902-5b3a-4bc1-a03f-ce296c1668b4" providerId="ADAL" clId="{C4E2F155-1101-4902-976B-AD814EDA6EB0}" dt="2024-11-06T12:25:50.515" v="783" actId="20577"/>
          <ac:spMkLst>
            <pc:docMk/>
            <pc:sldMk cId="4103872209" sldId="345"/>
            <ac:spMk id="5" creationId="{36A749C9-589F-52E1-9B30-7C92319FD82A}"/>
          </ac:spMkLst>
        </pc:spChg>
        <pc:spChg chg="del mod">
          <ac:chgData name="Yan Li" userId="8c31b902-5b3a-4bc1-a03f-ce296c1668b4" providerId="ADAL" clId="{C4E2F155-1101-4902-976B-AD814EDA6EB0}" dt="2024-11-06T12:25:31.003" v="732" actId="478"/>
          <ac:spMkLst>
            <pc:docMk/>
            <pc:sldMk cId="4103872209" sldId="345"/>
            <ac:spMk id="7" creationId="{4054F1DF-202F-91A0-DFA8-CC0D999AA32B}"/>
          </ac:spMkLst>
        </pc:spChg>
        <pc:spChg chg="add mod">
          <ac:chgData name="Yan Li" userId="8c31b902-5b3a-4bc1-a03f-ce296c1668b4" providerId="ADAL" clId="{C4E2F155-1101-4902-976B-AD814EDA6EB0}" dt="2024-11-06T12:30:23.564" v="799"/>
          <ac:spMkLst>
            <pc:docMk/>
            <pc:sldMk cId="4103872209" sldId="345"/>
            <ac:spMk id="16" creationId="{B54DC373-163F-1ED8-CEFF-A6EF9F3780A8}"/>
          </ac:spMkLst>
        </pc:spChg>
        <pc:spChg chg="add mod">
          <ac:chgData name="Yan Li" userId="8c31b902-5b3a-4bc1-a03f-ce296c1668b4" providerId="ADAL" clId="{C4E2F155-1101-4902-976B-AD814EDA6EB0}" dt="2024-11-06T12:32:15.196" v="808" actId="20577"/>
          <ac:spMkLst>
            <pc:docMk/>
            <pc:sldMk cId="4103872209" sldId="345"/>
            <ac:spMk id="18" creationId="{C4D501CE-C865-8EC4-6196-1EBCA591C052}"/>
          </ac:spMkLst>
        </pc:spChg>
        <pc:picChg chg="del">
          <ac:chgData name="Yan Li" userId="8c31b902-5b3a-4bc1-a03f-ce296c1668b4" providerId="ADAL" clId="{C4E2F155-1101-4902-976B-AD814EDA6EB0}" dt="2024-11-06T12:25:22.975" v="727" actId="478"/>
          <ac:picMkLst>
            <pc:docMk/>
            <pc:sldMk cId="4103872209" sldId="345"/>
            <ac:picMk id="4" creationId="{7CB5DD45-ED2E-7892-5B36-20C0C82BB13E}"/>
          </ac:picMkLst>
        </pc:picChg>
        <pc:picChg chg="add mod">
          <ac:chgData name="Yan Li" userId="8c31b902-5b3a-4bc1-a03f-ce296c1668b4" providerId="ADAL" clId="{C4E2F155-1101-4902-976B-AD814EDA6EB0}" dt="2024-11-06T12:27:34.730" v="796" actId="1076"/>
          <ac:picMkLst>
            <pc:docMk/>
            <pc:sldMk cId="4103872209" sldId="345"/>
            <ac:picMk id="8" creationId="{715B71A6-92CB-7E2F-5813-C002931A6D62}"/>
          </ac:picMkLst>
        </pc:picChg>
        <pc:picChg chg="del mod">
          <ac:chgData name="Yan Li" userId="8c31b902-5b3a-4bc1-a03f-ce296c1668b4" providerId="ADAL" clId="{C4E2F155-1101-4902-976B-AD814EDA6EB0}" dt="2024-11-06T12:26:37.208" v="789" actId="478"/>
          <ac:picMkLst>
            <pc:docMk/>
            <pc:sldMk cId="4103872209" sldId="345"/>
            <ac:picMk id="20" creationId="{AF9D8600-7ED9-58EA-8AAD-5FF54FD3E1BE}"/>
          </ac:picMkLst>
        </pc:picChg>
        <pc:inkChg chg="del">
          <ac:chgData name="Yan Li" userId="8c31b902-5b3a-4bc1-a03f-ce296c1668b4" providerId="ADAL" clId="{C4E2F155-1101-4902-976B-AD814EDA6EB0}" dt="2024-11-06T12:25:25.287" v="728" actId="478"/>
          <ac:inkMkLst>
            <pc:docMk/>
            <pc:sldMk cId="4103872209" sldId="345"/>
            <ac:inkMk id="9" creationId="{83E9AB43-8890-BE4C-FA13-A0B172A95367}"/>
          </ac:inkMkLst>
        </pc:inkChg>
        <pc:inkChg chg="del">
          <ac:chgData name="Yan Li" userId="8c31b902-5b3a-4bc1-a03f-ce296c1668b4" providerId="ADAL" clId="{C4E2F155-1101-4902-976B-AD814EDA6EB0}" dt="2024-11-06T12:25:27.420" v="729" actId="478"/>
          <ac:inkMkLst>
            <pc:docMk/>
            <pc:sldMk cId="4103872209" sldId="345"/>
            <ac:inkMk id="10" creationId="{40CD1A70-B59A-292E-10EB-735A4619C044}"/>
          </ac:inkMkLst>
        </pc:inkChg>
        <pc:inkChg chg="del">
          <ac:chgData name="Yan Li" userId="8c31b902-5b3a-4bc1-a03f-ce296c1668b4" providerId="ADAL" clId="{C4E2F155-1101-4902-976B-AD814EDA6EB0}" dt="2024-11-06T12:27:30.510" v="795" actId="478"/>
          <ac:inkMkLst>
            <pc:docMk/>
            <pc:sldMk cId="4103872209" sldId="345"/>
            <ac:inkMk id="14" creationId="{FE0BF58F-122F-2FFB-DA01-6BCD23E8BA03}"/>
          </ac:inkMkLst>
        </pc:inkChg>
        <pc:inkChg chg="del">
          <ac:chgData name="Yan Li" userId="8c31b902-5b3a-4bc1-a03f-ce296c1668b4" providerId="ADAL" clId="{C4E2F155-1101-4902-976B-AD814EDA6EB0}" dt="2024-11-06T12:25:28.431" v="730" actId="478"/>
          <ac:inkMkLst>
            <pc:docMk/>
            <pc:sldMk cId="4103872209" sldId="345"/>
            <ac:inkMk id="15" creationId="{2FCF35B1-3064-120A-3E44-1FA0BFA47A75}"/>
          </ac:inkMkLst>
        </pc:inkChg>
      </pc:sldChg>
      <pc:sldChg chg="addSp delSp modSp add del mod modNotesTx">
        <pc:chgData name="Yan Li" userId="8c31b902-5b3a-4bc1-a03f-ce296c1668b4" providerId="ADAL" clId="{C4E2F155-1101-4902-976B-AD814EDA6EB0}" dt="2024-11-20T21:48:57.118" v="1561" actId="2696"/>
        <pc:sldMkLst>
          <pc:docMk/>
          <pc:sldMk cId="740735938" sldId="346"/>
        </pc:sldMkLst>
        <pc:spChg chg="add del mod">
          <ac:chgData name="Yan Li" userId="8c31b902-5b3a-4bc1-a03f-ce296c1668b4" providerId="ADAL" clId="{C4E2F155-1101-4902-976B-AD814EDA6EB0}" dt="2024-11-06T12:51:17.956" v="837"/>
          <ac:spMkLst>
            <pc:docMk/>
            <pc:sldMk cId="740735938" sldId="346"/>
            <ac:spMk id="6" creationId="{C3FD8612-B650-7656-A880-983336DB2867}"/>
          </ac:spMkLst>
        </pc:spChg>
        <pc:spChg chg="add mod">
          <ac:chgData name="Yan Li" userId="8c31b902-5b3a-4bc1-a03f-ce296c1668b4" providerId="ADAL" clId="{C4E2F155-1101-4902-976B-AD814EDA6EB0}" dt="2024-11-06T12:51:23.928" v="839" actId="6549"/>
          <ac:spMkLst>
            <pc:docMk/>
            <pc:sldMk cId="740735938" sldId="346"/>
            <ac:spMk id="9" creationId="{4DCCD58A-A70C-4164-0423-AE640D0A5DC5}"/>
          </ac:spMkLst>
        </pc:spChg>
        <pc:spChg chg="del">
          <ac:chgData name="Yan Li" userId="8c31b902-5b3a-4bc1-a03f-ce296c1668b4" providerId="ADAL" clId="{C4E2F155-1101-4902-976B-AD814EDA6EB0}" dt="2024-11-06T12:33:10.733" v="814" actId="478"/>
          <ac:spMkLst>
            <pc:docMk/>
            <pc:sldMk cId="740735938" sldId="346"/>
            <ac:spMk id="16" creationId="{C025A5A0-57BA-4492-463A-457929B10E03}"/>
          </ac:spMkLst>
        </pc:spChg>
        <pc:spChg chg="del">
          <ac:chgData name="Yan Li" userId="8c31b902-5b3a-4bc1-a03f-ce296c1668b4" providerId="ADAL" clId="{C4E2F155-1101-4902-976B-AD814EDA6EB0}" dt="2024-11-06T12:33:09.443" v="813" actId="478"/>
          <ac:spMkLst>
            <pc:docMk/>
            <pc:sldMk cId="740735938" sldId="346"/>
            <ac:spMk id="18" creationId="{200735A9-80F7-5ACC-78C4-691D6F48044D}"/>
          </ac:spMkLst>
        </pc:spChg>
        <pc:picChg chg="add mod">
          <ac:chgData name="Yan Li" userId="8c31b902-5b3a-4bc1-a03f-ce296c1668b4" providerId="ADAL" clId="{C4E2F155-1101-4902-976B-AD814EDA6EB0}" dt="2024-11-06T12:33:24.640" v="819" actId="14100"/>
          <ac:picMkLst>
            <pc:docMk/>
            <pc:sldMk cId="740735938" sldId="346"/>
            <ac:picMk id="3" creationId="{D6446A6E-4D61-9C15-9A9D-261667CD57BB}"/>
          </ac:picMkLst>
        </pc:picChg>
        <pc:picChg chg="del">
          <ac:chgData name="Yan Li" userId="8c31b902-5b3a-4bc1-a03f-ce296c1668b4" providerId="ADAL" clId="{C4E2F155-1101-4902-976B-AD814EDA6EB0}" dt="2024-11-06T12:33:03.010" v="810" actId="478"/>
          <ac:picMkLst>
            <pc:docMk/>
            <pc:sldMk cId="740735938" sldId="346"/>
            <ac:picMk id="8" creationId="{52B37E52-5864-6D03-EE68-3FE6905CB21A}"/>
          </ac:picMkLst>
        </pc:picChg>
      </pc:sldChg>
      <pc:sldChg chg="addSp modSp add mod modNotesTx">
        <pc:chgData name="Yan Li" userId="8c31b902-5b3a-4bc1-a03f-ce296c1668b4" providerId="ADAL" clId="{C4E2F155-1101-4902-976B-AD814EDA6EB0}" dt="2024-11-21T17:53:33.462" v="2465" actId="6549"/>
        <pc:sldMkLst>
          <pc:docMk/>
          <pc:sldMk cId="1492018131" sldId="346"/>
        </pc:sldMkLst>
        <pc:spChg chg="mod">
          <ac:chgData name="Yan Li" userId="8c31b902-5b3a-4bc1-a03f-ce296c1668b4" providerId="ADAL" clId="{C4E2F155-1101-4902-976B-AD814EDA6EB0}" dt="2024-11-21T03:01:13.649" v="1936" actId="14100"/>
          <ac:spMkLst>
            <pc:docMk/>
            <pc:sldMk cId="1492018131" sldId="346"/>
            <ac:spMk id="5" creationId="{961D8DC9-F7B0-86D1-0B7C-B97F20333515}"/>
          </ac:spMkLst>
        </pc:spChg>
        <pc:inkChg chg="add">
          <ac:chgData name="Yan Li" userId="8c31b902-5b3a-4bc1-a03f-ce296c1668b4" providerId="ADAL" clId="{C4E2F155-1101-4902-976B-AD814EDA6EB0}" dt="2024-11-21T17:47:48.085" v="2445" actId="9405"/>
          <ac:inkMkLst>
            <pc:docMk/>
            <pc:sldMk cId="1492018131" sldId="346"/>
            <ac:inkMk id="2" creationId="{B6B00F9A-2354-2F7F-FA93-9715E54C68E7}"/>
          </ac:inkMkLst>
        </pc:inkChg>
        <pc:inkChg chg="add">
          <ac:chgData name="Yan Li" userId="8c31b902-5b3a-4bc1-a03f-ce296c1668b4" providerId="ADAL" clId="{C4E2F155-1101-4902-976B-AD814EDA6EB0}" dt="2024-11-21T17:47:51.567" v="2446" actId="9405"/>
          <ac:inkMkLst>
            <pc:docMk/>
            <pc:sldMk cId="1492018131" sldId="346"/>
            <ac:inkMk id="3" creationId="{0E033E08-AFA7-0801-1A6A-6BF2DF2F690E}"/>
          </ac:inkMkLst>
        </pc:inkChg>
        <pc:inkChg chg="add">
          <ac:chgData name="Yan Li" userId="8c31b902-5b3a-4bc1-a03f-ce296c1668b4" providerId="ADAL" clId="{C4E2F155-1101-4902-976B-AD814EDA6EB0}" dt="2024-11-21T17:47:53.084" v="2447" actId="9405"/>
          <ac:inkMkLst>
            <pc:docMk/>
            <pc:sldMk cId="1492018131" sldId="346"/>
            <ac:inkMk id="4" creationId="{D95A24ED-F2FB-50FC-A6CE-7F98B8506717}"/>
          </ac:inkMkLst>
        </pc:inkChg>
        <pc:inkChg chg="add">
          <ac:chgData name="Yan Li" userId="8c31b902-5b3a-4bc1-a03f-ce296c1668b4" providerId="ADAL" clId="{C4E2F155-1101-4902-976B-AD814EDA6EB0}" dt="2024-11-21T17:47:54.628" v="2448" actId="9405"/>
          <ac:inkMkLst>
            <pc:docMk/>
            <pc:sldMk cId="1492018131" sldId="346"/>
            <ac:inkMk id="6" creationId="{8EB6B78D-57EA-9331-A1FD-EA96351791E6}"/>
          </ac:inkMkLst>
        </pc:inkChg>
        <pc:inkChg chg="add">
          <ac:chgData name="Yan Li" userId="8c31b902-5b3a-4bc1-a03f-ce296c1668b4" providerId="ADAL" clId="{C4E2F155-1101-4902-976B-AD814EDA6EB0}" dt="2024-11-21T17:48:03.944" v="2449" actId="9405"/>
          <ac:inkMkLst>
            <pc:docMk/>
            <pc:sldMk cId="1492018131" sldId="346"/>
            <ac:inkMk id="8" creationId="{EE695BE9-567B-F6BE-30C9-987F9674A668}"/>
          </ac:inkMkLst>
        </pc:inkChg>
        <pc:inkChg chg="add">
          <ac:chgData name="Yan Li" userId="8c31b902-5b3a-4bc1-a03f-ce296c1668b4" providerId="ADAL" clId="{C4E2F155-1101-4902-976B-AD814EDA6EB0}" dt="2024-11-21T17:48:06.388" v="2450" actId="9405"/>
          <ac:inkMkLst>
            <pc:docMk/>
            <pc:sldMk cId="1492018131" sldId="346"/>
            <ac:inkMk id="10" creationId="{8D861209-AADF-0C10-E84F-291FBB47E864}"/>
          </ac:inkMkLst>
        </pc:inkChg>
        <pc:inkChg chg="add">
          <ac:chgData name="Yan Li" userId="8c31b902-5b3a-4bc1-a03f-ce296c1668b4" providerId="ADAL" clId="{C4E2F155-1101-4902-976B-AD814EDA6EB0}" dt="2024-11-21T17:48:11.464" v="2451" actId="9405"/>
          <ac:inkMkLst>
            <pc:docMk/>
            <pc:sldMk cId="1492018131" sldId="346"/>
            <ac:inkMk id="11" creationId="{056D7ACD-A787-A4EC-046E-80F99E6B8F61}"/>
          </ac:inkMkLst>
        </pc:inkChg>
        <pc:inkChg chg="add">
          <ac:chgData name="Yan Li" userId="8c31b902-5b3a-4bc1-a03f-ce296c1668b4" providerId="ADAL" clId="{C4E2F155-1101-4902-976B-AD814EDA6EB0}" dt="2024-11-21T17:48:13.472" v="2452" actId="9405"/>
          <ac:inkMkLst>
            <pc:docMk/>
            <pc:sldMk cId="1492018131" sldId="346"/>
            <ac:inkMk id="12" creationId="{7F77B7F7-5CC7-525A-B19B-12EFB6A2EBCB}"/>
          </ac:inkMkLst>
        </pc:inkChg>
        <pc:inkChg chg="add">
          <ac:chgData name="Yan Li" userId="8c31b902-5b3a-4bc1-a03f-ce296c1668b4" providerId="ADAL" clId="{C4E2F155-1101-4902-976B-AD814EDA6EB0}" dt="2024-11-21T17:48:15.309" v="2453" actId="9405"/>
          <ac:inkMkLst>
            <pc:docMk/>
            <pc:sldMk cId="1492018131" sldId="346"/>
            <ac:inkMk id="13" creationId="{7DCCB840-449D-ADBD-8145-BEE63BA13A23}"/>
          </ac:inkMkLst>
        </pc:inkChg>
        <pc:inkChg chg="add">
          <ac:chgData name="Yan Li" userId="8c31b902-5b3a-4bc1-a03f-ce296c1668b4" providerId="ADAL" clId="{C4E2F155-1101-4902-976B-AD814EDA6EB0}" dt="2024-11-21T17:48:16.974" v="2454" actId="9405"/>
          <ac:inkMkLst>
            <pc:docMk/>
            <pc:sldMk cId="1492018131" sldId="346"/>
            <ac:inkMk id="14" creationId="{7F5FCD17-4533-0EE4-B86D-BF2EC6673163}"/>
          </ac:inkMkLst>
        </pc:inkChg>
        <pc:inkChg chg="add">
          <ac:chgData name="Yan Li" userId="8c31b902-5b3a-4bc1-a03f-ce296c1668b4" providerId="ADAL" clId="{C4E2F155-1101-4902-976B-AD814EDA6EB0}" dt="2024-11-21T17:48:28.022" v="2455" actId="9405"/>
          <ac:inkMkLst>
            <pc:docMk/>
            <pc:sldMk cId="1492018131" sldId="346"/>
            <ac:inkMk id="15" creationId="{17D1CE82-2F9F-A2B3-8C76-AE1494196340}"/>
          </ac:inkMkLst>
        </pc:inkChg>
        <pc:inkChg chg="add">
          <ac:chgData name="Yan Li" userId="8c31b902-5b3a-4bc1-a03f-ce296c1668b4" providerId="ADAL" clId="{C4E2F155-1101-4902-976B-AD814EDA6EB0}" dt="2024-11-21T17:50:15.964" v="2460" actId="9405"/>
          <ac:inkMkLst>
            <pc:docMk/>
            <pc:sldMk cId="1492018131" sldId="346"/>
            <ac:inkMk id="16" creationId="{18BA2CE4-31FF-260B-9C99-FD25F0A9833D}"/>
          </ac:inkMkLst>
        </pc:inkChg>
        <pc:inkChg chg="add">
          <ac:chgData name="Yan Li" userId="8c31b902-5b3a-4bc1-a03f-ce296c1668b4" providerId="ADAL" clId="{C4E2F155-1101-4902-976B-AD814EDA6EB0}" dt="2024-11-21T17:50:19.073" v="2461" actId="9405"/>
          <ac:inkMkLst>
            <pc:docMk/>
            <pc:sldMk cId="1492018131" sldId="346"/>
            <ac:inkMk id="17" creationId="{DFC2F5DE-A066-B46D-25E9-E680612ED8F2}"/>
          </ac:inkMkLst>
        </pc:inkChg>
        <pc:inkChg chg="add">
          <ac:chgData name="Yan Li" userId="8c31b902-5b3a-4bc1-a03f-ce296c1668b4" providerId="ADAL" clId="{C4E2F155-1101-4902-976B-AD814EDA6EB0}" dt="2024-11-21T17:50:22.731" v="2462" actId="9405"/>
          <ac:inkMkLst>
            <pc:docMk/>
            <pc:sldMk cId="1492018131" sldId="346"/>
            <ac:inkMk id="18" creationId="{C744EB45-86B9-CFD5-29BD-2BF70BDEB3B0}"/>
          </ac:inkMkLst>
        </pc:inkChg>
        <pc:inkChg chg="add">
          <ac:chgData name="Yan Li" userId="8c31b902-5b3a-4bc1-a03f-ce296c1668b4" providerId="ADAL" clId="{C4E2F155-1101-4902-976B-AD814EDA6EB0}" dt="2024-11-21T17:50:25.435" v="2463" actId="9405"/>
          <ac:inkMkLst>
            <pc:docMk/>
            <pc:sldMk cId="1492018131" sldId="346"/>
            <ac:inkMk id="19" creationId="{A796A3EA-17AA-A2C1-3E20-9FB7638DD1B0}"/>
          </ac:inkMkLst>
        </pc:inkChg>
        <pc:inkChg chg="add">
          <ac:chgData name="Yan Li" userId="8c31b902-5b3a-4bc1-a03f-ce296c1668b4" providerId="ADAL" clId="{C4E2F155-1101-4902-976B-AD814EDA6EB0}" dt="2024-11-21T17:50:28.479" v="2464" actId="9405"/>
          <ac:inkMkLst>
            <pc:docMk/>
            <pc:sldMk cId="1492018131" sldId="346"/>
            <ac:inkMk id="21" creationId="{A55E4C44-F0F9-AB79-E216-5B70394EA619}"/>
          </ac:inkMkLst>
        </pc:inkChg>
      </pc:sldChg>
      <pc:sldChg chg="addSp delSp modSp add del mod modNotesTx">
        <pc:chgData name="Yan Li" userId="8c31b902-5b3a-4bc1-a03f-ce296c1668b4" providerId="ADAL" clId="{C4E2F155-1101-4902-976B-AD814EDA6EB0}" dt="2024-11-20T21:48:57.118" v="1561" actId="2696"/>
        <pc:sldMkLst>
          <pc:docMk/>
          <pc:sldMk cId="95849322" sldId="347"/>
        </pc:sldMkLst>
        <pc:spChg chg="mod">
          <ac:chgData name="Yan Li" userId="8c31b902-5b3a-4bc1-a03f-ce296c1668b4" providerId="ADAL" clId="{C4E2F155-1101-4902-976B-AD814EDA6EB0}" dt="2024-11-06T12:53:24.495" v="870" actId="20577"/>
          <ac:spMkLst>
            <pc:docMk/>
            <pc:sldMk cId="95849322" sldId="347"/>
            <ac:spMk id="5" creationId="{A53A78C3-62CD-5DC0-FF6B-6DCF22F5F5B2}"/>
          </ac:spMkLst>
        </pc:spChg>
        <pc:spChg chg="add mod">
          <ac:chgData name="Yan Li" userId="8c31b902-5b3a-4bc1-a03f-ce296c1668b4" providerId="ADAL" clId="{C4E2F155-1101-4902-976B-AD814EDA6EB0}" dt="2024-11-06T12:54:19.788" v="881" actId="14100"/>
          <ac:spMkLst>
            <pc:docMk/>
            <pc:sldMk cId="95849322" sldId="347"/>
            <ac:spMk id="7" creationId="{CFC62301-4F9A-5123-A09E-CC8B5DF385F6}"/>
          </ac:spMkLst>
        </pc:spChg>
        <pc:spChg chg="del">
          <ac:chgData name="Yan Li" userId="8c31b902-5b3a-4bc1-a03f-ce296c1668b4" providerId="ADAL" clId="{C4E2F155-1101-4902-976B-AD814EDA6EB0}" dt="2024-11-06T12:52:49.509" v="843" actId="478"/>
          <ac:spMkLst>
            <pc:docMk/>
            <pc:sldMk cId="95849322" sldId="347"/>
            <ac:spMk id="9" creationId="{33417E22-15C9-D54B-2597-2AD96F98BD3E}"/>
          </ac:spMkLst>
        </pc:spChg>
        <pc:picChg chg="del">
          <ac:chgData name="Yan Li" userId="8c31b902-5b3a-4bc1-a03f-ce296c1668b4" providerId="ADAL" clId="{C4E2F155-1101-4902-976B-AD814EDA6EB0}" dt="2024-11-06T12:52:46.666" v="841" actId="478"/>
          <ac:picMkLst>
            <pc:docMk/>
            <pc:sldMk cId="95849322" sldId="347"/>
            <ac:picMk id="3" creationId="{17FBE22C-883E-67DF-B0EF-5464B9A12A3E}"/>
          </ac:picMkLst>
        </pc:picChg>
        <pc:picChg chg="add mod">
          <ac:chgData name="Yan Li" userId="8c31b902-5b3a-4bc1-a03f-ce296c1668b4" providerId="ADAL" clId="{C4E2F155-1101-4902-976B-AD814EDA6EB0}" dt="2024-11-06T12:52:51.715" v="844" actId="1076"/>
          <ac:picMkLst>
            <pc:docMk/>
            <pc:sldMk cId="95849322" sldId="347"/>
            <ac:picMk id="4" creationId="{20C686BA-3885-B2D2-D44A-A8B3FDCE2665}"/>
          </ac:picMkLst>
        </pc:picChg>
      </pc:sldChg>
      <pc:sldChg chg="addSp delSp modSp add mod modNotesTx">
        <pc:chgData name="Yan Li" userId="8c31b902-5b3a-4bc1-a03f-ce296c1668b4" providerId="ADAL" clId="{C4E2F155-1101-4902-976B-AD814EDA6EB0}" dt="2024-11-21T18:16:34.292" v="2539" actId="20577"/>
        <pc:sldMkLst>
          <pc:docMk/>
          <pc:sldMk cId="2411332047" sldId="347"/>
        </pc:sldMkLst>
        <pc:spChg chg="mod">
          <ac:chgData name="Yan Li" userId="8c31b902-5b3a-4bc1-a03f-ce296c1668b4" providerId="ADAL" clId="{C4E2F155-1101-4902-976B-AD814EDA6EB0}" dt="2024-11-21T17:56:15.134" v="2472" actId="14100"/>
          <ac:spMkLst>
            <pc:docMk/>
            <pc:sldMk cId="2411332047" sldId="347"/>
            <ac:spMk id="5" creationId="{89B0B7E6-0C6D-30D0-C580-59FA85440428}"/>
          </ac:spMkLst>
        </pc:spChg>
        <pc:picChg chg="add mod">
          <ac:chgData name="Yan Li" userId="8c31b902-5b3a-4bc1-a03f-ce296c1668b4" providerId="ADAL" clId="{C4E2F155-1101-4902-976B-AD814EDA6EB0}" dt="2024-11-20T21:56:18.470" v="1615" actId="1076"/>
          <ac:picMkLst>
            <pc:docMk/>
            <pc:sldMk cId="2411332047" sldId="347"/>
            <ac:picMk id="3" creationId="{A70BA769-DA05-089B-FE8A-11517524CFED}"/>
          </ac:picMkLst>
        </pc:picChg>
        <pc:picChg chg="del">
          <ac:chgData name="Yan Li" userId="8c31b902-5b3a-4bc1-a03f-ce296c1668b4" providerId="ADAL" clId="{C4E2F155-1101-4902-976B-AD814EDA6EB0}" dt="2024-11-20T21:55:56.921" v="1609" actId="478"/>
          <ac:picMkLst>
            <pc:docMk/>
            <pc:sldMk cId="2411332047" sldId="347"/>
            <ac:picMk id="7" creationId="{FC6E74F4-E20E-F303-F7D1-B697E3317577}"/>
          </ac:picMkLst>
        </pc:picChg>
        <pc:inkChg chg="add">
          <ac:chgData name="Yan Li" userId="8c31b902-5b3a-4bc1-a03f-ce296c1668b4" providerId="ADAL" clId="{C4E2F155-1101-4902-976B-AD814EDA6EB0}" dt="2024-11-21T18:15:08.597" v="2489" actId="9405"/>
          <ac:inkMkLst>
            <pc:docMk/>
            <pc:sldMk cId="2411332047" sldId="347"/>
            <ac:inkMk id="2" creationId="{BD26F658-9BF4-D412-9FBC-F3A088BE42D7}"/>
          </ac:inkMkLst>
        </pc:inkChg>
        <pc:inkChg chg="add">
          <ac:chgData name="Yan Li" userId="8c31b902-5b3a-4bc1-a03f-ce296c1668b4" providerId="ADAL" clId="{C4E2F155-1101-4902-976B-AD814EDA6EB0}" dt="2024-11-21T18:15:10.838" v="2490" actId="9405"/>
          <ac:inkMkLst>
            <pc:docMk/>
            <pc:sldMk cId="2411332047" sldId="347"/>
            <ac:inkMk id="4" creationId="{E93910A4-098A-5922-CBE9-26A23D621A4B}"/>
          </ac:inkMkLst>
        </pc:inkChg>
        <pc:inkChg chg="add">
          <ac:chgData name="Yan Li" userId="8c31b902-5b3a-4bc1-a03f-ce296c1668b4" providerId="ADAL" clId="{C4E2F155-1101-4902-976B-AD814EDA6EB0}" dt="2024-11-21T18:15:32.718" v="2491" actId="9405"/>
          <ac:inkMkLst>
            <pc:docMk/>
            <pc:sldMk cId="2411332047" sldId="347"/>
            <ac:inkMk id="6" creationId="{C08662D3-91C6-5074-8327-48F06A7E1751}"/>
          </ac:inkMkLst>
        </pc:inkChg>
        <pc:inkChg chg="add">
          <ac:chgData name="Yan Li" userId="8c31b902-5b3a-4bc1-a03f-ce296c1668b4" providerId="ADAL" clId="{C4E2F155-1101-4902-976B-AD814EDA6EB0}" dt="2024-11-21T18:15:37.239" v="2492" actId="9405"/>
          <ac:inkMkLst>
            <pc:docMk/>
            <pc:sldMk cId="2411332047" sldId="347"/>
            <ac:inkMk id="7" creationId="{6ACB87E4-6C32-01B3-5C6C-F811B1DDB665}"/>
          </ac:inkMkLst>
        </pc:inkChg>
      </pc:sldChg>
      <pc:sldChg chg="addSp delSp modSp add del mod modNotesTx">
        <pc:chgData name="Yan Li" userId="8c31b902-5b3a-4bc1-a03f-ce296c1668b4" providerId="ADAL" clId="{C4E2F155-1101-4902-976B-AD814EDA6EB0}" dt="2024-11-20T21:48:57.118" v="1561" actId="2696"/>
        <pc:sldMkLst>
          <pc:docMk/>
          <pc:sldMk cId="2456608100" sldId="348"/>
        </pc:sldMkLst>
        <pc:spChg chg="mod">
          <ac:chgData name="Yan Li" userId="8c31b902-5b3a-4bc1-a03f-ce296c1668b4" providerId="ADAL" clId="{C4E2F155-1101-4902-976B-AD814EDA6EB0}" dt="2024-11-06T13:40:23.041" v="923" actId="20577"/>
          <ac:spMkLst>
            <pc:docMk/>
            <pc:sldMk cId="2456608100" sldId="348"/>
            <ac:spMk id="5" creationId="{8C0FAC39-7209-C4AA-3A2D-E7D143F99BB9}"/>
          </ac:spMkLst>
        </pc:spChg>
        <pc:spChg chg="del">
          <ac:chgData name="Yan Li" userId="8c31b902-5b3a-4bc1-a03f-ce296c1668b4" providerId="ADAL" clId="{C4E2F155-1101-4902-976B-AD814EDA6EB0}" dt="2024-11-06T12:55:40.068" v="889" actId="478"/>
          <ac:spMkLst>
            <pc:docMk/>
            <pc:sldMk cId="2456608100" sldId="348"/>
            <ac:spMk id="7" creationId="{26EFD454-04E2-3429-1B61-F671B507F257}"/>
          </ac:spMkLst>
        </pc:spChg>
        <pc:spChg chg="add del mod">
          <ac:chgData name="Yan Li" userId="8c31b902-5b3a-4bc1-a03f-ce296c1668b4" providerId="ADAL" clId="{C4E2F155-1101-4902-976B-AD814EDA6EB0}" dt="2024-11-06T13:55:45.079" v="930"/>
          <ac:spMkLst>
            <pc:docMk/>
            <pc:sldMk cId="2456608100" sldId="348"/>
            <ac:spMk id="10" creationId="{3DA0289D-A19A-6E01-408C-D6DEBDDA9841}"/>
          </ac:spMkLst>
        </pc:spChg>
        <pc:picChg chg="add mod">
          <ac:chgData name="Yan Li" userId="8c31b902-5b3a-4bc1-a03f-ce296c1668b4" providerId="ADAL" clId="{C4E2F155-1101-4902-976B-AD814EDA6EB0}" dt="2024-11-06T13:56:49.198" v="933" actId="1076"/>
          <ac:picMkLst>
            <pc:docMk/>
            <pc:sldMk cId="2456608100" sldId="348"/>
            <ac:picMk id="3" creationId="{3D8BF638-6A06-F074-F117-CCA7C95CEFF3}"/>
          </ac:picMkLst>
        </pc:picChg>
        <pc:picChg chg="del">
          <ac:chgData name="Yan Li" userId="8c31b902-5b3a-4bc1-a03f-ce296c1668b4" providerId="ADAL" clId="{C4E2F155-1101-4902-976B-AD814EDA6EB0}" dt="2024-11-06T12:55:33.426" v="884" actId="478"/>
          <ac:picMkLst>
            <pc:docMk/>
            <pc:sldMk cId="2456608100" sldId="348"/>
            <ac:picMk id="4" creationId="{0157C405-A6EC-BF6F-085B-20439385ACD2}"/>
          </ac:picMkLst>
        </pc:picChg>
        <pc:inkChg chg="add mod">
          <ac:chgData name="Yan Li" userId="8c31b902-5b3a-4bc1-a03f-ce296c1668b4" providerId="ADAL" clId="{C4E2F155-1101-4902-976B-AD814EDA6EB0}" dt="2024-11-06T13:57:00.108" v="936" actId="1076"/>
          <ac:inkMkLst>
            <pc:docMk/>
            <pc:sldMk cId="2456608100" sldId="348"/>
            <ac:inkMk id="6" creationId="{DC9F73CA-539E-EF7D-C7AD-9D9899DAD59E}"/>
          </ac:inkMkLst>
        </pc:inkChg>
        <pc:inkChg chg="add mod">
          <ac:chgData name="Yan Li" userId="8c31b902-5b3a-4bc1-a03f-ce296c1668b4" providerId="ADAL" clId="{C4E2F155-1101-4902-976B-AD814EDA6EB0}" dt="2024-11-06T13:57:02.106" v="937" actId="1076"/>
          <ac:inkMkLst>
            <pc:docMk/>
            <pc:sldMk cId="2456608100" sldId="348"/>
            <ac:inkMk id="8" creationId="{0BE5C1BC-F782-DA9F-91E8-F897C8467102}"/>
          </ac:inkMkLst>
        </pc:inkChg>
      </pc:sldChg>
      <pc:sldChg chg="addSp delSp modSp add mod modNotesTx">
        <pc:chgData name="Yan Li" userId="8c31b902-5b3a-4bc1-a03f-ce296c1668b4" providerId="ADAL" clId="{C4E2F155-1101-4902-976B-AD814EDA6EB0}" dt="2024-11-21T03:04:17.850" v="1951"/>
        <pc:sldMkLst>
          <pc:docMk/>
          <pc:sldMk cId="3536504641" sldId="348"/>
        </pc:sldMkLst>
        <pc:spChg chg="mod">
          <ac:chgData name="Yan Li" userId="8c31b902-5b3a-4bc1-a03f-ce296c1668b4" providerId="ADAL" clId="{C4E2F155-1101-4902-976B-AD814EDA6EB0}" dt="2024-11-21T03:03:24.473" v="1946" actId="255"/>
          <ac:spMkLst>
            <pc:docMk/>
            <pc:sldMk cId="3536504641" sldId="348"/>
            <ac:spMk id="5" creationId="{779185D3-D091-B165-4C35-95ADA9EE0B87}"/>
          </ac:spMkLst>
        </pc:spChg>
        <pc:picChg chg="del">
          <ac:chgData name="Yan Li" userId="8c31b902-5b3a-4bc1-a03f-ce296c1668b4" providerId="ADAL" clId="{C4E2F155-1101-4902-976B-AD814EDA6EB0}" dt="2024-11-20T21:56:36.006" v="1617" actId="478"/>
          <ac:picMkLst>
            <pc:docMk/>
            <pc:sldMk cId="3536504641" sldId="348"/>
            <ac:picMk id="3" creationId="{5716B043-C5A7-551E-59EC-EA740A11486A}"/>
          </ac:picMkLst>
        </pc:picChg>
        <pc:picChg chg="add mod">
          <ac:chgData name="Yan Li" userId="8c31b902-5b3a-4bc1-a03f-ce296c1668b4" providerId="ADAL" clId="{C4E2F155-1101-4902-976B-AD814EDA6EB0}" dt="2024-11-21T03:03:34.207" v="1950" actId="14100"/>
          <ac:picMkLst>
            <pc:docMk/>
            <pc:sldMk cId="3536504641" sldId="348"/>
            <ac:picMk id="4" creationId="{2FCF3CA8-01B3-F5AB-733E-12944DA14EC7}"/>
          </ac:picMkLst>
        </pc:picChg>
        <pc:picChg chg="add mod">
          <ac:chgData name="Yan Li" userId="8c31b902-5b3a-4bc1-a03f-ce296c1668b4" providerId="ADAL" clId="{C4E2F155-1101-4902-976B-AD814EDA6EB0}" dt="2024-11-21T03:03:27.698" v="1947" actId="1076"/>
          <ac:picMkLst>
            <pc:docMk/>
            <pc:sldMk cId="3536504641" sldId="348"/>
            <ac:picMk id="7" creationId="{90039476-EC81-4EBD-E1D8-1E2E2C04459D}"/>
          </ac:picMkLst>
        </pc:picChg>
      </pc:sldChg>
      <pc:sldChg chg="addSp delSp modSp add del mod">
        <pc:chgData name="Yan Li" userId="8c31b902-5b3a-4bc1-a03f-ce296c1668b4" providerId="ADAL" clId="{C4E2F155-1101-4902-976B-AD814EDA6EB0}" dt="2024-11-06T14:01:19.258" v="955" actId="2696"/>
        <pc:sldMkLst>
          <pc:docMk/>
          <pc:sldMk cId="1723694887" sldId="349"/>
        </pc:sldMkLst>
        <pc:picChg chg="del">
          <ac:chgData name="Yan Li" userId="8c31b902-5b3a-4bc1-a03f-ce296c1668b4" providerId="ADAL" clId="{C4E2F155-1101-4902-976B-AD814EDA6EB0}" dt="2024-11-06T13:57:39.073" v="939" actId="478"/>
          <ac:picMkLst>
            <pc:docMk/>
            <pc:sldMk cId="1723694887" sldId="349"/>
            <ac:picMk id="3" creationId="{5E93203F-8165-E2C4-8FBC-77586EFE42D4}"/>
          </ac:picMkLst>
        </pc:picChg>
        <pc:picChg chg="add mod">
          <ac:chgData name="Yan Li" userId="8c31b902-5b3a-4bc1-a03f-ce296c1668b4" providerId="ADAL" clId="{C4E2F155-1101-4902-976B-AD814EDA6EB0}" dt="2024-11-06T13:57:46.948" v="944" actId="1076"/>
          <ac:picMkLst>
            <pc:docMk/>
            <pc:sldMk cId="1723694887" sldId="349"/>
            <ac:picMk id="4" creationId="{59784EE3-8BFB-F200-7244-A32733BD35C8}"/>
          </ac:picMkLst>
        </pc:picChg>
        <pc:picChg chg="add del mod">
          <ac:chgData name="Yan Li" userId="8c31b902-5b3a-4bc1-a03f-ce296c1668b4" providerId="ADAL" clId="{C4E2F155-1101-4902-976B-AD814EDA6EB0}" dt="2024-11-06T13:59:05.338" v="947" actId="478"/>
          <ac:picMkLst>
            <pc:docMk/>
            <pc:sldMk cId="1723694887" sldId="349"/>
            <ac:picMk id="9" creationId="{5A5D1F8D-F830-A794-D074-61B2E60B4176}"/>
          </ac:picMkLst>
        </pc:picChg>
        <pc:inkChg chg="del">
          <ac:chgData name="Yan Li" userId="8c31b902-5b3a-4bc1-a03f-ce296c1668b4" providerId="ADAL" clId="{C4E2F155-1101-4902-976B-AD814EDA6EB0}" dt="2024-11-06T13:57:43.189" v="942" actId="478"/>
          <ac:inkMkLst>
            <pc:docMk/>
            <pc:sldMk cId="1723694887" sldId="349"/>
            <ac:inkMk id="6" creationId="{49A37841-9051-3D94-7C5F-D91A5F942FC9}"/>
          </ac:inkMkLst>
        </pc:inkChg>
        <pc:inkChg chg="del">
          <ac:chgData name="Yan Li" userId="8c31b902-5b3a-4bc1-a03f-ce296c1668b4" providerId="ADAL" clId="{C4E2F155-1101-4902-976B-AD814EDA6EB0}" dt="2024-11-06T13:57:43.855" v="943" actId="478"/>
          <ac:inkMkLst>
            <pc:docMk/>
            <pc:sldMk cId="1723694887" sldId="349"/>
            <ac:inkMk id="8" creationId="{75E4F16E-6B13-D3B7-C431-33D4ADBDEA5C}"/>
          </ac:inkMkLst>
        </pc:inkChg>
      </pc:sldChg>
      <pc:sldChg chg="addSp delSp modSp add mod">
        <pc:chgData name="Yan Li" userId="8c31b902-5b3a-4bc1-a03f-ce296c1668b4" providerId="ADAL" clId="{C4E2F155-1101-4902-976B-AD814EDA6EB0}" dt="2024-11-21T03:07:03.015" v="1965" actId="1076"/>
        <pc:sldMkLst>
          <pc:docMk/>
          <pc:sldMk cId="2438177273" sldId="349"/>
        </pc:sldMkLst>
        <pc:spChg chg="mod">
          <ac:chgData name="Yan Li" userId="8c31b902-5b3a-4bc1-a03f-ce296c1668b4" providerId="ADAL" clId="{C4E2F155-1101-4902-976B-AD814EDA6EB0}" dt="2024-11-21T03:05:57.271" v="1958" actId="255"/>
          <ac:spMkLst>
            <pc:docMk/>
            <pc:sldMk cId="2438177273" sldId="349"/>
            <ac:spMk id="5" creationId="{56B70C10-CF61-E7A5-6864-93413CFD5DB3}"/>
          </ac:spMkLst>
        </pc:spChg>
        <pc:picChg chg="add del mod">
          <ac:chgData name="Yan Li" userId="8c31b902-5b3a-4bc1-a03f-ce296c1668b4" providerId="ADAL" clId="{C4E2F155-1101-4902-976B-AD814EDA6EB0}" dt="2024-11-21T03:05:50.071" v="1954" actId="478"/>
          <ac:picMkLst>
            <pc:docMk/>
            <pc:sldMk cId="2438177273" sldId="349"/>
            <ac:picMk id="3" creationId="{3FB4289F-FF1E-7F41-BEB6-4A4625FE049F}"/>
          </ac:picMkLst>
        </pc:picChg>
        <pc:picChg chg="del">
          <ac:chgData name="Yan Li" userId="8c31b902-5b3a-4bc1-a03f-ce296c1668b4" providerId="ADAL" clId="{C4E2F155-1101-4902-976B-AD814EDA6EB0}" dt="2024-11-20T21:57:19.531" v="1628" actId="478"/>
          <ac:picMkLst>
            <pc:docMk/>
            <pc:sldMk cId="2438177273" sldId="349"/>
            <ac:picMk id="4" creationId="{497649CC-215A-4BD7-031C-618F7FE938A9}"/>
          </ac:picMkLst>
        </pc:picChg>
        <pc:picChg chg="add mod">
          <ac:chgData name="Yan Li" userId="8c31b902-5b3a-4bc1-a03f-ce296c1668b4" providerId="ADAL" clId="{C4E2F155-1101-4902-976B-AD814EDA6EB0}" dt="2024-11-21T03:06:41.385" v="1960" actId="1076"/>
          <ac:picMkLst>
            <pc:docMk/>
            <pc:sldMk cId="2438177273" sldId="349"/>
            <ac:picMk id="4" creationId="{9BE29639-49F9-6C8A-A28F-4DBAA3CA716A}"/>
          </ac:picMkLst>
        </pc:picChg>
        <pc:picChg chg="del">
          <ac:chgData name="Yan Li" userId="8c31b902-5b3a-4bc1-a03f-ce296c1668b4" providerId="ADAL" clId="{C4E2F155-1101-4902-976B-AD814EDA6EB0}" dt="2024-11-20T21:57:18.066" v="1627" actId="478"/>
          <ac:picMkLst>
            <pc:docMk/>
            <pc:sldMk cId="2438177273" sldId="349"/>
            <ac:picMk id="7" creationId="{16CD8ED8-9975-73A9-C79C-4D9DE171F821}"/>
          </ac:picMkLst>
        </pc:picChg>
        <pc:picChg chg="add mod">
          <ac:chgData name="Yan Li" userId="8c31b902-5b3a-4bc1-a03f-ce296c1668b4" providerId="ADAL" clId="{C4E2F155-1101-4902-976B-AD814EDA6EB0}" dt="2024-11-21T03:07:03.015" v="1965" actId="1076"/>
          <ac:picMkLst>
            <pc:docMk/>
            <pc:sldMk cId="2438177273" sldId="349"/>
            <ac:picMk id="7" creationId="{A8BA3E74-EA66-75EB-A588-39ACC0706E4C}"/>
          </ac:picMkLst>
        </pc:picChg>
        <pc:picChg chg="add del mod">
          <ac:chgData name="Yan Li" userId="8c31b902-5b3a-4bc1-a03f-ce296c1668b4" providerId="ADAL" clId="{C4E2F155-1101-4902-976B-AD814EDA6EB0}" dt="2024-11-21T03:05:50.606" v="1955" actId="478"/>
          <ac:picMkLst>
            <pc:docMk/>
            <pc:sldMk cId="2438177273" sldId="349"/>
            <ac:picMk id="8" creationId="{CCBF3363-A1CE-B548-11EF-FEF120AE8FD2}"/>
          </ac:picMkLst>
        </pc:picChg>
      </pc:sldChg>
      <pc:sldChg chg="addSp delSp modSp add del mod modNotesTx">
        <pc:chgData name="Yan Li" userId="8c31b902-5b3a-4bc1-a03f-ce296c1668b4" providerId="ADAL" clId="{C4E2F155-1101-4902-976B-AD814EDA6EB0}" dt="2024-11-20T21:48:57.118" v="1561" actId="2696"/>
        <pc:sldMkLst>
          <pc:docMk/>
          <pc:sldMk cId="2797633320" sldId="350"/>
        </pc:sldMkLst>
        <pc:spChg chg="add del mod">
          <ac:chgData name="Yan Li" userId="8c31b902-5b3a-4bc1-a03f-ce296c1668b4" providerId="ADAL" clId="{C4E2F155-1101-4902-976B-AD814EDA6EB0}" dt="2024-11-08T18:32:34.529" v="1193"/>
          <ac:spMkLst>
            <pc:docMk/>
            <pc:sldMk cId="2797633320" sldId="350"/>
            <ac:spMk id="4" creationId="{57B1101B-F9CC-1FF1-6BE8-6B587C6A3FD5}"/>
          </ac:spMkLst>
        </pc:spChg>
        <pc:picChg chg="add mod">
          <ac:chgData name="Yan Li" userId="8c31b902-5b3a-4bc1-a03f-ce296c1668b4" providerId="ADAL" clId="{C4E2F155-1101-4902-976B-AD814EDA6EB0}" dt="2024-11-06T13:59:58.159" v="954" actId="1076"/>
          <ac:picMkLst>
            <pc:docMk/>
            <pc:sldMk cId="2797633320" sldId="350"/>
            <ac:picMk id="2" creationId="{EC7587B7-6570-36B5-8CD4-7559F3AF5180}"/>
          </ac:picMkLst>
        </pc:picChg>
        <pc:picChg chg="del">
          <ac:chgData name="Yan Li" userId="8c31b902-5b3a-4bc1-a03f-ce296c1668b4" providerId="ADAL" clId="{C4E2F155-1101-4902-976B-AD814EDA6EB0}" dt="2024-11-06T13:59:11.763" v="949" actId="478"/>
          <ac:picMkLst>
            <pc:docMk/>
            <pc:sldMk cId="2797633320" sldId="350"/>
            <ac:picMk id="4" creationId="{804EB754-7BDA-C21B-8CB1-441B7DE247D1}"/>
          </ac:picMkLst>
        </pc:picChg>
        <pc:picChg chg="add mod">
          <ac:chgData name="Yan Li" userId="8c31b902-5b3a-4bc1-a03f-ce296c1668b4" providerId="ADAL" clId="{C4E2F155-1101-4902-976B-AD814EDA6EB0}" dt="2024-11-06T13:59:55.630" v="953" actId="1076"/>
          <ac:picMkLst>
            <pc:docMk/>
            <pc:sldMk cId="2797633320" sldId="350"/>
            <ac:picMk id="6" creationId="{5D14AE1D-953B-7A67-5A62-F53FF97F1B0C}"/>
          </ac:picMkLst>
        </pc:picChg>
        <pc:inkChg chg="add">
          <ac:chgData name="Yan Li" userId="8c31b902-5b3a-4bc1-a03f-ce296c1668b4" providerId="ADAL" clId="{C4E2F155-1101-4902-976B-AD814EDA6EB0}" dt="2024-11-08T18:34:51.994" v="1194" actId="9405"/>
          <ac:inkMkLst>
            <pc:docMk/>
            <pc:sldMk cId="2797633320" sldId="350"/>
            <ac:inkMk id="7" creationId="{B142992B-7F95-879C-389A-1DB13B4B3797}"/>
          </ac:inkMkLst>
        </pc:inkChg>
      </pc:sldChg>
      <pc:sldChg chg="addSp delSp modSp add mod modNotesTx">
        <pc:chgData name="Yan Li" userId="8c31b902-5b3a-4bc1-a03f-ce296c1668b4" providerId="ADAL" clId="{C4E2F155-1101-4902-976B-AD814EDA6EB0}" dt="2024-11-21T03:15:10.296" v="1980"/>
        <pc:sldMkLst>
          <pc:docMk/>
          <pc:sldMk cId="3897675526" sldId="350"/>
        </pc:sldMkLst>
        <pc:spChg chg="mod">
          <ac:chgData name="Yan Li" userId="8c31b902-5b3a-4bc1-a03f-ce296c1668b4" providerId="ADAL" clId="{C4E2F155-1101-4902-976B-AD814EDA6EB0}" dt="2024-11-21T03:13:58.977" v="1978" actId="255"/>
          <ac:spMkLst>
            <pc:docMk/>
            <pc:sldMk cId="3897675526" sldId="350"/>
            <ac:spMk id="5" creationId="{42F5A4AF-F911-019E-28B4-63701910547D}"/>
          </ac:spMkLst>
        </pc:spChg>
        <pc:picChg chg="del">
          <ac:chgData name="Yan Li" userId="8c31b902-5b3a-4bc1-a03f-ce296c1668b4" providerId="ADAL" clId="{C4E2F155-1101-4902-976B-AD814EDA6EB0}" dt="2024-11-20T21:58:45.983" v="1636" actId="478"/>
          <ac:picMkLst>
            <pc:docMk/>
            <pc:sldMk cId="3897675526" sldId="350"/>
            <ac:picMk id="3" creationId="{1835C816-287E-5EE4-6E44-F8075522B35E}"/>
          </ac:picMkLst>
        </pc:picChg>
        <pc:picChg chg="add mod">
          <ac:chgData name="Yan Li" userId="8c31b902-5b3a-4bc1-a03f-ce296c1668b4" providerId="ADAL" clId="{C4E2F155-1101-4902-976B-AD814EDA6EB0}" dt="2024-11-20T21:59:02.151" v="1639" actId="1076"/>
          <ac:picMkLst>
            <pc:docMk/>
            <pc:sldMk cId="3897675526" sldId="350"/>
            <ac:picMk id="4" creationId="{E6BDCD4B-8BF6-4C28-6D4B-6529CBF0B577}"/>
          </ac:picMkLst>
        </pc:picChg>
        <pc:picChg chg="del">
          <ac:chgData name="Yan Li" userId="8c31b902-5b3a-4bc1-a03f-ce296c1668b4" providerId="ADAL" clId="{C4E2F155-1101-4902-976B-AD814EDA6EB0}" dt="2024-11-20T21:58:48.904" v="1637" actId="478"/>
          <ac:picMkLst>
            <pc:docMk/>
            <pc:sldMk cId="3897675526" sldId="350"/>
            <ac:picMk id="8" creationId="{6C4F78F3-0F90-BE22-DA5F-81244445A17A}"/>
          </ac:picMkLst>
        </pc:picChg>
      </pc:sldChg>
      <pc:sldChg chg="addSp delSp modSp add mod modNotesTx">
        <pc:chgData name="Yan Li" userId="8c31b902-5b3a-4bc1-a03f-ce296c1668b4" providerId="ADAL" clId="{C4E2F155-1101-4902-976B-AD814EDA6EB0}" dt="2024-11-21T14:54:31.410" v="1991" actId="20577"/>
        <pc:sldMkLst>
          <pc:docMk/>
          <pc:sldMk cId="1242634483" sldId="351"/>
        </pc:sldMkLst>
        <pc:spChg chg="mod">
          <ac:chgData name="Yan Li" userId="8c31b902-5b3a-4bc1-a03f-ce296c1668b4" providerId="ADAL" clId="{C4E2F155-1101-4902-976B-AD814EDA6EB0}" dt="2024-11-21T03:12:34.483" v="1972" actId="14100"/>
          <ac:spMkLst>
            <pc:docMk/>
            <pc:sldMk cId="1242634483" sldId="351"/>
            <ac:spMk id="5" creationId="{44A1FF1C-94B9-062F-6CC5-5A79F8AA21F6}"/>
          </ac:spMkLst>
        </pc:spChg>
        <pc:picChg chg="add mod">
          <ac:chgData name="Yan Li" userId="8c31b902-5b3a-4bc1-a03f-ce296c1668b4" providerId="ADAL" clId="{C4E2F155-1101-4902-976B-AD814EDA6EB0}" dt="2024-11-21T03:12:37.393" v="1973" actId="14100"/>
          <ac:picMkLst>
            <pc:docMk/>
            <pc:sldMk cId="1242634483" sldId="351"/>
            <ac:picMk id="3" creationId="{4A78827F-F726-C4F8-9E92-46346D33994A}"/>
          </ac:picMkLst>
        </pc:picChg>
        <pc:picChg chg="del">
          <ac:chgData name="Yan Li" userId="8c31b902-5b3a-4bc1-a03f-ce296c1668b4" providerId="ADAL" clId="{C4E2F155-1101-4902-976B-AD814EDA6EB0}" dt="2024-11-20T21:59:20.856" v="1641" actId="478"/>
          <ac:picMkLst>
            <pc:docMk/>
            <pc:sldMk cId="1242634483" sldId="351"/>
            <ac:picMk id="4" creationId="{C649E141-A622-9E17-3E7F-2049AE2A83C8}"/>
          </ac:picMkLst>
        </pc:picChg>
        <pc:picChg chg="add del mod">
          <ac:chgData name="Yan Li" userId="8c31b902-5b3a-4bc1-a03f-ce296c1668b4" providerId="ADAL" clId="{C4E2F155-1101-4902-976B-AD814EDA6EB0}" dt="2024-11-20T21:59:58.274" v="1646" actId="478"/>
          <ac:picMkLst>
            <pc:docMk/>
            <pc:sldMk cId="1242634483" sldId="351"/>
            <ac:picMk id="7" creationId="{EBA3B12D-230C-AE7C-B1EC-4E00FD0CC1D8}"/>
          </ac:picMkLst>
        </pc:picChg>
        <pc:inkChg chg="add">
          <ac:chgData name="Yan Li" userId="8c31b902-5b3a-4bc1-a03f-ce296c1668b4" providerId="ADAL" clId="{C4E2F155-1101-4902-976B-AD814EDA6EB0}" dt="2024-11-21T14:53:28.705" v="1985" actId="9405"/>
          <ac:inkMkLst>
            <pc:docMk/>
            <pc:sldMk cId="1242634483" sldId="351"/>
            <ac:inkMk id="2" creationId="{5440065E-CE1D-CD32-B0BE-31058D656B75}"/>
          </ac:inkMkLst>
        </pc:inkChg>
        <pc:inkChg chg="add">
          <ac:chgData name="Yan Li" userId="8c31b902-5b3a-4bc1-a03f-ce296c1668b4" providerId="ADAL" clId="{C4E2F155-1101-4902-976B-AD814EDA6EB0}" dt="2024-11-21T14:53:43.839" v="1986" actId="9405"/>
          <ac:inkMkLst>
            <pc:docMk/>
            <pc:sldMk cId="1242634483" sldId="351"/>
            <ac:inkMk id="4" creationId="{7CBAE1F0-BEC6-95A5-0749-8756967CCDA9}"/>
          </ac:inkMkLst>
        </pc:inkChg>
        <pc:inkChg chg="add">
          <ac:chgData name="Yan Li" userId="8c31b902-5b3a-4bc1-a03f-ce296c1668b4" providerId="ADAL" clId="{C4E2F155-1101-4902-976B-AD814EDA6EB0}" dt="2024-11-21T14:53:45.472" v="1987" actId="9405"/>
          <ac:inkMkLst>
            <pc:docMk/>
            <pc:sldMk cId="1242634483" sldId="351"/>
            <ac:inkMk id="6" creationId="{3E56F70A-F89B-2C87-4F17-B0350CC51B3F}"/>
          </ac:inkMkLst>
        </pc:inkChg>
        <pc:inkChg chg="add">
          <ac:chgData name="Yan Li" userId="8c31b902-5b3a-4bc1-a03f-ce296c1668b4" providerId="ADAL" clId="{C4E2F155-1101-4902-976B-AD814EDA6EB0}" dt="2024-11-21T14:54:05.068" v="1988" actId="9405"/>
          <ac:inkMkLst>
            <pc:docMk/>
            <pc:sldMk cId="1242634483" sldId="351"/>
            <ac:inkMk id="7" creationId="{AAB77A2C-0619-3AB5-4F70-79686B0FAFE5}"/>
          </ac:inkMkLst>
        </pc:inkChg>
        <pc:inkChg chg="add">
          <ac:chgData name="Yan Li" userId="8c31b902-5b3a-4bc1-a03f-ce296c1668b4" providerId="ADAL" clId="{C4E2F155-1101-4902-976B-AD814EDA6EB0}" dt="2024-11-21T14:54:06.604" v="1989" actId="9405"/>
          <ac:inkMkLst>
            <pc:docMk/>
            <pc:sldMk cId="1242634483" sldId="351"/>
            <ac:inkMk id="8" creationId="{0ABF7720-7681-319B-BA42-1B5D66772B4D}"/>
          </ac:inkMkLst>
        </pc:inkChg>
        <pc:inkChg chg="add">
          <ac:chgData name="Yan Li" userId="8c31b902-5b3a-4bc1-a03f-ce296c1668b4" providerId="ADAL" clId="{C4E2F155-1101-4902-976B-AD814EDA6EB0}" dt="2024-11-21T14:54:13.178" v="1990" actId="9405"/>
          <ac:inkMkLst>
            <pc:docMk/>
            <pc:sldMk cId="1242634483" sldId="351"/>
            <ac:inkMk id="9" creationId="{00D8F332-7497-614E-4ED7-F6B6FE8D7755}"/>
          </ac:inkMkLst>
        </pc:inkChg>
      </pc:sldChg>
      <pc:sldChg chg="addSp delSp modSp add del mod">
        <pc:chgData name="Yan Li" userId="8c31b902-5b3a-4bc1-a03f-ce296c1668b4" providerId="ADAL" clId="{C4E2F155-1101-4902-976B-AD814EDA6EB0}" dt="2024-11-20T21:48:57.118" v="1561" actId="2696"/>
        <pc:sldMkLst>
          <pc:docMk/>
          <pc:sldMk cId="2886962638" sldId="351"/>
        </pc:sldMkLst>
        <pc:spChg chg="add mod">
          <ac:chgData name="Yan Li" userId="8c31b902-5b3a-4bc1-a03f-ce296c1668b4" providerId="ADAL" clId="{C4E2F155-1101-4902-976B-AD814EDA6EB0}" dt="2024-11-08T18:44:22.161" v="1205" actId="20577"/>
          <ac:spMkLst>
            <pc:docMk/>
            <pc:sldMk cId="2886962638" sldId="351"/>
            <ac:spMk id="8" creationId="{F0E8C5E4-4C4D-FA5D-A81F-E9E2DF352512}"/>
          </ac:spMkLst>
        </pc:spChg>
        <pc:picChg chg="del">
          <ac:chgData name="Yan Li" userId="8c31b902-5b3a-4bc1-a03f-ce296c1668b4" providerId="ADAL" clId="{C4E2F155-1101-4902-976B-AD814EDA6EB0}" dt="2024-11-06T14:01:54.504" v="962" actId="478"/>
          <ac:picMkLst>
            <pc:docMk/>
            <pc:sldMk cId="2886962638" sldId="351"/>
            <ac:picMk id="2" creationId="{B2A63650-FF01-F59A-1209-49E9071E37D0}"/>
          </ac:picMkLst>
        </pc:picChg>
        <pc:picChg chg="add mod">
          <ac:chgData name="Yan Li" userId="8c31b902-5b3a-4bc1-a03f-ce296c1668b4" providerId="ADAL" clId="{C4E2F155-1101-4902-976B-AD814EDA6EB0}" dt="2024-11-06T14:01:53.482" v="961" actId="1076"/>
          <ac:picMkLst>
            <pc:docMk/>
            <pc:sldMk cId="2886962638" sldId="351"/>
            <ac:picMk id="4" creationId="{420B408E-6DBE-E1E1-E61E-150E13960CA3}"/>
          </ac:picMkLst>
        </pc:picChg>
        <pc:picChg chg="del">
          <ac:chgData name="Yan Li" userId="8c31b902-5b3a-4bc1-a03f-ce296c1668b4" providerId="ADAL" clId="{C4E2F155-1101-4902-976B-AD814EDA6EB0}" dt="2024-11-06T14:01:51.469" v="959" actId="478"/>
          <ac:picMkLst>
            <pc:docMk/>
            <pc:sldMk cId="2886962638" sldId="351"/>
            <ac:picMk id="6" creationId="{CF9B05C8-EE2E-13A8-0190-ACB99768ECCC}"/>
          </ac:picMkLst>
        </pc:picChg>
      </pc:sldChg>
      <pc:sldChg chg="addSp delSp modSp add mod modNotesTx">
        <pc:chgData name="Yan Li" userId="8c31b902-5b3a-4bc1-a03f-ce296c1668b4" providerId="ADAL" clId="{C4E2F155-1101-4902-976B-AD814EDA6EB0}" dt="2024-11-21T14:56:31.557" v="2001" actId="14100"/>
        <pc:sldMkLst>
          <pc:docMk/>
          <pc:sldMk cId="2261411004" sldId="352"/>
        </pc:sldMkLst>
        <pc:spChg chg="mod">
          <ac:chgData name="Yan Li" userId="8c31b902-5b3a-4bc1-a03f-ce296c1668b4" providerId="ADAL" clId="{C4E2F155-1101-4902-976B-AD814EDA6EB0}" dt="2024-11-21T14:56:31.557" v="2001" actId="14100"/>
          <ac:spMkLst>
            <pc:docMk/>
            <pc:sldMk cId="2261411004" sldId="352"/>
            <ac:spMk id="5" creationId="{FD1F159E-5A37-434A-F34D-8DFC2F31A6F6}"/>
          </ac:spMkLst>
        </pc:spChg>
        <pc:picChg chg="del">
          <ac:chgData name="Yan Li" userId="8c31b902-5b3a-4bc1-a03f-ce296c1668b4" providerId="ADAL" clId="{C4E2F155-1101-4902-976B-AD814EDA6EB0}" dt="2024-11-20T22:00:03.288" v="1648" actId="478"/>
          <ac:picMkLst>
            <pc:docMk/>
            <pc:sldMk cId="2261411004" sldId="352"/>
            <ac:picMk id="3" creationId="{5E220FAE-E713-B6D9-1DA2-532143498361}"/>
          </ac:picMkLst>
        </pc:picChg>
        <pc:picChg chg="add mod">
          <ac:chgData name="Yan Li" userId="8c31b902-5b3a-4bc1-a03f-ce296c1668b4" providerId="ADAL" clId="{C4E2F155-1101-4902-976B-AD814EDA6EB0}" dt="2024-11-20T22:00:10.212" v="1652" actId="14100"/>
          <ac:picMkLst>
            <pc:docMk/>
            <pc:sldMk cId="2261411004" sldId="352"/>
            <ac:picMk id="4" creationId="{E634407D-C44C-E32B-B008-A4E316454B5F}"/>
          </ac:picMkLst>
        </pc:picChg>
        <pc:picChg chg="add mod">
          <ac:chgData name="Yan Li" userId="8c31b902-5b3a-4bc1-a03f-ce296c1668b4" providerId="ADAL" clId="{C4E2F155-1101-4902-976B-AD814EDA6EB0}" dt="2024-11-20T22:01:09.660" v="1655" actId="14100"/>
          <ac:picMkLst>
            <pc:docMk/>
            <pc:sldMk cId="2261411004" sldId="352"/>
            <ac:picMk id="7" creationId="{FF72FBEE-22F2-E8EC-13C0-D5ED8839755A}"/>
          </ac:picMkLst>
        </pc:picChg>
        <pc:picChg chg="add del mod">
          <ac:chgData name="Yan Li" userId="8c31b902-5b3a-4bc1-a03f-ce296c1668b4" providerId="ADAL" clId="{C4E2F155-1101-4902-976B-AD814EDA6EB0}" dt="2024-11-20T22:01:34.857" v="1658" actId="478"/>
          <ac:picMkLst>
            <pc:docMk/>
            <pc:sldMk cId="2261411004" sldId="352"/>
            <ac:picMk id="9" creationId="{26CB1186-E4D1-14B4-ABD1-46C339684ED5}"/>
          </ac:picMkLst>
        </pc:picChg>
        <pc:picChg chg="add mod">
          <ac:chgData name="Yan Li" userId="8c31b902-5b3a-4bc1-a03f-ce296c1668b4" providerId="ADAL" clId="{C4E2F155-1101-4902-976B-AD814EDA6EB0}" dt="2024-11-20T22:02:08.866" v="1662" actId="1076"/>
          <ac:picMkLst>
            <pc:docMk/>
            <pc:sldMk cId="2261411004" sldId="352"/>
            <ac:picMk id="11" creationId="{138D8623-7F38-9CB0-99B3-1AC6D15217EB}"/>
          </ac:picMkLst>
        </pc:picChg>
        <pc:inkChg chg="add">
          <ac:chgData name="Yan Li" userId="8c31b902-5b3a-4bc1-a03f-ce296c1668b4" providerId="ADAL" clId="{C4E2F155-1101-4902-976B-AD814EDA6EB0}" dt="2024-11-21T14:55:16.125" v="1993" actId="9405"/>
          <ac:inkMkLst>
            <pc:docMk/>
            <pc:sldMk cId="2261411004" sldId="352"/>
            <ac:inkMk id="2" creationId="{4AE39F0F-8AE3-F7DC-65E9-B51291A362F0}"/>
          </ac:inkMkLst>
        </pc:inkChg>
        <pc:inkChg chg="add">
          <ac:chgData name="Yan Li" userId="8c31b902-5b3a-4bc1-a03f-ce296c1668b4" providerId="ADAL" clId="{C4E2F155-1101-4902-976B-AD814EDA6EB0}" dt="2024-11-21T14:55:24.164" v="1994" actId="9405"/>
          <ac:inkMkLst>
            <pc:docMk/>
            <pc:sldMk cId="2261411004" sldId="352"/>
            <ac:inkMk id="3" creationId="{90E48154-9C44-2767-D280-8C5EB74B89B6}"/>
          </ac:inkMkLst>
        </pc:inkChg>
        <pc:inkChg chg="add">
          <ac:chgData name="Yan Li" userId="8c31b902-5b3a-4bc1-a03f-ce296c1668b4" providerId="ADAL" clId="{C4E2F155-1101-4902-976B-AD814EDA6EB0}" dt="2024-11-21T14:55:25.330" v="1995" actId="9405"/>
          <ac:inkMkLst>
            <pc:docMk/>
            <pc:sldMk cId="2261411004" sldId="352"/>
            <ac:inkMk id="6" creationId="{7D9EE9CA-E253-1D57-2110-D84CEFFE7D95}"/>
          </ac:inkMkLst>
        </pc:inkChg>
        <pc:inkChg chg="add">
          <ac:chgData name="Yan Li" userId="8c31b902-5b3a-4bc1-a03f-ce296c1668b4" providerId="ADAL" clId="{C4E2F155-1101-4902-976B-AD814EDA6EB0}" dt="2024-11-21T14:55:26.809" v="1996" actId="9405"/>
          <ac:inkMkLst>
            <pc:docMk/>
            <pc:sldMk cId="2261411004" sldId="352"/>
            <ac:inkMk id="8" creationId="{D12E02C3-A045-F51F-7F37-95073C0226C3}"/>
          </ac:inkMkLst>
        </pc:inkChg>
      </pc:sldChg>
      <pc:sldChg chg="addSp delSp modSp add del mod">
        <pc:chgData name="Yan Li" userId="8c31b902-5b3a-4bc1-a03f-ce296c1668b4" providerId="ADAL" clId="{C4E2F155-1101-4902-976B-AD814EDA6EB0}" dt="2024-11-20T21:48:57.118" v="1561" actId="2696"/>
        <pc:sldMkLst>
          <pc:docMk/>
          <pc:sldMk cId="3206716361" sldId="352"/>
        </pc:sldMkLst>
        <pc:spChg chg="mod">
          <ac:chgData name="Yan Li" userId="8c31b902-5b3a-4bc1-a03f-ce296c1668b4" providerId="ADAL" clId="{C4E2F155-1101-4902-976B-AD814EDA6EB0}" dt="2024-11-06T14:04:20.600" v="1025" actId="20577"/>
          <ac:spMkLst>
            <pc:docMk/>
            <pc:sldMk cId="3206716361" sldId="352"/>
            <ac:spMk id="5" creationId="{20D26A33-BF8D-E1AD-A8B1-679FCC8D7C1A}"/>
          </ac:spMkLst>
        </pc:spChg>
        <pc:spChg chg="del">
          <ac:chgData name="Yan Li" userId="8c31b902-5b3a-4bc1-a03f-ce296c1668b4" providerId="ADAL" clId="{C4E2F155-1101-4902-976B-AD814EDA6EB0}" dt="2024-11-06T14:03:59.854" v="968" actId="478"/>
          <ac:spMkLst>
            <pc:docMk/>
            <pc:sldMk cId="3206716361" sldId="352"/>
            <ac:spMk id="8" creationId="{90B67AC9-0935-5C60-2790-516D237F2277}"/>
          </ac:spMkLst>
        </pc:spChg>
        <pc:picChg chg="add mod">
          <ac:chgData name="Yan Li" userId="8c31b902-5b3a-4bc1-a03f-ce296c1668b4" providerId="ADAL" clId="{C4E2F155-1101-4902-976B-AD814EDA6EB0}" dt="2024-11-06T14:04:01.594" v="970" actId="1076"/>
          <ac:picMkLst>
            <pc:docMk/>
            <pc:sldMk cId="3206716361" sldId="352"/>
            <ac:picMk id="3" creationId="{65E4E6AF-9603-5845-1E4A-F26E05F03CA1}"/>
          </ac:picMkLst>
        </pc:picChg>
        <pc:picChg chg="del">
          <ac:chgData name="Yan Li" userId="8c31b902-5b3a-4bc1-a03f-ce296c1668b4" providerId="ADAL" clId="{C4E2F155-1101-4902-976B-AD814EDA6EB0}" dt="2024-11-06T14:03:57.152" v="967" actId="478"/>
          <ac:picMkLst>
            <pc:docMk/>
            <pc:sldMk cId="3206716361" sldId="352"/>
            <ac:picMk id="4" creationId="{D4583A17-0200-E372-700E-58C42E97526C}"/>
          </ac:picMkLst>
        </pc:picChg>
        <pc:picChg chg="add mod">
          <ac:chgData name="Yan Li" userId="8c31b902-5b3a-4bc1-a03f-ce296c1668b4" providerId="ADAL" clId="{C4E2F155-1101-4902-976B-AD814EDA6EB0}" dt="2024-11-06T14:05:02.848" v="1028" actId="14100"/>
          <ac:picMkLst>
            <pc:docMk/>
            <pc:sldMk cId="3206716361" sldId="352"/>
            <ac:picMk id="7" creationId="{7FCFF239-2628-05BC-8CC2-F1B1402FBEA0}"/>
          </ac:picMkLst>
        </pc:picChg>
      </pc:sldChg>
      <pc:sldChg chg="addSp delSp modSp add del mod">
        <pc:chgData name="Yan Li" userId="8c31b902-5b3a-4bc1-a03f-ce296c1668b4" providerId="ADAL" clId="{C4E2F155-1101-4902-976B-AD814EDA6EB0}" dt="2024-11-20T21:48:57.118" v="1561" actId="2696"/>
        <pc:sldMkLst>
          <pc:docMk/>
          <pc:sldMk cId="1369785346" sldId="353"/>
        </pc:sldMkLst>
        <pc:spChg chg="add mod">
          <ac:chgData name="Yan Li" userId="8c31b902-5b3a-4bc1-a03f-ce296c1668b4" providerId="ADAL" clId="{C4E2F155-1101-4902-976B-AD814EDA6EB0}" dt="2024-11-08T18:53:08.196" v="1235" actId="20577"/>
          <ac:spMkLst>
            <pc:docMk/>
            <pc:sldMk cId="1369785346" sldId="353"/>
            <ac:spMk id="8" creationId="{13F6804C-1FC0-BE5C-335E-3F27DD49BD78}"/>
          </ac:spMkLst>
        </pc:spChg>
        <pc:picChg chg="add mod">
          <ac:chgData name="Yan Li" userId="8c31b902-5b3a-4bc1-a03f-ce296c1668b4" providerId="ADAL" clId="{C4E2F155-1101-4902-976B-AD814EDA6EB0}" dt="2024-11-08T18:53:20.665" v="1239" actId="1076"/>
          <ac:picMkLst>
            <pc:docMk/>
            <pc:sldMk cId="1369785346" sldId="353"/>
            <ac:picMk id="3" creationId="{32F3A390-2327-FFD6-872A-46403F2AFE5C}"/>
          </ac:picMkLst>
        </pc:picChg>
        <pc:picChg chg="del">
          <ac:chgData name="Yan Li" userId="8c31b902-5b3a-4bc1-a03f-ce296c1668b4" providerId="ADAL" clId="{C4E2F155-1101-4902-976B-AD814EDA6EB0}" dt="2024-11-06T14:06:03.978" v="1030" actId="478"/>
          <ac:picMkLst>
            <pc:docMk/>
            <pc:sldMk cId="1369785346" sldId="353"/>
            <ac:picMk id="3" creationId="{E2B7F6F7-B540-E027-7D63-6989D927099C}"/>
          </ac:picMkLst>
        </pc:picChg>
        <pc:picChg chg="add mod">
          <ac:chgData name="Yan Li" userId="8c31b902-5b3a-4bc1-a03f-ce296c1668b4" providerId="ADAL" clId="{C4E2F155-1101-4902-976B-AD814EDA6EB0}" dt="2024-11-06T14:06:13.899" v="1036" actId="14100"/>
          <ac:picMkLst>
            <pc:docMk/>
            <pc:sldMk cId="1369785346" sldId="353"/>
            <ac:picMk id="4" creationId="{4376C590-4E1C-79C3-2ECA-BBA17BBE642B}"/>
          </ac:picMkLst>
        </pc:picChg>
        <pc:picChg chg="del">
          <ac:chgData name="Yan Li" userId="8c31b902-5b3a-4bc1-a03f-ce296c1668b4" providerId="ADAL" clId="{C4E2F155-1101-4902-976B-AD814EDA6EB0}" dt="2024-11-06T14:06:05.490" v="1031" actId="478"/>
          <ac:picMkLst>
            <pc:docMk/>
            <pc:sldMk cId="1369785346" sldId="353"/>
            <ac:picMk id="7" creationId="{C8884FA6-EB18-9EBD-10A5-955134DCA6C4}"/>
          </ac:picMkLst>
        </pc:picChg>
      </pc:sldChg>
      <pc:sldChg chg="addSp delSp modSp add mod modNotesTx">
        <pc:chgData name="Yan Li" userId="8c31b902-5b3a-4bc1-a03f-ce296c1668b4" providerId="ADAL" clId="{C4E2F155-1101-4902-976B-AD814EDA6EB0}" dt="2024-11-21T15:23:32.345" v="2171" actId="20577"/>
        <pc:sldMkLst>
          <pc:docMk/>
          <pc:sldMk cId="3188919746" sldId="353"/>
        </pc:sldMkLst>
        <pc:spChg chg="mod">
          <ac:chgData name="Yan Li" userId="8c31b902-5b3a-4bc1-a03f-ce296c1668b4" providerId="ADAL" clId="{C4E2F155-1101-4902-976B-AD814EDA6EB0}" dt="2024-11-21T14:58:43.546" v="2008" actId="14100"/>
          <ac:spMkLst>
            <pc:docMk/>
            <pc:sldMk cId="3188919746" sldId="353"/>
            <ac:spMk id="5" creationId="{D241561A-C81C-B596-20DB-B92DE69C3BF6}"/>
          </ac:spMkLst>
        </pc:spChg>
        <pc:picChg chg="add mod">
          <ac:chgData name="Yan Li" userId="8c31b902-5b3a-4bc1-a03f-ce296c1668b4" providerId="ADAL" clId="{C4E2F155-1101-4902-976B-AD814EDA6EB0}" dt="2024-11-21T14:58:47.655" v="2009" actId="14100"/>
          <ac:picMkLst>
            <pc:docMk/>
            <pc:sldMk cId="3188919746" sldId="353"/>
            <ac:picMk id="3" creationId="{73FE5BE3-4740-7EF8-A359-070C4C3F19BA}"/>
          </ac:picMkLst>
        </pc:picChg>
        <pc:picChg chg="del">
          <ac:chgData name="Yan Li" userId="8c31b902-5b3a-4bc1-a03f-ce296c1668b4" providerId="ADAL" clId="{C4E2F155-1101-4902-976B-AD814EDA6EB0}" dt="2024-11-20T22:02:47.266" v="1664" actId="478"/>
          <ac:picMkLst>
            <pc:docMk/>
            <pc:sldMk cId="3188919746" sldId="353"/>
            <ac:picMk id="4" creationId="{E6DAF889-7ABB-B7E8-FA9A-5200FB9C4F6D}"/>
          </ac:picMkLst>
        </pc:picChg>
        <pc:picChg chg="del">
          <ac:chgData name="Yan Li" userId="8c31b902-5b3a-4bc1-a03f-ce296c1668b4" providerId="ADAL" clId="{C4E2F155-1101-4902-976B-AD814EDA6EB0}" dt="2024-11-20T22:02:48.317" v="1665" actId="478"/>
          <ac:picMkLst>
            <pc:docMk/>
            <pc:sldMk cId="3188919746" sldId="353"/>
            <ac:picMk id="7" creationId="{EF64CEA4-8C1D-9668-245F-B8288D6228EE}"/>
          </ac:picMkLst>
        </pc:picChg>
        <pc:picChg chg="del">
          <ac:chgData name="Yan Li" userId="8c31b902-5b3a-4bc1-a03f-ce296c1668b4" providerId="ADAL" clId="{C4E2F155-1101-4902-976B-AD814EDA6EB0}" dt="2024-11-20T22:02:48.839" v="1666" actId="478"/>
          <ac:picMkLst>
            <pc:docMk/>
            <pc:sldMk cId="3188919746" sldId="353"/>
            <ac:picMk id="11" creationId="{7CB5007B-DE13-64FC-5018-B86A7256D5E2}"/>
          </ac:picMkLst>
        </pc:picChg>
        <pc:inkChg chg="add">
          <ac:chgData name="Yan Li" userId="8c31b902-5b3a-4bc1-a03f-ce296c1668b4" providerId="ADAL" clId="{C4E2F155-1101-4902-976B-AD814EDA6EB0}" dt="2024-11-21T15:01:29.849" v="2010" actId="9405"/>
          <ac:inkMkLst>
            <pc:docMk/>
            <pc:sldMk cId="3188919746" sldId="353"/>
            <ac:inkMk id="2" creationId="{E0E762D1-61CB-2A96-6A49-0D397E126E1A}"/>
          </ac:inkMkLst>
        </pc:inkChg>
        <pc:inkChg chg="add">
          <ac:chgData name="Yan Li" userId="8c31b902-5b3a-4bc1-a03f-ce296c1668b4" providerId="ADAL" clId="{C4E2F155-1101-4902-976B-AD814EDA6EB0}" dt="2024-11-21T15:01:33.248" v="2011" actId="9405"/>
          <ac:inkMkLst>
            <pc:docMk/>
            <pc:sldMk cId="3188919746" sldId="353"/>
            <ac:inkMk id="4" creationId="{C6BC69F3-63BD-4750-637F-A3033F954D27}"/>
          </ac:inkMkLst>
        </pc:inkChg>
        <pc:inkChg chg="add">
          <ac:chgData name="Yan Li" userId="8c31b902-5b3a-4bc1-a03f-ce296c1668b4" providerId="ADAL" clId="{C4E2F155-1101-4902-976B-AD814EDA6EB0}" dt="2024-11-21T15:01:37.115" v="2012" actId="9405"/>
          <ac:inkMkLst>
            <pc:docMk/>
            <pc:sldMk cId="3188919746" sldId="353"/>
            <ac:inkMk id="6" creationId="{EAE399C6-387D-E7E2-B008-37C35566651A}"/>
          </ac:inkMkLst>
        </pc:inkChg>
      </pc:sldChg>
      <pc:sldChg chg="addSp delSp modSp add del mod">
        <pc:chgData name="Yan Li" userId="8c31b902-5b3a-4bc1-a03f-ce296c1668b4" providerId="ADAL" clId="{C4E2F155-1101-4902-976B-AD814EDA6EB0}" dt="2024-11-20T21:48:57.118" v="1561" actId="2696"/>
        <pc:sldMkLst>
          <pc:docMk/>
          <pc:sldMk cId="887676391" sldId="354"/>
        </pc:sldMkLst>
        <pc:spChg chg="add mod">
          <ac:chgData name="Yan Li" userId="8c31b902-5b3a-4bc1-a03f-ce296c1668b4" providerId="ADAL" clId="{C4E2F155-1101-4902-976B-AD814EDA6EB0}" dt="2024-11-08T18:59:01.237" v="1247" actId="6549"/>
          <ac:spMkLst>
            <pc:docMk/>
            <pc:sldMk cId="887676391" sldId="354"/>
            <ac:spMk id="7" creationId="{88FCABE0-CCC1-C286-6339-7D9E96A3A2D0}"/>
          </ac:spMkLst>
        </pc:spChg>
        <pc:spChg chg="del mod">
          <ac:chgData name="Yan Li" userId="8c31b902-5b3a-4bc1-a03f-ce296c1668b4" providerId="ADAL" clId="{C4E2F155-1101-4902-976B-AD814EDA6EB0}" dt="2024-11-06T14:07:52.432" v="1050" actId="478"/>
          <ac:spMkLst>
            <pc:docMk/>
            <pc:sldMk cId="887676391" sldId="354"/>
            <ac:spMk id="8" creationId="{6AA258FF-B68D-810B-E4D8-9B0D2E8CBF8B}"/>
          </ac:spMkLst>
        </pc:spChg>
        <pc:picChg chg="add mod">
          <ac:chgData name="Yan Li" userId="8c31b902-5b3a-4bc1-a03f-ce296c1668b4" providerId="ADAL" clId="{C4E2F155-1101-4902-976B-AD814EDA6EB0}" dt="2024-11-06T14:07:59.426" v="1052" actId="14100"/>
          <ac:picMkLst>
            <pc:docMk/>
            <pc:sldMk cId="887676391" sldId="354"/>
            <ac:picMk id="3" creationId="{084FA850-F844-3A26-CDB8-8306C700887C}"/>
          </ac:picMkLst>
        </pc:picChg>
        <pc:picChg chg="del">
          <ac:chgData name="Yan Li" userId="8c31b902-5b3a-4bc1-a03f-ce296c1668b4" providerId="ADAL" clId="{C4E2F155-1101-4902-976B-AD814EDA6EB0}" dt="2024-11-06T14:07:32.559" v="1046" actId="478"/>
          <ac:picMkLst>
            <pc:docMk/>
            <pc:sldMk cId="887676391" sldId="354"/>
            <ac:picMk id="4" creationId="{024AE188-60AE-5A21-8ADF-EE9B60FFD50D}"/>
          </ac:picMkLst>
        </pc:picChg>
      </pc:sldChg>
      <pc:sldChg chg="addSp delSp modSp add mod modNotesTx">
        <pc:chgData name="Yan Li" userId="8c31b902-5b3a-4bc1-a03f-ce296c1668b4" providerId="ADAL" clId="{C4E2F155-1101-4902-976B-AD814EDA6EB0}" dt="2024-11-21T16:51:50.766" v="2375" actId="20577"/>
        <pc:sldMkLst>
          <pc:docMk/>
          <pc:sldMk cId="3690592379" sldId="354"/>
        </pc:sldMkLst>
        <pc:spChg chg="mod">
          <ac:chgData name="Yan Li" userId="8c31b902-5b3a-4bc1-a03f-ce296c1668b4" providerId="ADAL" clId="{C4E2F155-1101-4902-976B-AD814EDA6EB0}" dt="2024-11-21T15:24:17.252" v="2178" actId="27636"/>
          <ac:spMkLst>
            <pc:docMk/>
            <pc:sldMk cId="3690592379" sldId="354"/>
            <ac:spMk id="5" creationId="{B4BB6A6C-58DB-8962-F528-0EF0C8CC1FF8}"/>
          </ac:spMkLst>
        </pc:spChg>
        <pc:picChg chg="del">
          <ac:chgData name="Yan Li" userId="8c31b902-5b3a-4bc1-a03f-ce296c1668b4" providerId="ADAL" clId="{C4E2F155-1101-4902-976B-AD814EDA6EB0}" dt="2024-11-20T22:03:27.286" v="1672" actId="478"/>
          <ac:picMkLst>
            <pc:docMk/>
            <pc:sldMk cId="3690592379" sldId="354"/>
            <ac:picMk id="3" creationId="{BE3900FD-0305-7DC0-EB08-BA50CCB45E78}"/>
          </ac:picMkLst>
        </pc:picChg>
        <pc:picChg chg="add mod">
          <ac:chgData name="Yan Li" userId="8c31b902-5b3a-4bc1-a03f-ce296c1668b4" providerId="ADAL" clId="{C4E2F155-1101-4902-976B-AD814EDA6EB0}" dt="2024-11-20T22:03:42.895" v="1674" actId="1076"/>
          <ac:picMkLst>
            <pc:docMk/>
            <pc:sldMk cId="3690592379" sldId="354"/>
            <ac:picMk id="4" creationId="{C9CFE580-620B-941E-7E8E-687B927D0C2C}"/>
          </ac:picMkLst>
        </pc:picChg>
        <pc:picChg chg="add mod">
          <ac:chgData name="Yan Li" userId="8c31b902-5b3a-4bc1-a03f-ce296c1668b4" providerId="ADAL" clId="{C4E2F155-1101-4902-976B-AD814EDA6EB0}" dt="2024-11-20T22:04:21.797" v="1681" actId="1076"/>
          <ac:picMkLst>
            <pc:docMk/>
            <pc:sldMk cId="3690592379" sldId="354"/>
            <ac:picMk id="7" creationId="{A7C6C3CC-B5B0-53D1-50C4-2E747279945D}"/>
          </ac:picMkLst>
        </pc:picChg>
      </pc:sldChg>
      <pc:sldChg chg="addSp delSp modSp add mod modNotesTx">
        <pc:chgData name="Yan Li" userId="8c31b902-5b3a-4bc1-a03f-ce296c1668b4" providerId="ADAL" clId="{C4E2F155-1101-4902-976B-AD814EDA6EB0}" dt="2024-11-21T17:02:13.426" v="2386" actId="20577"/>
        <pc:sldMkLst>
          <pc:docMk/>
          <pc:sldMk cId="2116183575" sldId="355"/>
        </pc:sldMkLst>
        <pc:spChg chg="add mod">
          <ac:chgData name="Yan Li" userId="8c31b902-5b3a-4bc1-a03f-ce296c1668b4" providerId="ADAL" clId="{C4E2F155-1101-4902-976B-AD814EDA6EB0}" dt="2024-11-21T16:59:05.870" v="2382" actId="20577"/>
          <ac:spMkLst>
            <pc:docMk/>
            <pc:sldMk cId="2116183575" sldId="355"/>
            <ac:spMk id="4" creationId="{CD0D5C2F-F2F4-2B3D-C557-6F7C54E40C1A}"/>
          </ac:spMkLst>
        </pc:spChg>
        <pc:spChg chg="mod">
          <ac:chgData name="Yan Li" userId="8c31b902-5b3a-4bc1-a03f-ce296c1668b4" providerId="ADAL" clId="{C4E2F155-1101-4902-976B-AD814EDA6EB0}" dt="2024-11-21T15:35:53.930" v="2278" actId="14100"/>
          <ac:spMkLst>
            <pc:docMk/>
            <pc:sldMk cId="2116183575" sldId="355"/>
            <ac:spMk id="5" creationId="{D14683C3-2D07-EFE9-2FE9-25912692C6BD}"/>
          </ac:spMkLst>
        </pc:spChg>
        <pc:picChg chg="add mod">
          <ac:chgData name="Yan Li" userId="8c31b902-5b3a-4bc1-a03f-ce296c1668b4" providerId="ADAL" clId="{C4E2F155-1101-4902-976B-AD814EDA6EB0}" dt="2024-11-20T22:04:50.525" v="1687" actId="14100"/>
          <ac:picMkLst>
            <pc:docMk/>
            <pc:sldMk cId="2116183575" sldId="355"/>
            <ac:picMk id="3" creationId="{811E7F6B-4EDA-5288-761D-0F9C8AED1FFE}"/>
          </ac:picMkLst>
        </pc:picChg>
        <pc:picChg chg="del">
          <ac:chgData name="Yan Li" userId="8c31b902-5b3a-4bc1-a03f-ce296c1668b4" providerId="ADAL" clId="{C4E2F155-1101-4902-976B-AD814EDA6EB0}" dt="2024-11-20T22:04:33.994" v="1683" actId="478"/>
          <ac:picMkLst>
            <pc:docMk/>
            <pc:sldMk cId="2116183575" sldId="355"/>
            <ac:picMk id="4" creationId="{89CC3DAB-EAD6-31F4-0963-786A566906D2}"/>
          </ac:picMkLst>
        </pc:picChg>
        <pc:picChg chg="del">
          <ac:chgData name="Yan Li" userId="8c31b902-5b3a-4bc1-a03f-ce296c1668b4" providerId="ADAL" clId="{C4E2F155-1101-4902-976B-AD814EDA6EB0}" dt="2024-11-20T22:04:34.728" v="1684" actId="478"/>
          <ac:picMkLst>
            <pc:docMk/>
            <pc:sldMk cId="2116183575" sldId="355"/>
            <ac:picMk id="7" creationId="{C773304F-C26E-918F-6000-7318C283904A}"/>
          </ac:picMkLst>
        </pc:picChg>
      </pc:sldChg>
      <pc:sldChg chg="addSp delSp modSp add del mod">
        <pc:chgData name="Yan Li" userId="8c31b902-5b3a-4bc1-a03f-ce296c1668b4" providerId="ADAL" clId="{C4E2F155-1101-4902-976B-AD814EDA6EB0}" dt="2024-11-20T21:48:57.118" v="1561" actId="2696"/>
        <pc:sldMkLst>
          <pc:docMk/>
          <pc:sldMk cId="4139893082" sldId="355"/>
        </pc:sldMkLst>
        <pc:spChg chg="del mod">
          <ac:chgData name="Yan Li" userId="8c31b902-5b3a-4bc1-a03f-ce296c1668b4" providerId="ADAL" clId="{C4E2F155-1101-4902-976B-AD814EDA6EB0}" dt="2024-11-06T14:11:45.792" v="1065" actId="478"/>
          <ac:spMkLst>
            <pc:docMk/>
            <pc:sldMk cId="4139893082" sldId="355"/>
            <ac:spMk id="7" creationId="{393CD5C5-4B6B-F3C5-6B40-2EA4F75C6BD2}"/>
          </ac:spMkLst>
        </pc:spChg>
        <pc:spChg chg="add mod">
          <ac:chgData name="Yan Li" userId="8c31b902-5b3a-4bc1-a03f-ce296c1668b4" providerId="ADAL" clId="{C4E2F155-1101-4902-976B-AD814EDA6EB0}" dt="2024-11-08T19:04:44.104" v="1249" actId="20577"/>
          <ac:spMkLst>
            <pc:docMk/>
            <pc:sldMk cId="4139893082" sldId="355"/>
            <ac:spMk id="8" creationId="{D5F38BA6-A002-29C0-5E75-06B88EBABBD8}"/>
          </ac:spMkLst>
        </pc:spChg>
        <pc:picChg chg="del">
          <ac:chgData name="Yan Li" userId="8c31b902-5b3a-4bc1-a03f-ce296c1668b4" providerId="ADAL" clId="{C4E2F155-1101-4902-976B-AD814EDA6EB0}" dt="2024-11-06T14:11:07.489" v="1060" actId="478"/>
          <ac:picMkLst>
            <pc:docMk/>
            <pc:sldMk cId="4139893082" sldId="355"/>
            <ac:picMk id="3" creationId="{6157217D-A822-4824-2C2D-732B73BB018E}"/>
          </ac:picMkLst>
        </pc:picChg>
        <pc:picChg chg="add mod">
          <ac:chgData name="Yan Li" userId="8c31b902-5b3a-4bc1-a03f-ce296c1668b4" providerId="ADAL" clId="{C4E2F155-1101-4902-976B-AD814EDA6EB0}" dt="2024-11-06T14:11:25.845" v="1063" actId="14100"/>
          <ac:picMkLst>
            <pc:docMk/>
            <pc:sldMk cId="4139893082" sldId="355"/>
            <ac:picMk id="4" creationId="{562255E0-17FF-61DF-8723-BCDB72FB0167}"/>
          </ac:picMkLst>
        </pc:picChg>
      </pc:sldChg>
      <pc:sldChg chg="addSp delSp modSp add mod modNotesTx">
        <pc:chgData name="Yan Li" userId="8c31b902-5b3a-4bc1-a03f-ce296c1668b4" providerId="ADAL" clId="{C4E2F155-1101-4902-976B-AD814EDA6EB0}" dt="2024-11-21T16:47:37.005" v="2357" actId="20577"/>
        <pc:sldMkLst>
          <pc:docMk/>
          <pc:sldMk cId="1379319685" sldId="356"/>
        </pc:sldMkLst>
        <pc:spChg chg="mod">
          <ac:chgData name="Yan Li" userId="8c31b902-5b3a-4bc1-a03f-ce296c1668b4" providerId="ADAL" clId="{C4E2F155-1101-4902-976B-AD814EDA6EB0}" dt="2024-11-21T15:37:07.656" v="2287" actId="2711"/>
          <ac:spMkLst>
            <pc:docMk/>
            <pc:sldMk cId="1379319685" sldId="356"/>
            <ac:spMk id="5" creationId="{4F16889C-A51D-155F-F1E8-D1772C06360E}"/>
          </ac:spMkLst>
        </pc:spChg>
        <pc:spChg chg="add mod">
          <ac:chgData name="Yan Li" userId="8c31b902-5b3a-4bc1-a03f-ce296c1668b4" providerId="ADAL" clId="{C4E2F155-1101-4902-976B-AD814EDA6EB0}" dt="2024-11-21T15:42:30.448" v="2349" actId="1076"/>
          <ac:spMkLst>
            <pc:docMk/>
            <pc:sldMk cId="1379319685" sldId="356"/>
            <ac:spMk id="9" creationId="{0A73FC98-8D7C-C07C-DB49-A5C3DC609772}"/>
          </ac:spMkLst>
        </pc:spChg>
        <pc:picChg chg="del">
          <ac:chgData name="Yan Li" userId="8c31b902-5b3a-4bc1-a03f-ce296c1668b4" providerId="ADAL" clId="{C4E2F155-1101-4902-976B-AD814EDA6EB0}" dt="2024-11-20T22:05:08.575" v="1689" actId="478"/>
          <ac:picMkLst>
            <pc:docMk/>
            <pc:sldMk cId="1379319685" sldId="356"/>
            <ac:picMk id="3" creationId="{7DCE3472-EA9C-7145-854A-AA83FB055371}"/>
          </ac:picMkLst>
        </pc:picChg>
        <pc:picChg chg="add mod">
          <ac:chgData name="Yan Li" userId="8c31b902-5b3a-4bc1-a03f-ce296c1668b4" providerId="ADAL" clId="{C4E2F155-1101-4902-976B-AD814EDA6EB0}" dt="2024-11-20T22:05:11.360" v="1691" actId="1076"/>
          <ac:picMkLst>
            <pc:docMk/>
            <pc:sldMk cId="1379319685" sldId="356"/>
            <ac:picMk id="4" creationId="{534D8D06-FD39-8141-D65D-AF0C4BAA8FC7}"/>
          </ac:picMkLst>
        </pc:picChg>
        <pc:inkChg chg="add">
          <ac:chgData name="Yan Li" userId="8c31b902-5b3a-4bc1-a03f-ce296c1668b4" providerId="ADAL" clId="{C4E2F155-1101-4902-976B-AD814EDA6EB0}" dt="2024-11-21T15:42:03.908" v="2343" actId="9405"/>
          <ac:inkMkLst>
            <pc:docMk/>
            <pc:sldMk cId="1379319685" sldId="356"/>
            <ac:inkMk id="2" creationId="{57C3E710-03AB-92F2-B54C-43E538B2B845}"/>
          </ac:inkMkLst>
        </pc:inkChg>
        <pc:inkChg chg="add">
          <ac:chgData name="Yan Li" userId="8c31b902-5b3a-4bc1-a03f-ce296c1668b4" providerId="ADAL" clId="{C4E2F155-1101-4902-976B-AD814EDA6EB0}" dt="2024-11-21T15:42:05.811" v="2344" actId="9405"/>
          <ac:inkMkLst>
            <pc:docMk/>
            <pc:sldMk cId="1379319685" sldId="356"/>
            <ac:inkMk id="3" creationId="{C01E5347-060E-60C3-D8C5-9BF35F030CDD}"/>
          </ac:inkMkLst>
        </pc:inkChg>
        <pc:inkChg chg="add">
          <ac:chgData name="Yan Li" userId="8c31b902-5b3a-4bc1-a03f-ce296c1668b4" providerId="ADAL" clId="{C4E2F155-1101-4902-976B-AD814EDA6EB0}" dt="2024-11-21T15:42:10.549" v="2345" actId="9405"/>
          <ac:inkMkLst>
            <pc:docMk/>
            <pc:sldMk cId="1379319685" sldId="356"/>
            <ac:inkMk id="6" creationId="{2D6A56E6-A75B-9BEE-064A-7F1983BB6D77}"/>
          </ac:inkMkLst>
        </pc:inkChg>
        <pc:inkChg chg="add">
          <ac:chgData name="Yan Li" userId="8c31b902-5b3a-4bc1-a03f-ce296c1668b4" providerId="ADAL" clId="{C4E2F155-1101-4902-976B-AD814EDA6EB0}" dt="2024-11-21T15:42:15.858" v="2346" actId="9405"/>
          <ac:inkMkLst>
            <pc:docMk/>
            <pc:sldMk cId="1379319685" sldId="356"/>
            <ac:inkMk id="7" creationId="{8D1FB096-6D49-F377-BB9E-6F8BDEACE082}"/>
          </ac:inkMkLst>
        </pc:inkChg>
      </pc:sldChg>
      <pc:sldChg chg="addSp delSp modSp add del mod">
        <pc:chgData name="Yan Li" userId="8c31b902-5b3a-4bc1-a03f-ce296c1668b4" providerId="ADAL" clId="{C4E2F155-1101-4902-976B-AD814EDA6EB0}" dt="2024-11-20T21:48:57.118" v="1561" actId="2696"/>
        <pc:sldMkLst>
          <pc:docMk/>
          <pc:sldMk cId="2477572494" sldId="356"/>
        </pc:sldMkLst>
        <pc:spChg chg="mod">
          <ac:chgData name="Yan Li" userId="8c31b902-5b3a-4bc1-a03f-ce296c1668b4" providerId="ADAL" clId="{C4E2F155-1101-4902-976B-AD814EDA6EB0}" dt="2024-11-08T19:07:18.920" v="1260" actId="20577"/>
          <ac:spMkLst>
            <pc:docMk/>
            <pc:sldMk cId="2477572494" sldId="356"/>
            <ac:spMk id="5" creationId="{0574D3B7-E8A4-7976-B5EA-A29C495F656E}"/>
          </ac:spMkLst>
        </pc:spChg>
        <pc:spChg chg="mod">
          <ac:chgData name="Yan Li" userId="8c31b902-5b3a-4bc1-a03f-ce296c1668b4" providerId="ADAL" clId="{C4E2F155-1101-4902-976B-AD814EDA6EB0}" dt="2024-11-06T14:14:18.387" v="1081"/>
          <ac:spMkLst>
            <pc:docMk/>
            <pc:sldMk cId="2477572494" sldId="356"/>
            <ac:spMk id="8" creationId="{C663D973-AEDA-348A-C9D6-1EF31D56AB07}"/>
          </ac:spMkLst>
        </pc:spChg>
        <pc:picChg chg="add mod">
          <ac:chgData name="Yan Li" userId="8c31b902-5b3a-4bc1-a03f-ce296c1668b4" providerId="ADAL" clId="{C4E2F155-1101-4902-976B-AD814EDA6EB0}" dt="2024-11-06T14:12:55.921" v="1074" actId="14100"/>
          <ac:picMkLst>
            <pc:docMk/>
            <pc:sldMk cId="2477572494" sldId="356"/>
            <ac:picMk id="3" creationId="{E2CE0692-8997-A6B2-7240-D540E6FC5E58}"/>
          </ac:picMkLst>
        </pc:picChg>
        <pc:picChg chg="del">
          <ac:chgData name="Yan Li" userId="8c31b902-5b3a-4bc1-a03f-ce296c1668b4" providerId="ADAL" clId="{C4E2F155-1101-4902-976B-AD814EDA6EB0}" dt="2024-11-06T14:12:49.792" v="1071" actId="478"/>
          <ac:picMkLst>
            <pc:docMk/>
            <pc:sldMk cId="2477572494" sldId="356"/>
            <ac:picMk id="4" creationId="{DF9E4CAD-DD0E-4C95-3324-AF0A176038EB}"/>
          </ac:picMkLst>
        </pc:picChg>
      </pc:sldChg>
      <pc:sldChg chg="addSp delSp modSp add del mod modNotesTx">
        <pc:chgData name="Yan Li" userId="8c31b902-5b3a-4bc1-a03f-ce296c1668b4" providerId="ADAL" clId="{C4E2F155-1101-4902-976B-AD814EDA6EB0}" dt="2024-11-20T21:48:57.118" v="1561" actId="2696"/>
        <pc:sldMkLst>
          <pc:docMk/>
          <pc:sldMk cId="250488333" sldId="357"/>
        </pc:sldMkLst>
        <pc:spChg chg="mod">
          <ac:chgData name="Yan Li" userId="8c31b902-5b3a-4bc1-a03f-ce296c1668b4" providerId="ADAL" clId="{C4E2F155-1101-4902-976B-AD814EDA6EB0}" dt="2024-11-08T23:17:26.702" v="1309" actId="20577"/>
          <ac:spMkLst>
            <pc:docMk/>
            <pc:sldMk cId="250488333" sldId="357"/>
            <ac:spMk id="5" creationId="{F4EDBD5D-77AE-ECDE-273B-2798A0E3C5EA}"/>
          </ac:spMkLst>
        </pc:spChg>
        <pc:spChg chg="del mod">
          <ac:chgData name="Yan Li" userId="8c31b902-5b3a-4bc1-a03f-ce296c1668b4" providerId="ADAL" clId="{C4E2F155-1101-4902-976B-AD814EDA6EB0}" dt="2024-11-06T14:18:28.485" v="1101"/>
          <ac:spMkLst>
            <pc:docMk/>
            <pc:sldMk cId="250488333" sldId="357"/>
            <ac:spMk id="8" creationId="{DF26940A-420A-7C54-9B26-0ABE5A4046C6}"/>
          </ac:spMkLst>
        </pc:spChg>
        <pc:spChg chg="add mod">
          <ac:chgData name="Yan Li" userId="8c31b902-5b3a-4bc1-a03f-ce296c1668b4" providerId="ADAL" clId="{C4E2F155-1101-4902-976B-AD814EDA6EB0}" dt="2024-11-08T23:18:42.048" v="1353" actId="20577"/>
          <ac:spMkLst>
            <pc:docMk/>
            <pc:sldMk cId="250488333" sldId="357"/>
            <ac:spMk id="10" creationId="{0DF36FA8-11D5-7C2D-96CF-E593166DEFA0}"/>
          </ac:spMkLst>
        </pc:spChg>
        <pc:picChg chg="del">
          <ac:chgData name="Yan Li" userId="8c31b902-5b3a-4bc1-a03f-ce296c1668b4" providerId="ADAL" clId="{C4E2F155-1101-4902-976B-AD814EDA6EB0}" dt="2024-11-06T14:15:08.970" v="1083" actId="478"/>
          <ac:picMkLst>
            <pc:docMk/>
            <pc:sldMk cId="250488333" sldId="357"/>
            <ac:picMk id="3" creationId="{A7615D2F-A636-177E-C678-7354BD8A5A6C}"/>
          </ac:picMkLst>
        </pc:picChg>
        <pc:picChg chg="add del mod">
          <ac:chgData name="Yan Li" userId="8c31b902-5b3a-4bc1-a03f-ce296c1668b4" providerId="ADAL" clId="{C4E2F155-1101-4902-976B-AD814EDA6EB0}" dt="2024-11-06T14:15:57.863" v="1091" actId="478"/>
          <ac:picMkLst>
            <pc:docMk/>
            <pc:sldMk cId="250488333" sldId="357"/>
            <ac:picMk id="4" creationId="{A889F414-6F92-6DDC-BA9D-4122920C502D}"/>
          </ac:picMkLst>
        </pc:picChg>
        <pc:picChg chg="add mod">
          <ac:chgData name="Yan Li" userId="8c31b902-5b3a-4bc1-a03f-ce296c1668b4" providerId="ADAL" clId="{C4E2F155-1101-4902-976B-AD814EDA6EB0}" dt="2024-11-06T14:16:07.389" v="1097" actId="1076"/>
          <ac:picMkLst>
            <pc:docMk/>
            <pc:sldMk cId="250488333" sldId="357"/>
            <ac:picMk id="7" creationId="{7FCE43A1-F1CA-9ECD-DCC4-833919BCD5DC}"/>
          </ac:picMkLst>
        </pc:picChg>
      </pc:sldChg>
      <pc:sldChg chg="modSp add mod modNotesTx">
        <pc:chgData name="Yan Li" userId="8c31b902-5b3a-4bc1-a03f-ce296c1668b4" providerId="ADAL" clId="{C4E2F155-1101-4902-976B-AD814EDA6EB0}" dt="2024-11-21T03:16:02.876" v="1983" actId="14100"/>
        <pc:sldMkLst>
          <pc:docMk/>
          <pc:sldMk cId="3397358388" sldId="357"/>
        </pc:sldMkLst>
        <pc:spChg chg="mod">
          <ac:chgData name="Yan Li" userId="8c31b902-5b3a-4bc1-a03f-ce296c1668b4" providerId="ADAL" clId="{C4E2F155-1101-4902-976B-AD814EDA6EB0}" dt="2024-11-21T03:16:02.876" v="1983" actId="14100"/>
          <ac:spMkLst>
            <pc:docMk/>
            <pc:sldMk cId="3397358388" sldId="357"/>
            <ac:spMk id="5" creationId="{DF749D34-C700-4E0B-5873-530AD9D79F18}"/>
          </ac:spMkLst>
        </pc:spChg>
      </pc:sldChg>
      <pc:sldChg chg="delSp modSp add del mod">
        <pc:chgData name="Yan Li" userId="8c31b902-5b3a-4bc1-a03f-ce296c1668b4" providerId="ADAL" clId="{C4E2F155-1101-4902-976B-AD814EDA6EB0}" dt="2024-11-21T02:04:44.634" v="1812" actId="2696"/>
        <pc:sldMkLst>
          <pc:docMk/>
          <pc:sldMk cId="4052127801" sldId="357"/>
        </pc:sldMkLst>
        <pc:spChg chg="del mod">
          <ac:chgData name="Yan Li" userId="8c31b902-5b3a-4bc1-a03f-ce296c1668b4" providerId="ADAL" clId="{C4E2F155-1101-4902-976B-AD814EDA6EB0}" dt="2024-11-20T22:16:29.050" v="1730"/>
          <ac:spMkLst>
            <pc:docMk/>
            <pc:sldMk cId="4052127801" sldId="357"/>
            <ac:spMk id="3" creationId="{96588768-EF58-C720-BF96-7E623D99EB76}"/>
          </ac:spMkLst>
        </pc:spChg>
        <pc:spChg chg="mod">
          <ac:chgData name="Yan Li" userId="8c31b902-5b3a-4bc1-a03f-ce296c1668b4" providerId="ADAL" clId="{C4E2F155-1101-4902-976B-AD814EDA6EB0}" dt="2024-11-20T22:16:50.122" v="1752" actId="14100"/>
          <ac:spMkLst>
            <pc:docMk/>
            <pc:sldMk cId="4052127801" sldId="357"/>
            <ac:spMk id="5" creationId="{30C30A19-73F8-D8CD-F5CC-1D9D464151C3}"/>
          </ac:spMkLst>
        </pc:spChg>
      </pc:sldChg>
      <pc:sldChg chg="addSp delSp modSp add del mod modNotesTx">
        <pc:chgData name="Yan Li" userId="8c31b902-5b3a-4bc1-a03f-ce296c1668b4" providerId="ADAL" clId="{C4E2F155-1101-4902-976B-AD814EDA6EB0}" dt="2024-11-20T21:48:57.118" v="1561" actId="2696"/>
        <pc:sldMkLst>
          <pc:docMk/>
          <pc:sldMk cId="3713084313" sldId="358"/>
        </pc:sldMkLst>
        <pc:spChg chg="mod">
          <ac:chgData name="Yan Li" userId="8c31b902-5b3a-4bc1-a03f-ce296c1668b4" providerId="ADAL" clId="{C4E2F155-1101-4902-976B-AD814EDA6EB0}" dt="2024-11-08T23:18:02.864" v="1352" actId="20577"/>
          <ac:spMkLst>
            <pc:docMk/>
            <pc:sldMk cId="3713084313" sldId="358"/>
            <ac:spMk id="5" creationId="{57EFB648-A1F6-9A35-D0A9-C720C9D58991}"/>
          </ac:spMkLst>
        </pc:spChg>
        <pc:spChg chg="mod">
          <ac:chgData name="Yan Li" userId="8c31b902-5b3a-4bc1-a03f-ce296c1668b4" providerId="ADAL" clId="{C4E2F155-1101-4902-976B-AD814EDA6EB0}" dt="2024-11-08T18:18:36.560" v="1187" actId="20577"/>
          <ac:spMkLst>
            <pc:docMk/>
            <pc:sldMk cId="3713084313" sldId="358"/>
            <ac:spMk id="10" creationId="{3A1539DF-91CF-958F-3B4D-1F25C37A52C5}"/>
          </ac:spMkLst>
        </pc:spChg>
        <pc:picChg chg="add mod">
          <ac:chgData name="Yan Li" userId="8c31b902-5b3a-4bc1-a03f-ce296c1668b4" providerId="ADAL" clId="{C4E2F155-1101-4902-976B-AD814EDA6EB0}" dt="2024-11-06T14:19:14.467" v="1110" actId="14100"/>
          <ac:picMkLst>
            <pc:docMk/>
            <pc:sldMk cId="3713084313" sldId="358"/>
            <ac:picMk id="3" creationId="{BFF3C776-3357-855E-4C84-3C8622E5A562}"/>
          </ac:picMkLst>
        </pc:picChg>
        <pc:picChg chg="del">
          <ac:chgData name="Yan Li" userId="8c31b902-5b3a-4bc1-a03f-ce296c1668b4" providerId="ADAL" clId="{C4E2F155-1101-4902-976B-AD814EDA6EB0}" dt="2024-11-06T14:19:06.092" v="1105" actId="478"/>
          <ac:picMkLst>
            <pc:docMk/>
            <pc:sldMk cId="3713084313" sldId="358"/>
            <ac:picMk id="7" creationId="{45995A51-9FBC-8A77-A039-7674BFD54D64}"/>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0:32.573"/>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1,'1426'0,"-1187"13,-48 0,1130-7,-719-9,-473 3,-99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0:33.926"/>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2,'614'-1,"652"3,-832 14,-231-7,-138-6</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0:34.353"/>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1,'33'5,"50"6,25 1,4-1,-8-2,-16 1,-9 0,-14-3,-12-1,-11-3,-7 3,-5 2,-4 2,-5 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0:34.698"/>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0:35.830"/>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1,'5'0,"6"0,11 0,40 0,96 5,50 6,9 1,-19 4,-18-1,-31-3,-35-4,-33-3,-30-2</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7:14.751"/>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9:41.673"/>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1,'5'0,"11"0,13 0,10 0,5 0,17 0,18 0,6 0,-8 0,-16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9:42.034"/>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9:42.380"/>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1,'0'0</inkml:trace>
  <inkml:trace contextRef="#ctx0" brushRef="#br0" timeOffset="1">1 1,'0'0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9:46.857"/>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390 112,'37'-1,"64"-12,-43 5,158-22,310-28,-523 58,0-1,1 1,-1 0,0 0,1 0,-1 0,0 1,0 0,1-1,-1 1,0 0,0 0,0 1,0-1,0 1,5 3,-7-3,0 0,0 0,0 0,0 0,0 1,-1-1,1 0,-1 1,1-1,-1 0,0 1,0-1,0 1,0-1,0 1,-1-1,1 0,-1 1,0-1,1 0,-3 4,-5 16,-1-1,-1 0,-19 30,-2 3,28-50,1-1,-1 1,0-1,0 1,-1-1,1 0,-1 0,0 0,1-1,-1 1,0-1,-1 0,1 0,0-1,0 1,-1-1,1 0,-1 0,0 0,-6 0,-15 0,0 0,-41-5,21 1,-509 1,313 3,226-1,0 2,0-1,0 2,0 0,0 1,1 0,0 2,0-1,0 2,0 0,1 1,0 0,1 1,-23 20,35-28,1-1,0 0,-1 1,1-1,0 0,-1 1,1-1,0 0,0 1,0-1,-1 0,1 1,0-1,0 1,0-1,0 1,0-1,0 0,0 1,0-1,0 1,0-1,0 1,0-1,0 0,0 1,0-1,0 1,0-1,0 1,1-1,-1 0,0 1,0-1,1 0,-1 1,0-1,0 0,1 1,-1-1,0 0,1 1,-1-1,0 0,1 0,-1 0,1 1,-1-1,0 0,1 0,-1 0,1 0,-1 0,1 0,-1 0,0 0,1 0,-1 0,1 0,-1 0,1 0,-1 0,1 0,36 2,-33-2,630 0,-250-3,-153 3,-198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02T17:52:05.138"/>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25,'19'1,"0"1,22 5,21 2,277-5,-189-6,503 2,-621-1,48-9,21-1,18 0,5 0,709 10,-398 2,-92 11,18-1,1121-12,-815 2,-607 2,92 16,-67-6,-75-12,99 14,144 0,-166-16,346 2,-98 28,-105-5,149-9,-363-17,0 0,25-6,-25 4,0 1,24-2,147-3,109-4,315-23,55 0,188 58,-124-1,-666-20,105 16,65 27,-116-21,277 44,-288-56,187-1,51-14,-214 4,-108-2,0-2,26-4,-23 2,29-1,122 3,109-8,-178 3,127 8,37-2,-210-8,-45 6,33-2,230 6,-259 3,0 1,0 0,26 11,-20-7,-19-6,0 0,0 0,0-1,1 0,12-1,-19 0,0 0,0-1,0 1,0 0,0-1,0 1,0-1,0 0,0 0,0 0,-1 0,4-2,-4 2,-1 1,1-1,0 0,0 0,-1 0,1 0,-1-1,1 1,-1 0,1 0,-1 0,0 0,1-1,-1 1,0 0,0 0,0 0,0-1,0 1,0 0,0 0,-1-3,0 1,0 0,0-1,-1 1,1 0,-1 0,0 0,0 0,0 0,0 0,0 1,-1-1,1 1,-5-4,-44-28,25 18,-64-52,86 65,0 0,0 1,-1 0,1-1,-1 1,0 1,1-1,-1 1,0 0,0 0,-10-1,-7 1,-32 3,23 0,-543 0,327-3,244 1,0-1,0 1,0 0,0 0,0 1,0-1,0 1,1-1,-1 1,0 0,0 0,0 0,1 1,-1-1,1 1,-1-1,1 1,-1 0,1 0,0 0,0 0,0 0,0 1,0-1,1 0,-1 1,-1 3,-10 21,2 0,0 1,2 0,2 0,-6 33,13-59,0 1,1-1,-1 0,0 1,1-1,-1 0,1 0,0 0,0 1,0-1,0 0,0 0,0 0,0 0,1-1,-1 1,1 0,-1 0,1-1,0 1,-1-1,1 0,0 1,0-1,2 1,9 5,-1-1,27 9,-26-10,43 18,-35-13,1-1,1-1,-1 0,2-2,39 6,-55-12,0-1,-1 0,1 0,-1-1,1 0,-1 0,0-1,0 1,8-6,-6 4,-1 0,1 1,0 0,0 0,17-2,18 2,-21 2,0-1,28-6,-22 3,1 1,-1 2,1 1,0 1,54 7,11 12,-67-12,0-1,0-2,41 2,105-8,-155 2</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0:32.573"/>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1,'1426'0,"-1187"13,-48 0,1130-7,-719-9,-473 3,-99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0:33.926"/>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2,'614'-1,"652"3,-832 14,-231-7,-138-6</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0:34.353"/>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1,'33'5,"50"6,25 1,4-1,-8-2,-16 1,-9 0,-14-3,-12-1,-11-3,-7 3,-5 2,-4 2,-5 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0:34.698"/>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1,'0'0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0:35.830"/>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1,'5'0,"6"0,11 0,40 0,96 5,50 6,9 1,-19 4,-18-1,-31-3,-35-4,-33-3,-30-2</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0:43.797"/>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1,'259'0,"1736"22,-1434-15,-146 20,-142-25,300 13,282-1,-531-17,220 11,565 81,133 24,-441-49,-247-52,-333-15,484 3,-686-1,0-1,-1 0,20-6,38-5,298-38,-92 9,-203 34,71-10,-108 9</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1:48.877"/>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59,'34'-2,"0"-1,-1-2,39-10,-29 5,48-4,438 4,-344 13,-140-3</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1:49.621"/>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1,'9'0,"9"0,5 0,-1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1:53.429"/>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29,'743'-2,"803"5,-895 10,355 2,535-15,-1316 14,-41-1,541-10,-366-5,-299-1,-1-3,65-14,-65 9,1 2,67 0,317-5,27 0,489 15,-927 1,62 11,-62-7,59 2,-65-8,-3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1:55.729"/>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0,'4619'0,"-4587"0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2:00.846"/>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1,'5432'0,"-4127"0,-1249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2:05.421"/>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28,'1255'0,"-1234"-1,0-1,35-9,7 0,-42 9</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7:14.751"/>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9:38.578"/>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0,'14'0,"20"0,23 0,87 0,50 0,24 0,-10 0,-36 0,-42 0,-34 0,-28 0,-26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9:41.673"/>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1,'5'0,"11"0,13 0,10 0,5 0,17 0,18 0,6 0,-8 0,-16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9:42.034"/>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1,'0'0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9:42.380"/>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1,'0'0</inkml:trace>
  <inkml:trace contextRef="#ctx0" brushRef="#br0" timeOffset="1">1 1,'0'0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9:46.857"/>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390 112,'37'-1,"64"-12,-43 5,158-22,310-28,-523 58,0-1,1 1,-1 0,0 0,1 0,-1 0,0 1,0 0,1-1,-1 1,0 0,0 0,0 1,0-1,0 1,5 3,-7-3,0 0,0 0,0 0,0 0,0 1,-1-1,1 0,-1 1,1-1,-1 0,0 1,0-1,0 1,0-1,0 1,-1-1,1 0,-1 1,0-1,1 0,-3 4,-5 16,-1-1,-1 0,-19 30,-2 3,28-50,1-1,-1 1,0-1,0 1,-1-1,1 0,-1 0,0 0,1-1,-1 1,0-1,-1 0,1 0,0-1,0 1,-1-1,1 0,-1 0,0 0,-6 0,-15 0,0 0,-41-5,21 1,-509 1,313 3,226-1,0 2,0-1,0 2,0 0,0 1,1 0,0 2,0-1,0 2,0 0,1 1,0 0,1 1,-23 20,35-28,1-1,0 0,-1 1,1-1,0 0,-1 1,1-1,0 0,0 1,0-1,-1 0,1 1,0-1,0 1,0-1,0 1,0-1,0 0,0 1,0-1,0 1,0-1,0 1,0-1,0 0,0 1,0-1,0 1,0-1,0 1,1-1,-1 0,0 1,0-1,1 0,-1 1,0-1,0 0,1 1,-1-1,0 0,1 1,-1-1,0 0,1 0,-1 0,1 1,-1-1,0 0,1 0,-1 0,1 0,-1 0,1 0,-1 0,0 0,1 0,-1 0,1 0,-1 0,1 0,-1 0,1 0,36 2,-33-2,630 0,-250-3,-153 3,-198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0:32.573"/>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1,'1426'0,"-1187"13,-48 0,1130-7,-719-9,-473 3,-99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0:33.926"/>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2,'614'-1,"652"3,-832 14,-231-7,-138-6</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0:34.353"/>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1,'33'5,"50"6,25 1,4-1,-8-2,-16 1,-9 0,-14-3,-12-1,-11-3,-7 3,-5 2,-4 2,-5 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0:34.698"/>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1,'0'0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0:35.830"/>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1,'5'0,"6"0,11 0,40 0,96 5,50 6,9 1,-19 4,-18-1,-31-3,-35-4,-33-3,-30-2</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0:43.797"/>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1,'259'0,"1736"22,-1434-15,-146 20,-142-25,300 13,282-1,-531-17,220 11,565 81,133 24,-441-49,-247-52,-333-15,484 3,-686-1,0-1,-1 0,20-6,38-5,298-38,-92 9,-203 34,71-10,-108 9</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1:48.877"/>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59,'34'-2,"0"-1,-1-2,39-10,-29 5,48-4,438 4,-344 13,-140-3</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1:49.621"/>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1,'9'0,"9"0,5 0,-1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1:53.429"/>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29,'743'-2,"803"5,-895 10,355 2,535-15,-1316 14,-41-1,541-10,-366-5,-299-1,-1-3,65-14,-65 9,1 2,67 0,317-5,27 0,489 15,-927 1,62 11,-62-7,59 2,-65-8,-3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1:55.729"/>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0,'4619'0,"-4587"0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2:00.846"/>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1,'5432'0,"-4127"0,-1249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2:05.421"/>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28,'1255'0,"-1234"-1,0-1,35-9,7 0,-42 9</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7:14.751"/>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9:38.578"/>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0,'14'0,"20"0,23 0,87 0,50 0,24 0,-10 0,-36 0,-42 0,-34 0,-28 0,-26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9:41.673"/>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1,'5'0,"11"0,13 0,10 0,5 0,17 0,18 0,6 0,-8 0,-16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9:42.034"/>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1,'0'0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9:42.380"/>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1,'0'0</inkml:trace>
  <inkml:trace contextRef="#ctx0" brushRef="#br0" timeOffset="1">1 1,'0'0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9:46.857"/>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390 112,'37'-1,"64"-12,-43 5,158-22,310-28,-523 58,0-1,1 1,-1 0,0 0,1 0,-1 0,0 1,0 0,1-1,-1 1,0 0,0 0,0 1,0-1,0 1,5 3,-7-3,0 0,0 0,0 0,0 0,0 1,-1-1,1 0,-1 1,1-1,-1 0,0 1,0-1,0 1,0-1,0 1,-1-1,1 0,-1 1,0-1,1 0,-3 4,-5 16,-1-1,-1 0,-19 30,-2 3,28-50,1-1,-1 1,0-1,0 1,-1-1,1 0,-1 0,0 0,1-1,-1 1,0-1,-1 0,1 0,0-1,0 1,-1-1,1 0,-1 0,0 0,-6 0,-15 0,0 0,-41-5,21 1,-509 1,313 3,226-1,0 2,0-1,0 2,0 0,0 1,1 0,0 2,0-1,0 2,0 0,1 1,0 0,1 1,-23 20,35-28,1-1,0 0,-1 1,1-1,0 0,-1 1,1-1,0 0,0 1,0-1,-1 0,1 1,0-1,0 1,0-1,0 1,0-1,0 0,0 1,0-1,0 1,0-1,0 1,0-1,0 0,0 1,0-1,0 1,0-1,0 1,1-1,-1 0,0 1,0-1,1 0,-1 1,0-1,0 0,1 1,-1-1,0 0,1 1,-1-1,0 0,1 0,-1 0,1 1,-1-1,0 0,1 0,-1 0,1 0,-1 0,1 0,-1 0,0 0,1 0,-1 0,1 0,-1 0,1 0,-1 0,1 0,36 2,-33-2,630 0,-250-3,-153 3,-198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02T18:15:58.691"/>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67,'2764'0,"-2747"-1,-1 0,0-2,18-4,14-3,-16 5,14-3,52 0,72-4,38 0,890 13,-1072 0,0 1,40 9,-46-7</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02T18:16:00.674"/>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18,'16'2,"0"-1,-1 2,1 0,27 10,-24-7,-1-1,37 5,-29-8,258 18,-195-18,106-10,475-9,-461 19,398-2,-567-1,42-9,39-1,-57 10,74-11,-44 4,165 5,-128 6,-91-3,-9 1,0-1,0-2,62-11,-77 9</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02T18:16:02.527"/>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0,'33'2,"35"5,11 2,404-15,-235-3,1000 35,-18-9,-827-19,270 2,-641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02T18:16:07.460"/>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25,'1'2,"-1"-1,0 1,1 0,-1-1,1 1,0-1,-1 1,1-1,0 1,0-1,0 0,0 1,0-1,0 0,1 0,-1 0,0 0,3 2,28 16,-26-16,9 4,2 0,-1-1,1-1,0 0,0-1,0-1,22 1,129-4,-83-3,1834 2,-978 2,-807-12,-19 1,469 8,-301 4,2856-2,-3023-6,127-21,71-6,298 31,-329 3,-253-1,5 1,0-2,51-8,-15 0,1 3,121 6,-104 1,847 0,-603 21,-56-2,-162-18,168 12,-35 7,-32-3,-141-11,79 13,-119-13,103 25,-96-23,-23-6</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02T18:16:27.043"/>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1 181,'112'-1,"128"2,-132 10,15-1,400-9,-245-2,45-10,-62 1,-127 11,74-3,-60-18,-11 0,-25 16,-59 3,55-7,215-34,2 26,-283 17,-24 1,0-2,-1 0,1-1,-1 0,30-8,-6-2,0 2,0 2,74-4,130 11,-107 2,180-3,319 3,-447 9,55 1,3417-13,-3450-11,-6 1,529 10,-341 2,-378-2,-1 0,26-7,22-2,393 6,-243 6,-62-3,241 5,-277 2,159 30,19 4,-250-37</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0:32.573"/>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1,'1426'0,"-1187"13,-48 0,1130-7,-719-9,-473 3,-99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0:33.926"/>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2,'614'-1,"652"3,-832 14,-231-7,-138-6</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0:34.353"/>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1,'33'5,"50"6,25 1,4-1,-8-2,-16 1,-9 0,-14-3,-12-1,-11-3,-7 3,-5 2,-4 2,-5 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0:34.698"/>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1,'0'0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0:35.830"/>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1,'5'0,"6"0,11 0,40 0,96 5,50 6,9 1,-19 4,-18-1,-31-3,-35-4,-33-3,-30-2</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0:43.797"/>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1,'259'0,"1736"22,-1434-15,-146 20,-142-25,300 13,282-1,-531-17,220 11,565 81,133 24,-441-49,-247-52,-333-15,484 3,-686-1,0-1,-1 0,20-6,38-5,298-38,-92 9,-203 34,71-10,-108 9</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1:48.877"/>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59,'34'-2,"0"-1,-1-2,39-10,-29 5,48-4,438 4,-344 13,-140-3</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1:49.621"/>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1,'9'0,"9"0,5 0,-1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1:53.429"/>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29,'743'-2,"803"5,-895 10,355 2,535-15,-1316 14,-41-1,541-10,-366-5,-299-1,-1-3,65-14,-65 9,1 2,67 0,317-5,27 0,489 15,-927 1,62 11,-62-7,59 2,-65-8,-3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1:55.729"/>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0,'4619'0,"-4587"0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2:00.846"/>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1,'5432'0,"-4127"0,-1249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2:05.421"/>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28,'1255'0,"-1234"-1,0-1,35-9,7 0,-42 9</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7:14.751"/>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9:38.578"/>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0,'14'0,"20"0,23 0,87 0,50 0,24 0,-10 0,-36 0,-42 0,-34 0,-28 0,-26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9:41.673"/>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1,'5'0,"11"0,13 0,10 0,5 0,17 0,18 0,6 0,-8 0,-16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9:42.034"/>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1,'0'0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9:42.380"/>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1,'0'0</inkml:trace>
  <inkml:trace contextRef="#ctx0" brushRef="#br0" timeOffset="1">1 1,'0'0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9:46.857"/>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390 112,'37'-1,"64"-12,-43 5,158-22,310-28,-523 58,0-1,1 1,-1 0,0 0,1 0,-1 0,0 1,0 0,1-1,-1 1,0 0,0 0,0 1,0-1,0 1,5 3,-7-3,0 0,0 0,0 0,0 0,0 1,-1-1,1 0,-1 1,1-1,-1 0,0 1,0-1,0 1,0-1,0 1,-1-1,1 0,-1 1,0-1,1 0,-3 4,-5 16,-1-1,-1 0,-19 30,-2 3,28-50,1-1,-1 1,0-1,0 1,-1-1,1 0,-1 0,0 0,1-1,-1 1,0-1,-1 0,1 0,0-1,0 1,-1-1,1 0,-1 0,0 0,-6 0,-15 0,0 0,-41-5,21 1,-509 1,313 3,226-1,0 2,0-1,0 2,0 0,0 1,1 0,0 2,0-1,0 2,0 0,1 1,0 0,1 1,-23 20,35-28,1-1,0 0,-1 1,1-1,0 0,-1 1,1-1,0 0,0 1,0-1,-1 0,1 1,0-1,0 1,0-1,0 1,0-1,0 0,0 1,0-1,0 1,0-1,0 1,0-1,0 0,0 1,0-1,0 1,0-1,0 1,1-1,-1 0,0 1,0-1,1 0,-1 1,0-1,0 0,1 1,-1-1,0 0,1 1,-1-1,0 0,1 0,-1 0,1 1,-1-1,0 0,1 0,-1 0,1 0,-1 0,1 0,-1 0,0 0,1 0,-1 0,1 0,-1 0,1 0,-1 0,1 0,36 2,-33-2,630 0,-250-3,-153 3,-198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7:14.751"/>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7:14.751"/>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02T18:32:15.947"/>
    </inkml:context>
    <inkml:brush xml:id="br0">
      <inkml:brushProperty name="width" value="0.025" units="cm"/>
      <inkml:brushProperty name="height" value="0.025" units="cm"/>
      <inkml:brushProperty name="color" value="#E71224"/>
    </inkml:brush>
  </inkml:definitions>
  <inkml:trace contextRef="#ctx0" brushRef="#br0">0 0 24575,'0'4'0,"0"4"0,0 6 0,0 3 0,0 3 0,0 2 0,0 1 0,0 0 0,0 0 0,0 0 0,0 0 0,0-1 0,0 0 0,0-3-8191</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02T18:32:17.634"/>
    </inkml:context>
    <inkml:brush xml:id="br0">
      <inkml:brushProperty name="width" value="0.025" units="cm"/>
      <inkml:brushProperty name="height" value="0.025" units="cm"/>
      <inkml:brushProperty name="color" value="#E71224"/>
    </inkml:brush>
  </inkml:definitions>
  <inkml:trace contextRef="#ctx0" brushRef="#br0">1 0 24575,'0'4'0,"0"5"0,0 4 0,0 4 0,0 3 0,0 2 0,0 5 0,0 1 0,0 0 0,0-2 0,0 0 0,0-2 0,0-1 0,0-4-8191</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02T18:32:35.096"/>
    </inkml:context>
    <inkml:brush xml:id="br0">
      <inkml:brushProperty name="width" value="0.025" units="cm"/>
      <inkml:brushProperty name="height" value="0.025" units="cm"/>
      <inkml:brushProperty name="color" value="#E71224"/>
    </inkml:brush>
  </inkml:definitions>
  <inkml:trace contextRef="#ctx0" brushRef="#br0">29 4 24575,'34'-1'0,"-24"0"0,1 0 0,0 1 0,-1 0 0,1 1 0,-1 0 0,19 5 0,-28-6 0,0 0 0,0 0 0,0 1 0,1-1 0,-1 1 0,0-1 0,0 1 0,0-1 0,0 1 0,0 0 0,0-1 0,0 1 0,0 0 0,0 0 0,-1 0 0,1 0 0,0 0 0,0 0 0,-1 0 0,1 0 0,-1 0 0,1 0 0,-1 0 0,1 0 0,-1 0 0,0 0 0,1 0 0,-1 1 0,0-1 0,0 0 0,0 0 0,0 0 0,0 1 0,0-1 0,0 0 0,0 0 0,-1 0 0,0 2 0,-2 4 0,0 0 0,0-1 0,-1 0 0,0 0 0,-8 9 0,-6 9 0,9-5 0,5-11 0,0 0 0,-1 0 0,-9 11 0,12-16 0,0-1 0,0 0 0,-1 1 0,1-1 0,-1 0 0,0-1 0,0 1 0,0 0 0,1-1 0,-1 0 0,-1 1 0,1-1 0,-6 1 0,7-2 0,-34 10 0,36-10 0,0 0 0,-1 0 0,1 0 0,-1 0 0,1 0 0,-1 0 0,1 1 0,-1-1 0,1 0 0,0 0 0,-1 0 0,1 1 0,-1-1 0,1 0 0,0 0 0,-1 1 0,1-1 0,0 0 0,-1 1 0,1-1 0,0 1 0,-1-1 0,1 0 0,0 1 0,0-1 0,0 1 0,-1-1 0,1 0 0,0 1 0,0-1 0,0 1 0,0-1 0,0 1 0,0-1 0,0 1 0,0-1 0,0 1 0,0-1 0,0 1 0,0-1 0,0 0 0,0 1 0,1-1 0,-1 1 0,0-1 0,0 1 0,0-1 0,1 0 0,-1 1 0,0-1 0,0 1 0,1-1 0,-1 0 0,0 1 0,1-1 0,-1 0 0,1 0 0,-1 1 0,0-1 0,1 0 0,-1 0 0,1 1 0,-1-1 0,0 0 0,1 0 0,-1 0 0,2 0 0,11 7-151,1-2-1,0 0 0,0 0 0,0-2 1,1 1-1,-1-2 0,1 0 1,21 0-1,-16-1-6674</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02T18:32:37.811"/>
    </inkml:context>
    <inkml:brush xml:id="br0">
      <inkml:brushProperty name="width" value="0.025" units="cm"/>
      <inkml:brushProperty name="height" value="0.025" units="cm"/>
      <inkml:brushProperty name="color" value="#E71224"/>
    </inkml:brush>
  </inkml:definitions>
  <inkml:trace contextRef="#ctx0" brushRef="#br0">1 129 24575,'3'0'0,"0"0"0,-1-1 0,1 1 0,0-1 0,0 0 0,0 0 0,-1 0 0,1 0 0,0 0 0,-1-1 0,1 1 0,-1-1 0,1 1 0,-1-1 0,3-3 0,4-5 0,0 1 0,9-16 0,-11 16 0,-1 1 0,14-14 0,-18 19 0,1 1 0,0 0 0,0-1 0,0 1 0,0 0 0,0 0 0,1 1 0,-1-1 0,0 1 0,1 0 0,-1-1 0,1 2 0,0-1 0,-1 0 0,1 1 0,0-1 0,5 1 0,-6 1 0,1 0 0,-1 0 0,0 0 0,0 0 0,0 1 0,0-1 0,0 1 0,0 0 0,0 0 0,0 0 0,-1 0 0,1 0 0,-1 1 0,0-1 0,1 1 0,-1 0 0,0-1 0,3 7 0,4 8 0,0 0 0,-2 1 0,0 0 0,8 30 0,-14-45 0,-1-1 0,1 1 0,-1 0 0,0 0 0,0-1 0,0 1 0,0 0 0,0 0 0,-1 0 0,1-1 0,-1 1 0,0 0 0,0-1 0,0 1 0,0-1 0,0 1 0,0-1 0,-1 1 0,1-1 0,-1 0 0,0 0 0,0 1 0,0-1 0,-4 3 0,-4 2 0,0 0 0,0 0 0,-1-1 0,-17 7 0,-2 2 0,43-12 0,8-2 0,-8-1 0,-2-1 0,-1 1 0,0 0 0,0 1 0,0 0 0,14 4 0,-22-5 0,-1 1 0,1-1 0,-1 1 0,0 0 0,1-1 0,-1 1 0,0 0 0,1 0 0,-1 0 0,0 0 0,0 0 0,0 0 0,0 0 0,0 0 0,0 1 0,0-1 0,1 2 0,-1-1 0,-1 0 0,0 0 0,1 0 0,-1 0 0,0 0 0,0 0 0,0 0 0,0 0 0,0 0 0,-1 0 0,1 0 0,-1 0 0,1 0 0,-1 0 0,0 0 0,1 0 0,-3 2 0,-1 4 0,-1-1 0,0 1 0,0-1 0,-1 0 0,0 0 0,-11 9 0,-45 33 0,60-47 0,-4 3-97,-1 1-1,0-1 1,-1-1-1,1 0 1,-1 0-1,0 0 1,0-1-1,0 0 1,0 0-1,-1-1 1,1 0-1,-1-1 0,-12 1 1,3-2-6729</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02T18:34:58.802"/>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0 111,'580'0,"-546"-2,1-1,-1-2,38-11,24-4,323-20,1 38,14 39,-413-34,192 24,-143-17,-33-5,43 2,597-6,-323-3,-277 2,177 3,-171 2,87 16,-108-12,88 1,66-12,-71 0,629 2,-740-1,0-1,0-2,-1-2,34-9,-36 9,1 1,0 1,50 2,-41 2,56-8,-1-2,191 5,-169 7,217 9,-33 0,-296-11,612 18,170 10,6-28,-326-2,-348 2,563-13,-345 2,-198-8,5 0,-30 12,502-30,-129 33,-254 26,1-1,-79-17,75 3,13 13,482 18,-709-39,0-1,30-7,-29 5,0 0,20 0,221 4,34-2,-153-17,-5 0,388 13,-298 8,382-15,-155 2,-73 5,817-9,-816 16,-107-13,20 1,577 12,-674-12,4-1,354 13,-536 0,0 1,0 1,-1 1,29 9,-28-8,0 0,0 0,1-2,22 1,292-5,66 2,-112 34,-191-19,63 2,-53-7,-42-5,0-3,80-7,124-24,-222 22,191-23,-211 24,34-11,-40 9,1 2,41-6,219 8,-149 5,239-2,-344 1,0 2,-1 1,39 11,-36-8,2 0,37 2,103-8,52 5,345 9,-378-17,557 2,-726-1,1-1,24-6,-22 4,43-3,680 6,-360 3,172-2,-511 1,92 16,47 23,2 0,-93-25,1-4,149-3,557-11,-421 5,-329-2,86-2,-114 0,1-1,-1-1,35-10,-20 2,0 1,82-9,12-3,-24 3,-44 7,-47 9</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02T18:35:07.622"/>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91,'2792'0,"-2661"10,-59-3,261 32,0 1,177-6,-194-15,836 8,-1063-26,0-5,133-21,74-46,131-22,225 33,0 46,-498 13,461 24,-270 27,-22-9,-253-31,-35-5,39 1,602-5,-324-2,471 1,-667 11,5 1,158-1,9-1,2253-10,-2257 11,-36 1,932-11,-593-3,2136 2,-2743-1,0-1,27-6,-24 4,34-3,438 4,-247 6,488-3,-683-2,1-2,-1-3,67-16,-13 6,-58 11,135-15,-117 14,1 3,71 5,-49 1,-29-1,82 14,60 21,-134-26,0-4,137-6,-90-2,80 1,221 3,-297 8,28 1,1039-11,-1160 1,44 8,7 1,255 22,-286-27,99 6,14 1,-94-3,5 1,90 2,1072-13,-963 20,-106-4,455-4,-270-32,99-29,-182 13,-190 32,88 6,-56 1,45-1,164-3,-122-21,-40 3,-46 15,-59 4,52-7,-77 4,-5 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02T18:35:12.081"/>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0 178,'19'0,"914"9,1536 26,-2108-60,-198 9,197-18,345-21,169 52,-116 3,-426-10,105-1,515 24,365-3,-913-12,-5 25,-83-1,-88-15,424 8,5-16,400 2,-520 22,23-1,-79-33,-96-1,1669 11,-991 2,-190-52,-449 26,-303 20,327-34,-363 31,124 4,55-5,-216 4,330-26,469 51,-492-6,1014 85,-765-76,1650-26,-1188 5,-817-4,275 4,-315 9,69 1,-80-11,220-29,-122 7,1 22,-140 1,271-15,-55 3,-313 11,-43 0,-1 1,30 6,-27-4,30 3,190-4,48 3,97 7,-366-13</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02T18:37:46.284"/>
    </inkml:context>
    <inkml:brush xml:id="br0">
      <inkml:brushProperty name="width" value="0.025" units="cm"/>
      <inkml:brushProperty name="height" value="0.025" units="cm"/>
      <inkml:brushProperty name="color" value="#E71224"/>
    </inkml:brush>
  </inkml:definitions>
  <inkml:trace contextRef="#ctx0" brushRef="#br0">0 157 24575,'1'-1'0,"-1"0"0,0 0 0,1 1 0,-1-1 0,1 0 0,-1 0 0,1 0 0,-1 0 0,1 0 0,0 0 0,0 1 0,-1-1 0,1 0 0,0 1 0,0-1 0,0 0 0,0 1 0,-1-1 0,1 1 0,0 0 0,0-1 0,0 1 0,0 0 0,0-1 0,0 1 0,0 0 0,2 0 0,34-4 0,-33 3 0,25 2 0,-1 0 0,1 2 0,0 1 0,-1 1 0,43 14 0,-39-9 0,0-2 0,1-2 0,57 4 0,626-9 0,-326-3 0,-353 1 0,42-9 0,-41 5 0,42-1 0,-38 8 0,1 1 0,-1 2 0,52 14 0,-53-12 0,-1-2 0,1-1 0,1-3 0,-1-1 0,0-2 0,63-11 0,-60 7 0,-16 3 0,0-2 0,-1 0 0,0-2 0,0-1 0,37-15 0,-54 18 0,0 2 0,0-1 0,0 2 0,0-1 0,0 1 0,1 1 0,11-1 0,78 4 0,-42 0 0,363-2 0,-393-1 0,45-9 0,14 0 0,-52 7 0,0-2 0,41-11 0,10-1 0,-36 12 0,0 2 0,69 4 0,-29 2 0,1016-3 0,-1083 1 0,0 1 0,33 8 0,-6-1 0,-5-1 0,-12-2 0,36 1 0,53-1 0,144 25 0,-224-25 0,-1-3 0,74-3 0,-53-1 0,-40 0 0,-1-1 0,27-6 0,-24 3 0,38-2 0,-18 6 0,-5 1 0,77-11 0,-53 3 0,-46 7 0,0-1 0,-1 0 0,1-2 0,20-6 0,-16 3 0,1 1 0,1 1 0,-1 1 0,40-3 0,95 8 0,-68 1 0,22-1 0,122-3 0,-152-8 0,-44 5 0,43-2 0,99 9 0,120-3 0,-208-10 0,-55 5 0,44 0 0,-35 5 0,116 3 0,-86 9 0,-49-6 0,39 2 0,470-6 0,-261-3 0,1731 2 0,-1868-11 0,1-1 0,-104 12 0,17-2 0,0 3 0,91 14 0,-64-3 0,-46-9 0,32 9 0,-4 3 0,1-3 0,0-2 0,1-3 0,75-1 0,890-9 0,-562 5 0,-458-3 0,0 1 0,0-1 0,0 0 0,0-1 0,0 1 0,-1-1 0,1-1 0,10-4 0,1-3 0,27-19 0,-29 17 0,34-17 0,-44 26 0,1 0 0,-1 1 0,1 0 0,-1 0 0,1 1 0,0 0 0,-1 0 0,1 0 0,11 1 0,19 6 0,-1 0 0,0 3 0,57 21 0,-76-24 0,93 36 328,35 11-2021,-120-46-5133</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7:14.751"/>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02T18:50:50.020"/>
    </inkml:context>
    <inkml:brush xml:id="br0">
      <inkml:brushProperty name="width" value="0.025" units="cm"/>
      <inkml:brushProperty name="height" value="0.025" units="cm"/>
      <inkml:brushProperty name="color" value="#E71224"/>
    </inkml:brush>
  </inkml:definitions>
  <inkml:trace contextRef="#ctx0" brushRef="#br0">1 28 24575,'29'1'0,"0"-2"0,0-1 0,48-9 0,-42 5 0,1 1 0,1 3 0,-1 1 0,40 4 0,6-1 0,923-2 0,-967 2 0,0 1 0,58 14 0,-58-9 0,0-1 0,48 1 0,-8-3 0,148 29 0,-81-9 0,175 14 0,-129-17 0,14-12 0,-5 0 0,-111-3 0,93-5 0,-109-2 0,-57-1 58,-1-1-1,29-6 1,-10 1-1596,-15 4-5288</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02T18:50:51.892"/>
    </inkml:context>
    <inkml:brush xml:id="br0">
      <inkml:brushProperty name="width" value="0.025" units="cm"/>
      <inkml:brushProperty name="height" value="0.025" units="cm"/>
      <inkml:brushProperty name="color" value="#E71224"/>
    </inkml:brush>
  </inkml:definitions>
  <inkml:trace contextRef="#ctx0" brushRef="#br0">1 157 24575,'64'0'0,"0"-3"0,114-21 0,422-69 0,-536 86 0,339-23 0,391 53 0,-462 2 0,-193-7 0,30 3 0,-37-10 0,112 5 0,-1-30 0,-150 6 0,129 7 0,17 0 0,-129-9 0,41-1 0,134 10-1365,-259 1-5461</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02T18:51:22.888"/>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0 288,'137'-12,"-2"1,-94 9,0-2,-1-2,1-1,-1-3,64-23,-25 9,1 3,1 4,139-13,24 0,-118 12,139-1,386-2,-507 11,119-3,1321 14,-1086 33,-87-3,159-29,-281-4,1624 2,-1894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02T18:52:13.500"/>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1 113,'752'0,"-721"-2,-1-1,0-1,30-9,55-8,15-1,-87 13,55-4,200 2,503-3,-526 16,1382-2,-1273 22,-12 1,-260-23,4-1,152 18,-133-2,202-3,137 1,105-2,-367-13,850 2,-1043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02T18:52:34.669"/>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2,'202'-2,"216"5,-274 7,53 2,241 0,247-1,-428-13,-140 1,263 11,463 92,-764-89,386 54,-325-49,259 17,478-36,-713 12,-3 1,923-13,-945-10,-18-1,-100 12</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02T18:52:37.375"/>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0,'106'3,"0"3,171 35,-201-26,1-3,109 2,521 7,176 1,1339-23,-1796 23,22 1,168 2,-407-6,34 2,-150-16,369 14,-289-8,-24-1,-42-8,197 9,2-2,-283-8,0 1,24 5,25 3,311-6,-214-6,330 2,-472-1,0-2,0-1,38-10,-38 7,0 1,0 2,29-2,32 7,-69-1</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7:14.751"/>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02T18:55:40.830"/>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1 156,'38'0,"1"-2,51-9,-35 0,-23 4,1 1,60-2,-61 6,46-7,-45 4,42-1,70 6,200-8,-110-1,-84 4,-45-5,8-1,507 9,-321 4,-160-12,-28 1,486 5,-336 6,436-2,-656-2,44-8,35-1,334 10,-213 2,-205 1,42 7,12 0,375-5,-259-5,323 1,-511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02T18:58:48.628"/>
    </inkml:context>
    <inkml:brush xml:id="br0">
      <inkml:brushProperty name="width" value="0.3" units="cm"/>
      <inkml:brushProperty name="height" value="0.6" units="cm"/>
      <inkml:brushProperty name="color" value="#EF0C4D"/>
      <inkml:brushProperty name="tip" value="rectangle"/>
      <inkml:brushProperty name="rasterOp" value="maskPen"/>
      <inkml:brushProperty name="ignorePressure" value="1"/>
    </inkml:brush>
  </inkml:definitions>
  <inkml:trace contextRef="#ctx0" brushRef="#br0">0 90,'20'-2,"-1"0,31-7,-7 1,241-27,510 2,-484 32,364 11,-465 6,112 4,494-18,-394-4,2440 2,-2730-11,-31 1,209 7,-181 4,-110-1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02T18:58:55.879"/>
    </inkml:context>
    <inkml:brush xml:id="br0">
      <inkml:brushProperty name="width" value="0.3" units="cm"/>
      <inkml:brushProperty name="height" value="0.6" units="cm"/>
      <inkml:brushProperty name="color" value="#EF0C4D"/>
      <inkml:brushProperty name="tip" value="rectangle"/>
      <inkml:brushProperty name="rasterOp" value="maskPen"/>
      <inkml:brushProperty name="ignorePressure" value="1"/>
    </inkml:brush>
  </inkml:definitions>
  <inkml:trace contextRef="#ctx0" brushRef="#br0">0 68,'56'3,"71"13,-30-4,548 5,-420-19,-90 0,159 4,-143 8,68 2,-37-14,145 3,-180 10,46 1,172-13,-340 0,0-2,0-1,0-1,42-15,-37 11,0 1,50-7,141-16,-130 15,128-5,74 23,89-4,-281-9,8 0,9 9,224 29,-215-15,194-4,-257-8,1041 0,-936 11,-18 0,53 8,-125-8,517 48,-499-49,63 3,677-14,-708-10,-20 0,382 9,-250 3,95-14,116-12,-384 23,909-3,-583 7,-379-2</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02T18:59:04.753"/>
    </inkml:context>
    <inkml:brush xml:id="br0">
      <inkml:brushProperty name="width" value="0.3" units="cm"/>
      <inkml:brushProperty name="height" value="0.6" units="cm"/>
      <inkml:brushProperty name="color" value="#EF0C4D"/>
      <inkml:brushProperty name="tip" value="rectangle"/>
      <inkml:brushProperty name="rasterOp" value="maskPen"/>
      <inkml:brushProperty name="ignorePressure" value="1"/>
    </inkml:brush>
  </inkml:definitions>
  <inkml:trace contextRef="#ctx0" brushRef="#br0">0 2,'10'1,"0"0,0 0,15 5,16 2,287-1,-191-9,-48 4,104-4,-109-8,37-2,522 10,-328 4,2179-2,-2282 12,7-1,-161-8,104 19,-76-8,-21-4,-19-3,77 4,-80-11,202 12,-146-4,145-6,-116-4,94-9,11 0,-2-2,196 3,-279 11,-117-2,44-8,16-2,365 9,-234 4,911-2,-1114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5T19:17:14.751"/>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1 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ADCE8C-2003-47A2-800E-2F90B246AB06}" type="datetimeFigureOut">
              <a:rPr lang="en-US" smtClean="0"/>
              <a:t>12/2/2024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022B8F-EECA-4068-B343-503A0100A33C}" type="slidenum">
              <a:rPr lang="en-US" smtClean="0"/>
              <a:t>‹#›</a:t>
            </a:fld>
            <a:endParaRPr lang="en-US"/>
          </a:p>
        </p:txBody>
      </p:sp>
    </p:spTree>
    <p:extLst>
      <p:ext uri="{BB962C8B-B14F-4D97-AF65-F5344CB8AC3E}">
        <p14:creationId xmlns:p14="http://schemas.microsoft.com/office/powerpoint/2010/main" val="18858779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022B8F-EECA-4068-B343-503A0100A33C}" type="slidenum">
              <a:rPr lang="en-US" smtClean="0"/>
              <a:t>3</a:t>
            </a:fld>
            <a:endParaRPr lang="en-US"/>
          </a:p>
        </p:txBody>
      </p:sp>
    </p:spTree>
    <p:extLst>
      <p:ext uri="{BB962C8B-B14F-4D97-AF65-F5344CB8AC3E}">
        <p14:creationId xmlns:p14="http://schemas.microsoft.com/office/powerpoint/2010/main" val="40218082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022B8F-EECA-4068-B343-503A0100A33C}" type="slidenum">
              <a:rPr lang="en-US" smtClean="0"/>
              <a:t>5</a:t>
            </a:fld>
            <a:endParaRPr lang="en-US"/>
          </a:p>
        </p:txBody>
      </p:sp>
    </p:spTree>
    <p:extLst>
      <p:ext uri="{BB962C8B-B14F-4D97-AF65-F5344CB8AC3E}">
        <p14:creationId xmlns:p14="http://schemas.microsoft.com/office/powerpoint/2010/main" val="35542583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09A0C-1800-547E-A7F5-BC7824F22E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8E5EB8-41F6-0A1A-8164-B6C9707F1D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34824A-CFEF-B785-9540-56A16BFA4A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C2CED7-B757-7412-BA50-273D8BCB790F}"/>
              </a:ext>
            </a:extLst>
          </p:cNvPr>
          <p:cNvSpPr>
            <a:spLocks noGrp="1"/>
          </p:cNvSpPr>
          <p:nvPr>
            <p:ph type="sldNum" sz="quarter" idx="5"/>
          </p:nvPr>
        </p:nvSpPr>
        <p:spPr/>
        <p:txBody>
          <a:bodyPr/>
          <a:lstStyle/>
          <a:p>
            <a:fld id="{CE022B8F-EECA-4068-B343-503A0100A33C}" type="slidenum">
              <a:rPr lang="en-US" smtClean="0"/>
              <a:t>6</a:t>
            </a:fld>
            <a:endParaRPr lang="en-US"/>
          </a:p>
        </p:txBody>
      </p:sp>
    </p:spTree>
    <p:extLst>
      <p:ext uri="{BB962C8B-B14F-4D97-AF65-F5344CB8AC3E}">
        <p14:creationId xmlns:p14="http://schemas.microsoft.com/office/powerpoint/2010/main" val="27590746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BC720-563A-C382-91A4-723EAAAF99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6F42B1-494A-C45C-91CD-E72901D0AC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7B69A1-05EA-A20E-40D8-AB1CDD55FB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DA3F95-668B-5805-9573-D7A39A561D93}"/>
              </a:ext>
            </a:extLst>
          </p:cNvPr>
          <p:cNvSpPr>
            <a:spLocks noGrp="1"/>
          </p:cNvSpPr>
          <p:nvPr>
            <p:ph type="sldNum" sz="quarter" idx="5"/>
          </p:nvPr>
        </p:nvSpPr>
        <p:spPr/>
        <p:txBody>
          <a:bodyPr/>
          <a:lstStyle/>
          <a:p>
            <a:fld id="{CE022B8F-EECA-4068-B343-503A0100A33C}" type="slidenum">
              <a:rPr lang="en-US" smtClean="0"/>
              <a:t>7</a:t>
            </a:fld>
            <a:endParaRPr lang="en-US"/>
          </a:p>
        </p:txBody>
      </p:sp>
    </p:spTree>
    <p:extLst>
      <p:ext uri="{BB962C8B-B14F-4D97-AF65-F5344CB8AC3E}">
        <p14:creationId xmlns:p14="http://schemas.microsoft.com/office/powerpoint/2010/main" val="27136774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8AEF5-DFD7-DB24-90A3-D79BB99912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E17614-D4BD-5BA2-7098-C7F81D6DB2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BF9B8-38C8-AEC8-649C-A49CD0FC034A}"/>
              </a:ext>
            </a:extLst>
          </p:cNvPr>
          <p:cNvSpPr>
            <a:spLocks noGrp="1"/>
          </p:cNvSpPr>
          <p:nvPr>
            <p:ph type="body" idx="1"/>
          </p:nvPr>
        </p:nvSpPr>
        <p:spPr/>
        <p:txBody>
          <a:bodyPr/>
          <a:lstStyle/>
          <a:p>
            <a:r>
              <a:rPr lang="en-US" dirty="0"/>
              <a:t>60% offered less pay to avoid the “risk of investor opposition,” and 53% to avoid the “risk of ‘vote against’ recommendation from a proxy advisor.” A minority feel constrained by the existing shareholder-approved pay policy (44%), the need to avoid controversy with employees, the media, customers, or policymakers (37%), or past pay practices (28%).</a:t>
            </a:r>
          </a:p>
          <a:p>
            <a:endParaRPr lang="en-US" dirty="0"/>
          </a:p>
          <a:p>
            <a:r>
              <a:rPr lang="en-US" dirty="0"/>
              <a:t>Only 7% reported that the CEO left, and 13% that they hired a less expensive CEO. The most popular responses are not predicted by standard theories. 42% of directors reported that “the CEO was less motivated.” The second-most reported effect of lower pay was “there were no adverse consequences” (41%). </a:t>
            </a:r>
          </a:p>
          <a:p>
            <a:endParaRPr lang="en-US" dirty="0"/>
          </a:p>
        </p:txBody>
      </p:sp>
      <p:sp>
        <p:nvSpPr>
          <p:cNvPr id="4" name="Slide Number Placeholder 3">
            <a:extLst>
              <a:ext uri="{FF2B5EF4-FFF2-40B4-BE49-F238E27FC236}">
                <a16:creationId xmlns:a16="http://schemas.microsoft.com/office/drawing/2014/main" id="{E4CE4CCD-5D0D-4FA7-68C8-D1C54E8949C2}"/>
              </a:ext>
            </a:extLst>
          </p:cNvPr>
          <p:cNvSpPr>
            <a:spLocks noGrp="1"/>
          </p:cNvSpPr>
          <p:nvPr>
            <p:ph type="sldNum" sz="quarter" idx="5"/>
          </p:nvPr>
        </p:nvSpPr>
        <p:spPr/>
        <p:txBody>
          <a:bodyPr/>
          <a:lstStyle/>
          <a:p>
            <a:fld id="{CE022B8F-EECA-4068-B343-503A0100A33C}" type="slidenum">
              <a:rPr lang="en-US" smtClean="0"/>
              <a:t>8</a:t>
            </a:fld>
            <a:endParaRPr lang="en-US"/>
          </a:p>
        </p:txBody>
      </p:sp>
    </p:spTree>
    <p:extLst>
      <p:ext uri="{BB962C8B-B14F-4D97-AF65-F5344CB8AC3E}">
        <p14:creationId xmlns:p14="http://schemas.microsoft.com/office/powerpoint/2010/main" val="21389799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C523C-A2E1-C09B-114D-349A9180E6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624600-348F-C0A6-E6A5-40CD786C1B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4C8892-39F3-B062-5FF5-0F01992879CB}"/>
              </a:ext>
            </a:extLst>
          </p:cNvPr>
          <p:cNvSpPr>
            <a:spLocks noGrp="1"/>
          </p:cNvSpPr>
          <p:nvPr>
            <p:ph type="body" idx="1"/>
          </p:nvPr>
        </p:nvSpPr>
        <p:spPr/>
        <p:txBody>
          <a:bodyPr/>
          <a:lstStyle/>
          <a:p>
            <a:r>
              <a:rPr lang="en-US" dirty="0"/>
              <a:t>72% of directors were forced to offer an inferior pay structure, mostly because of proxy advisors (54%) or investors (54%). To the 72% of respondents who selected “Yes” to at least one constraint, Panel B asked “Was the structure inferior in the following ways?” 69% responded that they had to “follow market practice more,” likely to comply with one-size-fits-all rules applied by investors or proxy advisors.</a:t>
            </a:r>
          </a:p>
          <a:p>
            <a:endParaRPr lang="en-US" dirty="0"/>
          </a:p>
          <a:p>
            <a:r>
              <a:rPr lang="en-US" dirty="0"/>
              <a:t>65% of directors were forced to offer less upside for good performance. 57% of directors were forced to use more performance conditions. </a:t>
            </a:r>
          </a:p>
          <a:p>
            <a:endParaRPr lang="en-US" dirty="0"/>
          </a:p>
        </p:txBody>
      </p:sp>
      <p:sp>
        <p:nvSpPr>
          <p:cNvPr id="4" name="Slide Number Placeholder 3">
            <a:extLst>
              <a:ext uri="{FF2B5EF4-FFF2-40B4-BE49-F238E27FC236}">
                <a16:creationId xmlns:a16="http://schemas.microsoft.com/office/drawing/2014/main" id="{B04434E6-4F54-FFD7-F764-FCEE89BCFBFE}"/>
              </a:ext>
            </a:extLst>
          </p:cNvPr>
          <p:cNvSpPr>
            <a:spLocks noGrp="1"/>
          </p:cNvSpPr>
          <p:nvPr>
            <p:ph type="sldNum" sz="quarter" idx="5"/>
          </p:nvPr>
        </p:nvSpPr>
        <p:spPr/>
        <p:txBody>
          <a:bodyPr/>
          <a:lstStyle/>
          <a:p>
            <a:fld id="{CE022B8F-EECA-4068-B343-503A0100A33C}" type="slidenum">
              <a:rPr lang="en-US" smtClean="0"/>
              <a:t>9</a:t>
            </a:fld>
            <a:endParaRPr lang="en-US"/>
          </a:p>
        </p:txBody>
      </p:sp>
    </p:spTree>
    <p:extLst>
      <p:ext uri="{BB962C8B-B14F-4D97-AF65-F5344CB8AC3E}">
        <p14:creationId xmlns:p14="http://schemas.microsoft.com/office/powerpoint/2010/main" val="40696853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13089-803D-CA16-64C8-3A1465491E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D1EDFD-7457-692B-8E85-055545FEDE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2559A5-8205-C05D-DFBA-70863814B2E1}"/>
              </a:ext>
            </a:extLst>
          </p:cNvPr>
          <p:cNvSpPr>
            <a:spLocks noGrp="1"/>
          </p:cNvSpPr>
          <p:nvPr>
            <p:ph type="body" idx="1"/>
          </p:nvPr>
        </p:nvSpPr>
        <p:spPr/>
        <p:txBody>
          <a:bodyPr/>
          <a:lstStyle/>
          <a:p>
            <a:r>
              <a:rPr lang="en-US" dirty="0"/>
              <a:t>“CEO pay at peer firms” was the second most popular response for directors (66%/0.82) and third for investors (49%/0.46). Both ranked it higher than “the new CEO’s pay in their previous position” (42%/0.26 for directors and 23%/-0.21 for investors) and “the new CEO’s other employment options” (58%/0.55 and 43%/0.26), which more directly reflect the CEO’s outside alternatives. This suggests that pay at peer firms is important beyond the participation constraint, and is relevant even if the CEO could not move to those firms. </a:t>
            </a:r>
          </a:p>
        </p:txBody>
      </p:sp>
      <p:sp>
        <p:nvSpPr>
          <p:cNvPr id="4" name="Slide Number Placeholder 3">
            <a:extLst>
              <a:ext uri="{FF2B5EF4-FFF2-40B4-BE49-F238E27FC236}">
                <a16:creationId xmlns:a16="http://schemas.microsoft.com/office/drawing/2014/main" id="{66F941B9-400E-FC01-B5E7-8A5204B2FB92}"/>
              </a:ext>
            </a:extLst>
          </p:cNvPr>
          <p:cNvSpPr>
            <a:spLocks noGrp="1"/>
          </p:cNvSpPr>
          <p:nvPr>
            <p:ph type="sldNum" sz="quarter" idx="5"/>
          </p:nvPr>
        </p:nvSpPr>
        <p:spPr/>
        <p:txBody>
          <a:bodyPr/>
          <a:lstStyle/>
          <a:p>
            <a:fld id="{CE022B8F-EECA-4068-B343-503A0100A33C}" type="slidenum">
              <a:rPr lang="en-US" smtClean="0"/>
              <a:t>10</a:t>
            </a:fld>
            <a:endParaRPr lang="en-US"/>
          </a:p>
        </p:txBody>
      </p:sp>
    </p:spTree>
    <p:extLst>
      <p:ext uri="{BB962C8B-B14F-4D97-AF65-F5344CB8AC3E}">
        <p14:creationId xmlns:p14="http://schemas.microsoft.com/office/powerpoint/2010/main" val="39919555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E5235-B1CC-5585-6980-315CC9B997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3FB219-8A9B-F243-93D8-9383A9ED73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B27563-0A4A-C769-F14E-6260C5AEC38C}"/>
              </a:ext>
            </a:extLst>
          </p:cNvPr>
          <p:cNvSpPr>
            <a:spLocks noGrp="1"/>
          </p:cNvSpPr>
          <p:nvPr>
            <p:ph type="body" idx="1"/>
          </p:nvPr>
        </p:nvSpPr>
        <p:spPr/>
        <p:txBody>
          <a:bodyPr/>
          <a:lstStyle/>
          <a:p>
            <a:r>
              <a:rPr lang="en-US" dirty="0"/>
              <a:t>Both rated “good recent CEO performance” the highest, with support of 76%/0.98 from directors and 75%/1.05 from investors. The results suggest that changes in flow pay play a special role by addressing CEOs’ desire for recognition. A pay increase, unlike the revaluation of equity, provides internal recognition because it requires a discretionary decision by the board and approval by shareholders. It provides external recognition because it is observable and thus boosts the CEO’s reputation. </a:t>
            </a:r>
          </a:p>
          <a:p>
            <a:endParaRPr lang="en-US" dirty="0"/>
          </a:p>
          <a:p>
            <a:r>
              <a:rPr lang="en-US" dirty="0"/>
              <a:t>All other responses received less than 50% support from both groups. The second most common response from directors was “increases in firm size” (46%/0.37; 45%/0.17 from investors). Directors ranked “increases in pay at peer firms” (44%/0.26) significantly higher than investors (27%/-0.17).  Because CEOs are rarely hired away (</a:t>
            </a:r>
            <a:r>
              <a:rPr lang="en-US" dirty="0" err="1"/>
              <a:t>Cziraki</a:t>
            </a:r>
            <a:r>
              <a:rPr lang="en-US" dirty="0"/>
              <a:t> and </a:t>
            </a:r>
            <a:r>
              <a:rPr lang="en-US" dirty="0" err="1"/>
              <a:t>Jenter</a:t>
            </a:r>
            <a:r>
              <a:rPr lang="en-US" dirty="0"/>
              <a:t>, 2022), this is more likely due to directors being attuned to the importance of fairness in motivating CEOs rather than labor market pressures. The responses to “other changes that reduce the attractiveness of the pay package (e.g. adding holding periods)” (25%/-0.11 for directors and 30%/0.01 for investors) is low. </a:t>
            </a:r>
          </a:p>
        </p:txBody>
      </p:sp>
      <p:sp>
        <p:nvSpPr>
          <p:cNvPr id="4" name="Slide Number Placeholder 3">
            <a:extLst>
              <a:ext uri="{FF2B5EF4-FFF2-40B4-BE49-F238E27FC236}">
                <a16:creationId xmlns:a16="http://schemas.microsoft.com/office/drawing/2014/main" id="{A5057DEA-8D73-98F4-8E29-39D9FA4E11BD}"/>
              </a:ext>
            </a:extLst>
          </p:cNvPr>
          <p:cNvSpPr>
            <a:spLocks noGrp="1"/>
          </p:cNvSpPr>
          <p:nvPr>
            <p:ph type="sldNum" sz="quarter" idx="5"/>
          </p:nvPr>
        </p:nvSpPr>
        <p:spPr/>
        <p:txBody>
          <a:bodyPr/>
          <a:lstStyle/>
          <a:p>
            <a:fld id="{CE022B8F-EECA-4068-B343-503A0100A33C}" type="slidenum">
              <a:rPr lang="en-US" smtClean="0"/>
              <a:t>11</a:t>
            </a:fld>
            <a:endParaRPr lang="en-US"/>
          </a:p>
        </p:txBody>
      </p:sp>
    </p:spTree>
    <p:extLst>
      <p:ext uri="{BB962C8B-B14F-4D97-AF65-F5344CB8AC3E}">
        <p14:creationId xmlns:p14="http://schemas.microsoft.com/office/powerpoint/2010/main" val="23139250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7DC19-42C7-3C06-6EA0-A2619ABAEC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F10A65-B5F4-12E1-05A0-D016479504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E6E2FF-492E-6F00-8909-0475AEA259EE}"/>
              </a:ext>
            </a:extLst>
          </p:cNvPr>
          <p:cNvSpPr>
            <a:spLocks noGrp="1"/>
          </p:cNvSpPr>
          <p:nvPr>
            <p:ph type="body" idx="1"/>
          </p:nvPr>
        </p:nvSpPr>
        <p:spPr/>
        <p:txBody>
          <a:bodyPr/>
          <a:lstStyle/>
          <a:p>
            <a:r>
              <a:rPr lang="en-US" dirty="0"/>
              <a:t>Only 23% of directors responded “Yes.” to the question “Have you ever significantly decreased the target quantum of pay for an incumbent CEO?”. Combined with the difficulty of significantly increasing pay, this suggests that CEO pay is sticky, and that directors decide pay changes rather than pay levels. </a:t>
            </a:r>
          </a:p>
          <a:p>
            <a:endParaRPr lang="en-US" dirty="0"/>
          </a:p>
          <a:p>
            <a:r>
              <a:rPr lang="en-US" dirty="0"/>
              <a:t>To the respondents who answered “Yes,” Panel B asked “What caused you to decrease the target quantum of pay for an incumbent CEO?” The five factors that standard theories predict should drive reductions in pay (poor performance, decreases in firm size, changes in attractiveness at your firm, changes in attractiveness at other firms, decreases in pay at peer firms) were the five least popular options for directors, all with negative average ratings. In contrast, investors believe that these five factors should drive both increases and decreases in pay, as theory predicts.</a:t>
            </a:r>
          </a:p>
          <a:p>
            <a:endParaRPr lang="en-US" dirty="0"/>
          </a:p>
          <a:p>
            <a:r>
              <a:rPr lang="en-US" dirty="0"/>
              <a:t>Directors’ three most common reasons to cut pay: external pressure to reduce pay; your firm encountering financial constraints; the CEO requesting it. </a:t>
            </a:r>
          </a:p>
        </p:txBody>
      </p:sp>
      <p:sp>
        <p:nvSpPr>
          <p:cNvPr id="4" name="Slide Number Placeholder 3">
            <a:extLst>
              <a:ext uri="{FF2B5EF4-FFF2-40B4-BE49-F238E27FC236}">
                <a16:creationId xmlns:a16="http://schemas.microsoft.com/office/drawing/2014/main" id="{44777DD6-D72F-71F8-61FF-8761BB404CC2}"/>
              </a:ext>
            </a:extLst>
          </p:cNvPr>
          <p:cNvSpPr>
            <a:spLocks noGrp="1"/>
          </p:cNvSpPr>
          <p:nvPr>
            <p:ph type="sldNum" sz="quarter" idx="5"/>
          </p:nvPr>
        </p:nvSpPr>
        <p:spPr/>
        <p:txBody>
          <a:bodyPr/>
          <a:lstStyle/>
          <a:p>
            <a:fld id="{CE022B8F-EECA-4068-B343-503A0100A33C}" type="slidenum">
              <a:rPr lang="en-US" smtClean="0"/>
              <a:t>12</a:t>
            </a:fld>
            <a:endParaRPr lang="en-US"/>
          </a:p>
        </p:txBody>
      </p:sp>
    </p:spTree>
    <p:extLst>
      <p:ext uri="{BB962C8B-B14F-4D97-AF65-F5344CB8AC3E}">
        <p14:creationId xmlns:p14="http://schemas.microsoft.com/office/powerpoint/2010/main" val="20542991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9C58F-D9EB-D66C-D330-CD10107D23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294419-7965-E430-F5A7-BC393E3554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B5D3DC-4816-BCA9-3E97-5E2108562B5F}"/>
              </a:ext>
            </a:extLst>
          </p:cNvPr>
          <p:cNvSpPr>
            <a:spLocks noGrp="1"/>
          </p:cNvSpPr>
          <p:nvPr>
            <p:ph type="body" idx="1"/>
          </p:nvPr>
        </p:nvSpPr>
        <p:spPr/>
        <p:txBody>
          <a:bodyPr/>
          <a:lstStyle/>
          <a:p>
            <a:r>
              <a:rPr lang="en-US" dirty="0"/>
              <a:t>Only 10% of directors agreed that “there would be no adverse consequences” (average score -0.96). Their strongest concern was “we would recruit a lower quality CEO” (59%/0.66). Directors’ second greatest concern was “the CEO would be less motivated” (46%/0.38), suggesting that the level of pay has motivational consequences missing from standard models. Just over half agreed that “it would create undesirable pay compression between the CEO and other executives” (51%/0.36), another concern absent from most models, which focus on CEO pay in isolation. </a:t>
            </a:r>
          </a:p>
          <a:p>
            <a:endParaRPr lang="en-US" dirty="0"/>
          </a:p>
          <a:p>
            <a:r>
              <a:rPr lang="en-US" dirty="0"/>
              <a:t>In contrast, investors are much more open to cutting CEO pay than directors. Their most popular response was that “there would be no adverse consequences” (33%/-0.02, with 35% neither agreeing nor disagreeing). Fewer than a quarter agreed with each of the negative consequences. Thus, many investors believe it is possible to reduce CEO pay by as much as 1/3.</a:t>
            </a:r>
          </a:p>
        </p:txBody>
      </p:sp>
      <p:sp>
        <p:nvSpPr>
          <p:cNvPr id="4" name="Slide Number Placeholder 3">
            <a:extLst>
              <a:ext uri="{FF2B5EF4-FFF2-40B4-BE49-F238E27FC236}">
                <a16:creationId xmlns:a16="http://schemas.microsoft.com/office/drawing/2014/main" id="{F675CB90-0F5A-00E4-F5F8-1130195059EB}"/>
              </a:ext>
            </a:extLst>
          </p:cNvPr>
          <p:cNvSpPr>
            <a:spLocks noGrp="1"/>
          </p:cNvSpPr>
          <p:nvPr>
            <p:ph type="sldNum" sz="quarter" idx="5"/>
          </p:nvPr>
        </p:nvSpPr>
        <p:spPr/>
        <p:txBody>
          <a:bodyPr/>
          <a:lstStyle/>
          <a:p>
            <a:fld id="{CE022B8F-EECA-4068-B343-503A0100A33C}" type="slidenum">
              <a:rPr lang="en-US" smtClean="0"/>
              <a:t>13</a:t>
            </a:fld>
            <a:endParaRPr lang="en-US"/>
          </a:p>
        </p:txBody>
      </p:sp>
    </p:spTree>
    <p:extLst>
      <p:ext uri="{BB962C8B-B14F-4D97-AF65-F5344CB8AC3E}">
        <p14:creationId xmlns:p14="http://schemas.microsoft.com/office/powerpoint/2010/main" val="12065058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3B532-0912-FA9D-CDEF-5F98F77C59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E8BFBE-2E7F-2C3C-B8DF-2FD5F5B0C8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223618-8081-ADD0-FEBA-7240420CABBC}"/>
              </a:ext>
            </a:extLst>
          </p:cNvPr>
          <p:cNvSpPr>
            <a:spLocks noGrp="1"/>
          </p:cNvSpPr>
          <p:nvPr>
            <p:ph type="body" idx="1"/>
          </p:nvPr>
        </p:nvSpPr>
        <p:spPr/>
        <p:txBody>
          <a:bodyPr/>
          <a:lstStyle/>
          <a:p>
            <a:r>
              <a:rPr lang="en-US" dirty="0"/>
              <a:t>Most models assume that financial incentives are the only motivator. However, while the support for “incentives from bonuses, LTIPs, equity, or future pay increases” was high (76%/0.98 for directors and 68%/0.83 for investors), it was only the third highest-rated response from both groups. Instead, directors and investors agree that by far the strongest drivers of CEO effort are “intrinsic motivation” (92%/1.55 for directors and 91%/1.50 for investors) and “personal reputation” (91%/1.40 and 96%/1.60), suggesting that simply being seen to do a good job is important. “The quantum of pay” (55%/0.55 for directors, 37%/0.21 for investors) is seen as another important motivator, inconsistent with most theory models but consistent with the importance of fairness. </a:t>
            </a:r>
          </a:p>
          <a:p>
            <a:r>
              <a:rPr lang="en-US" dirty="0"/>
              <a:t>Even though career concerns have been a focus of the literature on CEO incentives since Fama (1980), they are not seen as important, especially by directors. “The potential to move to a bigger firm” received support of only 18%/-0.53 from directors (46%/0.37 from investors), and the “risk of being fired” of only 11%/-0.88 (25%/-0.20).</a:t>
            </a:r>
          </a:p>
        </p:txBody>
      </p:sp>
      <p:sp>
        <p:nvSpPr>
          <p:cNvPr id="4" name="Slide Number Placeholder 3">
            <a:extLst>
              <a:ext uri="{FF2B5EF4-FFF2-40B4-BE49-F238E27FC236}">
                <a16:creationId xmlns:a16="http://schemas.microsoft.com/office/drawing/2014/main" id="{ADF3EEBC-C086-900B-BCE0-D53F3F815490}"/>
              </a:ext>
            </a:extLst>
          </p:cNvPr>
          <p:cNvSpPr>
            <a:spLocks noGrp="1"/>
          </p:cNvSpPr>
          <p:nvPr>
            <p:ph type="sldNum" sz="quarter" idx="5"/>
          </p:nvPr>
        </p:nvSpPr>
        <p:spPr/>
        <p:txBody>
          <a:bodyPr/>
          <a:lstStyle/>
          <a:p>
            <a:fld id="{CE022B8F-EECA-4068-B343-503A0100A33C}" type="slidenum">
              <a:rPr lang="en-US" smtClean="0"/>
              <a:t>14</a:t>
            </a:fld>
            <a:endParaRPr lang="en-US"/>
          </a:p>
        </p:txBody>
      </p:sp>
    </p:spTree>
    <p:extLst>
      <p:ext uri="{BB962C8B-B14F-4D97-AF65-F5344CB8AC3E}">
        <p14:creationId xmlns:p14="http://schemas.microsoft.com/office/powerpoint/2010/main" val="2364200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6FEC8-79B1-B559-673D-C71CB848A8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FE5A82-6159-189C-164B-B7D73334E9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0B089D-4425-3220-6AB9-2AE0171EF50D}"/>
              </a:ext>
            </a:extLst>
          </p:cNvPr>
          <p:cNvSpPr>
            <a:spLocks noGrp="1"/>
          </p:cNvSpPr>
          <p:nvPr>
            <p:ph type="body" idx="1"/>
          </p:nvPr>
        </p:nvSpPr>
        <p:spPr/>
        <p:txBody>
          <a:bodyPr/>
          <a:lstStyle/>
          <a:p>
            <a:r>
              <a:rPr lang="en-US" dirty="0"/>
              <a:t>“to motivate the CEO to improve outcomes other than long-term shareholder value.” received only modest support (52%/0.46 from directors and 53%/0.47 from investors), despite environmental, social, and governance (“ESG”)-linked pay becoming increasingly frequent. Directors (49%/0.37) assigned significantly greater importance than investors (15%/-0.45) “to match peer firm practice.”, suggesting that many investors appreciate heterogeneity – thus, directors may have more latitude to tailor the structure of pay than they think. </a:t>
            </a:r>
          </a:p>
        </p:txBody>
      </p:sp>
      <p:sp>
        <p:nvSpPr>
          <p:cNvPr id="4" name="Slide Number Placeholder 3">
            <a:extLst>
              <a:ext uri="{FF2B5EF4-FFF2-40B4-BE49-F238E27FC236}">
                <a16:creationId xmlns:a16="http://schemas.microsoft.com/office/drawing/2014/main" id="{CF6B63B7-7985-5D25-8CCB-B35BC171EAE1}"/>
              </a:ext>
            </a:extLst>
          </p:cNvPr>
          <p:cNvSpPr>
            <a:spLocks noGrp="1"/>
          </p:cNvSpPr>
          <p:nvPr>
            <p:ph type="sldNum" sz="quarter" idx="5"/>
          </p:nvPr>
        </p:nvSpPr>
        <p:spPr/>
        <p:txBody>
          <a:bodyPr/>
          <a:lstStyle/>
          <a:p>
            <a:fld id="{CE022B8F-EECA-4068-B343-503A0100A33C}" type="slidenum">
              <a:rPr lang="en-US" smtClean="0"/>
              <a:t>15</a:t>
            </a:fld>
            <a:endParaRPr lang="en-US"/>
          </a:p>
        </p:txBody>
      </p:sp>
    </p:spTree>
    <p:extLst>
      <p:ext uri="{BB962C8B-B14F-4D97-AF65-F5344CB8AC3E}">
        <p14:creationId xmlns:p14="http://schemas.microsoft.com/office/powerpoint/2010/main" val="37982068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F7C78-776B-0CCA-0F79-9F1E3D52EF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45E483-9478-533F-C80E-D52D51E446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ECD007-CEA9-339F-0E13-9CFC15BD9E54}"/>
              </a:ext>
            </a:extLst>
          </p:cNvPr>
          <p:cNvSpPr>
            <a:spLocks noGrp="1"/>
          </p:cNvSpPr>
          <p:nvPr>
            <p:ph type="body" idx="1"/>
          </p:nvPr>
        </p:nvSpPr>
        <p:spPr/>
        <p:txBody>
          <a:bodyPr/>
          <a:lstStyle/>
          <a:p>
            <a:r>
              <a:rPr lang="en-US" dirty="0"/>
              <a:t>The lowest responses were “CEO personal risk appetite” (22%/-0.46 for directors and 20%/-0.45 for investors) and “how risky our firm is” (16%/-0.44 and 47%/0.29). These are key drivers of incentives in classic models– the higher firm risk and CEO risk aversion, the greater the compensating differential the CEO requires for variable pay. However, if the motivation for rewarding good performance is recognition and fairness, this trade-off is moot; instead, pay variability is driven by what is perceived to be the fair reward for performance. The most popular response was “how much the CEO can affect firm performance” (62%/0.66 for directors and 75%/0.98 for investors). </a:t>
            </a:r>
          </a:p>
          <a:p>
            <a:endParaRPr lang="en-US" dirty="0"/>
          </a:p>
          <a:p>
            <a:r>
              <a:rPr lang="en-US" dirty="0"/>
              <a:t>The next two most popular responses from directors are not predicted by standard models: “investor or proxy advisor expectations” (60%/0.55) and “the split between fixed and variable pay in peer firms” (49%/0.37). Thus, many directors do not set incentives from first principles but follow market practice</a:t>
            </a:r>
          </a:p>
        </p:txBody>
      </p:sp>
      <p:sp>
        <p:nvSpPr>
          <p:cNvPr id="4" name="Slide Number Placeholder 3">
            <a:extLst>
              <a:ext uri="{FF2B5EF4-FFF2-40B4-BE49-F238E27FC236}">
                <a16:creationId xmlns:a16="http://schemas.microsoft.com/office/drawing/2014/main" id="{06A19350-9B95-30DD-7FE4-289D36ED3914}"/>
              </a:ext>
            </a:extLst>
          </p:cNvPr>
          <p:cNvSpPr>
            <a:spLocks noGrp="1"/>
          </p:cNvSpPr>
          <p:nvPr>
            <p:ph type="sldNum" sz="quarter" idx="5"/>
          </p:nvPr>
        </p:nvSpPr>
        <p:spPr/>
        <p:txBody>
          <a:bodyPr/>
          <a:lstStyle/>
          <a:p>
            <a:fld id="{CE022B8F-EECA-4068-B343-503A0100A33C}" type="slidenum">
              <a:rPr lang="en-US" smtClean="0"/>
              <a:t>16</a:t>
            </a:fld>
            <a:endParaRPr lang="en-US"/>
          </a:p>
        </p:txBody>
      </p:sp>
    </p:spTree>
    <p:extLst>
      <p:ext uri="{BB962C8B-B14F-4D97-AF65-F5344CB8AC3E}">
        <p14:creationId xmlns:p14="http://schemas.microsoft.com/office/powerpoint/2010/main" val="9347835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52D7F-318E-FD82-DED5-6EF66B78F5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3D58E-2D36-ADA7-7F45-BCE1C550A8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B1C755-92AE-8B81-BD88-AF7D4E979009}"/>
              </a:ext>
            </a:extLst>
          </p:cNvPr>
          <p:cNvSpPr>
            <a:spLocks noGrp="1"/>
          </p:cNvSpPr>
          <p:nvPr>
            <p:ph type="body" idx="1"/>
          </p:nvPr>
        </p:nvSpPr>
        <p:spPr/>
        <p:txBody>
          <a:bodyPr/>
          <a:lstStyle/>
          <a:p>
            <a:r>
              <a:rPr lang="en-US" dirty="0"/>
              <a:t>the most popular response from investors was “the CEO would make better decisions” (78%/1.14). The three responses that suggest negative consequences – “the incentives would lose their effectiveness”, “we would have to pay the CEO more, which would outweigh any benefits”, and “we would be unable to attract/retain the CEO we want” – all scored below -0.8. Directors strongly disagree. “The CEO would make better decisions” obtained the weakest response (22%/-0.40), and 63% of directors agreed with at least one of the three concerns. This discrepancy between investors’ stated preferences and directors’ views of those preferences is interesting and echoes the mismatch on investors’ preferences for tailoring. </a:t>
            </a:r>
          </a:p>
        </p:txBody>
      </p:sp>
      <p:sp>
        <p:nvSpPr>
          <p:cNvPr id="4" name="Slide Number Placeholder 3">
            <a:extLst>
              <a:ext uri="{FF2B5EF4-FFF2-40B4-BE49-F238E27FC236}">
                <a16:creationId xmlns:a16="http://schemas.microsoft.com/office/drawing/2014/main" id="{BD0DA70F-E7F9-5B68-4E00-66E5CE0F5971}"/>
              </a:ext>
            </a:extLst>
          </p:cNvPr>
          <p:cNvSpPr>
            <a:spLocks noGrp="1"/>
          </p:cNvSpPr>
          <p:nvPr>
            <p:ph type="sldNum" sz="quarter" idx="5"/>
          </p:nvPr>
        </p:nvSpPr>
        <p:spPr/>
        <p:txBody>
          <a:bodyPr/>
          <a:lstStyle/>
          <a:p>
            <a:fld id="{CE022B8F-EECA-4068-B343-503A0100A33C}" type="slidenum">
              <a:rPr lang="en-US" smtClean="0"/>
              <a:t>17</a:t>
            </a:fld>
            <a:endParaRPr lang="en-US"/>
          </a:p>
        </p:txBody>
      </p:sp>
    </p:spTree>
    <p:extLst>
      <p:ext uri="{BB962C8B-B14F-4D97-AF65-F5344CB8AC3E}">
        <p14:creationId xmlns:p14="http://schemas.microsoft.com/office/powerpoint/2010/main" val="23048598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E9A28-2D3F-7348-9559-F256F73BD9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05592F-8513-05DC-34E2-A9AF7C2C1C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AE4616-8A40-82EE-18E5-055F31FE6AE5}"/>
              </a:ext>
            </a:extLst>
          </p:cNvPr>
          <p:cNvSpPr>
            <a:spLocks noGrp="1"/>
          </p:cNvSpPr>
          <p:nvPr>
            <p:ph type="body" idx="1"/>
          </p:nvPr>
        </p:nvSpPr>
        <p:spPr/>
        <p:txBody>
          <a:bodyPr/>
          <a:lstStyle/>
          <a:p>
            <a:r>
              <a:rPr lang="en-US" dirty="0"/>
              <a:t>Panel A asked, “Do you filter out industry conditions from all performance measures (e.g. by benchmarking against peers)?” 63% of directors and 75% of investors responded “No.” To those respondents, Panel B asked why they do not universally benchmark. The most popular answer among directors (43%/0.44, versus 33%/0.05 from investors) was that “the CEO should benefit from an industry upswing, since investors and stakeholders do.” This contradicts efficient risk-sharing, but is consistent with fairness.</a:t>
            </a:r>
          </a:p>
          <a:p>
            <a:endParaRPr lang="en-US" dirty="0"/>
          </a:p>
          <a:p>
            <a:r>
              <a:rPr lang="en-US" dirty="0"/>
              <a:t>The next two highest responses from directors were “It is too difficult to define an appropriate peer group” (43%/0.20, 29%/-0.06 for investors) and “We don’t have information on peer performance for some measures” (47%/0.17, 34%/-0.12 for investors).</a:t>
            </a:r>
          </a:p>
          <a:p>
            <a:r>
              <a:rPr lang="en-US" dirty="0"/>
              <a:t>Investors responded most positively to “benchmarking all performance measures would lead to the CEO mimicking peers” (41%/0.14, versus only 27%/-0.23 for directors)</a:t>
            </a:r>
          </a:p>
        </p:txBody>
      </p:sp>
      <p:sp>
        <p:nvSpPr>
          <p:cNvPr id="4" name="Slide Number Placeholder 3">
            <a:extLst>
              <a:ext uri="{FF2B5EF4-FFF2-40B4-BE49-F238E27FC236}">
                <a16:creationId xmlns:a16="http://schemas.microsoft.com/office/drawing/2014/main" id="{B8BB4E8D-51FC-1541-FFD5-022E85A46E7A}"/>
              </a:ext>
            </a:extLst>
          </p:cNvPr>
          <p:cNvSpPr>
            <a:spLocks noGrp="1"/>
          </p:cNvSpPr>
          <p:nvPr>
            <p:ph type="sldNum" sz="quarter" idx="5"/>
          </p:nvPr>
        </p:nvSpPr>
        <p:spPr/>
        <p:txBody>
          <a:bodyPr/>
          <a:lstStyle/>
          <a:p>
            <a:fld id="{CE022B8F-EECA-4068-B343-503A0100A33C}" type="slidenum">
              <a:rPr lang="en-US" smtClean="0"/>
              <a:t>18</a:t>
            </a:fld>
            <a:endParaRPr lang="en-US"/>
          </a:p>
        </p:txBody>
      </p:sp>
    </p:spTree>
    <p:extLst>
      <p:ext uri="{BB962C8B-B14F-4D97-AF65-F5344CB8AC3E}">
        <p14:creationId xmlns:p14="http://schemas.microsoft.com/office/powerpoint/2010/main" val="38494968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022B8F-EECA-4068-B343-503A0100A33C}" type="slidenum">
              <a:rPr lang="en-US" smtClean="0"/>
              <a:t>19</a:t>
            </a:fld>
            <a:endParaRPr lang="en-US"/>
          </a:p>
        </p:txBody>
      </p:sp>
    </p:spTree>
    <p:extLst>
      <p:ext uri="{BB962C8B-B14F-4D97-AF65-F5344CB8AC3E}">
        <p14:creationId xmlns:p14="http://schemas.microsoft.com/office/powerpoint/2010/main" val="5511286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742347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20101783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942967-BC0A-4551-A92E-9B26D7D102E7}" type="datetimeFigureOut">
              <a:rPr lang="en-US" smtClean="0"/>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23414383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D942967-BC0A-4551-A92E-9B26D7D102E7}" type="datetimeFigureOut">
              <a:rPr lang="en-US" smtClean="0"/>
              <a:t>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105460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D942967-BC0A-4551-A92E-9B26D7D102E7}" type="datetimeFigureOut">
              <a:rPr lang="en-US" smtClean="0"/>
              <a:t>12/2/2024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403134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D942967-BC0A-4551-A92E-9B26D7D102E7}" type="datetimeFigureOut">
              <a:rPr lang="en-US" smtClean="0"/>
              <a:t>12/2/2024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9333638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942967-BC0A-4551-A92E-9B26D7D102E7}" type="datetimeFigureOut">
              <a:rPr lang="en-US" smtClean="0"/>
              <a:t>12/2/2024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965465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5500446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428149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50815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8368212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1170281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7306582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D942967-BC0A-4551-A92E-9B26D7D102E7}" type="datetimeFigureOut">
              <a:rPr lang="en-US" smtClean="0"/>
              <a:t>12/2/2024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0625185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D942967-BC0A-4551-A92E-9B26D7D102E7}" type="datetimeFigureOut">
              <a:rPr lang="en-US" smtClean="0"/>
              <a:t>12/2/2024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7829151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5415575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897677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4D942967-BC0A-4551-A92E-9B26D7D102E7}" type="datetimeFigureOut">
              <a:rPr lang="en-US" smtClean="0"/>
              <a:t>12/2/2024</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4ED24ECE-7F31-41AA-ACA2-EC126C7F69AC}" type="slidenum">
              <a:rPr lang="en-US" smtClean="0"/>
              <a:t>‹#›</a:t>
            </a:fld>
            <a:endParaRPr lang="en-US"/>
          </a:p>
        </p:txBody>
      </p:sp>
    </p:spTree>
    <p:extLst>
      <p:ext uri="{BB962C8B-B14F-4D97-AF65-F5344CB8AC3E}">
        <p14:creationId xmlns:p14="http://schemas.microsoft.com/office/powerpoint/2010/main" val="4006660686"/>
      </p:ext>
    </p:extLst>
  </p:cSld>
  <p:clrMap bg1="dk1" tx1="lt1" bg2="dk2" tx2="lt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 id="2147483900" r:id="rId12"/>
    <p:sldLayoutId id="2147483901" r:id="rId13"/>
    <p:sldLayoutId id="2147483902" r:id="rId14"/>
    <p:sldLayoutId id="2147483903" r:id="rId15"/>
    <p:sldLayoutId id="2147483904" r:id="rId16"/>
    <p:sldLayoutId id="2147483905"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customXml" Target="../ink/ink5.xml"/><Relationship Id="rId39" Type="http://schemas.openxmlformats.org/officeDocument/2006/relationships/customXml" Target="../ink/ink11.xml"/><Relationship Id="rId3" Type="http://schemas.openxmlformats.org/officeDocument/2006/relationships/image" Target="../media/image6.png"/><Relationship Id="rId34" Type="http://schemas.openxmlformats.org/officeDocument/2006/relationships/customXml" Target="../ink/ink8.xml"/><Relationship Id="rId7" Type="http://schemas.openxmlformats.org/officeDocument/2006/relationships/customXml" Target="../ink/ink2.xml"/><Relationship Id="rId12" Type="http://schemas.openxmlformats.org/officeDocument/2006/relationships/image" Target="../media/image16.png"/><Relationship Id="rId33" Type="http://schemas.openxmlformats.org/officeDocument/2006/relationships/image" Target="../media/image26.png"/><Relationship Id="rId38" Type="http://schemas.openxmlformats.org/officeDocument/2006/relationships/image" Target="../media/image28.png"/><Relationship Id="rId2" Type="http://schemas.openxmlformats.org/officeDocument/2006/relationships/notesSlide" Target="../notesSlides/notesSlide7.xml"/><Relationship Id="rId16" Type="http://schemas.openxmlformats.org/officeDocument/2006/relationships/customXml" Target="../ink/ink7.xml"/><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customXml" Target="../ink/ink4.xml"/><Relationship Id="rId37" Type="http://schemas.openxmlformats.org/officeDocument/2006/relationships/customXml" Target="../ink/ink10.xml"/><Relationship Id="rId40" Type="http://schemas.openxmlformats.org/officeDocument/2006/relationships/image" Target="../media/image18.png"/><Relationship Id="rId5" Type="http://schemas.openxmlformats.org/officeDocument/2006/relationships/customXml" Target="../ink/ink1.xml"/><Relationship Id="rId15" Type="http://schemas.openxmlformats.org/officeDocument/2006/relationships/customXml" Target="../ink/ink6.xml"/><Relationship Id="rId36" Type="http://schemas.openxmlformats.org/officeDocument/2006/relationships/image" Target="../media/image27.png"/><Relationship Id="rId10" Type="http://schemas.openxmlformats.org/officeDocument/2006/relationships/image" Target="../media/image15.png"/><Relationship Id="rId4" Type="http://schemas.openxmlformats.org/officeDocument/2006/relationships/image" Target="../media/image12.png"/><Relationship Id="rId9" Type="http://schemas.openxmlformats.org/officeDocument/2006/relationships/customXml" Target="../ink/ink3.xml"/><Relationship Id="rId14" Type="http://schemas.openxmlformats.org/officeDocument/2006/relationships/image" Target="../media/image17.png"/><Relationship Id="rId35" Type="http://schemas.openxmlformats.org/officeDocument/2006/relationships/customXml" Target="../ink/ink9.xml"/></Relationships>
</file>

<file path=ppt/slides/_rels/slide11.xml.rels><?xml version="1.0" encoding="UTF-8" standalone="yes"?>
<Relationships xmlns="http://schemas.openxmlformats.org/package/2006/relationships"><Relationship Id="rId13" Type="http://schemas.openxmlformats.org/officeDocument/2006/relationships/image" Target="../media/image32.png"/><Relationship Id="rId18" Type="http://schemas.openxmlformats.org/officeDocument/2006/relationships/customXml" Target="../ink/ink19.xml"/><Relationship Id="rId26" Type="http://schemas.openxmlformats.org/officeDocument/2006/relationships/customXml" Target="../ink/ink23.xml"/><Relationship Id="rId21" Type="http://schemas.openxmlformats.org/officeDocument/2006/relationships/image" Target="../media/image35.png"/><Relationship Id="rId34" Type="http://schemas.openxmlformats.org/officeDocument/2006/relationships/customXml" Target="../ink/ink28.xml"/><Relationship Id="rId7" Type="http://schemas.openxmlformats.org/officeDocument/2006/relationships/image" Target="../media/image30.png"/><Relationship Id="rId12" Type="http://schemas.openxmlformats.org/officeDocument/2006/relationships/customXml" Target="../ink/ink16.xml"/><Relationship Id="rId17" Type="http://schemas.openxmlformats.org/officeDocument/2006/relationships/image" Target="../media/image34.png"/><Relationship Id="rId25" Type="http://schemas.openxmlformats.org/officeDocument/2006/relationships/image" Target="../media/image23.png"/><Relationship Id="rId33" Type="http://schemas.openxmlformats.org/officeDocument/2006/relationships/customXml" Target="../ink/ink27.xml"/><Relationship Id="rId38" Type="http://schemas.openxmlformats.org/officeDocument/2006/relationships/image" Target="../media/image19.png"/><Relationship Id="rId2" Type="http://schemas.openxmlformats.org/officeDocument/2006/relationships/notesSlide" Target="../notesSlides/notesSlide8.xml"/><Relationship Id="rId16" Type="http://schemas.openxmlformats.org/officeDocument/2006/relationships/customXml" Target="../ink/ink18.xml"/><Relationship Id="rId20" Type="http://schemas.openxmlformats.org/officeDocument/2006/relationships/customXml" Target="../ink/ink20.xml"/><Relationship Id="rId29" Type="http://schemas.openxmlformats.org/officeDocument/2006/relationships/customXml" Target="../ink/ink25.xml"/><Relationship Id="rId1" Type="http://schemas.openxmlformats.org/officeDocument/2006/relationships/slideLayout" Target="../slideLayouts/slideLayout1.xml"/><Relationship Id="rId6" Type="http://schemas.openxmlformats.org/officeDocument/2006/relationships/customXml" Target="../ink/ink13.xml"/><Relationship Id="rId11" Type="http://schemas.openxmlformats.org/officeDocument/2006/relationships/image" Target="../media/image16.png"/><Relationship Id="rId24" Type="http://schemas.openxmlformats.org/officeDocument/2006/relationships/customXml" Target="../ink/ink22.xml"/><Relationship Id="rId32" Type="http://schemas.openxmlformats.org/officeDocument/2006/relationships/image" Target="../media/image26.png"/><Relationship Id="rId37" Type="http://schemas.openxmlformats.org/officeDocument/2006/relationships/image" Target="../media/image37.png"/><Relationship Id="rId5" Type="http://schemas.openxmlformats.org/officeDocument/2006/relationships/image" Target="../media/image29.png"/><Relationship Id="rId15" Type="http://schemas.openxmlformats.org/officeDocument/2006/relationships/image" Target="../media/image33.png"/><Relationship Id="rId23" Type="http://schemas.openxmlformats.org/officeDocument/2006/relationships/image" Target="../media/image22.png"/><Relationship Id="rId28" Type="http://schemas.openxmlformats.org/officeDocument/2006/relationships/customXml" Target="../ink/ink24.xml"/><Relationship Id="rId36" Type="http://schemas.openxmlformats.org/officeDocument/2006/relationships/customXml" Target="../ink/ink29.xml"/><Relationship Id="rId10" Type="http://schemas.openxmlformats.org/officeDocument/2006/relationships/customXml" Target="../ink/ink15.xml"/><Relationship Id="rId19" Type="http://schemas.openxmlformats.org/officeDocument/2006/relationships/image" Target="../media/image20.png"/><Relationship Id="rId31" Type="http://schemas.openxmlformats.org/officeDocument/2006/relationships/customXml" Target="../ink/ink26.xml"/><Relationship Id="rId4" Type="http://schemas.openxmlformats.org/officeDocument/2006/relationships/customXml" Target="../ink/ink12.xml"/><Relationship Id="rId9" Type="http://schemas.openxmlformats.org/officeDocument/2006/relationships/image" Target="../media/image31.png"/><Relationship Id="rId14" Type="http://schemas.openxmlformats.org/officeDocument/2006/relationships/customXml" Target="../ink/ink17.xml"/><Relationship Id="rId22" Type="http://schemas.openxmlformats.org/officeDocument/2006/relationships/customXml" Target="../ink/ink21.xml"/><Relationship Id="rId27" Type="http://schemas.openxmlformats.org/officeDocument/2006/relationships/image" Target="../media/image36.png"/><Relationship Id="rId30" Type="http://schemas.openxmlformats.org/officeDocument/2006/relationships/image" Target="../media/image25.png"/><Relationship Id="rId35" Type="http://schemas.openxmlformats.org/officeDocument/2006/relationships/image" Target="../media/image27.png"/><Relationship Id="rId8" Type="http://schemas.openxmlformats.org/officeDocument/2006/relationships/customXml" Target="../ink/ink14.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3" Type="http://schemas.openxmlformats.org/officeDocument/2006/relationships/image" Target="../media/image32.png"/><Relationship Id="rId18" Type="http://schemas.openxmlformats.org/officeDocument/2006/relationships/customXml" Target="../ink/ink37.xml"/><Relationship Id="rId26" Type="http://schemas.openxmlformats.org/officeDocument/2006/relationships/customXml" Target="../ink/ink41.xml"/><Relationship Id="rId39" Type="http://schemas.openxmlformats.org/officeDocument/2006/relationships/customXml" Target="../ink/ink48.xml"/><Relationship Id="rId21" Type="http://schemas.openxmlformats.org/officeDocument/2006/relationships/image" Target="../media/image35.png"/><Relationship Id="rId34" Type="http://schemas.openxmlformats.org/officeDocument/2006/relationships/customXml" Target="../ink/ink46.xml"/><Relationship Id="rId42" Type="http://schemas.openxmlformats.org/officeDocument/2006/relationships/image" Target="../media/image38.png"/><Relationship Id="rId47" Type="http://schemas.openxmlformats.org/officeDocument/2006/relationships/customXml" Target="../ink/ink52.xml"/><Relationship Id="rId7" Type="http://schemas.openxmlformats.org/officeDocument/2006/relationships/image" Target="../media/image30.png"/><Relationship Id="rId2" Type="http://schemas.openxmlformats.org/officeDocument/2006/relationships/notesSlide" Target="../notesSlides/notesSlide9.xml"/><Relationship Id="rId16" Type="http://schemas.openxmlformats.org/officeDocument/2006/relationships/customXml" Target="../ink/ink36.xml"/><Relationship Id="rId29" Type="http://schemas.openxmlformats.org/officeDocument/2006/relationships/customXml" Target="../ink/ink43.xml"/><Relationship Id="rId1" Type="http://schemas.openxmlformats.org/officeDocument/2006/relationships/slideLayout" Target="../slideLayouts/slideLayout1.xml"/><Relationship Id="rId6" Type="http://schemas.openxmlformats.org/officeDocument/2006/relationships/customXml" Target="../ink/ink31.xml"/><Relationship Id="rId11" Type="http://schemas.openxmlformats.org/officeDocument/2006/relationships/image" Target="../media/image16.png"/><Relationship Id="rId24" Type="http://schemas.openxmlformats.org/officeDocument/2006/relationships/customXml" Target="../ink/ink40.xml"/><Relationship Id="rId32" Type="http://schemas.openxmlformats.org/officeDocument/2006/relationships/image" Target="../media/image26.png"/><Relationship Id="rId37" Type="http://schemas.openxmlformats.org/officeDocument/2006/relationships/image" Target="../media/image37.png"/><Relationship Id="rId40" Type="http://schemas.openxmlformats.org/officeDocument/2006/relationships/image" Target="../media/image24.png"/><Relationship Id="rId45" Type="http://schemas.openxmlformats.org/officeDocument/2006/relationships/customXml" Target="../ink/ink51.xml"/><Relationship Id="rId5" Type="http://schemas.openxmlformats.org/officeDocument/2006/relationships/image" Target="../media/image29.png"/><Relationship Id="rId15" Type="http://schemas.openxmlformats.org/officeDocument/2006/relationships/image" Target="../media/image33.png"/><Relationship Id="rId23" Type="http://schemas.openxmlformats.org/officeDocument/2006/relationships/image" Target="../media/image22.png"/><Relationship Id="rId28" Type="http://schemas.openxmlformats.org/officeDocument/2006/relationships/customXml" Target="../ink/ink42.xml"/><Relationship Id="rId36" Type="http://schemas.openxmlformats.org/officeDocument/2006/relationships/customXml" Target="../ink/ink47.xml"/><Relationship Id="rId10" Type="http://schemas.openxmlformats.org/officeDocument/2006/relationships/customXml" Target="../ink/ink33.xml"/><Relationship Id="rId19" Type="http://schemas.openxmlformats.org/officeDocument/2006/relationships/image" Target="../media/image20.png"/><Relationship Id="rId31" Type="http://schemas.openxmlformats.org/officeDocument/2006/relationships/customXml" Target="../ink/ink44.xml"/><Relationship Id="rId44" Type="http://schemas.openxmlformats.org/officeDocument/2006/relationships/image" Target="../media/image39.png"/><Relationship Id="rId4" Type="http://schemas.openxmlformats.org/officeDocument/2006/relationships/customXml" Target="../ink/ink30.xml"/><Relationship Id="rId9" Type="http://schemas.openxmlformats.org/officeDocument/2006/relationships/image" Target="../media/image31.png"/><Relationship Id="rId14" Type="http://schemas.openxmlformats.org/officeDocument/2006/relationships/customXml" Target="../ink/ink35.xml"/><Relationship Id="rId22" Type="http://schemas.openxmlformats.org/officeDocument/2006/relationships/customXml" Target="../ink/ink39.xml"/><Relationship Id="rId27" Type="http://schemas.openxmlformats.org/officeDocument/2006/relationships/image" Target="../media/image36.png"/><Relationship Id="rId30" Type="http://schemas.openxmlformats.org/officeDocument/2006/relationships/image" Target="../media/image25.png"/><Relationship Id="rId35" Type="http://schemas.openxmlformats.org/officeDocument/2006/relationships/image" Target="../media/image27.png"/><Relationship Id="rId43" Type="http://schemas.openxmlformats.org/officeDocument/2006/relationships/customXml" Target="../ink/ink50.xml"/><Relationship Id="rId48" Type="http://schemas.openxmlformats.org/officeDocument/2006/relationships/image" Target="../media/image41.png"/><Relationship Id="rId8" Type="http://schemas.openxmlformats.org/officeDocument/2006/relationships/customXml" Target="../ink/ink32.xml"/><Relationship Id="rId3" Type="http://schemas.openxmlformats.org/officeDocument/2006/relationships/image" Target="../media/image6.png"/><Relationship Id="rId12" Type="http://schemas.openxmlformats.org/officeDocument/2006/relationships/customXml" Target="../ink/ink34.xml"/><Relationship Id="rId17" Type="http://schemas.openxmlformats.org/officeDocument/2006/relationships/image" Target="../media/image34.png"/><Relationship Id="rId25" Type="http://schemas.openxmlformats.org/officeDocument/2006/relationships/image" Target="../media/image23.png"/><Relationship Id="rId33" Type="http://schemas.openxmlformats.org/officeDocument/2006/relationships/customXml" Target="../ink/ink45.xml"/><Relationship Id="rId38" Type="http://schemas.openxmlformats.org/officeDocument/2006/relationships/image" Target="../media/image21.png"/><Relationship Id="rId46" Type="http://schemas.openxmlformats.org/officeDocument/2006/relationships/image" Target="../media/image40.png"/><Relationship Id="rId20" Type="http://schemas.openxmlformats.org/officeDocument/2006/relationships/customXml" Target="../ink/ink38.xml"/><Relationship Id="rId41" Type="http://schemas.openxmlformats.org/officeDocument/2006/relationships/customXml" Target="../ink/ink49.xml"/></Relationships>
</file>

<file path=ppt/slides/_rels/slide13.xml.rels><?xml version="1.0" encoding="UTF-8" standalone="yes"?>
<Relationships xmlns="http://schemas.openxmlformats.org/package/2006/relationships"><Relationship Id="rId13" Type="http://schemas.openxmlformats.org/officeDocument/2006/relationships/image" Target="../media/image32.png"/><Relationship Id="rId18" Type="http://schemas.openxmlformats.org/officeDocument/2006/relationships/customXml" Target="../ink/ink60.xml"/><Relationship Id="rId26" Type="http://schemas.openxmlformats.org/officeDocument/2006/relationships/customXml" Target="../ink/ink64.xml"/><Relationship Id="rId21" Type="http://schemas.openxmlformats.org/officeDocument/2006/relationships/image" Target="../media/image35.png"/><Relationship Id="rId34" Type="http://schemas.openxmlformats.org/officeDocument/2006/relationships/customXml" Target="../ink/ink69.xml"/><Relationship Id="rId7" Type="http://schemas.openxmlformats.org/officeDocument/2006/relationships/image" Target="../media/image30.png"/><Relationship Id="rId12" Type="http://schemas.openxmlformats.org/officeDocument/2006/relationships/customXml" Target="../ink/ink57.xml"/><Relationship Id="rId17" Type="http://schemas.openxmlformats.org/officeDocument/2006/relationships/image" Target="../media/image34.png"/><Relationship Id="rId25" Type="http://schemas.openxmlformats.org/officeDocument/2006/relationships/image" Target="../media/image23.png"/><Relationship Id="rId33" Type="http://schemas.openxmlformats.org/officeDocument/2006/relationships/customXml" Target="../ink/ink68.xml"/><Relationship Id="rId38" Type="http://schemas.openxmlformats.org/officeDocument/2006/relationships/image" Target="../media/image42.png"/><Relationship Id="rId2" Type="http://schemas.openxmlformats.org/officeDocument/2006/relationships/notesSlide" Target="../notesSlides/notesSlide10.xml"/><Relationship Id="rId16" Type="http://schemas.openxmlformats.org/officeDocument/2006/relationships/customXml" Target="../ink/ink59.xml"/><Relationship Id="rId20" Type="http://schemas.openxmlformats.org/officeDocument/2006/relationships/customXml" Target="../ink/ink61.xml"/><Relationship Id="rId29" Type="http://schemas.openxmlformats.org/officeDocument/2006/relationships/customXml" Target="../ink/ink66.xml"/><Relationship Id="rId1" Type="http://schemas.openxmlformats.org/officeDocument/2006/relationships/slideLayout" Target="../slideLayouts/slideLayout1.xml"/><Relationship Id="rId6" Type="http://schemas.openxmlformats.org/officeDocument/2006/relationships/customXml" Target="../ink/ink54.xml"/><Relationship Id="rId11" Type="http://schemas.openxmlformats.org/officeDocument/2006/relationships/image" Target="../media/image16.png"/><Relationship Id="rId24" Type="http://schemas.openxmlformats.org/officeDocument/2006/relationships/customXml" Target="../ink/ink63.xml"/><Relationship Id="rId32" Type="http://schemas.openxmlformats.org/officeDocument/2006/relationships/image" Target="../media/image26.png"/><Relationship Id="rId37" Type="http://schemas.openxmlformats.org/officeDocument/2006/relationships/image" Target="../media/image37.png"/><Relationship Id="rId5" Type="http://schemas.openxmlformats.org/officeDocument/2006/relationships/image" Target="../media/image29.png"/><Relationship Id="rId15" Type="http://schemas.openxmlformats.org/officeDocument/2006/relationships/image" Target="../media/image33.png"/><Relationship Id="rId23" Type="http://schemas.openxmlformats.org/officeDocument/2006/relationships/image" Target="../media/image22.png"/><Relationship Id="rId28" Type="http://schemas.openxmlformats.org/officeDocument/2006/relationships/customXml" Target="../ink/ink65.xml"/><Relationship Id="rId36" Type="http://schemas.openxmlformats.org/officeDocument/2006/relationships/customXml" Target="../ink/ink70.xml"/><Relationship Id="rId10" Type="http://schemas.openxmlformats.org/officeDocument/2006/relationships/customXml" Target="../ink/ink56.xml"/><Relationship Id="rId19" Type="http://schemas.openxmlformats.org/officeDocument/2006/relationships/image" Target="../media/image20.png"/><Relationship Id="rId31" Type="http://schemas.openxmlformats.org/officeDocument/2006/relationships/customXml" Target="../ink/ink67.xml"/><Relationship Id="rId4" Type="http://schemas.openxmlformats.org/officeDocument/2006/relationships/customXml" Target="../ink/ink53.xml"/><Relationship Id="rId9" Type="http://schemas.openxmlformats.org/officeDocument/2006/relationships/image" Target="../media/image31.png"/><Relationship Id="rId14" Type="http://schemas.openxmlformats.org/officeDocument/2006/relationships/customXml" Target="../ink/ink58.xml"/><Relationship Id="rId22" Type="http://schemas.openxmlformats.org/officeDocument/2006/relationships/customXml" Target="../ink/ink62.xml"/><Relationship Id="rId27" Type="http://schemas.openxmlformats.org/officeDocument/2006/relationships/image" Target="../media/image36.png"/><Relationship Id="rId30" Type="http://schemas.openxmlformats.org/officeDocument/2006/relationships/image" Target="../media/image25.png"/><Relationship Id="rId35" Type="http://schemas.openxmlformats.org/officeDocument/2006/relationships/image" Target="../media/image27.png"/><Relationship Id="rId8" Type="http://schemas.openxmlformats.org/officeDocument/2006/relationships/customXml" Target="../ink/ink55.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16.png"/><Relationship Id="rId4" Type="http://schemas.openxmlformats.org/officeDocument/2006/relationships/customXml" Target="../ink/ink71.xml"/></Relationships>
</file>

<file path=ppt/slides/_rels/slide15.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customXml" Target="../ink/ink76.xml"/><Relationship Id="rId18" Type="http://schemas.openxmlformats.org/officeDocument/2006/relationships/image" Target="../media/image50.png"/><Relationship Id="rId3" Type="http://schemas.openxmlformats.org/officeDocument/2006/relationships/image" Target="../media/image6.png"/><Relationship Id="rId21" Type="http://schemas.openxmlformats.org/officeDocument/2006/relationships/customXml" Target="../ink/ink80.xml"/><Relationship Id="rId7" Type="http://schemas.openxmlformats.org/officeDocument/2006/relationships/customXml" Target="../ink/ink73.xml"/><Relationship Id="rId12" Type="http://schemas.openxmlformats.org/officeDocument/2006/relationships/image" Target="../media/image47.png"/><Relationship Id="rId17" Type="http://schemas.openxmlformats.org/officeDocument/2006/relationships/customXml" Target="../ink/ink78.xml"/><Relationship Id="rId2" Type="http://schemas.openxmlformats.org/officeDocument/2006/relationships/notesSlide" Target="../notesSlides/notesSlide12.xml"/><Relationship Id="rId16" Type="http://schemas.openxmlformats.org/officeDocument/2006/relationships/image" Target="../media/image49.png"/><Relationship Id="rId20" Type="http://schemas.openxmlformats.org/officeDocument/2006/relationships/image" Target="../media/image51.png"/><Relationship Id="rId1" Type="http://schemas.openxmlformats.org/officeDocument/2006/relationships/slideLayout" Target="../slideLayouts/slideLayout1.xml"/><Relationship Id="rId6" Type="http://schemas.openxmlformats.org/officeDocument/2006/relationships/image" Target="../media/image44.png"/><Relationship Id="rId11" Type="http://schemas.openxmlformats.org/officeDocument/2006/relationships/customXml" Target="../ink/ink75.xml"/><Relationship Id="rId5" Type="http://schemas.openxmlformats.org/officeDocument/2006/relationships/image" Target="../media/image16.png"/><Relationship Id="rId15" Type="http://schemas.openxmlformats.org/officeDocument/2006/relationships/customXml" Target="../ink/ink77.xml"/><Relationship Id="rId10" Type="http://schemas.openxmlformats.org/officeDocument/2006/relationships/image" Target="../media/image46.png"/><Relationship Id="rId19" Type="http://schemas.openxmlformats.org/officeDocument/2006/relationships/customXml" Target="../ink/ink79.xml"/><Relationship Id="rId4" Type="http://schemas.openxmlformats.org/officeDocument/2006/relationships/customXml" Target="../ink/ink72.xml"/><Relationship Id="rId9" Type="http://schemas.openxmlformats.org/officeDocument/2006/relationships/customXml" Target="../ink/ink74.xml"/><Relationship Id="rId14" Type="http://schemas.openxmlformats.org/officeDocument/2006/relationships/image" Target="../media/image48.png"/><Relationship Id="rId22" Type="http://schemas.openxmlformats.org/officeDocument/2006/relationships/image" Target="../media/image52.png"/></Relationships>
</file>

<file path=ppt/slides/_rels/slide16.xml.rels><?xml version="1.0" encoding="UTF-8" standalone="yes"?>
<Relationships xmlns="http://schemas.openxmlformats.org/package/2006/relationships"><Relationship Id="rId8" Type="http://schemas.openxmlformats.org/officeDocument/2006/relationships/image" Target="../media/image54.png"/><Relationship Id="rId13" Type="http://schemas.openxmlformats.org/officeDocument/2006/relationships/customXml" Target="../ink/ink85.xml"/><Relationship Id="rId18" Type="http://schemas.openxmlformats.org/officeDocument/2006/relationships/image" Target="../media/image59.png"/><Relationship Id="rId3" Type="http://schemas.openxmlformats.org/officeDocument/2006/relationships/image" Target="../media/image6.png"/><Relationship Id="rId7" Type="http://schemas.openxmlformats.org/officeDocument/2006/relationships/customXml" Target="../ink/ink82.xml"/><Relationship Id="rId12" Type="http://schemas.openxmlformats.org/officeDocument/2006/relationships/image" Target="../media/image56.png"/><Relationship Id="rId17" Type="http://schemas.openxmlformats.org/officeDocument/2006/relationships/customXml" Target="../ink/ink87.xml"/><Relationship Id="rId2" Type="http://schemas.openxmlformats.org/officeDocument/2006/relationships/notesSlide" Target="../notesSlides/notesSlide13.xml"/><Relationship Id="rId16" Type="http://schemas.openxmlformats.org/officeDocument/2006/relationships/image" Target="../media/image58.png"/><Relationship Id="rId1" Type="http://schemas.openxmlformats.org/officeDocument/2006/relationships/slideLayout" Target="../slideLayouts/slideLayout1.xml"/><Relationship Id="rId6" Type="http://schemas.openxmlformats.org/officeDocument/2006/relationships/image" Target="../media/image53.png"/><Relationship Id="rId11" Type="http://schemas.openxmlformats.org/officeDocument/2006/relationships/customXml" Target="../ink/ink84.xml"/><Relationship Id="rId5" Type="http://schemas.openxmlformats.org/officeDocument/2006/relationships/image" Target="../media/image16.png"/><Relationship Id="rId15" Type="http://schemas.openxmlformats.org/officeDocument/2006/relationships/customXml" Target="../ink/ink86.xml"/><Relationship Id="rId10" Type="http://schemas.openxmlformats.org/officeDocument/2006/relationships/image" Target="../media/image55.png"/><Relationship Id="rId4" Type="http://schemas.openxmlformats.org/officeDocument/2006/relationships/customXml" Target="../ink/ink81.xml"/><Relationship Id="rId9" Type="http://schemas.openxmlformats.org/officeDocument/2006/relationships/customXml" Target="../ink/ink83.xml"/><Relationship Id="rId14" Type="http://schemas.openxmlformats.org/officeDocument/2006/relationships/image" Target="../media/image57.png"/></Relationships>
</file>

<file path=ppt/slides/_rels/slide17.xml.rels><?xml version="1.0" encoding="UTF-8" standalone="yes"?>
<Relationships xmlns="http://schemas.openxmlformats.org/package/2006/relationships"><Relationship Id="rId8" Type="http://schemas.openxmlformats.org/officeDocument/2006/relationships/image" Target="../media/image61.png"/><Relationship Id="rId13" Type="http://schemas.openxmlformats.org/officeDocument/2006/relationships/customXml" Target="../ink/ink92.xml"/><Relationship Id="rId3" Type="http://schemas.openxmlformats.org/officeDocument/2006/relationships/image" Target="../media/image6.png"/><Relationship Id="rId7" Type="http://schemas.openxmlformats.org/officeDocument/2006/relationships/customXml" Target="../ink/ink89.xml"/><Relationship Id="rId12" Type="http://schemas.openxmlformats.org/officeDocument/2006/relationships/image" Target="../media/image6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60.png"/><Relationship Id="rId11" Type="http://schemas.openxmlformats.org/officeDocument/2006/relationships/customXml" Target="../ink/ink91.xml"/><Relationship Id="rId5" Type="http://schemas.openxmlformats.org/officeDocument/2006/relationships/image" Target="../media/image16.png"/><Relationship Id="rId10" Type="http://schemas.openxmlformats.org/officeDocument/2006/relationships/image" Target="../media/image62.png"/><Relationship Id="rId4" Type="http://schemas.openxmlformats.org/officeDocument/2006/relationships/customXml" Target="../ink/ink88.xml"/><Relationship Id="rId9" Type="http://schemas.openxmlformats.org/officeDocument/2006/relationships/customXml" Target="../ink/ink90.xml"/><Relationship Id="rId14" Type="http://schemas.openxmlformats.org/officeDocument/2006/relationships/image" Target="../media/image64.pn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65.png"/><Relationship Id="rId5" Type="http://schemas.openxmlformats.org/officeDocument/2006/relationships/image" Target="../media/image16.png"/><Relationship Id="rId4" Type="http://schemas.openxmlformats.org/officeDocument/2006/relationships/customXml" Target="../ink/ink93.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2FD85-87AA-4580-1FB4-0EBB0A967AA9}"/>
              </a:ext>
            </a:extLst>
          </p:cNvPr>
          <p:cNvSpPr>
            <a:spLocks noGrp="1"/>
          </p:cNvSpPr>
          <p:nvPr>
            <p:ph type="ctrTitle"/>
          </p:nvPr>
        </p:nvSpPr>
        <p:spPr>
          <a:xfrm>
            <a:off x="70338" y="0"/>
            <a:ext cx="12048509" cy="1379696"/>
          </a:xfrm>
        </p:spPr>
        <p:txBody>
          <a:bodyPr anchor="b">
            <a:normAutofit/>
          </a:bodyPr>
          <a:lstStyle/>
          <a:p>
            <a:pPr algn="l"/>
            <a:r>
              <a:rPr lang="en-US" sz="4000" b="1" dirty="0">
                <a:solidFill>
                  <a:srgbClr val="C00000"/>
                </a:solidFill>
                <a:latin typeface="Open Sans" panose="020B0606030504020204" pitchFamily="34" charset="0"/>
              </a:rPr>
              <a:t>CEO compensation: Evidence from the field </a:t>
            </a:r>
          </a:p>
        </p:txBody>
      </p:sp>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406400" y="1469292"/>
            <a:ext cx="11308862" cy="4009013"/>
          </a:xfrm>
        </p:spPr>
        <p:txBody>
          <a:bodyPr>
            <a:normAutofit fontScale="92500" lnSpcReduction="10000"/>
          </a:bodyPr>
          <a:lstStyle/>
          <a:p>
            <a:pPr algn="l"/>
            <a:r>
              <a:rPr lang="en-US" dirty="0"/>
              <a:t>Alex Edmans</a:t>
            </a:r>
          </a:p>
          <a:p>
            <a:pPr algn="l"/>
            <a:r>
              <a:rPr lang="en-US" dirty="0"/>
              <a:t>London Business School</a:t>
            </a:r>
          </a:p>
          <a:p>
            <a:pPr algn="l"/>
            <a:r>
              <a:rPr lang="en-US" dirty="0"/>
              <a:t>Tom Gosling</a:t>
            </a:r>
          </a:p>
          <a:p>
            <a:pPr algn="l"/>
            <a:r>
              <a:rPr lang="en-US" dirty="0"/>
              <a:t>London Business School</a:t>
            </a:r>
          </a:p>
          <a:p>
            <a:pPr algn="l"/>
            <a:r>
              <a:rPr lang="en-US" dirty="0"/>
              <a:t>Dirk </a:t>
            </a:r>
            <a:r>
              <a:rPr lang="en-US" dirty="0" err="1"/>
              <a:t>Jenter</a:t>
            </a:r>
            <a:endParaRPr lang="en-US" dirty="0"/>
          </a:p>
          <a:p>
            <a:pPr algn="l"/>
            <a:r>
              <a:rPr lang="en-US" dirty="0"/>
              <a:t>London School of Economics and Political Science</a:t>
            </a:r>
          </a:p>
          <a:p>
            <a:pPr algn="l"/>
            <a:endParaRPr lang="en-US" dirty="0"/>
          </a:p>
          <a:p>
            <a:pPr algn="l"/>
            <a:r>
              <a:rPr lang="en-US" dirty="0"/>
              <a:t>Journal of Financial Economics</a:t>
            </a:r>
          </a:p>
          <a:p>
            <a:pPr algn="l"/>
            <a:r>
              <a:rPr lang="en-US" dirty="0"/>
              <a:t>Oct 2023</a:t>
            </a:r>
          </a:p>
          <a:p>
            <a:pPr algn="l"/>
            <a:r>
              <a:rPr lang="en-US" dirty="0"/>
              <a:t>Presented by: Yan Li</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73152" y="5864913"/>
            <a:ext cx="12192000" cy="1123950"/>
          </a:xfrm>
          <a:prstGeom prst="rect">
            <a:avLst/>
          </a:prstGeom>
        </p:spPr>
      </p:pic>
    </p:spTree>
    <p:extLst>
      <p:ext uri="{BB962C8B-B14F-4D97-AF65-F5344CB8AC3E}">
        <p14:creationId xmlns:p14="http://schemas.microsoft.com/office/powerpoint/2010/main" val="8112202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289250"/>
            <a:ext cx="9144000" cy="697340"/>
          </a:xfrm>
        </p:spPr>
        <p:txBody>
          <a:bodyPr>
            <a:normAutofit/>
          </a:bodyPr>
          <a:lstStyle/>
          <a:p>
            <a:r>
              <a:rPr lang="en-US" sz="3600" b="1" dirty="0">
                <a:solidFill>
                  <a:srgbClr val="C00000"/>
                </a:solidFill>
                <a:latin typeface="Arial" panose="020B0604020202020204" pitchFamily="34" charset="0"/>
                <a:cs typeface="Arial" panose="020B0604020202020204" pitchFamily="34" charset="0"/>
              </a:rPr>
              <a:t>Research Goal</a:t>
            </a:r>
            <a:endParaRPr lang="en-US" sz="3600" dirty="0">
              <a:solidFill>
                <a:srgbClr val="C00000"/>
              </a:solidFill>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180474" y="1239253"/>
            <a:ext cx="12011526" cy="3739453"/>
          </a:xfrm>
        </p:spPr>
        <p:txBody>
          <a:bodyPr>
            <a:normAutofit/>
          </a:bodyPr>
          <a:lstStyle/>
          <a:p>
            <a:pPr algn="l"/>
            <a:r>
              <a:rPr lang="en-US" sz="2000" dirty="0"/>
              <a:t>The first goal is to understand the objectives and constraints of contract design, and thus the underlying program. The second goal is to identify the determinants of pay, by investigating factors that theories deem relevant but are unobservable, or that prior models have overlooked.</a:t>
            </a:r>
            <a:endParaRPr lang="en-US" sz="2400" dirty="0"/>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Tree>
    <p:extLst>
      <p:ext uri="{BB962C8B-B14F-4D97-AF65-F5344CB8AC3E}">
        <p14:creationId xmlns:p14="http://schemas.microsoft.com/office/powerpoint/2010/main" val="2783577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0"/>
            <a:ext cx="9144000" cy="591207"/>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Related Literature</a:t>
            </a:r>
            <a:endParaRPr lang="en-US" sz="3600" dirty="0">
              <a:solidFill>
                <a:srgbClr val="C00000"/>
              </a:solidFill>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3"/>
          <a:stretch>
            <a:fillRect/>
          </a:stretch>
        </p:blipFill>
        <p:spPr>
          <a:xfrm>
            <a:off x="0" y="6127261"/>
            <a:ext cx="12192000" cy="730739"/>
          </a:xfrm>
          <a:prstGeom prst="rect">
            <a:avLst/>
          </a:prstGeom>
        </p:spPr>
      </p:pic>
      <p:sp>
        <p:nvSpPr>
          <p:cNvPr id="3" name="TextBox 2">
            <a:extLst>
              <a:ext uri="{FF2B5EF4-FFF2-40B4-BE49-F238E27FC236}">
                <a16:creationId xmlns:a16="http://schemas.microsoft.com/office/drawing/2014/main" id="{CEEBC209-858D-6C83-86B2-5E4B223DFFC4}"/>
              </a:ext>
            </a:extLst>
          </p:cNvPr>
          <p:cNvSpPr txBox="1"/>
          <p:nvPr/>
        </p:nvSpPr>
        <p:spPr>
          <a:xfrm>
            <a:off x="180474" y="591207"/>
            <a:ext cx="11863137" cy="4524315"/>
          </a:xfrm>
          <a:prstGeom prst="rect">
            <a:avLst/>
          </a:prstGeom>
          <a:noFill/>
        </p:spPr>
        <p:txBody>
          <a:bodyPr wrap="square">
            <a:spAutoFit/>
          </a:bodyPr>
          <a:lstStyle/>
          <a:p>
            <a:r>
              <a:rPr lang="en-US" sz="2400" dirty="0"/>
              <a:t>This paper builds on the literature on CEO compensation, reviewed by Murphy (2013), Edmans and </a:t>
            </a:r>
            <a:r>
              <a:rPr lang="en-US" sz="2400" dirty="0" err="1"/>
              <a:t>Gabaix</a:t>
            </a:r>
            <a:r>
              <a:rPr lang="en-US" sz="2400" dirty="0"/>
              <a:t> (2016), and Edmans et al. (2017). </a:t>
            </a:r>
          </a:p>
          <a:p>
            <a:endParaRPr lang="en-US" sz="2400" dirty="0"/>
          </a:p>
          <a:p>
            <a:r>
              <a:rPr lang="en-US" sz="2400" dirty="0"/>
              <a:t>It is also related to other corporate finance surveys, such as Graham and Harvey (2001), Graham et al. (2005), Brav et al. (2005), Ben-David et al. (2013), and Graham et al. (2013). </a:t>
            </a:r>
          </a:p>
          <a:p>
            <a:endParaRPr lang="en-US" sz="2400" dirty="0"/>
          </a:p>
          <a:p>
            <a:r>
              <a:rPr lang="en-US" sz="2400" dirty="0"/>
              <a:t>A unique feature is that the authors of this paper survey both directors and investors. The above papers study executives only; others, such as </a:t>
            </a:r>
            <a:r>
              <a:rPr lang="en-US" sz="2400" dirty="0" err="1"/>
              <a:t>McCahery</a:t>
            </a:r>
            <a:r>
              <a:rPr lang="en-US" sz="2400" dirty="0"/>
              <a:t> et al. (2016), Krueger et al. (2020), and Gompers et al. (2020), study investors only. CEO pay is arguably the corporate decision on which investors have the greatest influence, given say-on-pay, and thus an interesting setting to compare their views with directors. </a:t>
            </a:r>
          </a:p>
        </p:txBody>
      </p:sp>
    </p:spTree>
    <p:extLst>
      <p:ext uri="{BB962C8B-B14F-4D97-AF65-F5344CB8AC3E}">
        <p14:creationId xmlns:p14="http://schemas.microsoft.com/office/powerpoint/2010/main" val="3269129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F634A-54A8-C397-66FD-B994B304C94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149A279-22E5-008F-CE27-2439FEF45226}"/>
              </a:ext>
            </a:extLst>
          </p:cNvPr>
          <p:cNvSpPr>
            <a:spLocks noGrp="1"/>
          </p:cNvSpPr>
          <p:nvPr>
            <p:ph type="ctrTitle"/>
          </p:nvPr>
        </p:nvSpPr>
        <p:spPr>
          <a:xfrm>
            <a:off x="1524000" y="289250"/>
            <a:ext cx="9144000" cy="462590"/>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Data Description and Univariate Analysis</a:t>
            </a:r>
          </a:p>
        </p:txBody>
      </p:sp>
      <p:pic>
        <p:nvPicPr>
          <p:cNvPr id="20" name="Picture 19">
            <a:extLst>
              <a:ext uri="{FF2B5EF4-FFF2-40B4-BE49-F238E27FC236}">
                <a16:creationId xmlns:a16="http://schemas.microsoft.com/office/drawing/2014/main" id="{232DB107-174C-83C9-EB6C-02CEF9EB58F2}"/>
              </a:ext>
            </a:extLst>
          </p:cNvPr>
          <p:cNvPicPr>
            <a:picLocks noChangeAspect="1"/>
          </p:cNvPicPr>
          <p:nvPr/>
        </p:nvPicPr>
        <p:blipFill>
          <a:blip r:embed="rId2"/>
          <a:stretch>
            <a:fillRect/>
          </a:stretch>
        </p:blipFill>
        <p:spPr>
          <a:xfrm>
            <a:off x="0" y="5734051"/>
            <a:ext cx="12192000" cy="1123950"/>
          </a:xfrm>
          <a:prstGeom prst="rect">
            <a:avLst/>
          </a:prstGeom>
        </p:spPr>
      </p:pic>
      <p:sp>
        <p:nvSpPr>
          <p:cNvPr id="3" name="TextBox 2">
            <a:extLst>
              <a:ext uri="{FF2B5EF4-FFF2-40B4-BE49-F238E27FC236}">
                <a16:creationId xmlns:a16="http://schemas.microsoft.com/office/drawing/2014/main" id="{FE515291-7984-561C-7687-498DDCFEA724}"/>
              </a:ext>
            </a:extLst>
          </p:cNvPr>
          <p:cNvSpPr txBox="1"/>
          <p:nvPr/>
        </p:nvSpPr>
        <p:spPr>
          <a:xfrm>
            <a:off x="152400" y="650240"/>
            <a:ext cx="11927305" cy="1569660"/>
          </a:xfrm>
          <a:prstGeom prst="rect">
            <a:avLst/>
          </a:prstGeom>
          <a:noFill/>
        </p:spPr>
        <p:txBody>
          <a:bodyPr wrap="square">
            <a:spAutoFit/>
          </a:bodyPr>
          <a:lstStyle/>
          <a:p>
            <a:r>
              <a:rPr lang="en-US" sz="2400" dirty="0"/>
              <a:t>The researchers distributed survey in late 2020, receiving responses from 203 non-executive directors of FTSE All-Share companies and 159 institutional investors in UK equities. Most questions allowed respondents to add free-text comments, and 14 post-survey interviews were conducted. </a:t>
            </a:r>
            <a:endParaRPr lang="en-US" dirty="0"/>
          </a:p>
        </p:txBody>
      </p:sp>
    </p:spTree>
    <p:extLst>
      <p:ext uri="{BB962C8B-B14F-4D97-AF65-F5344CB8AC3E}">
        <p14:creationId xmlns:p14="http://schemas.microsoft.com/office/powerpoint/2010/main" val="34368634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900D4-54B1-6F98-3E6A-DA0CFD13D18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32E6F5A-1799-BE8F-02B6-2C8DB4861D8F}"/>
              </a:ext>
            </a:extLst>
          </p:cNvPr>
          <p:cNvSpPr>
            <a:spLocks noGrp="1"/>
          </p:cNvSpPr>
          <p:nvPr>
            <p:ph type="ctrTitle"/>
          </p:nvPr>
        </p:nvSpPr>
        <p:spPr>
          <a:xfrm>
            <a:off x="1524000" y="0"/>
            <a:ext cx="9144000" cy="490357"/>
          </a:xfrm>
        </p:spPr>
        <p:txBody>
          <a:bodyPr>
            <a:noAutofit/>
          </a:bodyPr>
          <a:lstStyle/>
          <a:p>
            <a:r>
              <a:rPr lang="en-US" sz="3200" b="1" dirty="0">
                <a:solidFill>
                  <a:srgbClr val="FF0000"/>
                </a:solidFill>
              </a:rPr>
              <a:t>The UK context and COVID-19 </a:t>
            </a:r>
          </a:p>
        </p:txBody>
      </p:sp>
      <p:pic>
        <p:nvPicPr>
          <p:cNvPr id="20" name="Picture 19">
            <a:extLst>
              <a:ext uri="{FF2B5EF4-FFF2-40B4-BE49-F238E27FC236}">
                <a16:creationId xmlns:a16="http://schemas.microsoft.com/office/drawing/2014/main" id="{019DE354-C5E6-FC88-AF38-3B88A1426EAA}"/>
              </a:ext>
            </a:extLst>
          </p:cNvPr>
          <p:cNvPicPr>
            <a:picLocks noChangeAspect="1"/>
          </p:cNvPicPr>
          <p:nvPr/>
        </p:nvPicPr>
        <p:blipFill>
          <a:blip r:embed="rId3"/>
          <a:stretch>
            <a:fillRect/>
          </a:stretch>
        </p:blipFill>
        <p:spPr>
          <a:xfrm>
            <a:off x="0" y="6133457"/>
            <a:ext cx="12192000" cy="724543"/>
          </a:xfrm>
          <a:prstGeom prst="rect">
            <a:avLst/>
          </a:prstGeom>
        </p:spPr>
      </p:pic>
      <p:pic>
        <p:nvPicPr>
          <p:cNvPr id="4" name="Picture 3">
            <a:extLst>
              <a:ext uri="{FF2B5EF4-FFF2-40B4-BE49-F238E27FC236}">
                <a16:creationId xmlns:a16="http://schemas.microsoft.com/office/drawing/2014/main" id="{A2F90A25-F8E6-0A30-0107-BAADA3834344}"/>
              </a:ext>
            </a:extLst>
          </p:cNvPr>
          <p:cNvPicPr>
            <a:picLocks noChangeAspect="1"/>
          </p:cNvPicPr>
          <p:nvPr/>
        </p:nvPicPr>
        <p:blipFill>
          <a:blip r:embed="rId4"/>
          <a:stretch>
            <a:fillRect/>
          </a:stretch>
        </p:blipFill>
        <p:spPr>
          <a:xfrm>
            <a:off x="6736080" y="541919"/>
            <a:ext cx="5041641" cy="2638162"/>
          </a:xfrm>
          <a:prstGeom prst="rect">
            <a:avLst/>
          </a:prstGeom>
        </p:spPr>
      </p:pic>
      <p:sp>
        <p:nvSpPr>
          <p:cNvPr id="7" name="TextBox 6">
            <a:extLst>
              <a:ext uri="{FF2B5EF4-FFF2-40B4-BE49-F238E27FC236}">
                <a16:creationId xmlns:a16="http://schemas.microsoft.com/office/drawing/2014/main" id="{DE5BC5AA-8680-046B-FCCD-5F710D9B121B}"/>
              </a:ext>
            </a:extLst>
          </p:cNvPr>
          <p:cNvSpPr txBox="1"/>
          <p:nvPr/>
        </p:nvSpPr>
        <p:spPr>
          <a:xfrm>
            <a:off x="102480" y="449585"/>
            <a:ext cx="6633600" cy="5632311"/>
          </a:xfrm>
          <a:prstGeom prst="rect">
            <a:avLst/>
          </a:prstGeom>
          <a:noFill/>
        </p:spPr>
        <p:txBody>
          <a:bodyPr wrap="square">
            <a:spAutoFit/>
          </a:bodyPr>
          <a:lstStyle/>
          <a:p>
            <a:r>
              <a:rPr lang="en-US" b="1" dirty="0">
                <a:solidFill>
                  <a:srgbClr val="FF0000"/>
                </a:solidFill>
              </a:rPr>
              <a:t>Reasons to study executive pay in the UK:</a:t>
            </a:r>
          </a:p>
          <a:p>
            <a:r>
              <a:rPr lang="en-US" dirty="0"/>
              <a:t>First, the UK is between the US and continental Europe in both the level and structure of pay, suggesting that it is not an outlier</a:t>
            </a:r>
          </a:p>
          <a:p>
            <a:endParaRPr lang="en-US" dirty="0"/>
          </a:p>
          <a:p>
            <a:r>
              <a:rPr lang="en-US" dirty="0"/>
              <a:t>Second, the UK does not have any differential tax treatments that would cause a preference for one form of pay over the other (unlike, for example, Section 162(m) in the US which, before 2018, exempted qualified performance-based pay from the $1 million cap on tax deductibility), nor do accounting or disclosure rules have material asymmetric impacts. Thus, any findings are unlikely to be due to tax, accounting, or disclosure factors that are specific to the UK.</a:t>
            </a:r>
          </a:p>
          <a:p>
            <a:endParaRPr lang="en-US" dirty="0"/>
          </a:p>
          <a:p>
            <a:r>
              <a:rPr lang="en-US" dirty="0"/>
              <a:t>Third, the UK has a relatively settled regulatory regime surrounding executive pay, and UK investors have significant experience in evaluating, voting on, and engaging on CEO pay</a:t>
            </a:r>
          </a:p>
          <a:p>
            <a:endParaRPr lang="en-US" dirty="0"/>
          </a:p>
          <a:p>
            <a:r>
              <a:rPr lang="en-US" dirty="0"/>
              <a:t>Fourth, on a practical level, the authors are from well-known UK universities, increasing the likelihood that UK directors and investors would respond to an academic survey</a:t>
            </a:r>
          </a:p>
        </p:txBody>
      </p:sp>
    </p:spTree>
    <p:extLst>
      <p:ext uri="{BB962C8B-B14F-4D97-AF65-F5344CB8AC3E}">
        <p14:creationId xmlns:p14="http://schemas.microsoft.com/office/powerpoint/2010/main" val="1098509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B1F6A-C22E-4381-7E62-00E28D5946C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5A2C3D1-013A-5CE2-440E-99282603CAE0}"/>
              </a:ext>
            </a:extLst>
          </p:cNvPr>
          <p:cNvSpPr>
            <a:spLocks noGrp="1"/>
          </p:cNvSpPr>
          <p:nvPr>
            <p:ph type="ctrTitle"/>
          </p:nvPr>
        </p:nvSpPr>
        <p:spPr>
          <a:xfrm>
            <a:off x="1524000" y="0"/>
            <a:ext cx="9144000" cy="490357"/>
          </a:xfrm>
        </p:spPr>
        <p:txBody>
          <a:bodyPr>
            <a:noAutofit/>
          </a:bodyPr>
          <a:lstStyle/>
          <a:p>
            <a:r>
              <a:rPr lang="en-US" sz="3200" b="1" dirty="0">
                <a:solidFill>
                  <a:srgbClr val="FF0000"/>
                </a:solidFill>
              </a:rPr>
              <a:t>The objectives of CEO pay design</a:t>
            </a:r>
          </a:p>
        </p:txBody>
      </p:sp>
      <p:pic>
        <p:nvPicPr>
          <p:cNvPr id="20" name="Picture 19">
            <a:extLst>
              <a:ext uri="{FF2B5EF4-FFF2-40B4-BE49-F238E27FC236}">
                <a16:creationId xmlns:a16="http://schemas.microsoft.com/office/drawing/2014/main" id="{244FB59E-BD60-0F37-5AF4-1CF200CE4410}"/>
              </a:ext>
            </a:extLst>
          </p:cNvPr>
          <p:cNvPicPr>
            <a:picLocks noChangeAspect="1"/>
          </p:cNvPicPr>
          <p:nvPr/>
        </p:nvPicPr>
        <p:blipFill>
          <a:blip r:embed="rId3"/>
          <a:stretch>
            <a:fillRect/>
          </a:stretch>
        </p:blipFill>
        <p:spPr>
          <a:xfrm>
            <a:off x="0" y="6133457"/>
            <a:ext cx="12192000" cy="724543"/>
          </a:xfrm>
          <a:prstGeom prst="rect">
            <a:avLst/>
          </a:prstGeom>
        </p:spPr>
      </p:pic>
      <p:pic>
        <p:nvPicPr>
          <p:cNvPr id="3" name="Picture 2">
            <a:extLst>
              <a:ext uri="{FF2B5EF4-FFF2-40B4-BE49-F238E27FC236}">
                <a16:creationId xmlns:a16="http://schemas.microsoft.com/office/drawing/2014/main" id="{74237AE2-1424-77C6-9FB4-C8AFA632CB13}"/>
              </a:ext>
            </a:extLst>
          </p:cNvPr>
          <p:cNvPicPr>
            <a:picLocks noChangeAspect="1"/>
          </p:cNvPicPr>
          <p:nvPr/>
        </p:nvPicPr>
        <p:blipFill>
          <a:blip r:embed="rId4"/>
          <a:stretch>
            <a:fillRect/>
          </a:stretch>
        </p:blipFill>
        <p:spPr>
          <a:xfrm>
            <a:off x="6001927" y="708399"/>
            <a:ext cx="5877745" cy="3734321"/>
          </a:xfrm>
          <a:prstGeom prst="rect">
            <a:avLst/>
          </a:prstGeom>
        </p:spPr>
      </p:pic>
      <p:sp>
        <p:nvSpPr>
          <p:cNvPr id="8" name="TextBox 7">
            <a:extLst>
              <a:ext uri="{FF2B5EF4-FFF2-40B4-BE49-F238E27FC236}">
                <a16:creationId xmlns:a16="http://schemas.microsoft.com/office/drawing/2014/main" id="{55FCF07D-C7B5-917A-BBE3-6D507714D542}"/>
              </a:ext>
            </a:extLst>
          </p:cNvPr>
          <p:cNvSpPr txBox="1"/>
          <p:nvPr/>
        </p:nvSpPr>
        <p:spPr>
          <a:xfrm>
            <a:off x="0" y="708399"/>
            <a:ext cx="6001927" cy="1477328"/>
          </a:xfrm>
          <a:prstGeom prst="rect">
            <a:avLst/>
          </a:prstGeom>
          <a:noFill/>
        </p:spPr>
        <p:txBody>
          <a:bodyPr wrap="square">
            <a:spAutoFit/>
          </a:bodyPr>
          <a:lstStyle/>
          <a:p>
            <a:r>
              <a:rPr lang="en-US" dirty="0"/>
              <a:t>The standard CEO pay model described involves three objectives, assuming a given effort level: (1) minimizing the level of pay subject to (2) the structure inducing the required effort level (i.e., the IC being satisfied) and (3) the CEO accepting the contract (i.e., the IR being satisfied). </a:t>
            </a:r>
          </a:p>
        </p:txBody>
      </p:sp>
      <p:sp>
        <p:nvSpPr>
          <p:cNvPr id="10" name="TextBox 9">
            <a:extLst>
              <a:ext uri="{FF2B5EF4-FFF2-40B4-BE49-F238E27FC236}">
                <a16:creationId xmlns:a16="http://schemas.microsoft.com/office/drawing/2014/main" id="{14F270F6-0DAC-B84C-C53E-A99C602EB07F}"/>
              </a:ext>
            </a:extLst>
          </p:cNvPr>
          <p:cNvSpPr txBox="1"/>
          <p:nvPr/>
        </p:nvSpPr>
        <p:spPr>
          <a:xfrm>
            <a:off x="0" y="2915920"/>
            <a:ext cx="5323840" cy="1200329"/>
          </a:xfrm>
          <a:prstGeom prst="rect">
            <a:avLst/>
          </a:prstGeom>
          <a:noFill/>
        </p:spPr>
        <p:txBody>
          <a:bodyPr wrap="square">
            <a:spAutoFit/>
          </a:bodyPr>
          <a:lstStyle/>
          <a:p>
            <a:r>
              <a:rPr lang="en-US" dirty="0"/>
              <a:t>Table 2 illustrates the results. Both directors and investors view minimizing the level of pay (“keep the quantum of pay down”) as least important, with 91% of directors and 85% of investors ranking it last</a:t>
            </a:r>
          </a:p>
        </p:txBody>
      </p:sp>
    </p:spTree>
    <p:extLst>
      <p:ext uri="{BB962C8B-B14F-4D97-AF65-F5344CB8AC3E}">
        <p14:creationId xmlns:p14="http://schemas.microsoft.com/office/powerpoint/2010/main" val="26772355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B9A7F-6093-F86D-3C53-C0D6A092660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916A28F-E95B-8B7B-BED8-76CC48F3E970}"/>
              </a:ext>
            </a:extLst>
          </p:cNvPr>
          <p:cNvSpPr>
            <a:spLocks noGrp="1"/>
          </p:cNvSpPr>
          <p:nvPr>
            <p:ph type="ctrTitle"/>
          </p:nvPr>
        </p:nvSpPr>
        <p:spPr>
          <a:xfrm>
            <a:off x="1524000" y="0"/>
            <a:ext cx="9144000" cy="490357"/>
          </a:xfrm>
        </p:spPr>
        <p:txBody>
          <a:bodyPr>
            <a:noAutofit/>
          </a:bodyPr>
          <a:lstStyle/>
          <a:p>
            <a:r>
              <a:rPr lang="en-US" sz="3200" b="1" dirty="0">
                <a:solidFill>
                  <a:srgbClr val="FF0000"/>
                </a:solidFill>
              </a:rPr>
              <a:t>The constraints  of CEO pay design</a:t>
            </a:r>
          </a:p>
        </p:txBody>
      </p:sp>
      <p:pic>
        <p:nvPicPr>
          <p:cNvPr id="20" name="Picture 19">
            <a:extLst>
              <a:ext uri="{FF2B5EF4-FFF2-40B4-BE49-F238E27FC236}">
                <a16:creationId xmlns:a16="http://schemas.microsoft.com/office/drawing/2014/main" id="{EFAABF22-1EF0-792F-9C47-AB778A8CD27B}"/>
              </a:ext>
            </a:extLst>
          </p:cNvPr>
          <p:cNvPicPr>
            <a:picLocks noChangeAspect="1"/>
          </p:cNvPicPr>
          <p:nvPr/>
        </p:nvPicPr>
        <p:blipFill>
          <a:blip r:embed="rId3"/>
          <a:stretch>
            <a:fillRect/>
          </a:stretch>
        </p:blipFill>
        <p:spPr>
          <a:xfrm>
            <a:off x="0" y="6133457"/>
            <a:ext cx="12192000" cy="724543"/>
          </a:xfrm>
          <a:prstGeom prst="rect">
            <a:avLst/>
          </a:prstGeom>
        </p:spPr>
      </p:pic>
      <p:pic>
        <p:nvPicPr>
          <p:cNvPr id="4" name="Picture 3">
            <a:extLst>
              <a:ext uri="{FF2B5EF4-FFF2-40B4-BE49-F238E27FC236}">
                <a16:creationId xmlns:a16="http://schemas.microsoft.com/office/drawing/2014/main" id="{89610468-101E-81B1-7652-450A7A7FA167}"/>
              </a:ext>
            </a:extLst>
          </p:cNvPr>
          <p:cNvPicPr>
            <a:picLocks noChangeAspect="1"/>
          </p:cNvPicPr>
          <p:nvPr/>
        </p:nvPicPr>
        <p:blipFill>
          <a:blip r:embed="rId4"/>
          <a:stretch>
            <a:fillRect/>
          </a:stretch>
        </p:blipFill>
        <p:spPr>
          <a:xfrm>
            <a:off x="0" y="408021"/>
            <a:ext cx="4196080" cy="5722538"/>
          </a:xfrm>
          <a:prstGeom prst="rect">
            <a:avLst/>
          </a:prstGeom>
        </p:spPr>
      </p:pic>
      <p:sp>
        <p:nvSpPr>
          <p:cNvPr id="7" name="TextBox 6">
            <a:extLst>
              <a:ext uri="{FF2B5EF4-FFF2-40B4-BE49-F238E27FC236}">
                <a16:creationId xmlns:a16="http://schemas.microsoft.com/office/drawing/2014/main" id="{0DBA54AA-E228-9367-6598-C6B9E2EFE71D}"/>
              </a:ext>
            </a:extLst>
          </p:cNvPr>
          <p:cNvSpPr txBox="1"/>
          <p:nvPr/>
        </p:nvSpPr>
        <p:spPr>
          <a:xfrm>
            <a:off x="4265875" y="581048"/>
            <a:ext cx="7691120" cy="3139321"/>
          </a:xfrm>
          <a:prstGeom prst="rect">
            <a:avLst/>
          </a:prstGeom>
          <a:noFill/>
        </p:spPr>
        <p:txBody>
          <a:bodyPr wrap="square">
            <a:spAutoFit/>
          </a:bodyPr>
          <a:lstStyle/>
          <a:p>
            <a:r>
              <a:rPr lang="en-US" dirty="0"/>
              <a:t>67% of directors would sacrifice shareholder value to avoid controversy, and 56% of investors would tolerate directors doing so. This suggests that boards and investors feel restricted by far more than the IR and IC.</a:t>
            </a:r>
          </a:p>
          <a:p>
            <a:endParaRPr lang="en-US" dirty="0"/>
          </a:p>
          <a:p>
            <a:r>
              <a:rPr lang="en-US" dirty="0"/>
              <a:t>88% of directors deem it important to avoid controversy with investors; this response also received by far the highest average rating (1.24). Directors rated employees as the second most important source of controversy (63%/0.69).</a:t>
            </a:r>
          </a:p>
          <a:p>
            <a:endParaRPr lang="en-US" dirty="0"/>
          </a:p>
          <a:p>
            <a:r>
              <a:rPr lang="en-US" dirty="0"/>
              <a:t>Shareholders, on the other hand, believe the main sources of controversy to be employees (82%/1.26), customers (75%/1.14) and policymakers (65%/0.92)</a:t>
            </a:r>
          </a:p>
        </p:txBody>
      </p:sp>
    </p:spTree>
    <p:extLst>
      <p:ext uri="{BB962C8B-B14F-4D97-AF65-F5344CB8AC3E}">
        <p14:creationId xmlns:p14="http://schemas.microsoft.com/office/powerpoint/2010/main" val="29889663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D3BE6-4541-AE03-E820-64152AC0510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A028D87-9641-952A-AC28-C5535D406564}"/>
              </a:ext>
            </a:extLst>
          </p:cNvPr>
          <p:cNvSpPr>
            <a:spLocks noGrp="1"/>
          </p:cNvSpPr>
          <p:nvPr>
            <p:ph type="ctrTitle"/>
          </p:nvPr>
        </p:nvSpPr>
        <p:spPr>
          <a:xfrm>
            <a:off x="1524000" y="0"/>
            <a:ext cx="9144000" cy="490357"/>
          </a:xfrm>
        </p:spPr>
        <p:txBody>
          <a:bodyPr>
            <a:noAutofit/>
          </a:bodyPr>
          <a:lstStyle/>
          <a:p>
            <a:r>
              <a:rPr lang="en-US" sz="3200" b="1" dirty="0">
                <a:solidFill>
                  <a:srgbClr val="FF0000"/>
                </a:solidFill>
              </a:rPr>
              <a:t>Constraints and the level of pay</a:t>
            </a:r>
          </a:p>
        </p:txBody>
      </p:sp>
      <p:pic>
        <p:nvPicPr>
          <p:cNvPr id="20" name="Picture 19">
            <a:extLst>
              <a:ext uri="{FF2B5EF4-FFF2-40B4-BE49-F238E27FC236}">
                <a16:creationId xmlns:a16="http://schemas.microsoft.com/office/drawing/2014/main" id="{1F8047FF-49BF-A186-EBB0-1577508F4C09}"/>
              </a:ext>
            </a:extLst>
          </p:cNvPr>
          <p:cNvPicPr>
            <a:picLocks noChangeAspect="1"/>
          </p:cNvPicPr>
          <p:nvPr/>
        </p:nvPicPr>
        <p:blipFill>
          <a:blip r:embed="rId3"/>
          <a:stretch>
            <a:fillRect/>
          </a:stretch>
        </p:blipFill>
        <p:spPr>
          <a:xfrm>
            <a:off x="0" y="6133457"/>
            <a:ext cx="12192000" cy="724543"/>
          </a:xfrm>
          <a:prstGeom prst="rect">
            <a:avLst/>
          </a:prstGeom>
        </p:spPr>
      </p:pic>
      <p:pic>
        <p:nvPicPr>
          <p:cNvPr id="3" name="Picture 2">
            <a:extLst>
              <a:ext uri="{FF2B5EF4-FFF2-40B4-BE49-F238E27FC236}">
                <a16:creationId xmlns:a16="http://schemas.microsoft.com/office/drawing/2014/main" id="{BD241615-999A-D0D8-E2E6-84523366D726}"/>
              </a:ext>
            </a:extLst>
          </p:cNvPr>
          <p:cNvPicPr>
            <a:picLocks noChangeAspect="1"/>
          </p:cNvPicPr>
          <p:nvPr/>
        </p:nvPicPr>
        <p:blipFill>
          <a:blip r:embed="rId4"/>
          <a:stretch>
            <a:fillRect/>
          </a:stretch>
        </p:blipFill>
        <p:spPr>
          <a:xfrm>
            <a:off x="138340" y="490357"/>
            <a:ext cx="5839640" cy="4772691"/>
          </a:xfrm>
          <a:prstGeom prst="rect">
            <a:avLst/>
          </a:prstGeom>
        </p:spPr>
      </p:pic>
    </p:spTree>
    <p:extLst>
      <p:ext uri="{BB962C8B-B14F-4D97-AF65-F5344CB8AC3E}">
        <p14:creationId xmlns:p14="http://schemas.microsoft.com/office/powerpoint/2010/main" val="16875868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0246F-1F05-70E5-4998-B3239C610DD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6A63FF1-7D78-1D41-8245-2EC3BBCC17DA}"/>
              </a:ext>
            </a:extLst>
          </p:cNvPr>
          <p:cNvSpPr>
            <a:spLocks noGrp="1"/>
          </p:cNvSpPr>
          <p:nvPr>
            <p:ph type="ctrTitle"/>
          </p:nvPr>
        </p:nvSpPr>
        <p:spPr>
          <a:xfrm>
            <a:off x="1524000" y="0"/>
            <a:ext cx="9144000" cy="490357"/>
          </a:xfrm>
        </p:spPr>
        <p:txBody>
          <a:bodyPr>
            <a:noAutofit/>
          </a:bodyPr>
          <a:lstStyle/>
          <a:p>
            <a:r>
              <a:rPr lang="en-US" sz="3200" b="1" dirty="0">
                <a:solidFill>
                  <a:srgbClr val="FF0000"/>
                </a:solidFill>
              </a:rPr>
              <a:t>Constraints and the structure of pay</a:t>
            </a:r>
          </a:p>
        </p:txBody>
      </p:sp>
      <p:pic>
        <p:nvPicPr>
          <p:cNvPr id="20" name="Picture 19">
            <a:extLst>
              <a:ext uri="{FF2B5EF4-FFF2-40B4-BE49-F238E27FC236}">
                <a16:creationId xmlns:a16="http://schemas.microsoft.com/office/drawing/2014/main" id="{5D9DD83F-361E-62DB-BABD-A46EB1A434AF}"/>
              </a:ext>
            </a:extLst>
          </p:cNvPr>
          <p:cNvPicPr>
            <a:picLocks noChangeAspect="1"/>
          </p:cNvPicPr>
          <p:nvPr/>
        </p:nvPicPr>
        <p:blipFill>
          <a:blip r:embed="rId3"/>
          <a:stretch>
            <a:fillRect/>
          </a:stretch>
        </p:blipFill>
        <p:spPr>
          <a:xfrm>
            <a:off x="0" y="6133457"/>
            <a:ext cx="12192000" cy="724543"/>
          </a:xfrm>
          <a:prstGeom prst="rect">
            <a:avLst/>
          </a:prstGeom>
        </p:spPr>
      </p:pic>
      <p:pic>
        <p:nvPicPr>
          <p:cNvPr id="4" name="Picture 3">
            <a:extLst>
              <a:ext uri="{FF2B5EF4-FFF2-40B4-BE49-F238E27FC236}">
                <a16:creationId xmlns:a16="http://schemas.microsoft.com/office/drawing/2014/main" id="{2F420C6E-C05B-DD0E-DCB6-696E7B66F560}"/>
              </a:ext>
            </a:extLst>
          </p:cNvPr>
          <p:cNvPicPr>
            <a:picLocks noChangeAspect="1"/>
          </p:cNvPicPr>
          <p:nvPr/>
        </p:nvPicPr>
        <p:blipFill>
          <a:blip r:embed="rId4"/>
          <a:stretch>
            <a:fillRect/>
          </a:stretch>
        </p:blipFill>
        <p:spPr>
          <a:xfrm>
            <a:off x="143103" y="596227"/>
            <a:ext cx="5830114" cy="5096586"/>
          </a:xfrm>
          <a:prstGeom prst="rect">
            <a:avLst/>
          </a:prstGeom>
        </p:spPr>
      </p:pic>
    </p:spTree>
    <p:extLst>
      <p:ext uri="{BB962C8B-B14F-4D97-AF65-F5344CB8AC3E}">
        <p14:creationId xmlns:p14="http://schemas.microsoft.com/office/powerpoint/2010/main" val="31008814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2AA2D-3E21-22B8-2096-C2A138CB85B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5606C4E-C5DD-3AAB-CDDC-C26D7ADB76EF}"/>
              </a:ext>
            </a:extLst>
          </p:cNvPr>
          <p:cNvSpPr>
            <a:spLocks noGrp="1"/>
          </p:cNvSpPr>
          <p:nvPr>
            <p:ph type="ctrTitle"/>
          </p:nvPr>
        </p:nvSpPr>
        <p:spPr>
          <a:xfrm>
            <a:off x="1524000" y="0"/>
            <a:ext cx="9144000" cy="490357"/>
          </a:xfrm>
        </p:spPr>
        <p:txBody>
          <a:bodyPr>
            <a:noAutofit/>
          </a:bodyPr>
          <a:lstStyle/>
          <a:p>
            <a:r>
              <a:rPr lang="en-US" sz="3200" b="1" dirty="0">
                <a:solidFill>
                  <a:srgbClr val="FF0000"/>
                </a:solidFill>
              </a:rPr>
              <a:t>Pay of a new CEO </a:t>
            </a:r>
          </a:p>
        </p:txBody>
      </p:sp>
      <p:pic>
        <p:nvPicPr>
          <p:cNvPr id="20" name="Picture 19">
            <a:extLst>
              <a:ext uri="{FF2B5EF4-FFF2-40B4-BE49-F238E27FC236}">
                <a16:creationId xmlns:a16="http://schemas.microsoft.com/office/drawing/2014/main" id="{3EAE8DE9-B75C-271E-EAC4-087FD71B060E}"/>
              </a:ext>
            </a:extLst>
          </p:cNvPr>
          <p:cNvPicPr>
            <a:picLocks noChangeAspect="1"/>
          </p:cNvPicPr>
          <p:nvPr/>
        </p:nvPicPr>
        <p:blipFill>
          <a:blip r:embed="rId3"/>
          <a:stretch>
            <a:fillRect/>
          </a:stretch>
        </p:blipFill>
        <p:spPr>
          <a:xfrm>
            <a:off x="0" y="6133457"/>
            <a:ext cx="12192000" cy="724543"/>
          </a:xfrm>
          <a:prstGeom prst="rect">
            <a:avLst/>
          </a:prstGeom>
        </p:spPr>
      </p:pic>
      <p:pic>
        <p:nvPicPr>
          <p:cNvPr id="3" name="Picture 2">
            <a:extLst>
              <a:ext uri="{FF2B5EF4-FFF2-40B4-BE49-F238E27FC236}">
                <a16:creationId xmlns:a16="http://schemas.microsoft.com/office/drawing/2014/main" id="{4AFDAC7D-6016-D7F8-8427-7D526C373592}"/>
              </a:ext>
            </a:extLst>
          </p:cNvPr>
          <p:cNvPicPr>
            <a:picLocks noChangeAspect="1"/>
          </p:cNvPicPr>
          <p:nvPr/>
        </p:nvPicPr>
        <p:blipFill>
          <a:blip r:embed="rId4"/>
          <a:stretch>
            <a:fillRect/>
          </a:stretch>
        </p:blipFill>
        <p:spPr>
          <a:xfrm>
            <a:off x="122141" y="490357"/>
            <a:ext cx="12069859" cy="4420217"/>
          </a:xfrm>
          <a:prstGeom prst="rect">
            <a:avLst/>
          </a:prstGeom>
        </p:spPr>
      </p:pic>
      <p:sp>
        <p:nvSpPr>
          <p:cNvPr id="8" name="TextBox 7">
            <a:extLst>
              <a:ext uri="{FF2B5EF4-FFF2-40B4-BE49-F238E27FC236}">
                <a16:creationId xmlns:a16="http://schemas.microsoft.com/office/drawing/2014/main" id="{689EEF43-FBBB-EC82-755E-724193B11B5D}"/>
              </a:ext>
            </a:extLst>
          </p:cNvPr>
          <p:cNvSpPr txBox="1"/>
          <p:nvPr/>
        </p:nvSpPr>
        <p:spPr>
          <a:xfrm>
            <a:off x="91880" y="4910574"/>
            <a:ext cx="12191999" cy="923330"/>
          </a:xfrm>
          <a:prstGeom prst="rect">
            <a:avLst/>
          </a:prstGeom>
          <a:noFill/>
        </p:spPr>
        <p:txBody>
          <a:bodyPr wrap="square">
            <a:spAutoFit/>
          </a:bodyPr>
          <a:lstStyle/>
          <a:p>
            <a:r>
              <a:rPr lang="en-US" dirty="0"/>
              <a:t>The new CEO’s ability” ranked first for both directors (85%/1.29) and investors (90%/1.49). Many critics of high pay believe that the CEO job involves little disutility, so it should not be a significant driver of pay. In contrast, this response ranked second for investors (61%/0.61) and third for directors (68%/0.76). </a:t>
            </a:r>
          </a:p>
        </p:txBody>
      </p:sp>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86FB7158-0AD1-6D7B-FD3B-7A7E2F58189A}"/>
                  </a:ext>
                </a:extLst>
              </p14:cNvPr>
              <p14:cNvContentPartPr/>
              <p14:nvPr/>
            </p14:nvContentPartPr>
            <p14:xfrm>
              <a:off x="396360" y="1686200"/>
              <a:ext cx="1418040" cy="11880"/>
            </p14:xfrm>
          </p:contentPart>
        </mc:Choice>
        <mc:Fallback xmlns="">
          <p:pic>
            <p:nvPicPr>
              <p:cNvPr id="9" name="Ink 8">
                <a:extLst>
                  <a:ext uri="{FF2B5EF4-FFF2-40B4-BE49-F238E27FC236}">
                    <a16:creationId xmlns:a16="http://schemas.microsoft.com/office/drawing/2014/main" id="{86FB7158-0AD1-6D7B-FD3B-7A7E2F58189A}"/>
                  </a:ext>
                </a:extLst>
              </p:cNvPr>
              <p:cNvPicPr/>
              <p:nvPr/>
            </p:nvPicPr>
            <p:blipFill>
              <a:blip r:embed="rId6"/>
              <a:stretch>
                <a:fillRect/>
              </a:stretch>
            </p:blipFill>
            <p:spPr>
              <a:xfrm>
                <a:off x="342360" y="1578560"/>
                <a:ext cx="152568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64C2121D-EF10-3E79-4E0E-B9502C4317B6}"/>
                  </a:ext>
                </a:extLst>
              </p14:cNvPr>
              <p14:cNvContentPartPr/>
              <p14:nvPr/>
            </p14:nvContentPartPr>
            <p14:xfrm>
              <a:off x="345240" y="2021000"/>
              <a:ext cx="929520" cy="11160"/>
            </p14:xfrm>
          </p:contentPart>
        </mc:Choice>
        <mc:Fallback xmlns="">
          <p:pic>
            <p:nvPicPr>
              <p:cNvPr id="10" name="Ink 9">
                <a:extLst>
                  <a:ext uri="{FF2B5EF4-FFF2-40B4-BE49-F238E27FC236}">
                    <a16:creationId xmlns:a16="http://schemas.microsoft.com/office/drawing/2014/main" id="{64C2121D-EF10-3E79-4E0E-B9502C4317B6}"/>
                  </a:ext>
                </a:extLst>
              </p:cNvPr>
              <p:cNvPicPr/>
              <p:nvPr/>
            </p:nvPicPr>
            <p:blipFill>
              <a:blip r:embed="rId8"/>
              <a:stretch>
                <a:fillRect/>
              </a:stretch>
            </p:blipFill>
            <p:spPr>
              <a:xfrm>
                <a:off x="291240" y="1913360"/>
                <a:ext cx="103716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688341D5-421C-98DD-4A6B-9FC16F807CBB}"/>
                  </a:ext>
                </a:extLst>
              </p14:cNvPr>
              <p14:cNvContentPartPr/>
              <p14:nvPr/>
            </p14:nvContentPartPr>
            <p14:xfrm>
              <a:off x="1442520" y="2031800"/>
              <a:ext cx="316800" cy="43200"/>
            </p14:xfrm>
          </p:contentPart>
        </mc:Choice>
        <mc:Fallback xmlns="">
          <p:pic>
            <p:nvPicPr>
              <p:cNvPr id="11" name="Ink 10">
                <a:extLst>
                  <a:ext uri="{FF2B5EF4-FFF2-40B4-BE49-F238E27FC236}">
                    <a16:creationId xmlns:a16="http://schemas.microsoft.com/office/drawing/2014/main" id="{688341D5-421C-98DD-4A6B-9FC16F807CBB}"/>
                  </a:ext>
                </a:extLst>
              </p:cNvPr>
              <p:cNvPicPr/>
              <p:nvPr/>
            </p:nvPicPr>
            <p:blipFill>
              <a:blip r:embed="rId10"/>
              <a:stretch>
                <a:fillRect/>
              </a:stretch>
            </p:blipFill>
            <p:spPr>
              <a:xfrm>
                <a:off x="1388880" y="1924160"/>
                <a:ext cx="42444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2" name="Ink 11">
                <a:extLst>
                  <a:ext uri="{FF2B5EF4-FFF2-40B4-BE49-F238E27FC236}">
                    <a16:creationId xmlns:a16="http://schemas.microsoft.com/office/drawing/2014/main" id="{3906D663-966D-BA9A-14BD-C9EFE6256B42}"/>
                  </a:ext>
                </a:extLst>
              </p14:cNvPr>
              <p14:cNvContentPartPr/>
              <p14:nvPr/>
            </p14:nvContentPartPr>
            <p14:xfrm>
              <a:off x="1778040" y="2082560"/>
              <a:ext cx="360" cy="360"/>
            </p14:xfrm>
          </p:contentPart>
        </mc:Choice>
        <mc:Fallback xmlns="">
          <p:pic>
            <p:nvPicPr>
              <p:cNvPr id="12" name="Ink 11">
                <a:extLst>
                  <a:ext uri="{FF2B5EF4-FFF2-40B4-BE49-F238E27FC236}">
                    <a16:creationId xmlns:a16="http://schemas.microsoft.com/office/drawing/2014/main" id="{3906D663-966D-BA9A-14BD-C9EFE6256B42}"/>
                  </a:ext>
                </a:extLst>
              </p:cNvPr>
              <p:cNvPicPr/>
              <p:nvPr/>
            </p:nvPicPr>
            <p:blipFill>
              <a:blip r:embed="rId12"/>
              <a:stretch>
                <a:fillRect/>
              </a:stretch>
            </p:blipFill>
            <p:spPr>
              <a:xfrm>
                <a:off x="1724040" y="1974920"/>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3" name="Ink 12">
                <a:extLst>
                  <a:ext uri="{FF2B5EF4-FFF2-40B4-BE49-F238E27FC236}">
                    <a16:creationId xmlns:a16="http://schemas.microsoft.com/office/drawing/2014/main" id="{7774B419-918D-F249-7C2D-07C8A82F9014}"/>
                  </a:ext>
                </a:extLst>
              </p14:cNvPr>
              <p14:cNvContentPartPr/>
              <p14:nvPr/>
            </p14:nvContentPartPr>
            <p14:xfrm>
              <a:off x="1056240" y="2041880"/>
              <a:ext cx="524880" cy="31680"/>
            </p14:xfrm>
          </p:contentPart>
        </mc:Choice>
        <mc:Fallback xmlns="">
          <p:pic>
            <p:nvPicPr>
              <p:cNvPr id="13" name="Ink 12">
                <a:extLst>
                  <a:ext uri="{FF2B5EF4-FFF2-40B4-BE49-F238E27FC236}">
                    <a16:creationId xmlns:a16="http://schemas.microsoft.com/office/drawing/2014/main" id="{7774B419-918D-F249-7C2D-07C8A82F9014}"/>
                  </a:ext>
                </a:extLst>
              </p:cNvPr>
              <p:cNvPicPr/>
              <p:nvPr/>
            </p:nvPicPr>
            <p:blipFill>
              <a:blip r:embed="rId14"/>
              <a:stretch>
                <a:fillRect/>
              </a:stretch>
            </p:blipFill>
            <p:spPr>
              <a:xfrm>
                <a:off x="1002600" y="1934240"/>
                <a:ext cx="632520" cy="2473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3" name="Ink 22">
                <a:extLst>
                  <a:ext uri="{FF2B5EF4-FFF2-40B4-BE49-F238E27FC236}">
                    <a16:creationId xmlns:a16="http://schemas.microsoft.com/office/drawing/2014/main" id="{E5DEDBEB-C3A8-B235-F33F-B311500D0E81}"/>
                  </a:ext>
                </a:extLst>
              </p14:cNvPr>
              <p14:cNvContentPartPr/>
              <p14:nvPr/>
            </p14:nvContentPartPr>
            <p14:xfrm>
              <a:off x="7904160" y="5669240"/>
              <a:ext cx="360" cy="360"/>
            </p14:xfrm>
          </p:contentPart>
        </mc:Choice>
        <mc:Fallback xmlns="">
          <p:pic>
            <p:nvPicPr>
              <p:cNvPr id="23" name="Ink 22">
                <a:extLst>
                  <a:ext uri="{FF2B5EF4-FFF2-40B4-BE49-F238E27FC236}">
                    <a16:creationId xmlns:a16="http://schemas.microsoft.com/office/drawing/2014/main" id="{E5DEDBEB-C3A8-B235-F33F-B311500D0E81}"/>
                  </a:ext>
                </a:extLst>
              </p:cNvPr>
              <p:cNvPicPr/>
              <p:nvPr/>
            </p:nvPicPr>
            <p:blipFill>
              <a:blip r:embed="rId12"/>
              <a:stretch>
                <a:fillRect/>
              </a:stretch>
            </p:blipFill>
            <p:spPr>
              <a:xfrm>
                <a:off x="7850520" y="5561240"/>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5" name="Ink 24">
                <a:extLst>
                  <a:ext uri="{FF2B5EF4-FFF2-40B4-BE49-F238E27FC236}">
                    <a16:creationId xmlns:a16="http://schemas.microsoft.com/office/drawing/2014/main" id="{BE9B8FFA-3FF0-4C1D-2BAA-0BE1A05BD071}"/>
                  </a:ext>
                </a:extLst>
              </p14:cNvPr>
              <p14:cNvContentPartPr/>
              <p14:nvPr/>
            </p14:nvContentPartPr>
            <p14:xfrm>
              <a:off x="5425200" y="2082560"/>
              <a:ext cx="178920" cy="360"/>
            </p14:xfrm>
          </p:contentPart>
        </mc:Choice>
        <mc:Fallback xmlns="">
          <p:pic>
            <p:nvPicPr>
              <p:cNvPr id="25" name="Ink 24">
                <a:extLst>
                  <a:ext uri="{FF2B5EF4-FFF2-40B4-BE49-F238E27FC236}">
                    <a16:creationId xmlns:a16="http://schemas.microsoft.com/office/drawing/2014/main" id="{BE9B8FFA-3FF0-4C1D-2BAA-0BE1A05BD071}"/>
                  </a:ext>
                </a:extLst>
              </p:cNvPr>
              <p:cNvPicPr/>
              <p:nvPr/>
            </p:nvPicPr>
            <p:blipFill>
              <a:blip r:embed="rId33"/>
              <a:stretch>
                <a:fillRect/>
              </a:stretch>
            </p:blipFill>
            <p:spPr>
              <a:xfrm>
                <a:off x="5371200" y="1974920"/>
                <a:ext cx="28656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6" name="Ink 25">
                <a:extLst>
                  <a:ext uri="{FF2B5EF4-FFF2-40B4-BE49-F238E27FC236}">
                    <a16:creationId xmlns:a16="http://schemas.microsoft.com/office/drawing/2014/main" id="{58D2DF74-74E6-8177-214B-023E317E0EE3}"/>
                  </a:ext>
                </a:extLst>
              </p14:cNvPr>
              <p14:cNvContentPartPr/>
              <p14:nvPr/>
            </p14:nvContentPartPr>
            <p14:xfrm>
              <a:off x="5882400" y="2031800"/>
              <a:ext cx="360" cy="360"/>
            </p14:xfrm>
          </p:contentPart>
        </mc:Choice>
        <mc:Fallback xmlns="">
          <p:pic>
            <p:nvPicPr>
              <p:cNvPr id="26" name="Ink 25">
                <a:extLst>
                  <a:ext uri="{FF2B5EF4-FFF2-40B4-BE49-F238E27FC236}">
                    <a16:creationId xmlns:a16="http://schemas.microsoft.com/office/drawing/2014/main" id="{58D2DF74-74E6-8177-214B-023E317E0EE3}"/>
                  </a:ext>
                </a:extLst>
              </p:cNvPr>
              <p:cNvPicPr/>
              <p:nvPr/>
            </p:nvPicPr>
            <p:blipFill>
              <a:blip r:embed="rId12"/>
              <a:stretch>
                <a:fillRect/>
              </a:stretch>
            </p:blipFill>
            <p:spPr>
              <a:xfrm>
                <a:off x="5828760" y="1924160"/>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7" name="Ink 26">
                <a:extLst>
                  <a:ext uri="{FF2B5EF4-FFF2-40B4-BE49-F238E27FC236}">
                    <a16:creationId xmlns:a16="http://schemas.microsoft.com/office/drawing/2014/main" id="{10ED72C8-C586-591B-3547-FDB734E55BB8}"/>
                  </a:ext>
                </a:extLst>
              </p14:cNvPr>
              <p14:cNvContentPartPr/>
              <p14:nvPr/>
            </p14:nvContentPartPr>
            <p14:xfrm>
              <a:off x="5882400" y="2031800"/>
              <a:ext cx="360" cy="360"/>
            </p14:xfrm>
          </p:contentPart>
        </mc:Choice>
        <mc:Fallback xmlns="">
          <p:pic>
            <p:nvPicPr>
              <p:cNvPr id="27" name="Ink 26">
                <a:extLst>
                  <a:ext uri="{FF2B5EF4-FFF2-40B4-BE49-F238E27FC236}">
                    <a16:creationId xmlns:a16="http://schemas.microsoft.com/office/drawing/2014/main" id="{10ED72C8-C586-591B-3547-FDB734E55BB8}"/>
                  </a:ext>
                </a:extLst>
              </p:cNvPr>
              <p:cNvPicPr/>
              <p:nvPr/>
            </p:nvPicPr>
            <p:blipFill>
              <a:blip r:embed="rId36"/>
              <a:stretch>
                <a:fillRect/>
              </a:stretch>
            </p:blipFill>
            <p:spPr>
              <a:xfrm>
                <a:off x="5828760" y="1924160"/>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8" name="Ink 27">
                <a:extLst>
                  <a:ext uri="{FF2B5EF4-FFF2-40B4-BE49-F238E27FC236}">
                    <a16:creationId xmlns:a16="http://schemas.microsoft.com/office/drawing/2014/main" id="{1D9366D2-E0DE-8DBC-84EE-0E38D145ADEC}"/>
                  </a:ext>
                </a:extLst>
              </p14:cNvPr>
              <p14:cNvContentPartPr/>
              <p14:nvPr/>
            </p14:nvContentPartPr>
            <p14:xfrm>
              <a:off x="5437440" y="2052320"/>
              <a:ext cx="502560" cy="143280"/>
            </p14:xfrm>
          </p:contentPart>
        </mc:Choice>
        <mc:Fallback xmlns="">
          <p:pic>
            <p:nvPicPr>
              <p:cNvPr id="28" name="Ink 27">
                <a:extLst>
                  <a:ext uri="{FF2B5EF4-FFF2-40B4-BE49-F238E27FC236}">
                    <a16:creationId xmlns:a16="http://schemas.microsoft.com/office/drawing/2014/main" id="{1D9366D2-E0DE-8DBC-84EE-0E38D145ADEC}"/>
                  </a:ext>
                </a:extLst>
              </p:cNvPr>
              <p:cNvPicPr/>
              <p:nvPr/>
            </p:nvPicPr>
            <p:blipFill>
              <a:blip r:embed="rId38"/>
              <a:stretch>
                <a:fillRect/>
              </a:stretch>
            </p:blipFill>
            <p:spPr>
              <a:xfrm>
                <a:off x="5383800" y="1944680"/>
                <a:ext cx="610200" cy="35892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 name="Ink 1">
                <a:extLst>
                  <a:ext uri="{FF2B5EF4-FFF2-40B4-BE49-F238E27FC236}">
                    <a16:creationId xmlns:a16="http://schemas.microsoft.com/office/drawing/2014/main" id="{CD205A95-4671-CEBA-C8BF-1098BA963974}"/>
                  </a:ext>
                </a:extLst>
              </p14:cNvPr>
              <p14:cNvContentPartPr/>
              <p14:nvPr/>
            </p14:nvContentPartPr>
            <p14:xfrm>
              <a:off x="453271" y="2853736"/>
              <a:ext cx="5485680" cy="151920"/>
            </p14:xfrm>
          </p:contentPart>
        </mc:Choice>
        <mc:Fallback xmlns="">
          <p:pic>
            <p:nvPicPr>
              <p:cNvPr id="2" name="Ink 1">
                <a:extLst>
                  <a:ext uri="{FF2B5EF4-FFF2-40B4-BE49-F238E27FC236}">
                    <a16:creationId xmlns:a16="http://schemas.microsoft.com/office/drawing/2014/main" id="{CD205A95-4671-CEBA-C8BF-1098BA963974}"/>
                  </a:ext>
                </a:extLst>
              </p:cNvPr>
              <p:cNvPicPr/>
              <p:nvPr/>
            </p:nvPicPr>
            <p:blipFill>
              <a:blip r:embed="rId40"/>
              <a:stretch>
                <a:fillRect/>
              </a:stretch>
            </p:blipFill>
            <p:spPr>
              <a:xfrm>
                <a:off x="399271" y="2746096"/>
                <a:ext cx="5593320" cy="367560"/>
              </a:xfrm>
              <a:prstGeom prst="rect">
                <a:avLst/>
              </a:prstGeom>
            </p:spPr>
          </p:pic>
        </mc:Fallback>
      </mc:AlternateContent>
    </p:spTree>
    <p:extLst>
      <p:ext uri="{BB962C8B-B14F-4D97-AF65-F5344CB8AC3E}">
        <p14:creationId xmlns:p14="http://schemas.microsoft.com/office/powerpoint/2010/main" val="750008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8C12E-3A73-9C7E-C84E-F2169392004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7661D40-E606-C77F-42EC-93B51B95A13A}"/>
              </a:ext>
            </a:extLst>
          </p:cNvPr>
          <p:cNvSpPr>
            <a:spLocks noGrp="1"/>
          </p:cNvSpPr>
          <p:nvPr>
            <p:ph type="ctrTitle"/>
          </p:nvPr>
        </p:nvSpPr>
        <p:spPr>
          <a:xfrm>
            <a:off x="1524000" y="0"/>
            <a:ext cx="9144000" cy="490357"/>
          </a:xfrm>
        </p:spPr>
        <p:txBody>
          <a:bodyPr>
            <a:noAutofit/>
          </a:bodyPr>
          <a:lstStyle/>
          <a:p>
            <a:r>
              <a:rPr lang="en-US" sz="3200" b="1" dirty="0">
                <a:solidFill>
                  <a:srgbClr val="FF0000"/>
                </a:solidFill>
              </a:rPr>
              <a:t>Increases in pay for an incumbent CEO </a:t>
            </a:r>
          </a:p>
        </p:txBody>
      </p:sp>
      <p:pic>
        <p:nvPicPr>
          <p:cNvPr id="20" name="Picture 19">
            <a:extLst>
              <a:ext uri="{FF2B5EF4-FFF2-40B4-BE49-F238E27FC236}">
                <a16:creationId xmlns:a16="http://schemas.microsoft.com/office/drawing/2014/main" id="{1C92B6C7-0E10-046F-7021-D6EED88B763A}"/>
              </a:ext>
            </a:extLst>
          </p:cNvPr>
          <p:cNvPicPr>
            <a:picLocks noChangeAspect="1"/>
          </p:cNvPicPr>
          <p:nvPr/>
        </p:nvPicPr>
        <p:blipFill>
          <a:blip r:embed="rId3"/>
          <a:stretch>
            <a:fillRect/>
          </a:stretch>
        </p:blipFill>
        <p:spPr>
          <a:xfrm>
            <a:off x="0" y="6133457"/>
            <a:ext cx="12192000" cy="724543"/>
          </a:xfrm>
          <a:prstGeom prst="rect">
            <a:avLst/>
          </a:prstGeom>
        </p:spPr>
      </p:pic>
      <mc:AlternateContent xmlns:mc="http://schemas.openxmlformats.org/markup-compatibility/2006" xmlns:p14="http://schemas.microsoft.com/office/powerpoint/2010/main">
        <mc:Choice Requires="p14">
          <p:contentPart p14:bwMode="auto" r:id="rId4">
            <p14:nvContentPartPr>
              <p14:cNvPr id="9" name="Ink 8">
                <a:extLst>
                  <a:ext uri="{FF2B5EF4-FFF2-40B4-BE49-F238E27FC236}">
                    <a16:creationId xmlns:a16="http://schemas.microsoft.com/office/drawing/2014/main" id="{E32B2704-FC64-697D-5549-3D017A8B4849}"/>
                  </a:ext>
                </a:extLst>
              </p14:cNvPr>
              <p14:cNvContentPartPr/>
              <p14:nvPr/>
            </p14:nvContentPartPr>
            <p14:xfrm>
              <a:off x="396360" y="1686200"/>
              <a:ext cx="1418040" cy="11880"/>
            </p14:xfrm>
          </p:contentPart>
        </mc:Choice>
        <mc:Fallback xmlns="">
          <p:pic>
            <p:nvPicPr>
              <p:cNvPr id="9" name="Ink 8">
                <a:extLst>
                  <a:ext uri="{FF2B5EF4-FFF2-40B4-BE49-F238E27FC236}">
                    <a16:creationId xmlns:a16="http://schemas.microsoft.com/office/drawing/2014/main" id="{E32B2704-FC64-697D-5549-3D017A8B4849}"/>
                  </a:ext>
                </a:extLst>
              </p:cNvPr>
              <p:cNvPicPr/>
              <p:nvPr/>
            </p:nvPicPr>
            <p:blipFill>
              <a:blip r:embed="rId5"/>
              <a:stretch>
                <a:fillRect/>
              </a:stretch>
            </p:blipFill>
            <p:spPr>
              <a:xfrm>
                <a:off x="342360" y="1578200"/>
                <a:ext cx="152568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0" name="Ink 9">
                <a:extLst>
                  <a:ext uri="{FF2B5EF4-FFF2-40B4-BE49-F238E27FC236}">
                    <a16:creationId xmlns:a16="http://schemas.microsoft.com/office/drawing/2014/main" id="{97872FE2-B909-38CD-645C-CB091E195EEE}"/>
                  </a:ext>
                </a:extLst>
              </p14:cNvPr>
              <p14:cNvContentPartPr/>
              <p14:nvPr/>
            </p14:nvContentPartPr>
            <p14:xfrm>
              <a:off x="345240" y="2021000"/>
              <a:ext cx="929520" cy="11160"/>
            </p14:xfrm>
          </p:contentPart>
        </mc:Choice>
        <mc:Fallback xmlns="">
          <p:pic>
            <p:nvPicPr>
              <p:cNvPr id="10" name="Ink 9">
                <a:extLst>
                  <a:ext uri="{FF2B5EF4-FFF2-40B4-BE49-F238E27FC236}">
                    <a16:creationId xmlns:a16="http://schemas.microsoft.com/office/drawing/2014/main" id="{97872FE2-B909-38CD-645C-CB091E195EEE}"/>
                  </a:ext>
                </a:extLst>
              </p:cNvPr>
              <p:cNvPicPr/>
              <p:nvPr/>
            </p:nvPicPr>
            <p:blipFill>
              <a:blip r:embed="rId7"/>
              <a:stretch>
                <a:fillRect/>
              </a:stretch>
            </p:blipFill>
            <p:spPr>
              <a:xfrm>
                <a:off x="291261" y="1913000"/>
                <a:ext cx="1037118"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 name="Ink 10">
                <a:extLst>
                  <a:ext uri="{FF2B5EF4-FFF2-40B4-BE49-F238E27FC236}">
                    <a16:creationId xmlns:a16="http://schemas.microsoft.com/office/drawing/2014/main" id="{48DCC36C-2C30-A68F-5D58-6E1F39261C5D}"/>
                  </a:ext>
                </a:extLst>
              </p14:cNvPr>
              <p14:cNvContentPartPr/>
              <p14:nvPr/>
            </p14:nvContentPartPr>
            <p14:xfrm>
              <a:off x="1442520" y="2031800"/>
              <a:ext cx="316800" cy="43200"/>
            </p14:xfrm>
          </p:contentPart>
        </mc:Choice>
        <mc:Fallback xmlns="">
          <p:pic>
            <p:nvPicPr>
              <p:cNvPr id="11" name="Ink 10">
                <a:extLst>
                  <a:ext uri="{FF2B5EF4-FFF2-40B4-BE49-F238E27FC236}">
                    <a16:creationId xmlns:a16="http://schemas.microsoft.com/office/drawing/2014/main" id="{48DCC36C-2C30-A68F-5D58-6E1F39261C5D}"/>
                  </a:ext>
                </a:extLst>
              </p:cNvPr>
              <p:cNvPicPr/>
              <p:nvPr/>
            </p:nvPicPr>
            <p:blipFill>
              <a:blip r:embed="rId9"/>
              <a:stretch>
                <a:fillRect/>
              </a:stretch>
            </p:blipFill>
            <p:spPr>
              <a:xfrm>
                <a:off x="1388520" y="1923800"/>
                <a:ext cx="42444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 name="Ink 11">
                <a:extLst>
                  <a:ext uri="{FF2B5EF4-FFF2-40B4-BE49-F238E27FC236}">
                    <a16:creationId xmlns:a16="http://schemas.microsoft.com/office/drawing/2014/main" id="{278D64A9-1DED-5E41-366A-AA89F01605FB}"/>
                  </a:ext>
                </a:extLst>
              </p14:cNvPr>
              <p14:cNvContentPartPr/>
              <p14:nvPr/>
            </p14:nvContentPartPr>
            <p14:xfrm>
              <a:off x="1778040" y="2082560"/>
              <a:ext cx="360" cy="360"/>
            </p14:xfrm>
          </p:contentPart>
        </mc:Choice>
        <mc:Fallback xmlns="">
          <p:pic>
            <p:nvPicPr>
              <p:cNvPr id="12" name="Ink 11">
                <a:extLst>
                  <a:ext uri="{FF2B5EF4-FFF2-40B4-BE49-F238E27FC236}">
                    <a16:creationId xmlns:a16="http://schemas.microsoft.com/office/drawing/2014/main" id="{278D64A9-1DED-5E41-366A-AA89F01605FB}"/>
                  </a:ext>
                </a:extLst>
              </p:cNvPr>
              <p:cNvPicPr/>
              <p:nvPr/>
            </p:nvPicPr>
            <p:blipFill>
              <a:blip r:embed="rId11"/>
              <a:stretch>
                <a:fillRect/>
              </a:stretch>
            </p:blipFill>
            <p:spPr>
              <a:xfrm>
                <a:off x="1724040" y="1974560"/>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3" name="Ink 12">
                <a:extLst>
                  <a:ext uri="{FF2B5EF4-FFF2-40B4-BE49-F238E27FC236}">
                    <a16:creationId xmlns:a16="http://schemas.microsoft.com/office/drawing/2014/main" id="{40FFCEBD-36D7-52B7-10C3-F155E64AE4D1}"/>
                  </a:ext>
                </a:extLst>
              </p14:cNvPr>
              <p14:cNvContentPartPr/>
              <p14:nvPr/>
            </p14:nvContentPartPr>
            <p14:xfrm>
              <a:off x="1056240" y="2041880"/>
              <a:ext cx="524880" cy="31680"/>
            </p14:xfrm>
          </p:contentPart>
        </mc:Choice>
        <mc:Fallback xmlns="">
          <p:pic>
            <p:nvPicPr>
              <p:cNvPr id="13" name="Ink 12">
                <a:extLst>
                  <a:ext uri="{FF2B5EF4-FFF2-40B4-BE49-F238E27FC236}">
                    <a16:creationId xmlns:a16="http://schemas.microsoft.com/office/drawing/2014/main" id="{40FFCEBD-36D7-52B7-10C3-F155E64AE4D1}"/>
                  </a:ext>
                </a:extLst>
              </p:cNvPr>
              <p:cNvPicPr/>
              <p:nvPr/>
            </p:nvPicPr>
            <p:blipFill>
              <a:blip r:embed="rId13"/>
              <a:stretch>
                <a:fillRect/>
              </a:stretch>
            </p:blipFill>
            <p:spPr>
              <a:xfrm>
                <a:off x="1002203" y="1933880"/>
                <a:ext cx="632594" cy="2473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4" name="Ink 13">
                <a:extLst>
                  <a:ext uri="{FF2B5EF4-FFF2-40B4-BE49-F238E27FC236}">
                    <a16:creationId xmlns:a16="http://schemas.microsoft.com/office/drawing/2014/main" id="{9B01678D-3BDD-FD36-643B-46F32932CB1A}"/>
                  </a:ext>
                </a:extLst>
              </p14:cNvPr>
              <p14:cNvContentPartPr/>
              <p14:nvPr/>
            </p14:nvContentPartPr>
            <p14:xfrm>
              <a:off x="385920" y="2458400"/>
              <a:ext cx="4150440" cy="133560"/>
            </p14:xfrm>
          </p:contentPart>
        </mc:Choice>
        <mc:Fallback xmlns="">
          <p:pic>
            <p:nvPicPr>
              <p:cNvPr id="14" name="Ink 13">
                <a:extLst>
                  <a:ext uri="{FF2B5EF4-FFF2-40B4-BE49-F238E27FC236}">
                    <a16:creationId xmlns:a16="http://schemas.microsoft.com/office/drawing/2014/main" id="{9B01678D-3BDD-FD36-643B-46F32932CB1A}"/>
                  </a:ext>
                </a:extLst>
              </p:cNvPr>
              <p:cNvPicPr/>
              <p:nvPr/>
            </p:nvPicPr>
            <p:blipFill>
              <a:blip r:embed="rId15"/>
              <a:stretch>
                <a:fillRect/>
              </a:stretch>
            </p:blipFill>
            <p:spPr>
              <a:xfrm>
                <a:off x="331920" y="2350400"/>
                <a:ext cx="4258080" cy="3492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6" name="Ink 15">
                <a:extLst>
                  <a:ext uri="{FF2B5EF4-FFF2-40B4-BE49-F238E27FC236}">
                    <a16:creationId xmlns:a16="http://schemas.microsoft.com/office/drawing/2014/main" id="{660ECA42-DDD9-6C64-9B7A-9AC7638898B5}"/>
                  </a:ext>
                </a:extLst>
              </p14:cNvPr>
              <p14:cNvContentPartPr/>
              <p14:nvPr/>
            </p14:nvContentPartPr>
            <p14:xfrm>
              <a:off x="406080" y="2599880"/>
              <a:ext cx="384120" cy="21600"/>
            </p14:xfrm>
          </p:contentPart>
        </mc:Choice>
        <mc:Fallback xmlns="">
          <p:pic>
            <p:nvPicPr>
              <p:cNvPr id="16" name="Ink 15">
                <a:extLst>
                  <a:ext uri="{FF2B5EF4-FFF2-40B4-BE49-F238E27FC236}">
                    <a16:creationId xmlns:a16="http://schemas.microsoft.com/office/drawing/2014/main" id="{660ECA42-DDD9-6C64-9B7A-9AC7638898B5}"/>
                  </a:ext>
                </a:extLst>
              </p:cNvPr>
              <p:cNvPicPr/>
              <p:nvPr/>
            </p:nvPicPr>
            <p:blipFill>
              <a:blip r:embed="rId17"/>
              <a:stretch>
                <a:fillRect/>
              </a:stretch>
            </p:blipFill>
            <p:spPr>
              <a:xfrm>
                <a:off x="352080" y="2491880"/>
                <a:ext cx="49176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7" name="Ink 16">
                <a:extLst>
                  <a:ext uri="{FF2B5EF4-FFF2-40B4-BE49-F238E27FC236}">
                    <a16:creationId xmlns:a16="http://schemas.microsoft.com/office/drawing/2014/main" id="{AC054A40-3FC0-002A-0B48-F9B3766009FA}"/>
                  </a:ext>
                </a:extLst>
              </p14:cNvPr>
              <p14:cNvContentPartPr/>
              <p14:nvPr/>
            </p14:nvContentPartPr>
            <p14:xfrm>
              <a:off x="1798200" y="2600600"/>
              <a:ext cx="26640" cy="360"/>
            </p14:xfrm>
          </p:contentPart>
        </mc:Choice>
        <mc:Fallback xmlns="">
          <p:pic>
            <p:nvPicPr>
              <p:cNvPr id="17" name="Ink 16">
                <a:extLst>
                  <a:ext uri="{FF2B5EF4-FFF2-40B4-BE49-F238E27FC236}">
                    <a16:creationId xmlns:a16="http://schemas.microsoft.com/office/drawing/2014/main" id="{AC054A40-3FC0-002A-0B48-F9B3766009FA}"/>
                  </a:ext>
                </a:extLst>
              </p:cNvPr>
              <p:cNvPicPr/>
              <p:nvPr/>
            </p:nvPicPr>
            <p:blipFill>
              <a:blip r:embed="rId19"/>
              <a:stretch>
                <a:fillRect/>
              </a:stretch>
            </p:blipFill>
            <p:spPr>
              <a:xfrm>
                <a:off x="1743460" y="2492600"/>
                <a:ext cx="135755"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8" name="Ink 17">
                <a:extLst>
                  <a:ext uri="{FF2B5EF4-FFF2-40B4-BE49-F238E27FC236}">
                    <a16:creationId xmlns:a16="http://schemas.microsoft.com/office/drawing/2014/main" id="{7DEDCF65-555E-7F7E-8E97-A4BE0606137A}"/>
                  </a:ext>
                </a:extLst>
              </p14:cNvPr>
              <p14:cNvContentPartPr/>
              <p14:nvPr/>
            </p14:nvContentPartPr>
            <p14:xfrm>
              <a:off x="802440" y="2610680"/>
              <a:ext cx="3473640" cy="31680"/>
            </p14:xfrm>
          </p:contentPart>
        </mc:Choice>
        <mc:Fallback xmlns="">
          <p:pic>
            <p:nvPicPr>
              <p:cNvPr id="18" name="Ink 17">
                <a:extLst>
                  <a:ext uri="{FF2B5EF4-FFF2-40B4-BE49-F238E27FC236}">
                    <a16:creationId xmlns:a16="http://schemas.microsoft.com/office/drawing/2014/main" id="{7DEDCF65-555E-7F7E-8E97-A4BE0606137A}"/>
                  </a:ext>
                </a:extLst>
              </p:cNvPr>
              <p:cNvPicPr/>
              <p:nvPr/>
            </p:nvPicPr>
            <p:blipFill>
              <a:blip r:embed="rId21"/>
              <a:stretch>
                <a:fillRect/>
              </a:stretch>
            </p:blipFill>
            <p:spPr>
              <a:xfrm>
                <a:off x="748440" y="2503893"/>
                <a:ext cx="3581280" cy="244897"/>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9" name="Ink 18">
                <a:extLst>
                  <a:ext uri="{FF2B5EF4-FFF2-40B4-BE49-F238E27FC236}">
                    <a16:creationId xmlns:a16="http://schemas.microsoft.com/office/drawing/2014/main" id="{F2DD9FDA-346D-3E55-D490-9BBCDDBAE43D}"/>
                  </a:ext>
                </a:extLst>
              </p14:cNvPr>
              <p14:cNvContentPartPr/>
              <p14:nvPr/>
            </p14:nvContentPartPr>
            <p14:xfrm>
              <a:off x="2844720" y="2448320"/>
              <a:ext cx="1674720" cy="360"/>
            </p14:xfrm>
          </p:contentPart>
        </mc:Choice>
        <mc:Fallback xmlns="">
          <p:pic>
            <p:nvPicPr>
              <p:cNvPr id="19" name="Ink 18">
                <a:extLst>
                  <a:ext uri="{FF2B5EF4-FFF2-40B4-BE49-F238E27FC236}">
                    <a16:creationId xmlns:a16="http://schemas.microsoft.com/office/drawing/2014/main" id="{F2DD9FDA-346D-3E55-D490-9BBCDDBAE43D}"/>
                  </a:ext>
                </a:extLst>
              </p:cNvPr>
              <p:cNvPicPr/>
              <p:nvPr/>
            </p:nvPicPr>
            <p:blipFill>
              <a:blip r:embed="rId23"/>
              <a:stretch>
                <a:fillRect/>
              </a:stretch>
            </p:blipFill>
            <p:spPr>
              <a:xfrm>
                <a:off x="2790720" y="2340320"/>
                <a:ext cx="178236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1" name="Ink 20">
                <a:extLst>
                  <a:ext uri="{FF2B5EF4-FFF2-40B4-BE49-F238E27FC236}">
                    <a16:creationId xmlns:a16="http://schemas.microsoft.com/office/drawing/2014/main" id="{16459975-73A6-9F53-F80D-6EFF05AEA188}"/>
                  </a:ext>
                </a:extLst>
              </p14:cNvPr>
              <p14:cNvContentPartPr/>
              <p14:nvPr/>
            </p14:nvContentPartPr>
            <p14:xfrm>
              <a:off x="355680" y="2417720"/>
              <a:ext cx="2445840" cy="360"/>
            </p14:xfrm>
          </p:contentPart>
        </mc:Choice>
        <mc:Fallback xmlns="">
          <p:pic>
            <p:nvPicPr>
              <p:cNvPr id="21" name="Ink 20">
                <a:extLst>
                  <a:ext uri="{FF2B5EF4-FFF2-40B4-BE49-F238E27FC236}">
                    <a16:creationId xmlns:a16="http://schemas.microsoft.com/office/drawing/2014/main" id="{16459975-73A6-9F53-F80D-6EFF05AEA188}"/>
                  </a:ext>
                </a:extLst>
              </p:cNvPr>
              <p:cNvPicPr/>
              <p:nvPr/>
            </p:nvPicPr>
            <p:blipFill>
              <a:blip r:embed="rId25"/>
              <a:stretch>
                <a:fillRect/>
              </a:stretch>
            </p:blipFill>
            <p:spPr>
              <a:xfrm>
                <a:off x="301680" y="2309720"/>
                <a:ext cx="255348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2" name="Ink 21">
                <a:extLst>
                  <a:ext uri="{FF2B5EF4-FFF2-40B4-BE49-F238E27FC236}">
                    <a16:creationId xmlns:a16="http://schemas.microsoft.com/office/drawing/2014/main" id="{F323D038-D21B-8586-695F-9316FBADA536}"/>
                  </a:ext>
                </a:extLst>
              </p14:cNvPr>
              <p14:cNvContentPartPr/>
              <p14:nvPr/>
            </p14:nvContentPartPr>
            <p14:xfrm>
              <a:off x="5384880" y="2611040"/>
              <a:ext cx="517680" cy="10080"/>
            </p14:xfrm>
          </p:contentPart>
        </mc:Choice>
        <mc:Fallback xmlns="">
          <p:pic>
            <p:nvPicPr>
              <p:cNvPr id="22" name="Ink 21">
                <a:extLst>
                  <a:ext uri="{FF2B5EF4-FFF2-40B4-BE49-F238E27FC236}">
                    <a16:creationId xmlns:a16="http://schemas.microsoft.com/office/drawing/2014/main" id="{F323D038-D21B-8586-695F-9316FBADA536}"/>
                  </a:ext>
                </a:extLst>
              </p:cNvPr>
              <p:cNvPicPr/>
              <p:nvPr/>
            </p:nvPicPr>
            <p:blipFill>
              <a:blip r:embed="rId27"/>
              <a:stretch>
                <a:fillRect/>
              </a:stretch>
            </p:blipFill>
            <p:spPr>
              <a:xfrm>
                <a:off x="5330880" y="2503040"/>
                <a:ext cx="62532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3" name="Ink 22">
                <a:extLst>
                  <a:ext uri="{FF2B5EF4-FFF2-40B4-BE49-F238E27FC236}">
                    <a16:creationId xmlns:a16="http://schemas.microsoft.com/office/drawing/2014/main" id="{FCE7DADA-3FCA-209A-FE1A-20F474FDB6FB}"/>
                  </a:ext>
                </a:extLst>
              </p14:cNvPr>
              <p14:cNvContentPartPr/>
              <p14:nvPr/>
            </p14:nvContentPartPr>
            <p14:xfrm>
              <a:off x="7904160" y="5669240"/>
              <a:ext cx="360" cy="360"/>
            </p14:xfrm>
          </p:contentPart>
        </mc:Choice>
        <mc:Fallback xmlns="">
          <p:pic>
            <p:nvPicPr>
              <p:cNvPr id="23" name="Ink 22">
                <a:extLst>
                  <a:ext uri="{FF2B5EF4-FFF2-40B4-BE49-F238E27FC236}">
                    <a16:creationId xmlns:a16="http://schemas.microsoft.com/office/drawing/2014/main" id="{FCE7DADA-3FCA-209A-FE1A-20F474FDB6FB}"/>
                  </a:ext>
                </a:extLst>
              </p:cNvPr>
              <p:cNvPicPr/>
              <p:nvPr/>
            </p:nvPicPr>
            <p:blipFill>
              <a:blip r:embed="rId11"/>
              <a:stretch>
                <a:fillRect/>
              </a:stretch>
            </p:blipFill>
            <p:spPr>
              <a:xfrm>
                <a:off x="7850160" y="5561240"/>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4" name="Ink 23">
                <a:extLst>
                  <a:ext uri="{FF2B5EF4-FFF2-40B4-BE49-F238E27FC236}">
                    <a16:creationId xmlns:a16="http://schemas.microsoft.com/office/drawing/2014/main" id="{4DBE79DB-C1A1-E708-B73F-B7FAC042D85B}"/>
                  </a:ext>
                </a:extLst>
              </p14:cNvPr>
              <p14:cNvContentPartPr/>
              <p14:nvPr/>
            </p14:nvContentPartPr>
            <p14:xfrm>
              <a:off x="5394600" y="2489000"/>
              <a:ext cx="496080" cy="360"/>
            </p14:xfrm>
          </p:contentPart>
        </mc:Choice>
        <mc:Fallback xmlns="">
          <p:pic>
            <p:nvPicPr>
              <p:cNvPr id="24" name="Ink 23">
                <a:extLst>
                  <a:ext uri="{FF2B5EF4-FFF2-40B4-BE49-F238E27FC236}">
                    <a16:creationId xmlns:a16="http://schemas.microsoft.com/office/drawing/2014/main" id="{4DBE79DB-C1A1-E708-B73F-B7FAC042D85B}"/>
                  </a:ext>
                </a:extLst>
              </p:cNvPr>
              <p:cNvPicPr/>
              <p:nvPr/>
            </p:nvPicPr>
            <p:blipFill>
              <a:blip r:embed="rId30"/>
              <a:stretch>
                <a:fillRect/>
              </a:stretch>
            </p:blipFill>
            <p:spPr>
              <a:xfrm>
                <a:off x="5340600" y="2381000"/>
                <a:ext cx="60372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5" name="Ink 24">
                <a:extLst>
                  <a:ext uri="{FF2B5EF4-FFF2-40B4-BE49-F238E27FC236}">
                    <a16:creationId xmlns:a16="http://schemas.microsoft.com/office/drawing/2014/main" id="{9C3E48BD-EF62-3054-C252-5539476C89C0}"/>
                  </a:ext>
                </a:extLst>
              </p14:cNvPr>
              <p14:cNvContentPartPr/>
              <p14:nvPr/>
            </p14:nvContentPartPr>
            <p14:xfrm>
              <a:off x="5425200" y="2082560"/>
              <a:ext cx="178920" cy="360"/>
            </p14:xfrm>
          </p:contentPart>
        </mc:Choice>
        <mc:Fallback xmlns="">
          <p:pic>
            <p:nvPicPr>
              <p:cNvPr id="25" name="Ink 24">
                <a:extLst>
                  <a:ext uri="{FF2B5EF4-FFF2-40B4-BE49-F238E27FC236}">
                    <a16:creationId xmlns:a16="http://schemas.microsoft.com/office/drawing/2014/main" id="{9C3E48BD-EF62-3054-C252-5539476C89C0}"/>
                  </a:ext>
                </a:extLst>
              </p:cNvPr>
              <p:cNvPicPr/>
              <p:nvPr/>
            </p:nvPicPr>
            <p:blipFill>
              <a:blip r:embed="rId32"/>
              <a:stretch>
                <a:fillRect/>
              </a:stretch>
            </p:blipFill>
            <p:spPr>
              <a:xfrm>
                <a:off x="5371200" y="1974560"/>
                <a:ext cx="28656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6" name="Ink 25">
                <a:extLst>
                  <a:ext uri="{FF2B5EF4-FFF2-40B4-BE49-F238E27FC236}">
                    <a16:creationId xmlns:a16="http://schemas.microsoft.com/office/drawing/2014/main" id="{363C3779-52FA-4E37-9519-F04FC46240CD}"/>
                  </a:ext>
                </a:extLst>
              </p14:cNvPr>
              <p14:cNvContentPartPr/>
              <p14:nvPr/>
            </p14:nvContentPartPr>
            <p14:xfrm>
              <a:off x="5882400" y="2031800"/>
              <a:ext cx="360" cy="360"/>
            </p14:xfrm>
          </p:contentPart>
        </mc:Choice>
        <mc:Fallback xmlns="">
          <p:pic>
            <p:nvPicPr>
              <p:cNvPr id="26" name="Ink 25">
                <a:extLst>
                  <a:ext uri="{FF2B5EF4-FFF2-40B4-BE49-F238E27FC236}">
                    <a16:creationId xmlns:a16="http://schemas.microsoft.com/office/drawing/2014/main" id="{363C3779-52FA-4E37-9519-F04FC46240CD}"/>
                  </a:ext>
                </a:extLst>
              </p:cNvPr>
              <p:cNvPicPr/>
              <p:nvPr/>
            </p:nvPicPr>
            <p:blipFill>
              <a:blip r:embed="rId11"/>
              <a:stretch>
                <a:fillRect/>
              </a:stretch>
            </p:blipFill>
            <p:spPr>
              <a:xfrm>
                <a:off x="5828400" y="1923800"/>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7" name="Ink 26">
                <a:extLst>
                  <a:ext uri="{FF2B5EF4-FFF2-40B4-BE49-F238E27FC236}">
                    <a16:creationId xmlns:a16="http://schemas.microsoft.com/office/drawing/2014/main" id="{D1666344-1A47-980F-C514-68EDE258C0EE}"/>
                  </a:ext>
                </a:extLst>
              </p14:cNvPr>
              <p14:cNvContentPartPr/>
              <p14:nvPr/>
            </p14:nvContentPartPr>
            <p14:xfrm>
              <a:off x="5882400" y="2031800"/>
              <a:ext cx="360" cy="360"/>
            </p14:xfrm>
          </p:contentPart>
        </mc:Choice>
        <mc:Fallback xmlns="">
          <p:pic>
            <p:nvPicPr>
              <p:cNvPr id="27" name="Ink 26">
                <a:extLst>
                  <a:ext uri="{FF2B5EF4-FFF2-40B4-BE49-F238E27FC236}">
                    <a16:creationId xmlns:a16="http://schemas.microsoft.com/office/drawing/2014/main" id="{D1666344-1A47-980F-C514-68EDE258C0EE}"/>
                  </a:ext>
                </a:extLst>
              </p:cNvPr>
              <p:cNvPicPr/>
              <p:nvPr/>
            </p:nvPicPr>
            <p:blipFill>
              <a:blip r:embed="rId35"/>
              <a:stretch>
                <a:fillRect/>
              </a:stretch>
            </p:blipFill>
            <p:spPr>
              <a:xfrm>
                <a:off x="5828400" y="1923800"/>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8" name="Ink 27">
                <a:extLst>
                  <a:ext uri="{FF2B5EF4-FFF2-40B4-BE49-F238E27FC236}">
                    <a16:creationId xmlns:a16="http://schemas.microsoft.com/office/drawing/2014/main" id="{96897820-72B1-1667-5A5F-0EAED5F75D5D}"/>
                  </a:ext>
                </a:extLst>
              </p14:cNvPr>
              <p14:cNvContentPartPr/>
              <p14:nvPr/>
            </p14:nvContentPartPr>
            <p14:xfrm>
              <a:off x="5437440" y="2052320"/>
              <a:ext cx="502560" cy="143280"/>
            </p14:xfrm>
          </p:contentPart>
        </mc:Choice>
        <mc:Fallback xmlns="">
          <p:pic>
            <p:nvPicPr>
              <p:cNvPr id="28" name="Ink 27">
                <a:extLst>
                  <a:ext uri="{FF2B5EF4-FFF2-40B4-BE49-F238E27FC236}">
                    <a16:creationId xmlns:a16="http://schemas.microsoft.com/office/drawing/2014/main" id="{96897820-72B1-1667-5A5F-0EAED5F75D5D}"/>
                  </a:ext>
                </a:extLst>
              </p:cNvPr>
              <p:cNvPicPr/>
              <p:nvPr/>
            </p:nvPicPr>
            <p:blipFill>
              <a:blip r:embed="rId37"/>
              <a:stretch>
                <a:fillRect/>
              </a:stretch>
            </p:blipFill>
            <p:spPr>
              <a:xfrm>
                <a:off x="5383401" y="1944320"/>
                <a:ext cx="610277" cy="358920"/>
              </a:xfrm>
              <a:prstGeom prst="rect">
                <a:avLst/>
              </a:prstGeom>
            </p:spPr>
          </p:pic>
        </mc:Fallback>
      </mc:AlternateContent>
      <p:pic>
        <p:nvPicPr>
          <p:cNvPr id="4" name="Picture 3">
            <a:extLst>
              <a:ext uri="{FF2B5EF4-FFF2-40B4-BE49-F238E27FC236}">
                <a16:creationId xmlns:a16="http://schemas.microsoft.com/office/drawing/2014/main" id="{9F05CD2D-42C8-7313-C867-63ED49BA017C}"/>
              </a:ext>
            </a:extLst>
          </p:cNvPr>
          <p:cNvPicPr>
            <a:picLocks noChangeAspect="1"/>
          </p:cNvPicPr>
          <p:nvPr/>
        </p:nvPicPr>
        <p:blipFill>
          <a:blip r:embed="rId38"/>
          <a:stretch>
            <a:fillRect/>
          </a:stretch>
        </p:blipFill>
        <p:spPr>
          <a:xfrm>
            <a:off x="70596" y="490357"/>
            <a:ext cx="12050807" cy="4677428"/>
          </a:xfrm>
          <a:prstGeom prst="rect">
            <a:avLst/>
          </a:prstGeom>
        </p:spPr>
      </p:pic>
    </p:spTree>
    <p:extLst>
      <p:ext uri="{BB962C8B-B14F-4D97-AF65-F5344CB8AC3E}">
        <p14:creationId xmlns:p14="http://schemas.microsoft.com/office/powerpoint/2010/main" val="39918957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2B1B2-29C0-736A-9BCA-7FAB89BFE06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6A7F5D5-86CE-02CA-8925-F2DF4C55110B}"/>
              </a:ext>
            </a:extLst>
          </p:cNvPr>
          <p:cNvSpPr>
            <a:spLocks noGrp="1"/>
          </p:cNvSpPr>
          <p:nvPr>
            <p:ph type="ctrTitle"/>
          </p:nvPr>
        </p:nvSpPr>
        <p:spPr>
          <a:xfrm>
            <a:off x="1524000" y="0"/>
            <a:ext cx="9144000" cy="490357"/>
          </a:xfrm>
        </p:spPr>
        <p:txBody>
          <a:bodyPr>
            <a:noAutofit/>
          </a:bodyPr>
          <a:lstStyle/>
          <a:p>
            <a:r>
              <a:rPr lang="en-US" sz="3200" b="1" dirty="0">
                <a:solidFill>
                  <a:srgbClr val="FF0000"/>
                </a:solidFill>
              </a:rPr>
              <a:t>Decreases in pay for an incumbent CEO </a:t>
            </a:r>
          </a:p>
        </p:txBody>
      </p:sp>
      <p:pic>
        <p:nvPicPr>
          <p:cNvPr id="20" name="Picture 19">
            <a:extLst>
              <a:ext uri="{FF2B5EF4-FFF2-40B4-BE49-F238E27FC236}">
                <a16:creationId xmlns:a16="http://schemas.microsoft.com/office/drawing/2014/main" id="{BD7F029D-578F-AC55-26C1-967E06C2044F}"/>
              </a:ext>
            </a:extLst>
          </p:cNvPr>
          <p:cNvPicPr>
            <a:picLocks noChangeAspect="1"/>
          </p:cNvPicPr>
          <p:nvPr/>
        </p:nvPicPr>
        <p:blipFill>
          <a:blip r:embed="rId3"/>
          <a:stretch>
            <a:fillRect/>
          </a:stretch>
        </p:blipFill>
        <p:spPr>
          <a:xfrm>
            <a:off x="0" y="6133457"/>
            <a:ext cx="12192000" cy="724543"/>
          </a:xfrm>
          <a:prstGeom prst="rect">
            <a:avLst/>
          </a:prstGeom>
        </p:spPr>
      </p:pic>
      <mc:AlternateContent xmlns:mc="http://schemas.openxmlformats.org/markup-compatibility/2006" xmlns:p14="http://schemas.microsoft.com/office/powerpoint/2010/main">
        <mc:Choice Requires="p14">
          <p:contentPart p14:bwMode="auto" r:id="rId4">
            <p14:nvContentPartPr>
              <p14:cNvPr id="9" name="Ink 8">
                <a:extLst>
                  <a:ext uri="{FF2B5EF4-FFF2-40B4-BE49-F238E27FC236}">
                    <a16:creationId xmlns:a16="http://schemas.microsoft.com/office/drawing/2014/main" id="{26C18BA3-3D91-3578-0BF1-CB806D096BCB}"/>
                  </a:ext>
                </a:extLst>
              </p14:cNvPr>
              <p14:cNvContentPartPr/>
              <p14:nvPr/>
            </p14:nvContentPartPr>
            <p14:xfrm>
              <a:off x="396360" y="1686200"/>
              <a:ext cx="1418040" cy="11880"/>
            </p14:xfrm>
          </p:contentPart>
        </mc:Choice>
        <mc:Fallback xmlns="">
          <p:pic>
            <p:nvPicPr>
              <p:cNvPr id="9" name="Ink 8">
                <a:extLst>
                  <a:ext uri="{FF2B5EF4-FFF2-40B4-BE49-F238E27FC236}">
                    <a16:creationId xmlns:a16="http://schemas.microsoft.com/office/drawing/2014/main" id="{26C18BA3-3D91-3578-0BF1-CB806D096BCB}"/>
                  </a:ext>
                </a:extLst>
              </p:cNvPr>
              <p:cNvPicPr/>
              <p:nvPr/>
            </p:nvPicPr>
            <p:blipFill>
              <a:blip r:embed="rId5"/>
              <a:stretch>
                <a:fillRect/>
              </a:stretch>
            </p:blipFill>
            <p:spPr>
              <a:xfrm>
                <a:off x="342360" y="1578200"/>
                <a:ext cx="152568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0" name="Ink 9">
                <a:extLst>
                  <a:ext uri="{FF2B5EF4-FFF2-40B4-BE49-F238E27FC236}">
                    <a16:creationId xmlns:a16="http://schemas.microsoft.com/office/drawing/2014/main" id="{9502951F-02AD-D6DF-B66C-88BD6C047718}"/>
                  </a:ext>
                </a:extLst>
              </p14:cNvPr>
              <p14:cNvContentPartPr/>
              <p14:nvPr/>
            </p14:nvContentPartPr>
            <p14:xfrm>
              <a:off x="345240" y="2021000"/>
              <a:ext cx="929520" cy="11160"/>
            </p14:xfrm>
          </p:contentPart>
        </mc:Choice>
        <mc:Fallback xmlns="">
          <p:pic>
            <p:nvPicPr>
              <p:cNvPr id="10" name="Ink 9">
                <a:extLst>
                  <a:ext uri="{FF2B5EF4-FFF2-40B4-BE49-F238E27FC236}">
                    <a16:creationId xmlns:a16="http://schemas.microsoft.com/office/drawing/2014/main" id="{9502951F-02AD-D6DF-B66C-88BD6C047718}"/>
                  </a:ext>
                </a:extLst>
              </p:cNvPr>
              <p:cNvPicPr/>
              <p:nvPr/>
            </p:nvPicPr>
            <p:blipFill>
              <a:blip r:embed="rId7"/>
              <a:stretch>
                <a:fillRect/>
              </a:stretch>
            </p:blipFill>
            <p:spPr>
              <a:xfrm>
                <a:off x="291261" y="1913000"/>
                <a:ext cx="1037118"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 name="Ink 10">
                <a:extLst>
                  <a:ext uri="{FF2B5EF4-FFF2-40B4-BE49-F238E27FC236}">
                    <a16:creationId xmlns:a16="http://schemas.microsoft.com/office/drawing/2014/main" id="{DBF7B6AF-3B4E-151B-8FF2-5BE66DC4F1B0}"/>
                  </a:ext>
                </a:extLst>
              </p14:cNvPr>
              <p14:cNvContentPartPr/>
              <p14:nvPr/>
            </p14:nvContentPartPr>
            <p14:xfrm>
              <a:off x="1442520" y="2031800"/>
              <a:ext cx="316800" cy="43200"/>
            </p14:xfrm>
          </p:contentPart>
        </mc:Choice>
        <mc:Fallback xmlns="">
          <p:pic>
            <p:nvPicPr>
              <p:cNvPr id="11" name="Ink 10">
                <a:extLst>
                  <a:ext uri="{FF2B5EF4-FFF2-40B4-BE49-F238E27FC236}">
                    <a16:creationId xmlns:a16="http://schemas.microsoft.com/office/drawing/2014/main" id="{DBF7B6AF-3B4E-151B-8FF2-5BE66DC4F1B0}"/>
                  </a:ext>
                </a:extLst>
              </p:cNvPr>
              <p:cNvPicPr/>
              <p:nvPr/>
            </p:nvPicPr>
            <p:blipFill>
              <a:blip r:embed="rId9"/>
              <a:stretch>
                <a:fillRect/>
              </a:stretch>
            </p:blipFill>
            <p:spPr>
              <a:xfrm>
                <a:off x="1388520" y="1923800"/>
                <a:ext cx="42444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 name="Ink 11">
                <a:extLst>
                  <a:ext uri="{FF2B5EF4-FFF2-40B4-BE49-F238E27FC236}">
                    <a16:creationId xmlns:a16="http://schemas.microsoft.com/office/drawing/2014/main" id="{A6FB60E8-49A4-C9F2-FD2E-6FB90D7B8E76}"/>
                  </a:ext>
                </a:extLst>
              </p14:cNvPr>
              <p14:cNvContentPartPr/>
              <p14:nvPr/>
            </p14:nvContentPartPr>
            <p14:xfrm>
              <a:off x="1778040" y="2082560"/>
              <a:ext cx="360" cy="360"/>
            </p14:xfrm>
          </p:contentPart>
        </mc:Choice>
        <mc:Fallback xmlns="">
          <p:pic>
            <p:nvPicPr>
              <p:cNvPr id="12" name="Ink 11">
                <a:extLst>
                  <a:ext uri="{FF2B5EF4-FFF2-40B4-BE49-F238E27FC236}">
                    <a16:creationId xmlns:a16="http://schemas.microsoft.com/office/drawing/2014/main" id="{A6FB60E8-49A4-C9F2-FD2E-6FB90D7B8E76}"/>
                  </a:ext>
                </a:extLst>
              </p:cNvPr>
              <p:cNvPicPr/>
              <p:nvPr/>
            </p:nvPicPr>
            <p:blipFill>
              <a:blip r:embed="rId11"/>
              <a:stretch>
                <a:fillRect/>
              </a:stretch>
            </p:blipFill>
            <p:spPr>
              <a:xfrm>
                <a:off x="1724040" y="1974560"/>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3" name="Ink 12">
                <a:extLst>
                  <a:ext uri="{FF2B5EF4-FFF2-40B4-BE49-F238E27FC236}">
                    <a16:creationId xmlns:a16="http://schemas.microsoft.com/office/drawing/2014/main" id="{4244C328-9C50-08D7-65B6-2A693A438414}"/>
                  </a:ext>
                </a:extLst>
              </p14:cNvPr>
              <p14:cNvContentPartPr/>
              <p14:nvPr/>
            </p14:nvContentPartPr>
            <p14:xfrm>
              <a:off x="1056240" y="2041880"/>
              <a:ext cx="524880" cy="31680"/>
            </p14:xfrm>
          </p:contentPart>
        </mc:Choice>
        <mc:Fallback xmlns="">
          <p:pic>
            <p:nvPicPr>
              <p:cNvPr id="13" name="Ink 12">
                <a:extLst>
                  <a:ext uri="{FF2B5EF4-FFF2-40B4-BE49-F238E27FC236}">
                    <a16:creationId xmlns:a16="http://schemas.microsoft.com/office/drawing/2014/main" id="{4244C328-9C50-08D7-65B6-2A693A438414}"/>
                  </a:ext>
                </a:extLst>
              </p:cNvPr>
              <p:cNvPicPr/>
              <p:nvPr/>
            </p:nvPicPr>
            <p:blipFill>
              <a:blip r:embed="rId13"/>
              <a:stretch>
                <a:fillRect/>
              </a:stretch>
            </p:blipFill>
            <p:spPr>
              <a:xfrm>
                <a:off x="1002203" y="1933880"/>
                <a:ext cx="632594" cy="2473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4" name="Ink 13">
                <a:extLst>
                  <a:ext uri="{FF2B5EF4-FFF2-40B4-BE49-F238E27FC236}">
                    <a16:creationId xmlns:a16="http://schemas.microsoft.com/office/drawing/2014/main" id="{369A0D43-0E05-0875-D83E-EA83C58386E1}"/>
                  </a:ext>
                </a:extLst>
              </p14:cNvPr>
              <p14:cNvContentPartPr/>
              <p14:nvPr/>
            </p14:nvContentPartPr>
            <p14:xfrm>
              <a:off x="385920" y="2458400"/>
              <a:ext cx="4150440" cy="133560"/>
            </p14:xfrm>
          </p:contentPart>
        </mc:Choice>
        <mc:Fallback xmlns="">
          <p:pic>
            <p:nvPicPr>
              <p:cNvPr id="14" name="Ink 13">
                <a:extLst>
                  <a:ext uri="{FF2B5EF4-FFF2-40B4-BE49-F238E27FC236}">
                    <a16:creationId xmlns:a16="http://schemas.microsoft.com/office/drawing/2014/main" id="{369A0D43-0E05-0875-D83E-EA83C58386E1}"/>
                  </a:ext>
                </a:extLst>
              </p:cNvPr>
              <p:cNvPicPr/>
              <p:nvPr/>
            </p:nvPicPr>
            <p:blipFill>
              <a:blip r:embed="rId15"/>
              <a:stretch>
                <a:fillRect/>
              </a:stretch>
            </p:blipFill>
            <p:spPr>
              <a:xfrm>
                <a:off x="331920" y="2350400"/>
                <a:ext cx="4258080" cy="3492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6" name="Ink 15">
                <a:extLst>
                  <a:ext uri="{FF2B5EF4-FFF2-40B4-BE49-F238E27FC236}">
                    <a16:creationId xmlns:a16="http://schemas.microsoft.com/office/drawing/2014/main" id="{52C17ADC-AF22-BEE9-1476-367E86686EF8}"/>
                  </a:ext>
                </a:extLst>
              </p14:cNvPr>
              <p14:cNvContentPartPr/>
              <p14:nvPr/>
            </p14:nvContentPartPr>
            <p14:xfrm>
              <a:off x="406080" y="2599880"/>
              <a:ext cx="384120" cy="21600"/>
            </p14:xfrm>
          </p:contentPart>
        </mc:Choice>
        <mc:Fallback xmlns="">
          <p:pic>
            <p:nvPicPr>
              <p:cNvPr id="16" name="Ink 15">
                <a:extLst>
                  <a:ext uri="{FF2B5EF4-FFF2-40B4-BE49-F238E27FC236}">
                    <a16:creationId xmlns:a16="http://schemas.microsoft.com/office/drawing/2014/main" id="{52C17ADC-AF22-BEE9-1476-367E86686EF8}"/>
                  </a:ext>
                </a:extLst>
              </p:cNvPr>
              <p:cNvPicPr/>
              <p:nvPr/>
            </p:nvPicPr>
            <p:blipFill>
              <a:blip r:embed="rId17"/>
              <a:stretch>
                <a:fillRect/>
              </a:stretch>
            </p:blipFill>
            <p:spPr>
              <a:xfrm>
                <a:off x="352080" y="2491880"/>
                <a:ext cx="49176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7" name="Ink 16">
                <a:extLst>
                  <a:ext uri="{FF2B5EF4-FFF2-40B4-BE49-F238E27FC236}">
                    <a16:creationId xmlns:a16="http://schemas.microsoft.com/office/drawing/2014/main" id="{321A71B3-F835-B7E3-67AC-A9995EF5A3BA}"/>
                  </a:ext>
                </a:extLst>
              </p14:cNvPr>
              <p14:cNvContentPartPr/>
              <p14:nvPr/>
            </p14:nvContentPartPr>
            <p14:xfrm>
              <a:off x="1798200" y="2600600"/>
              <a:ext cx="26640" cy="360"/>
            </p14:xfrm>
          </p:contentPart>
        </mc:Choice>
        <mc:Fallback xmlns="">
          <p:pic>
            <p:nvPicPr>
              <p:cNvPr id="17" name="Ink 16">
                <a:extLst>
                  <a:ext uri="{FF2B5EF4-FFF2-40B4-BE49-F238E27FC236}">
                    <a16:creationId xmlns:a16="http://schemas.microsoft.com/office/drawing/2014/main" id="{321A71B3-F835-B7E3-67AC-A9995EF5A3BA}"/>
                  </a:ext>
                </a:extLst>
              </p:cNvPr>
              <p:cNvPicPr/>
              <p:nvPr/>
            </p:nvPicPr>
            <p:blipFill>
              <a:blip r:embed="rId19"/>
              <a:stretch>
                <a:fillRect/>
              </a:stretch>
            </p:blipFill>
            <p:spPr>
              <a:xfrm>
                <a:off x="1743460" y="2492600"/>
                <a:ext cx="135755"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8" name="Ink 17">
                <a:extLst>
                  <a:ext uri="{FF2B5EF4-FFF2-40B4-BE49-F238E27FC236}">
                    <a16:creationId xmlns:a16="http://schemas.microsoft.com/office/drawing/2014/main" id="{9FCF2A39-128B-8DB6-8743-7952404046A0}"/>
                  </a:ext>
                </a:extLst>
              </p14:cNvPr>
              <p14:cNvContentPartPr/>
              <p14:nvPr/>
            </p14:nvContentPartPr>
            <p14:xfrm>
              <a:off x="802440" y="2610680"/>
              <a:ext cx="3473640" cy="31680"/>
            </p14:xfrm>
          </p:contentPart>
        </mc:Choice>
        <mc:Fallback xmlns="">
          <p:pic>
            <p:nvPicPr>
              <p:cNvPr id="18" name="Ink 17">
                <a:extLst>
                  <a:ext uri="{FF2B5EF4-FFF2-40B4-BE49-F238E27FC236}">
                    <a16:creationId xmlns:a16="http://schemas.microsoft.com/office/drawing/2014/main" id="{9FCF2A39-128B-8DB6-8743-7952404046A0}"/>
                  </a:ext>
                </a:extLst>
              </p:cNvPr>
              <p:cNvPicPr/>
              <p:nvPr/>
            </p:nvPicPr>
            <p:blipFill>
              <a:blip r:embed="rId21"/>
              <a:stretch>
                <a:fillRect/>
              </a:stretch>
            </p:blipFill>
            <p:spPr>
              <a:xfrm>
                <a:off x="748440" y="2503893"/>
                <a:ext cx="3581280" cy="244897"/>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9" name="Ink 18">
                <a:extLst>
                  <a:ext uri="{FF2B5EF4-FFF2-40B4-BE49-F238E27FC236}">
                    <a16:creationId xmlns:a16="http://schemas.microsoft.com/office/drawing/2014/main" id="{EFE9BF58-6FBC-AD5B-85C0-DDC6FC92EA0A}"/>
                  </a:ext>
                </a:extLst>
              </p14:cNvPr>
              <p14:cNvContentPartPr/>
              <p14:nvPr/>
            </p14:nvContentPartPr>
            <p14:xfrm>
              <a:off x="2844720" y="2448320"/>
              <a:ext cx="1674720" cy="360"/>
            </p14:xfrm>
          </p:contentPart>
        </mc:Choice>
        <mc:Fallback xmlns="">
          <p:pic>
            <p:nvPicPr>
              <p:cNvPr id="19" name="Ink 18">
                <a:extLst>
                  <a:ext uri="{FF2B5EF4-FFF2-40B4-BE49-F238E27FC236}">
                    <a16:creationId xmlns:a16="http://schemas.microsoft.com/office/drawing/2014/main" id="{EFE9BF58-6FBC-AD5B-85C0-DDC6FC92EA0A}"/>
                  </a:ext>
                </a:extLst>
              </p:cNvPr>
              <p:cNvPicPr/>
              <p:nvPr/>
            </p:nvPicPr>
            <p:blipFill>
              <a:blip r:embed="rId23"/>
              <a:stretch>
                <a:fillRect/>
              </a:stretch>
            </p:blipFill>
            <p:spPr>
              <a:xfrm>
                <a:off x="2790720" y="2340320"/>
                <a:ext cx="178236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1" name="Ink 20">
                <a:extLst>
                  <a:ext uri="{FF2B5EF4-FFF2-40B4-BE49-F238E27FC236}">
                    <a16:creationId xmlns:a16="http://schemas.microsoft.com/office/drawing/2014/main" id="{AA846590-94F4-21FA-5F85-BA3A54735EAB}"/>
                  </a:ext>
                </a:extLst>
              </p14:cNvPr>
              <p14:cNvContentPartPr/>
              <p14:nvPr/>
            </p14:nvContentPartPr>
            <p14:xfrm>
              <a:off x="355680" y="2417720"/>
              <a:ext cx="2445840" cy="360"/>
            </p14:xfrm>
          </p:contentPart>
        </mc:Choice>
        <mc:Fallback xmlns="">
          <p:pic>
            <p:nvPicPr>
              <p:cNvPr id="21" name="Ink 20">
                <a:extLst>
                  <a:ext uri="{FF2B5EF4-FFF2-40B4-BE49-F238E27FC236}">
                    <a16:creationId xmlns:a16="http://schemas.microsoft.com/office/drawing/2014/main" id="{AA846590-94F4-21FA-5F85-BA3A54735EAB}"/>
                  </a:ext>
                </a:extLst>
              </p:cNvPr>
              <p:cNvPicPr/>
              <p:nvPr/>
            </p:nvPicPr>
            <p:blipFill>
              <a:blip r:embed="rId25"/>
              <a:stretch>
                <a:fillRect/>
              </a:stretch>
            </p:blipFill>
            <p:spPr>
              <a:xfrm>
                <a:off x="301680" y="2309720"/>
                <a:ext cx="255348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2" name="Ink 21">
                <a:extLst>
                  <a:ext uri="{FF2B5EF4-FFF2-40B4-BE49-F238E27FC236}">
                    <a16:creationId xmlns:a16="http://schemas.microsoft.com/office/drawing/2014/main" id="{EE9850FF-FBB4-ACE3-5325-2BBA27F12A2C}"/>
                  </a:ext>
                </a:extLst>
              </p14:cNvPr>
              <p14:cNvContentPartPr/>
              <p14:nvPr/>
            </p14:nvContentPartPr>
            <p14:xfrm>
              <a:off x="5384880" y="2611040"/>
              <a:ext cx="517680" cy="10080"/>
            </p14:xfrm>
          </p:contentPart>
        </mc:Choice>
        <mc:Fallback xmlns="">
          <p:pic>
            <p:nvPicPr>
              <p:cNvPr id="22" name="Ink 21">
                <a:extLst>
                  <a:ext uri="{FF2B5EF4-FFF2-40B4-BE49-F238E27FC236}">
                    <a16:creationId xmlns:a16="http://schemas.microsoft.com/office/drawing/2014/main" id="{EE9850FF-FBB4-ACE3-5325-2BBA27F12A2C}"/>
                  </a:ext>
                </a:extLst>
              </p:cNvPr>
              <p:cNvPicPr/>
              <p:nvPr/>
            </p:nvPicPr>
            <p:blipFill>
              <a:blip r:embed="rId27"/>
              <a:stretch>
                <a:fillRect/>
              </a:stretch>
            </p:blipFill>
            <p:spPr>
              <a:xfrm>
                <a:off x="5330880" y="2503040"/>
                <a:ext cx="62532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3" name="Ink 22">
                <a:extLst>
                  <a:ext uri="{FF2B5EF4-FFF2-40B4-BE49-F238E27FC236}">
                    <a16:creationId xmlns:a16="http://schemas.microsoft.com/office/drawing/2014/main" id="{52DDF11D-4291-448D-14A6-48B9A65B77CB}"/>
                  </a:ext>
                </a:extLst>
              </p14:cNvPr>
              <p14:cNvContentPartPr/>
              <p14:nvPr/>
            </p14:nvContentPartPr>
            <p14:xfrm>
              <a:off x="7904160" y="5669240"/>
              <a:ext cx="360" cy="360"/>
            </p14:xfrm>
          </p:contentPart>
        </mc:Choice>
        <mc:Fallback xmlns="">
          <p:pic>
            <p:nvPicPr>
              <p:cNvPr id="23" name="Ink 22">
                <a:extLst>
                  <a:ext uri="{FF2B5EF4-FFF2-40B4-BE49-F238E27FC236}">
                    <a16:creationId xmlns:a16="http://schemas.microsoft.com/office/drawing/2014/main" id="{52DDF11D-4291-448D-14A6-48B9A65B77CB}"/>
                  </a:ext>
                </a:extLst>
              </p:cNvPr>
              <p:cNvPicPr/>
              <p:nvPr/>
            </p:nvPicPr>
            <p:blipFill>
              <a:blip r:embed="rId11"/>
              <a:stretch>
                <a:fillRect/>
              </a:stretch>
            </p:blipFill>
            <p:spPr>
              <a:xfrm>
                <a:off x="7850160" y="5561240"/>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4" name="Ink 23">
                <a:extLst>
                  <a:ext uri="{FF2B5EF4-FFF2-40B4-BE49-F238E27FC236}">
                    <a16:creationId xmlns:a16="http://schemas.microsoft.com/office/drawing/2014/main" id="{4932270C-2FB9-A8D5-B931-A09A351EB7E6}"/>
                  </a:ext>
                </a:extLst>
              </p14:cNvPr>
              <p14:cNvContentPartPr/>
              <p14:nvPr/>
            </p14:nvContentPartPr>
            <p14:xfrm>
              <a:off x="5394600" y="2489000"/>
              <a:ext cx="496080" cy="360"/>
            </p14:xfrm>
          </p:contentPart>
        </mc:Choice>
        <mc:Fallback xmlns="">
          <p:pic>
            <p:nvPicPr>
              <p:cNvPr id="24" name="Ink 23">
                <a:extLst>
                  <a:ext uri="{FF2B5EF4-FFF2-40B4-BE49-F238E27FC236}">
                    <a16:creationId xmlns:a16="http://schemas.microsoft.com/office/drawing/2014/main" id="{4932270C-2FB9-A8D5-B931-A09A351EB7E6}"/>
                  </a:ext>
                </a:extLst>
              </p:cNvPr>
              <p:cNvPicPr/>
              <p:nvPr/>
            </p:nvPicPr>
            <p:blipFill>
              <a:blip r:embed="rId30"/>
              <a:stretch>
                <a:fillRect/>
              </a:stretch>
            </p:blipFill>
            <p:spPr>
              <a:xfrm>
                <a:off x="5340600" y="2381000"/>
                <a:ext cx="60372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5" name="Ink 24">
                <a:extLst>
                  <a:ext uri="{FF2B5EF4-FFF2-40B4-BE49-F238E27FC236}">
                    <a16:creationId xmlns:a16="http://schemas.microsoft.com/office/drawing/2014/main" id="{3A79CB30-634A-9D92-F461-D23F8794F170}"/>
                  </a:ext>
                </a:extLst>
              </p14:cNvPr>
              <p14:cNvContentPartPr/>
              <p14:nvPr/>
            </p14:nvContentPartPr>
            <p14:xfrm>
              <a:off x="5425200" y="2082560"/>
              <a:ext cx="178920" cy="360"/>
            </p14:xfrm>
          </p:contentPart>
        </mc:Choice>
        <mc:Fallback xmlns="">
          <p:pic>
            <p:nvPicPr>
              <p:cNvPr id="25" name="Ink 24">
                <a:extLst>
                  <a:ext uri="{FF2B5EF4-FFF2-40B4-BE49-F238E27FC236}">
                    <a16:creationId xmlns:a16="http://schemas.microsoft.com/office/drawing/2014/main" id="{3A79CB30-634A-9D92-F461-D23F8794F170}"/>
                  </a:ext>
                </a:extLst>
              </p:cNvPr>
              <p:cNvPicPr/>
              <p:nvPr/>
            </p:nvPicPr>
            <p:blipFill>
              <a:blip r:embed="rId32"/>
              <a:stretch>
                <a:fillRect/>
              </a:stretch>
            </p:blipFill>
            <p:spPr>
              <a:xfrm>
                <a:off x="5371200" y="1974560"/>
                <a:ext cx="28656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6" name="Ink 25">
                <a:extLst>
                  <a:ext uri="{FF2B5EF4-FFF2-40B4-BE49-F238E27FC236}">
                    <a16:creationId xmlns:a16="http://schemas.microsoft.com/office/drawing/2014/main" id="{69F5723A-0FA0-94BD-43E3-6DBDD5AC7AA1}"/>
                  </a:ext>
                </a:extLst>
              </p14:cNvPr>
              <p14:cNvContentPartPr/>
              <p14:nvPr/>
            </p14:nvContentPartPr>
            <p14:xfrm>
              <a:off x="5882400" y="2031800"/>
              <a:ext cx="360" cy="360"/>
            </p14:xfrm>
          </p:contentPart>
        </mc:Choice>
        <mc:Fallback xmlns="">
          <p:pic>
            <p:nvPicPr>
              <p:cNvPr id="26" name="Ink 25">
                <a:extLst>
                  <a:ext uri="{FF2B5EF4-FFF2-40B4-BE49-F238E27FC236}">
                    <a16:creationId xmlns:a16="http://schemas.microsoft.com/office/drawing/2014/main" id="{69F5723A-0FA0-94BD-43E3-6DBDD5AC7AA1}"/>
                  </a:ext>
                </a:extLst>
              </p:cNvPr>
              <p:cNvPicPr/>
              <p:nvPr/>
            </p:nvPicPr>
            <p:blipFill>
              <a:blip r:embed="rId11"/>
              <a:stretch>
                <a:fillRect/>
              </a:stretch>
            </p:blipFill>
            <p:spPr>
              <a:xfrm>
                <a:off x="5828400" y="1923800"/>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7" name="Ink 26">
                <a:extLst>
                  <a:ext uri="{FF2B5EF4-FFF2-40B4-BE49-F238E27FC236}">
                    <a16:creationId xmlns:a16="http://schemas.microsoft.com/office/drawing/2014/main" id="{E23DD881-6920-5253-E642-28F8311B149A}"/>
                  </a:ext>
                </a:extLst>
              </p14:cNvPr>
              <p14:cNvContentPartPr/>
              <p14:nvPr/>
            </p14:nvContentPartPr>
            <p14:xfrm>
              <a:off x="5882400" y="2031800"/>
              <a:ext cx="360" cy="360"/>
            </p14:xfrm>
          </p:contentPart>
        </mc:Choice>
        <mc:Fallback xmlns="">
          <p:pic>
            <p:nvPicPr>
              <p:cNvPr id="27" name="Ink 26">
                <a:extLst>
                  <a:ext uri="{FF2B5EF4-FFF2-40B4-BE49-F238E27FC236}">
                    <a16:creationId xmlns:a16="http://schemas.microsoft.com/office/drawing/2014/main" id="{E23DD881-6920-5253-E642-28F8311B149A}"/>
                  </a:ext>
                </a:extLst>
              </p:cNvPr>
              <p:cNvPicPr/>
              <p:nvPr/>
            </p:nvPicPr>
            <p:blipFill>
              <a:blip r:embed="rId35"/>
              <a:stretch>
                <a:fillRect/>
              </a:stretch>
            </p:blipFill>
            <p:spPr>
              <a:xfrm>
                <a:off x="5828400" y="1923800"/>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8" name="Ink 27">
                <a:extLst>
                  <a:ext uri="{FF2B5EF4-FFF2-40B4-BE49-F238E27FC236}">
                    <a16:creationId xmlns:a16="http://schemas.microsoft.com/office/drawing/2014/main" id="{9802AF81-729D-20F4-AB64-66BADA2D32BF}"/>
                  </a:ext>
                </a:extLst>
              </p14:cNvPr>
              <p14:cNvContentPartPr/>
              <p14:nvPr/>
            </p14:nvContentPartPr>
            <p14:xfrm>
              <a:off x="5437440" y="2052320"/>
              <a:ext cx="502560" cy="143280"/>
            </p14:xfrm>
          </p:contentPart>
        </mc:Choice>
        <mc:Fallback xmlns="">
          <p:pic>
            <p:nvPicPr>
              <p:cNvPr id="28" name="Ink 27">
                <a:extLst>
                  <a:ext uri="{FF2B5EF4-FFF2-40B4-BE49-F238E27FC236}">
                    <a16:creationId xmlns:a16="http://schemas.microsoft.com/office/drawing/2014/main" id="{9802AF81-729D-20F4-AB64-66BADA2D32BF}"/>
                  </a:ext>
                </a:extLst>
              </p:cNvPr>
              <p:cNvPicPr/>
              <p:nvPr/>
            </p:nvPicPr>
            <p:blipFill>
              <a:blip r:embed="rId37"/>
              <a:stretch>
                <a:fillRect/>
              </a:stretch>
            </p:blipFill>
            <p:spPr>
              <a:xfrm>
                <a:off x="5383401" y="1944320"/>
                <a:ext cx="610277" cy="358920"/>
              </a:xfrm>
              <a:prstGeom prst="rect">
                <a:avLst/>
              </a:prstGeom>
            </p:spPr>
          </p:pic>
        </mc:Fallback>
      </mc:AlternateContent>
      <p:pic>
        <p:nvPicPr>
          <p:cNvPr id="3" name="Picture 2">
            <a:extLst>
              <a:ext uri="{FF2B5EF4-FFF2-40B4-BE49-F238E27FC236}">
                <a16:creationId xmlns:a16="http://schemas.microsoft.com/office/drawing/2014/main" id="{00120D9D-EA57-CEA7-B88C-FAC48284E2D6}"/>
              </a:ext>
            </a:extLst>
          </p:cNvPr>
          <p:cNvPicPr>
            <a:picLocks noChangeAspect="1"/>
          </p:cNvPicPr>
          <p:nvPr/>
        </p:nvPicPr>
        <p:blipFill>
          <a:blip r:embed="rId38"/>
          <a:stretch>
            <a:fillRect/>
          </a:stretch>
        </p:blipFill>
        <p:spPr>
          <a:xfrm>
            <a:off x="406080" y="420220"/>
            <a:ext cx="10416808" cy="5713237"/>
          </a:xfrm>
          <a:prstGeom prst="rect">
            <a:avLst/>
          </a:prstGeom>
        </p:spPr>
      </p:pic>
      <mc:AlternateContent xmlns:mc="http://schemas.openxmlformats.org/markup-compatibility/2006" xmlns:p14="http://schemas.microsoft.com/office/powerpoint/2010/main">
        <mc:Choice Requires="p14">
          <p:contentPart p14:bwMode="auto" r:id="rId39">
            <p14:nvContentPartPr>
              <p14:cNvPr id="2" name="Ink 1">
                <a:extLst>
                  <a:ext uri="{FF2B5EF4-FFF2-40B4-BE49-F238E27FC236}">
                    <a16:creationId xmlns:a16="http://schemas.microsoft.com/office/drawing/2014/main" id="{84C910AD-8FD4-A19C-680F-2C057CA77FD0}"/>
                  </a:ext>
                </a:extLst>
              </p14:cNvPr>
              <p14:cNvContentPartPr/>
              <p14:nvPr/>
            </p14:nvContentPartPr>
            <p14:xfrm>
              <a:off x="659551" y="4062757"/>
              <a:ext cx="1686960" cy="24480"/>
            </p14:xfrm>
          </p:contentPart>
        </mc:Choice>
        <mc:Fallback xmlns="">
          <p:pic>
            <p:nvPicPr>
              <p:cNvPr id="2" name="Ink 1">
                <a:extLst>
                  <a:ext uri="{FF2B5EF4-FFF2-40B4-BE49-F238E27FC236}">
                    <a16:creationId xmlns:a16="http://schemas.microsoft.com/office/drawing/2014/main" id="{84C910AD-8FD4-A19C-680F-2C057CA77FD0}"/>
                  </a:ext>
                </a:extLst>
              </p:cNvPr>
              <p:cNvPicPr/>
              <p:nvPr/>
            </p:nvPicPr>
            <p:blipFill>
              <a:blip r:embed="rId40"/>
              <a:stretch>
                <a:fillRect/>
              </a:stretch>
            </p:blipFill>
            <p:spPr>
              <a:xfrm>
                <a:off x="605911" y="3954757"/>
                <a:ext cx="1794600" cy="24012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4" name="Ink 3">
                <a:extLst>
                  <a:ext uri="{FF2B5EF4-FFF2-40B4-BE49-F238E27FC236}">
                    <a16:creationId xmlns:a16="http://schemas.microsoft.com/office/drawing/2014/main" id="{19D07C2C-625E-444E-1451-E17BFB41D713}"/>
                  </a:ext>
                </a:extLst>
              </p14:cNvPr>
              <p14:cNvContentPartPr/>
              <p14:nvPr/>
            </p14:nvContentPartPr>
            <p14:xfrm>
              <a:off x="612391" y="4366597"/>
              <a:ext cx="1242000" cy="30960"/>
            </p14:xfrm>
          </p:contentPart>
        </mc:Choice>
        <mc:Fallback xmlns="">
          <p:pic>
            <p:nvPicPr>
              <p:cNvPr id="4" name="Ink 3">
                <a:extLst>
                  <a:ext uri="{FF2B5EF4-FFF2-40B4-BE49-F238E27FC236}">
                    <a16:creationId xmlns:a16="http://schemas.microsoft.com/office/drawing/2014/main" id="{19D07C2C-625E-444E-1451-E17BFB41D713}"/>
                  </a:ext>
                </a:extLst>
              </p:cNvPr>
              <p:cNvPicPr/>
              <p:nvPr/>
            </p:nvPicPr>
            <p:blipFill>
              <a:blip r:embed="rId42"/>
              <a:stretch>
                <a:fillRect/>
              </a:stretch>
            </p:blipFill>
            <p:spPr>
              <a:xfrm>
                <a:off x="558391" y="4258957"/>
                <a:ext cx="1349640"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6" name="Ink 5">
                <a:extLst>
                  <a:ext uri="{FF2B5EF4-FFF2-40B4-BE49-F238E27FC236}">
                    <a16:creationId xmlns:a16="http://schemas.microsoft.com/office/drawing/2014/main" id="{73FFA8A1-CC91-6D5C-90F2-21B89064BED7}"/>
                  </a:ext>
                </a:extLst>
              </p14:cNvPr>
              <p14:cNvContentPartPr/>
              <p14:nvPr/>
            </p14:nvContentPartPr>
            <p14:xfrm>
              <a:off x="691591" y="4722997"/>
              <a:ext cx="1619640" cy="16920"/>
            </p14:xfrm>
          </p:contentPart>
        </mc:Choice>
        <mc:Fallback xmlns="">
          <p:pic>
            <p:nvPicPr>
              <p:cNvPr id="6" name="Ink 5">
                <a:extLst>
                  <a:ext uri="{FF2B5EF4-FFF2-40B4-BE49-F238E27FC236}">
                    <a16:creationId xmlns:a16="http://schemas.microsoft.com/office/drawing/2014/main" id="{73FFA8A1-CC91-6D5C-90F2-21B89064BED7}"/>
                  </a:ext>
                </a:extLst>
              </p:cNvPr>
              <p:cNvPicPr/>
              <p:nvPr/>
            </p:nvPicPr>
            <p:blipFill>
              <a:blip r:embed="rId44"/>
              <a:stretch>
                <a:fillRect/>
              </a:stretch>
            </p:blipFill>
            <p:spPr>
              <a:xfrm>
                <a:off x="637951" y="4614997"/>
                <a:ext cx="1727280" cy="23256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7" name="Ink 6">
                <a:extLst>
                  <a:ext uri="{FF2B5EF4-FFF2-40B4-BE49-F238E27FC236}">
                    <a16:creationId xmlns:a16="http://schemas.microsoft.com/office/drawing/2014/main" id="{823F5D24-0F5A-76F3-D01C-00F32350878E}"/>
                  </a:ext>
                </a:extLst>
              </p14:cNvPr>
              <p14:cNvContentPartPr/>
              <p14:nvPr/>
            </p14:nvContentPartPr>
            <p14:xfrm>
              <a:off x="564511" y="5032237"/>
              <a:ext cx="4547160" cy="64080"/>
            </p14:xfrm>
          </p:contentPart>
        </mc:Choice>
        <mc:Fallback xmlns="">
          <p:pic>
            <p:nvPicPr>
              <p:cNvPr id="7" name="Ink 6">
                <a:extLst>
                  <a:ext uri="{FF2B5EF4-FFF2-40B4-BE49-F238E27FC236}">
                    <a16:creationId xmlns:a16="http://schemas.microsoft.com/office/drawing/2014/main" id="{823F5D24-0F5A-76F3-D01C-00F32350878E}"/>
                  </a:ext>
                </a:extLst>
              </p:cNvPr>
              <p:cNvPicPr/>
              <p:nvPr/>
            </p:nvPicPr>
            <p:blipFill>
              <a:blip r:embed="rId46"/>
              <a:stretch>
                <a:fillRect/>
              </a:stretch>
            </p:blipFill>
            <p:spPr>
              <a:xfrm>
                <a:off x="510511" y="4924597"/>
                <a:ext cx="4654800" cy="27972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8" name="Ink 7">
                <a:extLst>
                  <a:ext uri="{FF2B5EF4-FFF2-40B4-BE49-F238E27FC236}">
                    <a16:creationId xmlns:a16="http://schemas.microsoft.com/office/drawing/2014/main" id="{3AA5DFA0-B11C-F6C6-5CF0-E5485198E86C}"/>
                  </a:ext>
                </a:extLst>
              </p14:cNvPr>
              <p14:cNvContentPartPr/>
              <p14:nvPr/>
            </p14:nvContentPartPr>
            <p14:xfrm>
              <a:off x="572071" y="5373877"/>
              <a:ext cx="4674960" cy="73440"/>
            </p14:xfrm>
          </p:contentPart>
        </mc:Choice>
        <mc:Fallback xmlns="">
          <p:pic>
            <p:nvPicPr>
              <p:cNvPr id="8" name="Ink 7">
                <a:extLst>
                  <a:ext uri="{FF2B5EF4-FFF2-40B4-BE49-F238E27FC236}">
                    <a16:creationId xmlns:a16="http://schemas.microsoft.com/office/drawing/2014/main" id="{3AA5DFA0-B11C-F6C6-5CF0-E5485198E86C}"/>
                  </a:ext>
                </a:extLst>
              </p:cNvPr>
              <p:cNvPicPr/>
              <p:nvPr/>
            </p:nvPicPr>
            <p:blipFill>
              <a:blip r:embed="rId48"/>
              <a:stretch>
                <a:fillRect/>
              </a:stretch>
            </p:blipFill>
            <p:spPr>
              <a:xfrm>
                <a:off x="518431" y="5266237"/>
                <a:ext cx="4782600" cy="289080"/>
              </a:xfrm>
              <a:prstGeom prst="rect">
                <a:avLst/>
              </a:prstGeom>
            </p:spPr>
          </p:pic>
        </mc:Fallback>
      </mc:AlternateContent>
    </p:spTree>
    <p:extLst>
      <p:ext uri="{BB962C8B-B14F-4D97-AF65-F5344CB8AC3E}">
        <p14:creationId xmlns:p14="http://schemas.microsoft.com/office/powerpoint/2010/main" val="8430553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E777F-761C-D180-0EA3-E1A98FBA5A9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17D05D0-2EE9-84AC-2363-FDFE8F160020}"/>
              </a:ext>
            </a:extLst>
          </p:cNvPr>
          <p:cNvSpPr>
            <a:spLocks noGrp="1"/>
          </p:cNvSpPr>
          <p:nvPr>
            <p:ph type="ctrTitle"/>
          </p:nvPr>
        </p:nvSpPr>
        <p:spPr>
          <a:xfrm>
            <a:off x="1524000" y="0"/>
            <a:ext cx="9144000" cy="490357"/>
          </a:xfrm>
        </p:spPr>
        <p:txBody>
          <a:bodyPr>
            <a:noAutofit/>
          </a:bodyPr>
          <a:lstStyle/>
          <a:p>
            <a:r>
              <a:rPr lang="en-US" sz="3200" b="1" dirty="0">
                <a:solidFill>
                  <a:srgbClr val="FF0000"/>
                </a:solidFill>
              </a:rPr>
              <a:t>Why is CEO pay so high? </a:t>
            </a:r>
          </a:p>
        </p:txBody>
      </p:sp>
      <p:pic>
        <p:nvPicPr>
          <p:cNvPr id="20" name="Picture 19">
            <a:extLst>
              <a:ext uri="{FF2B5EF4-FFF2-40B4-BE49-F238E27FC236}">
                <a16:creationId xmlns:a16="http://schemas.microsoft.com/office/drawing/2014/main" id="{119C93CE-CA58-22EC-BE04-61D46D33B8DA}"/>
              </a:ext>
            </a:extLst>
          </p:cNvPr>
          <p:cNvPicPr>
            <a:picLocks noChangeAspect="1"/>
          </p:cNvPicPr>
          <p:nvPr/>
        </p:nvPicPr>
        <p:blipFill>
          <a:blip r:embed="rId3"/>
          <a:stretch>
            <a:fillRect/>
          </a:stretch>
        </p:blipFill>
        <p:spPr>
          <a:xfrm>
            <a:off x="0" y="6133457"/>
            <a:ext cx="12192000" cy="724543"/>
          </a:xfrm>
          <a:prstGeom prst="rect">
            <a:avLst/>
          </a:prstGeom>
        </p:spPr>
      </p:pic>
      <mc:AlternateContent xmlns:mc="http://schemas.openxmlformats.org/markup-compatibility/2006" xmlns:p14="http://schemas.microsoft.com/office/powerpoint/2010/main">
        <mc:Choice Requires="p14">
          <p:contentPart p14:bwMode="auto" r:id="rId4">
            <p14:nvContentPartPr>
              <p14:cNvPr id="9" name="Ink 8">
                <a:extLst>
                  <a:ext uri="{FF2B5EF4-FFF2-40B4-BE49-F238E27FC236}">
                    <a16:creationId xmlns:a16="http://schemas.microsoft.com/office/drawing/2014/main" id="{1E66DF5F-C778-7B0A-43BE-166DA6987AD2}"/>
                  </a:ext>
                </a:extLst>
              </p14:cNvPr>
              <p14:cNvContentPartPr/>
              <p14:nvPr/>
            </p14:nvContentPartPr>
            <p14:xfrm>
              <a:off x="396360" y="1686200"/>
              <a:ext cx="1418040" cy="11880"/>
            </p14:xfrm>
          </p:contentPart>
        </mc:Choice>
        <mc:Fallback xmlns="">
          <p:pic>
            <p:nvPicPr>
              <p:cNvPr id="9" name="Ink 8">
                <a:extLst>
                  <a:ext uri="{FF2B5EF4-FFF2-40B4-BE49-F238E27FC236}">
                    <a16:creationId xmlns:a16="http://schemas.microsoft.com/office/drawing/2014/main" id="{1E66DF5F-C778-7B0A-43BE-166DA6987AD2}"/>
                  </a:ext>
                </a:extLst>
              </p:cNvPr>
              <p:cNvPicPr/>
              <p:nvPr/>
            </p:nvPicPr>
            <p:blipFill>
              <a:blip r:embed="rId5"/>
              <a:stretch>
                <a:fillRect/>
              </a:stretch>
            </p:blipFill>
            <p:spPr>
              <a:xfrm>
                <a:off x="342360" y="1578200"/>
                <a:ext cx="152568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0" name="Ink 9">
                <a:extLst>
                  <a:ext uri="{FF2B5EF4-FFF2-40B4-BE49-F238E27FC236}">
                    <a16:creationId xmlns:a16="http://schemas.microsoft.com/office/drawing/2014/main" id="{A50278B4-D0E4-6009-13F5-C01B989639E5}"/>
                  </a:ext>
                </a:extLst>
              </p14:cNvPr>
              <p14:cNvContentPartPr/>
              <p14:nvPr/>
            </p14:nvContentPartPr>
            <p14:xfrm>
              <a:off x="345240" y="2021000"/>
              <a:ext cx="929520" cy="11160"/>
            </p14:xfrm>
          </p:contentPart>
        </mc:Choice>
        <mc:Fallback xmlns="">
          <p:pic>
            <p:nvPicPr>
              <p:cNvPr id="10" name="Ink 9">
                <a:extLst>
                  <a:ext uri="{FF2B5EF4-FFF2-40B4-BE49-F238E27FC236}">
                    <a16:creationId xmlns:a16="http://schemas.microsoft.com/office/drawing/2014/main" id="{A50278B4-D0E4-6009-13F5-C01B989639E5}"/>
                  </a:ext>
                </a:extLst>
              </p:cNvPr>
              <p:cNvPicPr/>
              <p:nvPr/>
            </p:nvPicPr>
            <p:blipFill>
              <a:blip r:embed="rId7"/>
              <a:stretch>
                <a:fillRect/>
              </a:stretch>
            </p:blipFill>
            <p:spPr>
              <a:xfrm>
                <a:off x="291261" y="1913000"/>
                <a:ext cx="1037118"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 name="Ink 10">
                <a:extLst>
                  <a:ext uri="{FF2B5EF4-FFF2-40B4-BE49-F238E27FC236}">
                    <a16:creationId xmlns:a16="http://schemas.microsoft.com/office/drawing/2014/main" id="{1C229C0E-2AA7-C519-D384-B470993D725D}"/>
                  </a:ext>
                </a:extLst>
              </p14:cNvPr>
              <p14:cNvContentPartPr/>
              <p14:nvPr/>
            </p14:nvContentPartPr>
            <p14:xfrm>
              <a:off x="1442520" y="2031800"/>
              <a:ext cx="316800" cy="43200"/>
            </p14:xfrm>
          </p:contentPart>
        </mc:Choice>
        <mc:Fallback xmlns="">
          <p:pic>
            <p:nvPicPr>
              <p:cNvPr id="11" name="Ink 10">
                <a:extLst>
                  <a:ext uri="{FF2B5EF4-FFF2-40B4-BE49-F238E27FC236}">
                    <a16:creationId xmlns:a16="http://schemas.microsoft.com/office/drawing/2014/main" id="{1C229C0E-2AA7-C519-D384-B470993D725D}"/>
                  </a:ext>
                </a:extLst>
              </p:cNvPr>
              <p:cNvPicPr/>
              <p:nvPr/>
            </p:nvPicPr>
            <p:blipFill>
              <a:blip r:embed="rId9"/>
              <a:stretch>
                <a:fillRect/>
              </a:stretch>
            </p:blipFill>
            <p:spPr>
              <a:xfrm>
                <a:off x="1388520" y="1923800"/>
                <a:ext cx="42444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 name="Ink 11">
                <a:extLst>
                  <a:ext uri="{FF2B5EF4-FFF2-40B4-BE49-F238E27FC236}">
                    <a16:creationId xmlns:a16="http://schemas.microsoft.com/office/drawing/2014/main" id="{0C0C65DE-C293-DCE9-F570-BD7A221C760F}"/>
                  </a:ext>
                </a:extLst>
              </p14:cNvPr>
              <p14:cNvContentPartPr/>
              <p14:nvPr/>
            </p14:nvContentPartPr>
            <p14:xfrm>
              <a:off x="1778040" y="2082560"/>
              <a:ext cx="360" cy="360"/>
            </p14:xfrm>
          </p:contentPart>
        </mc:Choice>
        <mc:Fallback xmlns="">
          <p:pic>
            <p:nvPicPr>
              <p:cNvPr id="12" name="Ink 11">
                <a:extLst>
                  <a:ext uri="{FF2B5EF4-FFF2-40B4-BE49-F238E27FC236}">
                    <a16:creationId xmlns:a16="http://schemas.microsoft.com/office/drawing/2014/main" id="{0C0C65DE-C293-DCE9-F570-BD7A221C760F}"/>
                  </a:ext>
                </a:extLst>
              </p:cNvPr>
              <p:cNvPicPr/>
              <p:nvPr/>
            </p:nvPicPr>
            <p:blipFill>
              <a:blip r:embed="rId11"/>
              <a:stretch>
                <a:fillRect/>
              </a:stretch>
            </p:blipFill>
            <p:spPr>
              <a:xfrm>
                <a:off x="1724040" y="1974560"/>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3" name="Ink 12">
                <a:extLst>
                  <a:ext uri="{FF2B5EF4-FFF2-40B4-BE49-F238E27FC236}">
                    <a16:creationId xmlns:a16="http://schemas.microsoft.com/office/drawing/2014/main" id="{10072449-B754-B684-2A49-9FD3E0F9BAE5}"/>
                  </a:ext>
                </a:extLst>
              </p14:cNvPr>
              <p14:cNvContentPartPr/>
              <p14:nvPr/>
            </p14:nvContentPartPr>
            <p14:xfrm>
              <a:off x="1056240" y="2041880"/>
              <a:ext cx="524880" cy="31680"/>
            </p14:xfrm>
          </p:contentPart>
        </mc:Choice>
        <mc:Fallback xmlns="">
          <p:pic>
            <p:nvPicPr>
              <p:cNvPr id="13" name="Ink 12">
                <a:extLst>
                  <a:ext uri="{FF2B5EF4-FFF2-40B4-BE49-F238E27FC236}">
                    <a16:creationId xmlns:a16="http://schemas.microsoft.com/office/drawing/2014/main" id="{10072449-B754-B684-2A49-9FD3E0F9BAE5}"/>
                  </a:ext>
                </a:extLst>
              </p:cNvPr>
              <p:cNvPicPr/>
              <p:nvPr/>
            </p:nvPicPr>
            <p:blipFill>
              <a:blip r:embed="rId13"/>
              <a:stretch>
                <a:fillRect/>
              </a:stretch>
            </p:blipFill>
            <p:spPr>
              <a:xfrm>
                <a:off x="1002203" y="1933880"/>
                <a:ext cx="632594" cy="2473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4" name="Ink 13">
                <a:extLst>
                  <a:ext uri="{FF2B5EF4-FFF2-40B4-BE49-F238E27FC236}">
                    <a16:creationId xmlns:a16="http://schemas.microsoft.com/office/drawing/2014/main" id="{B4637CC8-5A05-EB94-7445-0D5395F335F4}"/>
                  </a:ext>
                </a:extLst>
              </p14:cNvPr>
              <p14:cNvContentPartPr/>
              <p14:nvPr/>
            </p14:nvContentPartPr>
            <p14:xfrm>
              <a:off x="385920" y="2458400"/>
              <a:ext cx="4150440" cy="133560"/>
            </p14:xfrm>
          </p:contentPart>
        </mc:Choice>
        <mc:Fallback xmlns="">
          <p:pic>
            <p:nvPicPr>
              <p:cNvPr id="14" name="Ink 13">
                <a:extLst>
                  <a:ext uri="{FF2B5EF4-FFF2-40B4-BE49-F238E27FC236}">
                    <a16:creationId xmlns:a16="http://schemas.microsoft.com/office/drawing/2014/main" id="{B4637CC8-5A05-EB94-7445-0D5395F335F4}"/>
                  </a:ext>
                </a:extLst>
              </p:cNvPr>
              <p:cNvPicPr/>
              <p:nvPr/>
            </p:nvPicPr>
            <p:blipFill>
              <a:blip r:embed="rId15"/>
              <a:stretch>
                <a:fillRect/>
              </a:stretch>
            </p:blipFill>
            <p:spPr>
              <a:xfrm>
                <a:off x="331920" y="2350400"/>
                <a:ext cx="4258080" cy="3492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6" name="Ink 15">
                <a:extLst>
                  <a:ext uri="{FF2B5EF4-FFF2-40B4-BE49-F238E27FC236}">
                    <a16:creationId xmlns:a16="http://schemas.microsoft.com/office/drawing/2014/main" id="{981711A7-7210-0B4D-037D-95CC069E1BB9}"/>
                  </a:ext>
                </a:extLst>
              </p14:cNvPr>
              <p14:cNvContentPartPr/>
              <p14:nvPr/>
            </p14:nvContentPartPr>
            <p14:xfrm>
              <a:off x="406080" y="2599880"/>
              <a:ext cx="384120" cy="21600"/>
            </p14:xfrm>
          </p:contentPart>
        </mc:Choice>
        <mc:Fallback xmlns="">
          <p:pic>
            <p:nvPicPr>
              <p:cNvPr id="16" name="Ink 15">
                <a:extLst>
                  <a:ext uri="{FF2B5EF4-FFF2-40B4-BE49-F238E27FC236}">
                    <a16:creationId xmlns:a16="http://schemas.microsoft.com/office/drawing/2014/main" id="{981711A7-7210-0B4D-037D-95CC069E1BB9}"/>
                  </a:ext>
                </a:extLst>
              </p:cNvPr>
              <p:cNvPicPr/>
              <p:nvPr/>
            </p:nvPicPr>
            <p:blipFill>
              <a:blip r:embed="rId17"/>
              <a:stretch>
                <a:fillRect/>
              </a:stretch>
            </p:blipFill>
            <p:spPr>
              <a:xfrm>
                <a:off x="352080" y="2491880"/>
                <a:ext cx="49176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7" name="Ink 16">
                <a:extLst>
                  <a:ext uri="{FF2B5EF4-FFF2-40B4-BE49-F238E27FC236}">
                    <a16:creationId xmlns:a16="http://schemas.microsoft.com/office/drawing/2014/main" id="{66687214-AF72-8A2C-E72E-211F5B9B1569}"/>
                  </a:ext>
                </a:extLst>
              </p14:cNvPr>
              <p14:cNvContentPartPr/>
              <p14:nvPr/>
            </p14:nvContentPartPr>
            <p14:xfrm>
              <a:off x="1798200" y="2600600"/>
              <a:ext cx="26640" cy="360"/>
            </p14:xfrm>
          </p:contentPart>
        </mc:Choice>
        <mc:Fallback xmlns="">
          <p:pic>
            <p:nvPicPr>
              <p:cNvPr id="17" name="Ink 16">
                <a:extLst>
                  <a:ext uri="{FF2B5EF4-FFF2-40B4-BE49-F238E27FC236}">
                    <a16:creationId xmlns:a16="http://schemas.microsoft.com/office/drawing/2014/main" id="{66687214-AF72-8A2C-E72E-211F5B9B1569}"/>
                  </a:ext>
                </a:extLst>
              </p:cNvPr>
              <p:cNvPicPr/>
              <p:nvPr/>
            </p:nvPicPr>
            <p:blipFill>
              <a:blip r:embed="rId19"/>
              <a:stretch>
                <a:fillRect/>
              </a:stretch>
            </p:blipFill>
            <p:spPr>
              <a:xfrm>
                <a:off x="1743460" y="2492600"/>
                <a:ext cx="135755"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8" name="Ink 17">
                <a:extLst>
                  <a:ext uri="{FF2B5EF4-FFF2-40B4-BE49-F238E27FC236}">
                    <a16:creationId xmlns:a16="http://schemas.microsoft.com/office/drawing/2014/main" id="{058090DC-E617-17B1-8994-C42063835AE3}"/>
                  </a:ext>
                </a:extLst>
              </p14:cNvPr>
              <p14:cNvContentPartPr/>
              <p14:nvPr/>
            </p14:nvContentPartPr>
            <p14:xfrm>
              <a:off x="802440" y="2610680"/>
              <a:ext cx="3473640" cy="31680"/>
            </p14:xfrm>
          </p:contentPart>
        </mc:Choice>
        <mc:Fallback xmlns="">
          <p:pic>
            <p:nvPicPr>
              <p:cNvPr id="18" name="Ink 17">
                <a:extLst>
                  <a:ext uri="{FF2B5EF4-FFF2-40B4-BE49-F238E27FC236}">
                    <a16:creationId xmlns:a16="http://schemas.microsoft.com/office/drawing/2014/main" id="{058090DC-E617-17B1-8994-C42063835AE3}"/>
                  </a:ext>
                </a:extLst>
              </p:cNvPr>
              <p:cNvPicPr/>
              <p:nvPr/>
            </p:nvPicPr>
            <p:blipFill>
              <a:blip r:embed="rId21"/>
              <a:stretch>
                <a:fillRect/>
              </a:stretch>
            </p:blipFill>
            <p:spPr>
              <a:xfrm>
                <a:off x="748440" y="2503893"/>
                <a:ext cx="3581280" cy="244897"/>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9" name="Ink 18">
                <a:extLst>
                  <a:ext uri="{FF2B5EF4-FFF2-40B4-BE49-F238E27FC236}">
                    <a16:creationId xmlns:a16="http://schemas.microsoft.com/office/drawing/2014/main" id="{AF4E4BB1-C809-025E-6DFD-59D3BF764504}"/>
                  </a:ext>
                </a:extLst>
              </p14:cNvPr>
              <p14:cNvContentPartPr/>
              <p14:nvPr/>
            </p14:nvContentPartPr>
            <p14:xfrm>
              <a:off x="2844720" y="2448320"/>
              <a:ext cx="1674720" cy="360"/>
            </p14:xfrm>
          </p:contentPart>
        </mc:Choice>
        <mc:Fallback xmlns="">
          <p:pic>
            <p:nvPicPr>
              <p:cNvPr id="19" name="Ink 18">
                <a:extLst>
                  <a:ext uri="{FF2B5EF4-FFF2-40B4-BE49-F238E27FC236}">
                    <a16:creationId xmlns:a16="http://schemas.microsoft.com/office/drawing/2014/main" id="{AF4E4BB1-C809-025E-6DFD-59D3BF764504}"/>
                  </a:ext>
                </a:extLst>
              </p:cNvPr>
              <p:cNvPicPr/>
              <p:nvPr/>
            </p:nvPicPr>
            <p:blipFill>
              <a:blip r:embed="rId23"/>
              <a:stretch>
                <a:fillRect/>
              </a:stretch>
            </p:blipFill>
            <p:spPr>
              <a:xfrm>
                <a:off x="2790720" y="2340320"/>
                <a:ext cx="178236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1" name="Ink 20">
                <a:extLst>
                  <a:ext uri="{FF2B5EF4-FFF2-40B4-BE49-F238E27FC236}">
                    <a16:creationId xmlns:a16="http://schemas.microsoft.com/office/drawing/2014/main" id="{48F149CC-627A-4958-8EE3-356A20037746}"/>
                  </a:ext>
                </a:extLst>
              </p14:cNvPr>
              <p14:cNvContentPartPr/>
              <p14:nvPr/>
            </p14:nvContentPartPr>
            <p14:xfrm>
              <a:off x="355680" y="2417720"/>
              <a:ext cx="2445840" cy="360"/>
            </p14:xfrm>
          </p:contentPart>
        </mc:Choice>
        <mc:Fallback xmlns="">
          <p:pic>
            <p:nvPicPr>
              <p:cNvPr id="21" name="Ink 20">
                <a:extLst>
                  <a:ext uri="{FF2B5EF4-FFF2-40B4-BE49-F238E27FC236}">
                    <a16:creationId xmlns:a16="http://schemas.microsoft.com/office/drawing/2014/main" id="{48F149CC-627A-4958-8EE3-356A20037746}"/>
                  </a:ext>
                </a:extLst>
              </p:cNvPr>
              <p:cNvPicPr/>
              <p:nvPr/>
            </p:nvPicPr>
            <p:blipFill>
              <a:blip r:embed="rId25"/>
              <a:stretch>
                <a:fillRect/>
              </a:stretch>
            </p:blipFill>
            <p:spPr>
              <a:xfrm>
                <a:off x="301680" y="2309720"/>
                <a:ext cx="255348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2" name="Ink 21">
                <a:extLst>
                  <a:ext uri="{FF2B5EF4-FFF2-40B4-BE49-F238E27FC236}">
                    <a16:creationId xmlns:a16="http://schemas.microsoft.com/office/drawing/2014/main" id="{FF5766DA-9761-E728-8D50-20C70002500E}"/>
                  </a:ext>
                </a:extLst>
              </p14:cNvPr>
              <p14:cNvContentPartPr/>
              <p14:nvPr/>
            </p14:nvContentPartPr>
            <p14:xfrm>
              <a:off x="5384880" y="2611040"/>
              <a:ext cx="517680" cy="10080"/>
            </p14:xfrm>
          </p:contentPart>
        </mc:Choice>
        <mc:Fallback xmlns="">
          <p:pic>
            <p:nvPicPr>
              <p:cNvPr id="22" name="Ink 21">
                <a:extLst>
                  <a:ext uri="{FF2B5EF4-FFF2-40B4-BE49-F238E27FC236}">
                    <a16:creationId xmlns:a16="http://schemas.microsoft.com/office/drawing/2014/main" id="{FF5766DA-9761-E728-8D50-20C70002500E}"/>
                  </a:ext>
                </a:extLst>
              </p:cNvPr>
              <p:cNvPicPr/>
              <p:nvPr/>
            </p:nvPicPr>
            <p:blipFill>
              <a:blip r:embed="rId27"/>
              <a:stretch>
                <a:fillRect/>
              </a:stretch>
            </p:blipFill>
            <p:spPr>
              <a:xfrm>
                <a:off x="5330880" y="2503040"/>
                <a:ext cx="62532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3" name="Ink 22">
                <a:extLst>
                  <a:ext uri="{FF2B5EF4-FFF2-40B4-BE49-F238E27FC236}">
                    <a16:creationId xmlns:a16="http://schemas.microsoft.com/office/drawing/2014/main" id="{7EF478E2-D325-79E8-6194-AA18ED31A1B2}"/>
                  </a:ext>
                </a:extLst>
              </p14:cNvPr>
              <p14:cNvContentPartPr/>
              <p14:nvPr/>
            </p14:nvContentPartPr>
            <p14:xfrm>
              <a:off x="7904160" y="5669240"/>
              <a:ext cx="360" cy="360"/>
            </p14:xfrm>
          </p:contentPart>
        </mc:Choice>
        <mc:Fallback xmlns="">
          <p:pic>
            <p:nvPicPr>
              <p:cNvPr id="23" name="Ink 22">
                <a:extLst>
                  <a:ext uri="{FF2B5EF4-FFF2-40B4-BE49-F238E27FC236}">
                    <a16:creationId xmlns:a16="http://schemas.microsoft.com/office/drawing/2014/main" id="{7EF478E2-D325-79E8-6194-AA18ED31A1B2}"/>
                  </a:ext>
                </a:extLst>
              </p:cNvPr>
              <p:cNvPicPr/>
              <p:nvPr/>
            </p:nvPicPr>
            <p:blipFill>
              <a:blip r:embed="rId11"/>
              <a:stretch>
                <a:fillRect/>
              </a:stretch>
            </p:blipFill>
            <p:spPr>
              <a:xfrm>
                <a:off x="7850160" y="5561240"/>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4" name="Ink 23">
                <a:extLst>
                  <a:ext uri="{FF2B5EF4-FFF2-40B4-BE49-F238E27FC236}">
                    <a16:creationId xmlns:a16="http://schemas.microsoft.com/office/drawing/2014/main" id="{627671B4-179F-4FA0-0141-EB81B43F1CB9}"/>
                  </a:ext>
                </a:extLst>
              </p14:cNvPr>
              <p14:cNvContentPartPr/>
              <p14:nvPr/>
            </p14:nvContentPartPr>
            <p14:xfrm>
              <a:off x="5394600" y="2489000"/>
              <a:ext cx="496080" cy="360"/>
            </p14:xfrm>
          </p:contentPart>
        </mc:Choice>
        <mc:Fallback xmlns="">
          <p:pic>
            <p:nvPicPr>
              <p:cNvPr id="24" name="Ink 23">
                <a:extLst>
                  <a:ext uri="{FF2B5EF4-FFF2-40B4-BE49-F238E27FC236}">
                    <a16:creationId xmlns:a16="http://schemas.microsoft.com/office/drawing/2014/main" id="{627671B4-179F-4FA0-0141-EB81B43F1CB9}"/>
                  </a:ext>
                </a:extLst>
              </p:cNvPr>
              <p:cNvPicPr/>
              <p:nvPr/>
            </p:nvPicPr>
            <p:blipFill>
              <a:blip r:embed="rId30"/>
              <a:stretch>
                <a:fillRect/>
              </a:stretch>
            </p:blipFill>
            <p:spPr>
              <a:xfrm>
                <a:off x="5340600" y="2381000"/>
                <a:ext cx="60372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5" name="Ink 24">
                <a:extLst>
                  <a:ext uri="{FF2B5EF4-FFF2-40B4-BE49-F238E27FC236}">
                    <a16:creationId xmlns:a16="http://schemas.microsoft.com/office/drawing/2014/main" id="{C9FDEE72-FD43-44A5-5626-E1EA533AEF24}"/>
                  </a:ext>
                </a:extLst>
              </p14:cNvPr>
              <p14:cNvContentPartPr/>
              <p14:nvPr/>
            </p14:nvContentPartPr>
            <p14:xfrm>
              <a:off x="5425200" y="2082560"/>
              <a:ext cx="178920" cy="360"/>
            </p14:xfrm>
          </p:contentPart>
        </mc:Choice>
        <mc:Fallback xmlns="">
          <p:pic>
            <p:nvPicPr>
              <p:cNvPr id="25" name="Ink 24">
                <a:extLst>
                  <a:ext uri="{FF2B5EF4-FFF2-40B4-BE49-F238E27FC236}">
                    <a16:creationId xmlns:a16="http://schemas.microsoft.com/office/drawing/2014/main" id="{C9FDEE72-FD43-44A5-5626-E1EA533AEF24}"/>
                  </a:ext>
                </a:extLst>
              </p:cNvPr>
              <p:cNvPicPr/>
              <p:nvPr/>
            </p:nvPicPr>
            <p:blipFill>
              <a:blip r:embed="rId32"/>
              <a:stretch>
                <a:fillRect/>
              </a:stretch>
            </p:blipFill>
            <p:spPr>
              <a:xfrm>
                <a:off x="5371200" y="1974560"/>
                <a:ext cx="28656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6" name="Ink 25">
                <a:extLst>
                  <a:ext uri="{FF2B5EF4-FFF2-40B4-BE49-F238E27FC236}">
                    <a16:creationId xmlns:a16="http://schemas.microsoft.com/office/drawing/2014/main" id="{871455A5-8E66-53B7-6539-9CBE952E2388}"/>
                  </a:ext>
                </a:extLst>
              </p14:cNvPr>
              <p14:cNvContentPartPr/>
              <p14:nvPr/>
            </p14:nvContentPartPr>
            <p14:xfrm>
              <a:off x="5882400" y="2031800"/>
              <a:ext cx="360" cy="360"/>
            </p14:xfrm>
          </p:contentPart>
        </mc:Choice>
        <mc:Fallback xmlns="">
          <p:pic>
            <p:nvPicPr>
              <p:cNvPr id="26" name="Ink 25">
                <a:extLst>
                  <a:ext uri="{FF2B5EF4-FFF2-40B4-BE49-F238E27FC236}">
                    <a16:creationId xmlns:a16="http://schemas.microsoft.com/office/drawing/2014/main" id="{871455A5-8E66-53B7-6539-9CBE952E2388}"/>
                  </a:ext>
                </a:extLst>
              </p:cNvPr>
              <p:cNvPicPr/>
              <p:nvPr/>
            </p:nvPicPr>
            <p:blipFill>
              <a:blip r:embed="rId11"/>
              <a:stretch>
                <a:fillRect/>
              </a:stretch>
            </p:blipFill>
            <p:spPr>
              <a:xfrm>
                <a:off x="5828400" y="1923800"/>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7" name="Ink 26">
                <a:extLst>
                  <a:ext uri="{FF2B5EF4-FFF2-40B4-BE49-F238E27FC236}">
                    <a16:creationId xmlns:a16="http://schemas.microsoft.com/office/drawing/2014/main" id="{1B18601C-99CE-2469-E009-46B7C9280D9B}"/>
                  </a:ext>
                </a:extLst>
              </p14:cNvPr>
              <p14:cNvContentPartPr/>
              <p14:nvPr/>
            </p14:nvContentPartPr>
            <p14:xfrm>
              <a:off x="5882400" y="2031800"/>
              <a:ext cx="360" cy="360"/>
            </p14:xfrm>
          </p:contentPart>
        </mc:Choice>
        <mc:Fallback xmlns="">
          <p:pic>
            <p:nvPicPr>
              <p:cNvPr id="27" name="Ink 26">
                <a:extLst>
                  <a:ext uri="{FF2B5EF4-FFF2-40B4-BE49-F238E27FC236}">
                    <a16:creationId xmlns:a16="http://schemas.microsoft.com/office/drawing/2014/main" id="{1B18601C-99CE-2469-E009-46B7C9280D9B}"/>
                  </a:ext>
                </a:extLst>
              </p:cNvPr>
              <p:cNvPicPr/>
              <p:nvPr/>
            </p:nvPicPr>
            <p:blipFill>
              <a:blip r:embed="rId35"/>
              <a:stretch>
                <a:fillRect/>
              </a:stretch>
            </p:blipFill>
            <p:spPr>
              <a:xfrm>
                <a:off x="5828400" y="1923800"/>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8" name="Ink 27">
                <a:extLst>
                  <a:ext uri="{FF2B5EF4-FFF2-40B4-BE49-F238E27FC236}">
                    <a16:creationId xmlns:a16="http://schemas.microsoft.com/office/drawing/2014/main" id="{D214D5F9-F596-1465-C850-F25F99E7936F}"/>
                  </a:ext>
                </a:extLst>
              </p14:cNvPr>
              <p14:cNvContentPartPr/>
              <p14:nvPr/>
            </p14:nvContentPartPr>
            <p14:xfrm>
              <a:off x="5437440" y="2052320"/>
              <a:ext cx="502560" cy="143280"/>
            </p14:xfrm>
          </p:contentPart>
        </mc:Choice>
        <mc:Fallback xmlns="">
          <p:pic>
            <p:nvPicPr>
              <p:cNvPr id="28" name="Ink 27">
                <a:extLst>
                  <a:ext uri="{FF2B5EF4-FFF2-40B4-BE49-F238E27FC236}">
                    <a16:creationId xmlns:a16="http://schemas.microsoft.com/office/drawing/2014/main" id="{D214D5F9-F596-1465-C850-F25F99E7936F}"/>
                  </a:ext>
                </a:extLst>
              </p:cNvPr>
              <p:cNvPicPr/>
              <p:nvPr/>
            </p:nvPicPr>
            <p:blipFill>
              <a:blip r:embed="rId37"/>
              <a:stretch>
                <a:fillRect/>
              </a:stretch>
            </p:blipFill>
            <p:spPr>
              <a:xfrm>
                <a:off x="5383401" y="1944320"/>
                <a:ext cx="610277" cy="358920"/>
              </a:xfrm>
              <a:prstGeom prst="rect">
                <a:avLst/>
              </a:prstGeom>
            </p:spPr>
          </p:pic>
        </mc:Fallback>
      </mc:AlternateContent>
      <p:pic>
        <p:nvPicPr>
          <p:cNvPr id="4" name="Picture 3">
            <a:extLst>
              <a:ext uri="{FF2B5EF4-FFF2-40B4-BE49-F238E27FC236}">
                <a16:creationId xmlns:a16="http://schemas.microsoft.com/office/drawing/2014/main" id="{46D5488C-7745-3BB3-A57E-8C14FF95D793}"/>
              </a:ext>
            </a:extLst>
          </p:cNvPr>
          <p:cNvPicPr>
            <a:picLocks noChangeAspect="1"/>
          </p:cNvPicPr>
          <p:nvPr/>
        </p:nvPicPr>
        <p:blipFill>
          <a:blip r:embed="rId38"/>
          <a:stretch>
            <a:fillRect/>
          </a:stretch>
        </p:blipFill>
        <p:spPr>
          <a:xfrm>
            <a:off x="121840" y="610168"/>
            <a:ext cx="11714480" cy="4298234"/>
          </a:xfrm>
          <a:prstGeom prst="rect">
            <a:avLst/>
          </a:prstGeom>
        </p:spPr>
      </p:pic>
    </p:spTree>
    <p:extLst>
      <p:ext uri="{BB962C8B-B14F-4D97-AF65-F5344CB8AC3E}">
        <p14:creationId xmlns:p14="http://schemas.microsoft.com/office/powerpoint/2010/main" val="41886429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5722E-DBFF-D416-7600-FFB17E2CB233}"/>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2B2EBED2-ADE4-DBA3-89D4-81E7AEEBC1C3}"/>
              </a:ext>
            </a:extLst>
          </p:cNvPr>
          <p:cNvPicPr>
            <a:picLocks noChangeAspect="1"/>
          </p:cNvPicPr>
          <p:nvPr/>
        </p:nvPicPr>
        <p:blipFill>
          <a:blip r:embed="rId3"/>
          <a:stretch>
            <a:fillRect/>
          </a:stretch>
        </p:blipFill>
        <p:spPr>
          <a:xfrm>
            <a:off x="0" y="6133457"/>
            <a:ext cx="12192000" cy="724543"/>
          </a:xfrm>
          <a:prstGeom prst="rect">
            <a:avLst/>
          </a:prstGeom>
        </p:spPr>
      </p:pic>
      <mc:AlternateContent xmlns:mc="http://schemas.openxmlformats.org/markup-compatibility/2006" xmlns:p14="http://schemas.microsoft.com/office/powerpoint/2010/main">
        <mc:Choice Requires="p14">
          <p:contentPart p14:bwMode="auto" r:id="rId4">
            <p14:nvContentPartPr>
              <p14:cNvPr id="23" name="Ink 22">
                <a:extLst>
                  <a:ext uri="{FF2B5EF4-FFF2-40B4-BE49-F238E27FC236}">
                    <a16:creationId xmlns:a16="http://schemas.microsoft.com/office/drawing/2014/main" id="{3D5DE9D4-C41B-39EB-D3AE-E24CFA409FD6}"/>
                  </a:ext>
                </a:extLst>
              </p14:cNvPr>
              <p14:cNvContentPartPr/>
              <p14:nvPr/>
            </p14:nvContentPartPr>
            <p14:xfrm>
              <a:off x="7904160" y="5669240"/>
              <a:ext cx="360" cy="360"/>
            </p14:xfrm>
          </p:contentPart>
        </mc:Choice>
        <mc:Fallback xmlns="">
          <p:pic>
            <p:nvPicPr>
              <p:cNvPr id="23" name="Ink 22">
                <a:extLst>
                  <a:ext uri="{FF2B5EF4-FFF2-40B4-BE49-F238E27FC236}">
                    <a16:creationId xmlns:a16="http://schemas.microsoft.com/office/drawing/2014/main" id="{3D5DE9D4-C41B-39EB-D3AE-E24CFA409FD6}"/>
                  </a:ext>
                </a:extLst>
              </p:cNvPr>
              <p:cNvPicPr/>
              <p:nvPr/>
            </p:nvPicPr>
            <p:blipFill>
              <a:blip r:embed="rId5"/>
              <a:stretch>
                <a:fillRect/>
              </a:stretch>
            </p:blipFill>
            <p:spPr>
              <a:xfrm>
                <a:off x="7850160" y="5561240"/>
                <a:ext cx="108000" cy="216000"/>
              </a:xfrm>
              <a:prstGeom prst="rect">
                <a:avLst/>
              </a:prstGeom>
            </p:spPr>
          </p:pic>
        </mc:Fallback>
      </mc:AlternateContent>
      <p:pic>
        <p:nvPicPr>
          <p:cNvPr id="7" name="Picture 6">
            <a:extLst>
              <a:ext uri="{FF2B5EF4-FFF2-40B4-BE49-F238E27FC236}">
                <a16:creationId xmlns:a16="http://schemas.microsoft.com/office/drawing/2014/main" id="{DE39B3CA-1930-8E1F-92C7-10EE79F9B0B9}"/>
              </a:ext>
            </a:extLst>
          </p:cNvPr>
          <p:cNvPicPr>
            <a:picLocks noChangeAspect="1"/>
          </p:cNvPicPr>
          <p:nvPr/>
        </p:nvPicPr>
        <p:blipFill>
          <a:blip r:embed="rId6"/>
          <a:stretch>
            <a:fillRect/>
          </a:stretch>
        </p:blipFill>
        <p:spPr>
          <a:xfrm>
            <a:off x="60436" y="590270"/>
            <a:ext cx="11724640" cy="4477552"/>
          </a:xfrm>
          <a:prstGeom prst="rect">
            <a:avLst/>
          </a:prstGeom>
        </p:spPr>
      </p:pic>
      <p:sp>
        <p:nvSpPr>
          <p:cNvPr id="15" name="TextBox 14">
            <a:extLst>
              <a:ext uri="{FF2B5EF4-FFF2-40B4-BE49-F238E27FC236}">
                <a16:creationId xmlns:a16="http://schemas.microsoft.com/office/drawing/2014/main" id="{EA90CFA2-8E81-511D-9094-4E3161700C93}"/>
              </a:ext>
            </a:extLst>
          </p:cNvPr>
          <p:cNvSpPr txBox="1"/>
          <p:nvPr/>
        </p:nvSpPr>
        <p:spPr>
          <a:xfrm>
            <a:off x="807720" y="-11148"/>
            <a:ext cx="10576560" cy="523220"/>
          </a:xfrm>
          <a:prstGeom prst="rect">
            <a:avLst/>
          </a:prstGeom>
          <a:noFill/>
        </p:spPr>
        <p:txBody>
          <a:bodyPr wrap="square">
            <a:spAutoFit/>
          </a:bodyPr>
          <a:lstStyle/>
          <a:p>
            <a:pPr algn="ctr"/>
            <a:r>
              <a:rPr lang="en-US" sz="2800" b="1" dirty="0">
                <a:solidFill>
                  <a:srgbClr val="FF0000"/>
                </a:solidFill>
              </a:rPr>
              <a:t>What motivates a CEO?</a:t>
            </a:r>
          </a:p>
        </p:txBody>
      </p:sp>
    </p:spTree>
    <p:extLst>
      <p:ext uri="{BB962C8B-B14F-4D97-AF65-F5344CB8AC3E}">
        <p14:creationId xmlns:p14="http://schemas.microsoft.com/office/powerpoint/2010/main" val="31183380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106E2-AF56-2DEE-FD74-4F08E2520DC7}"/>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3B4EFB7B-34F7-CD23-BAE6-61554A21105B}"/>
              </a:ext>
            </a:extLst>
          </p:cNvPr>
          <p:cNvPicPr>
            <a:picLocks noChangeAspect="1"/>
          </p:cNvPicPr>
          <p:nvPr/>
        </p:nvPicPr>
        <p:blipFill>
          <a:blip r:embed="rId3"/>
          <a:stretch>
            <a:fillRect/>
          </a:stretch>
        </p:blipFill>
        <p:spPr>
          <a:xfrm>
            <a:off x="0" y="6133457"/>
            <a:ext cx="12192000" cy="724543"/>
          </a:xfrm>
          <a:prstGeom prst="rect">
            <a:avLst/>
          </a:prstGeom>
        </p:spPr>
      </p:pic>
      <mc:AlternateContent xmlns:mc="http://schemas.openxmlformats.org/markup-compatibility/2006" xmlns:p14="http://schemas.microsoft.com/office/powerpoint/2010/main">
        <mc:Choice Requires="p14">
          <p:contentPart p14:bwMode="auto" r:id="rId4">
            <p14:nvContentPartPr>
              <p14:cNvPr id="23" name="Ink 22">
                <a:extLst>
                  <a:ext uri="{FF2B5EF4-FFF2-40B4-BE49-F238E27FC236}">
                    <a16:creationId xmlns:a16="http://schemas.microsoft.com/office/drawing/2014/main" id="{8EBF5B2C-C564-CCF8-D4CC-508F56F0D129}"/>
                  </a:ext>
                </a:extLst>
              </p14:cNvPr>
              <p14:cNvContentPartPr/>
              <p14:nvPr/>
            </p14:nvContentPartPr>
            <p14:xfrm>
              <a:off x="7904160" y="5669240"/>
              <a:ext cx="360" cy="360"/>
            </p14:xfrm>
          </p:contentPart>
        </mc:Choice>
        <mc:Fallback xmlns="">
          <p:pic>
            <p:nvPicPr>
              <p:cNvPr id="23" name="Ink 22">
                <a:extLst>
                  <a:ext uri="{FF2B5EF4-FFF2-40B4-BE49-F238E27FC236}">
                    <a16:creationId xmlns:a16="http://schemas.microsoft.com/office/drawing/2014/main" id="{8EBF5B2C-C564-CCF8-D4CC-508F56F0D129}"/>
                  </a:ext>
                </a:extLst>
              </p:cNvPr>
              <p:cNvPicPr/>
              <p:nvPr/>
            </p:nvPicPr>
            <p:blipFill>
              <a:blip r:embed="rId5"/>
              <a:stretch>
                <a:fillRect/>
              </a:stretch>
            </p:blipFill>
            <p:spPr>
              <a:xfrm>
                <a:off x="7850160" y="5561240"/>
                <a:ext cx="108000" cy="216000"/>
              </a:xfrm>
              <a:prstGeom prst="rect">
                <a:avLst/>
              </a:prstGeom>
            </p:spPr>
          </p:pic>
        </mc:Fallback>
      </mc:AlternateContent>
      <p:sp>
        <p:nvSpPr>
          <p:cNvPr id="15" name="TextBox 14">
            <a:extLst>
              <a:ext uri="{FF2B5EF4-FFF2-40B4-BE49-F238E27FC236}">
                <a16:creationId xmlns:a16="http://schemas.microsoft.com/office/drawing/2014/main" id="{684503B9-C82E-88F7-D40D-1DC86086422A}"/>
              </a:ext>
            </a:extLst>
          </p:cNvPr>
          <p:cNvSpPr txBox="1"/>
          <p:nvPr/>
        </p:nvSpPr>
        <p:spPr>
          <a:xfrm>
            <a:off x="307672" y="0"/>
            <a:ext cx="10576560" cy="523220"/>
          </a:xfrm>
          <a:prstGeom prst="rect">
            <a:avLst/>
          </a:prstGeom>
          <a:noFill/>
        </p:spPr>
        <p:txBody>
          <a:bodyPr wrap="square">
            <a:spAutoFit/>
          </a:bodyPr>
          <a:lstStyle/>
          <a:p>
            <a:pPr algn="ctr"/>
            <a:r>
              <a:rPr lang="en-US" sz="2800" b="1" dirty="0">
                <a:solidFill>
                  <a:srgbClr val="FF0000"/>
                </a:solidFill>
              </a:rPr>
              <a:t>The motivation for variable pay</a:t>
            </a:r>
          </a:p>
        </p:txBody>
      </p:sp>
      <p:pic>
        <p:nvPicPr>
          <p:cNvPr id="3" name="Picture 2">
            <a:extLst>
              <a:ext uri="{FF2B5EF4-FFF2-40B4-BE49-F238E27FC236}">
                <a16:creationId xmlns:a16="http://schemas.microsoft.com/office/drawing/2014/main" id="{8D0A773D-12EA-7D81-B095-94C8E1834433}"/>
              </a:ext>
            </a:extLst>
          </p:cNvPr>
          <p:cNvPicPr>
            <a:picLocks noChangeAspect="1"/>
          </p:cNvPicPr>
          <p:nvPr/>
        </p:nvPicPr>
        <p:blipFill>
          <a:blip r:embed="rId6"/>
          <a:stretch>
            <a:fillRect/>
          </a:stretch>
        </p:blipFill>
        <p:spPr>
          <a:xfrm>
            <a:off x="0" y="523220"/>
            <a:ext cx="11913354" cy="4335812"/>
          </a:xfrm>
          <a:prstGeom prst="rect">
            <a:avLst/>
          </a:prstGeom>
        </p:spPr>
      </p:pic>
      <p:grpSp>
        <p:nvGrpSpPr>
          <p:cNvPr id="9" name="Group 8">
            <a:extLst>
              <a:ext uri="{FF2B5EF4-FFF2-40B4-BE49-F238E27FC236}">
                <a16:creationId xmlns:a16="http://schemas.microsoft.com/office/drawing/2014/main" id="{B1F11D0C-74D7-DFEE-9B2C-E481D6ADB855}"/>
              </a:ext>
            </a:extLst>
          </p:cNvPr>
          <p:cNvGrpSpPr/>
          <p:nvPr/>
        </p:nvGrpSpPr>
        <p:grpSpPr>
          <a:xfrm>
            <a:off x="11775631" y="1852701"/>
            <a:ext cx="16200" cy="302040"/>
            <a:chOff x="11775631" y="1852701"/>
            <a:chExt cx="16200" cy="302040"/>
          </a:xfrm>
        </p:grpSpPr>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6B334876-2F6F-A232-6192-2E4B40121F58}"/>
                    </a:ext>
                  </a:extLst>
                </p14:cNvPr>
                <p14:cNvContentPartPr/>
                <p14:nvPr/>
              </p14:nvContentPartPr>
              <p14:xfrm>
                <a:off x="11791471" y="1852701"/>
                <a:ext cx="360" cy="95040"/>
              </p14:xfrm>
            </p:contentPart>
          </mc:Choice>
          <mc:Fallback xmlns="">
            <p:pic>
              <p:nvPicPr>
                <p:cNvPr id="7" name="Ink 6">
                  <a:extLst>
                    <a:ext uri="{FF2B5EF4-FFF2-40B4-BE49-F238E27FC236}">
                      <a16:creationId xmlns:a16="http://schemas.microsoft.com/office/drawing/2014/main" id="{6B334876-2F6F-A232-6192-2E4B40121F58}"/>
                    </a:ext>
                  </a:extLst>
                </p:cNvPr>
                <p:cNvPicPr/>
                <p:nvPr/>
              </p:nvPicPr>
              <p:blipFill>
                <a:blip r:embed="rId8"/>
                <a:stretch>
                  <a:fillRect/>
                </a:stretch>
              </p:blipFill>
              <p:spPr>
                <a:xfrm>
                  <a:off x="11787151" y="1848381"/>
                  <a:ext cx="900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F22B4BED-5371-430C-4E06-4FD59632223D}"/>
                    </a:ext>
                  </a:extLst>
                </p14:cNvPr>
                <p14:cNvContentPartPr/>
                <p14:nvPr/>
              </p14:nvContentPartPr>
              <p14:xfrm>
                <a:off x="11775631" y="2051421"/>
                <a:ext cx="360" cy="103320"/>
              </p14:xfrm>
            </p:contentPart>
          </mc:Choice>
          <mc:Fallback xmlns="">
            <p:pic>
              <p:nvPicPr>
                <p:cNvPr id="8" name="Ink 7">
                  <a:extLst>
                    <a:ext uri="{FF2B5EF4-FFF2-40B4-BE49-F238E27FC236}">
                      <a16:creationId xmlns:a16="http://schemas.microsoft.com/office/drawing/2014/main" id="{F22B4BED-5371-430C-4E06-4FD59632223D}"/>
                    </a:ext>
                  </a:extLst>
                </p:cNvPr>
                <p:cNvPicPr/>
                <p:nvPr/>
              </p:nvPicPr>
              <p:blipFill>
                <a:blip r:embed="rId10"/>
                <a:stretch>
                  <a:fillRect/>
                </a:stretch>
              </p:blipFill>
              <p:spPr>
                <a:xfrm>
                  <a:off x="11771311" y="2047101"/>
                  <a:ext cx="9000" cy="111960"/>
                </a:xfrm>
                <a:prstGeom prst="rect">
                  <a:avLst/>
                </a:prstGeom>
              </p:spPr>
            </p:pic>
          </mc:Fallback>
        </mc:AlternateContent>
      </p:grpSp>
      <p:grpSp>
        <p:nvGrpSpPr>
          <p:cNvPr id="12" name="Group 11">
            <a:extLst>
              <a:ext uri="{FF2B5EF4-FFF2-40B4-BE49-F238E27FC236}">
                <a16:creationId xmlns:a16="http://schemas.microsoft.com/office/drawing/2014/main" id="{208FBCE2-6779-F124-0805-C66432C0640F}"/>
              </a:ext>
            </a:extLst>
          </p:cNvPr>
          <p:cNvGrpSpPr/>
          <p:nvPr/>
        </p:nvGrpSpPr>
        <p:grpSpPr>
          <a:xfrm>
            <a:off x="11749711" y="2593221"/>
            <a:ext cx="120600" cy="365400"/>
            <a:chOff x="11749711" y="2593221"/>
            <a:chExt cx="120600" cy="365400"/>
          </a:xfrm>
        </p:grpSpPr>
        <mc:AlternateContent xmlns:mc="http://schemas.openxmlformats.org/markup-compatibility/2006" xmlns:p14="http://schemas.microsoft.com/office/powerpoint/2010/main">
          <mc:Choice Requires="p14">
            <p:contentPart p14:bwMode="auto" r:id="rId11">
              <p14:nvContentPartPr>
                <p14:cNvPr id="10" name="Ink 9">
                  <a:extLst>
                    <a:ext uri="{FF2B5EF4-FFF2-40B4-BE49-F238E27FC236}">
                      <a16:creationId xmlns:a16="http://schemas.microsoft.com/office/drawing/2014/main" id="{70ADCD94-912B-A35B-DAD4-A1EB2844695D}"/>
                    </a:ext>
                  </a:extLst>
                </p14:cNvPr>
                <p14:cNvContentPartPr/>
                <p14:nvPr/>
              </p14:nvContentPartPr>
              <p14:xfrm>
                <a:off x="11749711" y="2861061"/>
                <a:ext cx="64800" cy="97560"/>
              </p14:xfrm>
            </p:contentPart>
          </mc:Choice>
          <mc:Fallback xmlns="">
            <p:pic>
              <p:nvPicPr>
                <p:cNvPr id="10" name="Ink 9">
                  <a:extLst>
                    <a:ext uri="{FF2B5EF4-FFF2-40B4-BE49-F238E27FC236}">
                      <a16:creationId xmlns:a16="http://schemas.microsoft.com/office/drawing/2014/main" id="{70ADCD94-912B-A35B-DAD4-A1EB2844695D}"/>
                    </a:ext>
                  </a:extLst>
                </p:cNvPr>
                <p:cNvPicPr/>
                <p:nvPr/>
              </p:nvPicPr>
              <p:blipFill>
                <a:blip r:embed="rId12"/>
                <a:stretch>
                  <a:fillRect/>
                </a:stretch>
              </p:blipFill>
              <p:spPr>
                <a:xfrm>
                  <a:off x="11745391" y="2856741"/>
                  <a:ext cx="7344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1" name="Ink 10">
                  <a:extLst>
                    <a:ext uri="{FF2B5EF4-FFF2-40B4-BE49-F238E27FC236}">
                      <a16:creationId xmlns:a16="http://schemas.microsoft.com/office/drawing/2014/main" id="{8A115248-1EC3-ABAB-ACFC-AC69FD6E2679}"/>
                    </a:ext>
                  </a:extLst>
                </p14:cNvPr>
                <p14:cNvContentPartPr/>
                <p14:nvPr/>
              </p14:nvContentPartPr>
              <p14:xfrm>
                <a:off x="11759791" y="2593221"/>
                <a:ext cx="110520" cy="182880"/>
              </p14:xfrm>
            </p:contentPart>
          </mc:Choice>
          <mc:Fallback xmlns="">
            <p:pic>
              <p:nvPicPr>
                <p:cNvPr id="11" name="Ink 10">
                  <a:extLst>
                    <a:ext uri="{FF2B5EF4-FFF2-40B4-BE49-F238E27FC236}">
                      <a16:creationId xmlns:a16="http://schemas.microsoft.com/office/drawing/2014/main" id="{8A115248-1EC3-ABAB-ACFC-AC69FD6E2679}"/>
                    </a:ext>
                  </a:extLst>
                </p:cNvPr>
                <p:cNvPicPr/>
                <p:nvPr/>
              </p:nvPicPr>
              <p:blipFill>
                <a:blip r:embed="rId14"/>
                <a:stretch>
                  <a:fillRect/>
                </a:stretch>
              </p:blipFill>
              <p:spPr>
                <a:xfrm>
                  <a:off x="11755471" y="2588901"/>
                  <a:ext cx="119160" cy="191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
            <p14:nvContentPartPr>
              <p14:cNvPr id="13" name="Ink 12">
                <a:extLst>
                  <a:ext uri="{FF2B5EF4-FFF2-40B4-BE49-F238E27FC236}">
                    <a16:creationId xmlns:a16="http://schemas.microsoft.com/office/drawing/2014/main" id="{DB272189-FAD6-1EF4-7580-BD3BD39968FB}"/>
                  </a:ext>
                </a:extLst>
              </p14:cNvPr>
              <p14:cNvContentPartPr/>
              <p14:nvPr/>
            </p14:nvContentPartPr>
            <p14:xfrm>
              <a:off x="262111" y="2671341"/>
              <a:ext cx="11497680" cy="72360"/>
            </p14:xfrm>
          </p:contentPart>
        </mc:Choice>
        <mc:Fallback xmlns="">
          <p:pic>
            <p:nvPicPr>
              <p:cNvPr id="13" name="Ink 12">
                <a:extLst>
                  <a:ext uri="{FF2B5EF4-FFF2-40B4-BE49-F238E27FC236}">
                    <a16:creationId xmlns:a16="http://schemas.microsoft.com/office/drawing/2014/main" id="{DB272189-FAD6-1EF4-7580-BD3BD39968FB}"/>
                  </a:ext>
                </a:extLst>
              </p:cNvPr>
              <p:cNvPicPr/>
              <p:nvPr/>
            </p:nvPicPr>
            <p:blipFill>
              <a:blip r:embed="rId16"/>
              <a:stretch>
                <a:fillRect/>
              </a:stretch>
            </p:blipFill>
            <p:spPr>
              <a:xfrm>
                <a:off x="208111" y="2563341"/>
                <a:ext cx="11605320" cy="288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4" name="Ink 13">
                <a:extLst>
                  <a:ext uri="{FF2B5EF4-FFF2-40B4-BE49-F238E27FC236}">
                    <a16:creationId xmlns:a16="http://schemas.microsoft.com/office/drawing/2014/main" id="{F4ABD11E-053A-87BD-38E0-0A41E9ABE793}"/>
                  </a:ext>
                </a:extLst>
              </p14:cNvPr>
              <p14:cNvContentPartPr/>
              <p14:nvPr/>
            </p14:nvContentPartPr>
            <p14:xfrm>
              <a:off x="254191" y="2241501"/>
              <a:ext cx="11466000" cy="120600"/>
            </p14:xfrm>
          </p:contentPart>
        </mc:Choice>
        <mc:Fallback xmlns="">
          <p:pic>
            <p:nvPicPr>
              <p:cNvPr id="14" name="Ink 13">
                <a:extLst>
                  <a:ext uri="{FF2B5EF4-FFF2-40B4-BE49-F238E27FC236}">
                    <a16:creationId xmlns:a16="http://schemas.microsoft.com/office/drawing/2014/main" id="{F4ABD11E-053A-87BD-38E0-0A41E9ABE793}"/>
                  </a:ext>
                </a:extLst>
              </p:cNvPr>
              <p:cNvPicPr/>
              <p:nvPr/>
            </p:nvPicPr>
            <p:blipFill>
              <a:blip r:embed="rId18"/>
              <a:stretch>
                <a:fillRect/>
              </a:stretch>
            </p:blipFill>
            <p:spPr>
              <a:xfrm>
                <a:off x="200551" y="2133501"/>
                <a:ext cx="11573640" cy="3362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6" name="Ink 15">
                <a:extLst>
                  <a:ext uri="{FF2B5EF4-FFF2-40B4-BE49-F238E27FC236}">
                    <a16:creationId xmlns:a16="http://schemas.microsoft.com/office/drawing/2014/main" id="{66881000-F93E-66A0-6835-18894BCA70B0}"/>
                  </a:ext>
                </a:extLst>
              </p14:cNvPr>
              <p14:cNvContentPartPr/>
              <p14:nvPr/>
            </p14:nvContentPartPr>
            <p14:xfrm>
              <a:off x="87151" y="1828221"/>
              <a:ext cx="11657160" cy="80280"/>
            </p14:xfrm>
          </p:contentPart>
        </mc:Choice>
        <mc:Fallback xmlns="">
          <p:pic>
            <p:nvPicPr>
              <p:cNvPr id="16" name="Ink 15">
                <a:extLst>
                  <a:ext uri="{FF2B5EF4-FFF2-40B4-BE49-F238E27FC236}">
                    <a16:creationId xmlns:a16="http://schemas.microsoft.com/office/drawing/2014/main" id="{66881000-F93E-66A0-6835-18894BCA70B0}"/>
                  </a:ext>
                </a:extLst>
              </p:cNvPr>
              <p:cNvPicPr/>
              <p:nvPr/>
            </p:nvPicPr>
            <p:blipFill>
              <a:blip r:embed="rId20"/>
              <a:stretch>
                <a:fillRect/>
              </a:stretch>
            </p:blipFill>
            <p:spPr>
              <a:xfrm>
                <a:off x="33151" y="1720581"/>
                <a:ext cx="11764800" cy="2959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7" name="Ink 16">
                <a:extLst>
                  <a:ext uri="{FF2B5EF4-FFF2-40B4-BE49-F238E27FC236}">
                    <a16:creationId xmlns:a16="http://schemas.microsoft.com/office/drawing/2014/main" id="{6FACEA6F-48A5-088E-BDBE-086D7851542C}"/>
                  </a:ext>
                </a:extLst>
              </p14:cNvPr>
              <p14:cNvContentPartPr/>
              <p14:nvPr/>
            </p14:nvContentPartPr>
            <p14:xfrm>
              <a:off x="278311" y="3115941"/>
              <a:ext cx="5329800" cy="81360"/>
            </p14:xfrm>
          </p:contentPart>
        </mc:Choice>
        <mc:Fallback xmlns="">
          <p:pic>
            <p:nvPicPr>
              <p:cNvPr id="17" name="Ink 16">
                <a:extLst>
                  <a:ext uri="{FF2B5EF4-FFF2-40B4-BE49-F238E27FC236}">
                    <a16:creationId xmlns:a16="http://schemas.microsoft.com/office/drawing/2014/main" id="{6FACEA6F-48A5-088E-BDBE-086D7851542C}"/>
                  </a:ext>
                </a:extLst>
              </p:cNvPr>
              <p:cNvPicPr/>
              <p:nvPr/>
            </p:nvPicPr>
            <p:blipFill>
              <a:blip r:embed="rId22"/>
              <a:stretch>
                <a:fillRect/>
              </a:stretch>
            </p:blipFill>
            <p:spPr>
              <a:xfrm>
                <a:off x="273991" y="3111621"/>
                <a:ext cx="5338440" cy="90000"/>
              </a:xfrm>
              <a:prstGeom prst="rect">
                <a:avLst/>
              </a:prstGeom>
            </p:spPr>
          </p:pic>
        </mc:Fallback>
      </mc:AlternateContent>
    </p:spTree>
    <p:extLst>
      <p:ext uri="{BB962C8B-B14F-4D97-AF65-F5344CB8AC3E}">
        <p14:creationId xmlns:p14="http://schemas.microsoft.com/office/powerpoint/2010/main" val="11613027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D34B8-122F-5CE3-7C33-0040E8FBBB6C}"/>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B0541E97-2169-5FEA-CA59-F15D516AE4FE}"/>
              </a:ext>
            </a:extLst>
          </p:cNvPr>
          <p:cNvPicPr>
            <a:picLocks noChangeAspect="1"/>
          </p:cNvPicPr>
          <p:nvPr/>
        </p:nvPicPr>
        <p:blipFill>
          <a:blip r:embed="rId3"/>
          <a:stretch>
            <a:fillRect/>
          </a:stretch>
        </p:blipFill>
        <p:spPr>
          <a:xfrm>
            <a:off x="0" y="6133457"/>
            <a:ext cx="12192000" cy="724543"/>
          </a:xfrm>
          <a:prstGeom prst="rect">
            <a:avLst/>
          </a:prstGeom>
        </p:spPr>
      </p:pic>
      <mc:AlternateContent xmlns:mc="http://schemas.openxmlformats.org/markup-compatibility/2006" xmlns:p14="http://schemas.microsoft.com/office/powerpoint/2010/main">
        <mc:Choice Requires="p14">
          <p:contentPart p14:bwMode="auto" r:id="rId4">
            <p14:nvContentPartPr>
              <p14:cNvPr id="23" name="Ink 22">
                <a:extLst>
                  <a:ext uri="{FF2B5EF4-FFF2-40B4-BE49-F238E27FC236}">
                    <a16:creationId xmlns:a16="http://schemas.microsoft.com/office/drawing/2014/main" id="{2E554EAB-3000-E67A-E00D-97CAB3D23E3C}"/>
                  </a:ext>
                </a:extLst>
              </p14:cNvPr>
              <p14:cNvContentPartPr/>
              <p14:nvPr/>
            </p14:nvContentPartPr>
            <p14:xfrm>
              <a:off x="7904160" y="5669240"/>
              <a:ext cx="360" cy="360"/>
            </p14:xfrm>
          </p:contentPart>
        </mc:Choice>
        <mc:Fallback xmlns="">
          <p:pic>
            <p:nvPicPr>
              <p:cNvPr id="23" name="Ink 22">
                <a:extLst>
                  <a:ext uri="{FF2B5EF4-FFF2-40B4-BE49-F238E27FC236}">
                    <a16:creationId xmlns:a16="http://schemas.microsoft.com/office/drawing/2014/main" id="{2E554EAB-3000-E67A-E00D-97CAB3D23E3C}"/>
                  </a:ext>
                </a:extLst>
              </p:cNvPr>
              <p:cNvPicPr/>
              <p:nvPr/>
            </p:nvPicPr>
            <p:blipFill>
              <a:blip r:embed="rId5"/>
              <a:stretch>
                <a:fillRect/>
              </a:stretch>
            </p:blipFill>
            <p:spPr>
              <a:xfrm>
                <a:off x="7850160" y="5561240"/>
                <a:ext cx="108000" cy="216000"/>
              </a:xfrm>
              <a:prstGeom prst="rect">
                <a:avLst/>
              </a:prstGeom>
            </p:spPr>
          </p:pic>
        </mc:Fallback>
      </mc:AlternateContent>
      <p:sp>
        <p:nvSpPr>
          <p:cNvPr id="15" name="TextBox 14">
            <a:extLst>
              <a:ext uri="{FF2B5EF4-FFF2-40B4-BE49-F238E27FC236}">
                <a16:creationId xmlns:a16="http://schemas.microsoft.com/office/drawing/2014/main" id="{745575E6-872B-1447-3183-AED9209E4AB8}"/>
              </a:ext>
            </a:extLst>
          </p:cNvPr>
          <p:cNvSpPr txBox="1"/>
          <p:nvPr/>
        </p:nvSpPr>
        <p:spPr>
          <a:xfrm>
            <a:off x="157480" y="335110"/>
            <a:ext cx="10576560" cy="523220"/>
          </a:xfrm>
          <a:prstGeom prst="rect">
            <a:avLst/>
          </a:prstGeom>
          <a:noFill/>
        </p:spPr>
        <p:txBody>
          <a:bodyPr wrap="square">
            <a:spAutoFit/>
          </a:bodyPr>
          <a:lstStyle/>
          <a:p>
            <a:pPr algn="ctr"/>
            <a:r>
              <a:rPr lang="en-US" sz="2800" b="1" dirty="0">
                <a:solidFill>
                  <a:srgbClr val="FF0000"/>
                </a:solidFill>
              </a:rPr>
              <a:t>The determinants of variable pay</a:t>
            </a:r>
          </a:p>
        </p:txBody>
      </p:sp>
      <p:pic>
        <p:nvPicPr>
          <p:cNvPr id="4" name="Picture 3">
            <a:extLst>
              <a:ext uri="{FF2B5EF4-FFF2-40B4-BE49-F238E27FC236}">
                <a16:creationId xmlns:a16="http://schemas.microsoft.com/office/drawing/2014/main" id="{5F4D3C72-74DB-29DC-1C01-325A0D5F5925}"/>
              </a:ext>
            </a:extLst>
          </p:cNvPr>
          <p:cNvPicPr>
            <a:picLocks noChangeAspect="1"/>
          </p:cNvPicPr>
          <p:nvPr/>
        </p:nvPicPr>
        <p:blipFill>
          <a:blip r:embed="rId6"/>
          <a:stretch>
            <a:fillRect/>
          </a:stretch>
        </p:blipFill>
        <p:spPr>
          <a:xfrm>
            <a:off x="274312" y="957913"/>
            <a:ext cx="11572588" cy="4710967"/>
          </a:xfrm>
          <a:prstGeom prst="rect">
            <a:avLst/>
          </a:prstGeom>
        </p:spPr>
      </p:pic>
      <mc:AlternateContent xmlns:mc="http://schemas.openxmlformats.org/markup-compatibility/2006" xmlns:p14="http://schemas.microsoft.com/office/powerpoint/2010/main">
        <mc:Choice Requires="p14">
          <p:contentPart p14:bwMode="auto" r:id="rId7">
            <p14:nvContentPartPr>
              <p14:cNvPr id="5" name="Ink 4">
                <a:extLst>
                  <a:ext uri="{FF2B5EF4-FFF2-40B4-BE49-F238E27FC236}">
                    <a16:creationId xmlns:a16="http://schemas.microsoft.com/office/drawing/2014/main" id="{B516C2DC-4F36-17F3-5B53-36E75DCB7079}"/>
                  </a:ext>
                </a:extLst>
              </p14:cNvPr>
              <p14:cNvContentPartPr/>
              <p14:nvPr/>
            </p14:nvContentPartPr>
            <p14:xfrm>
              <a:off x="484591" y="4403035"/>
              <a:ext cx="1311480" cy="73800"/>
            </p14:xfrm>
          </p:contentPart>
        </mc:Choice>
        <mc:Fallback xmlns="">
          <p:pic>
            <p:nvPicPr>
              <p:cNvPr id="5" name="Ink 4">
                <a:extLst>
                  <a:ext uri="{FF2B5EF4-FFF2-40B4-BE49-F238E27FC236}">
                    <a16:creationId xmlns:a16="http://schemas.microsoft.com/office/drawing/2014/main" id="{B516C2DC-4F36-17F3-5B53-36E75DCB7079}"/>
                  </a:ext>
                </a:extLst>
              </p:cNvPr>
              <p:cNvPicPr/>
              <p:nvPr/>
            </p:nvPicPr>
            <p:blipFill>
              <a:blip r:embed="rId8"/>
              <a:stretch>
                <a:fillRect/>
              </a:stretch>
            </p:blipFill>
            <p:spPr>
              <a:xfrm>
                <a:off x="480271" y="4398715"/>
                <a:ext cx="132012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6" name="Ink 5">
                <a:extLst>
                  <a:ext uri="{FF2B5EF4-FFF2-40B4-BE49-F238E27FC236}">
                    <a16:creationId xmlns:a16="http://schemas.microsoft.com/office/drawing/2014/main" id="{859EAD80-E0E6-6AB9-E999-AAF91DB9E259}"/>
                  </a:ext>
                </a:extLst>
              </p14:cNvPr>
              <p14:cNvContentPartPr/>
              <p14:nvPr/>
            </p14:nvContentPartPr>
            <p14:xfrm>
              <a:off x="444991" y="4746115"/>
              <a:ext cx="1639080" cy="56880"/>
            </p14:xfrm>
          </p:contentPart>
        </mc:Choice>
        <mc:Fallback xmlns="">
          <p:pic>
            <p:nvPicPr>
              <p:cNvPr id="6" name="Ink 5">
                <a:extLst>
                  <a:ext uri="{FF2B5EF4-FFF2-40B4-BE49-F238E27FC236}">
                    <a16:creationId xmlns:a16="http://schemas.microsoft.com/office/drawing/2014/main" id="{859EAD80-E0E6-6AB9-E999-AAF91DB9E259}"/>
                  </a:ext>
                </a:extLst>
              </p:cNvPr>
              <p:cNvPicPr/>
              <p:nvPr/>
            </p:nvPicPr>
            <p:blipFill>
              <a:blip r:embed="rId10"/>
              <a:stretch>
                <a:fillRect/>
              </a:stretch>
            </p:blipFill>
            <p:spPr>
              <a:xfrm>
                <a:off x="440671" y="4741795"/>
                <a:ext cx="1647720"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7" name="Ink 6">
                <a:extLst>
                  <a:ext uri="{FF2B5EF4-FFF2-40B4-BE49-F238E27FC236}">
                    <a16:creationId xmlns:a16="http://schemas.microsoft.com/office/drawing/2014/main" id="{5F076EA6-0FDD-F84C-457E-7BB20DE1A606}"/>
                  </a:ext>
                </a:extLst>
              </p14:cNvPr>
              <p14:cNvContentPartPr/>
              <p14:nvPr/>
            </p14:nvContentPartPr>
            <p14:xfrm>
              <a:off x="405391" y="2321515"/>
              <a:ext cx="2885760" cy="104040"/>
            </p14:xfrm>
          </p:contentPart>
        </mc:Choice>
        <mc:Fallback xmlns="">
          <p:pic>
            <p:nvPicPr>
              <p:cNvPr id="7" name="Ink 6">
                <a:extLst>
                  <a:ext uri="{FF2B5EF4-FFF2-40B4-BE49-F238E27FC236}">
                    <a16:creationId xmlns:a16="http://schemas.microsoft.com/office/drawing/2014/main" id="{5F076EA6-0FDD-F84C-457E-7BB20DE1A606}"/>
                  </a:ext>
                </a:extLst>
              </p:cNvPr>
              <p:cNvPicPr/>
              <p:nvPr/>
            </p:nvPicPr>
            <p:blipFill>
              <a:blip r:embed="rId12"/>
              <a:stretch>
                <a:fillRect/>
              </a:stretch>
            </p:blipFill>
            <p:spPr>
              <a:xfrm>
                <a:off x="351391" y="2213515"/>
                <a:ext cx="2993400" cy="3196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8" name="Ink 7">
                <a:extLst>
                  <a:ext uri="{FF2B5EF4-FFF2-40B4-BE49-F238E27FC236}">
                    <a16:creationId xmlns:a16="http://schemas.microsoft.com/office/drawing/2014/main" id="{EE7E7705-9494-48AD-22EA-C6EFA41420C6}"/>
                  </a:ext>
                </a:extLst>
              </p14:cNvPr>
              <p14:cNvContentPartPr/>
              <p14:nvPr/>
            </p14:nvContentPartPr>
            <p14:xfrm>
              <a:off x="429151" y="2384515"/>
              <a:ext cx="3020760" cy="41400"/>
            </p14:xfrm>
          </p:contentPart>
        </mc:Choice>
        <mc:Fallback xmlns="">
          <p:pic>
            <p:nvPicPr>
              <p:cNvPr id="8" name="Ink 7">
                <a:extLst>
                  <a:ext uri="{FF2B5EF4-FFF2-40B4-BE49-F238E27FC236}">
                    <a16:creationId xmlns:a16="http://schemas.microsoft.com/office/drawing/2014/main" id="{EE7E7705-9494-48AD-22EA-C6EFA41420C6}"/>
                  </a:ext>
                </a:extLst>
              </p:cNvPr>
              <p:cNvPicPr/>
              <p:nvPr/>
            </p:nvPicPr>
            <p:blipFill>
              <a:blip r:embed="rId14"/>
              <a:stretch>
                <a:fillRect/>
              </a:stretch>
            </p:blipFill>
            <p:spPr>
              <a:xfrm>
                <a:off x="375511" y="2276875"/>
                <a:ext cx="3128400" cy="2570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9" name="Ink 8">
                <a:extLst>
                  <a:ext uri="{FF2B5EF4-FFF2-40B4-BE49-F238E27FC236}">
                    <a16:creationId xmlns:a16="http://schemas.microsoft.com/office/drawing/2014/main" id="{9D691859-6BD6-3D6B-CDCD-D2FB1F9C87FD}"/>
                  </a:ext>
                </a:extLst>
              </p14:cNvPr>
              <p14:cNvContentPartPr/>
              <p14:nvPr/>
            </p14:nvContentPartPr>
            <p14:xfrm>
              <a:off x="477031" y="2813995"/>
              <a:ext cx="2639520" cy="112680"/>
            </p14:xfrm>
          </p:contentPart>
        </mc:Choice>
        <mc:Fallback xmlns="">
          <p:pic>
            <p:nvPicPr>
              <p:cNvPr id="9" name="Ink 8">
                <a:extLst>
                  <a:ext uri="{FF2B5EF4-FFF2-40B4-BE49-F238E27FC236}">
                    <a16:creationId xmlns:a16="http://schemas.microsoft.com/office/drawing/2014/main" id="{9D691859-6BD6-3D6B-CDCD-D2FB1F9C87FD}"/>
                  </a:ext>
                </a:extLst>
              </p:cNvPr>
              <p:cNvPicPr/>
              <p:nvPr/>
            </p:nvPicPr>
            <p:blipFill>
              <a:blip r:embed="rId16"/>
              <a:stretch>
                <a:fillRect/>
              </a:stretch>
            </p:blipFill>
            <p:spPr>
              <a:xfrm>
                <a:off x="423031" y="2705995"/>
                <a:ext cx="2747160" cy="3283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0" name="Ink 9">
                <a:extLst>
                  <a:ext uri="{FF2B5EF4-FFF2-40B4-BE49-F238E27FC236}">
                    <a16:creationId xmlns:a16="http://schemas.microsoft.com/office/drawing/2014/main" id="{451F6E06-1E82-1929-FBA9-42DAA37ADF79}"/>
                  </a:ext>
                </a:extLst>
              </p14:cNvPr>
              <p14:cNvContentPartPr/>
              <p14:nvPr/>
            </p14:nvContentPartPr>
            <p14:xfrm>
              <a:off x="444991" y="3053035"/>
              <a:ext cx="3521880" cy="120600"/>
            </p14:xfrm>
          </p:contentPart>
        </mc:Choice>
        <mc:Fallback xmlns="">
          <p:pic>
            <p:nvPicPr>
              <p:cNvPr id="10" name="Ink 9">
                <a:extLst>
                  <a:ext uri="{FF2B5EF4-FFF2-40B4-BE49-F238E27FC236}">
                    <a16:creationId xmlns:a16="http://schemas.microsoft.com/office/drawing/2014/main" id="{451F6E06-1E82-1929-FBA9-42DAA37ADF79}"/>
                  </a:ext>
                </a:extLst>
              </p:cNvPr>
              <p:cNvPicPr/>
              <p:nvPr/>
            </p:nvPicPr>
            <p:blipFill>
              <a:blip r:embed="rId18"/>
              <a:stretch>
                <a:fillRect/>
              </a:stretch>
            </p:blipFill>
            <p:spPr>
              <a:xfrm>
                <a:off x="391351" y="2945035"/>
                <a:ext cx="3629520" cy="336240"/>
              </a:xfrm>
              <a:prstGeom prst="rect">
                <a:avLst/>
              </a:prstGeom>
            </p:spPr>
          </p:pic>
        </mc:Fallback>
      </mc:AlternateContent>
    </p:spTree>
    <p:extLst>
      <p:ext uri="{BB962C8B-B14F-4D97-AF65-F5344CB8AC3E}">
        <p14:creationId xmlns:p14="http://schemas.microsoft.com/office/powerpoint/2010/main" val="1215851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E1CE5-867C-2CF0-2850-2AE4E534703F}"/>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55F63205-B3F7-190A-66A5-D46D039375DB}"/>
              </a:ext>
            </a:extLst>
          </p:cNvPr>
          <p:cNvPicPr>
            <a:picLocks noChangeAspect="1"/>
          </p:cNvPicPr>
          <p:nvPr/>
        </p:nvPicPr>
        <p:blipFill>
          <a:blip r:embed="rId3"/>
          <a:stretch>
            <a:fillRect/>
          </a:stretch>
        </p:blipFill>
        <p:spPr>
          <a:xfrm>
            <a:off x="0" y="6133457"/>
            <a:ext cx="12192000" cy="724543"/>
          </a:xfrm>
          <a:prstGeom prst="rect">
            <a:avLst/>
          </a:prstGeom>
        </p:spPr>
      </p:pic>
      <mc:AlternateContent xmlns:mc="http://schemas.openxmlformats.org/markup-compatibility/2006" xmlns:p14="http://schemas.microsoft.com/office/powerpoint/2010/main">
        <mc:Choice Requires="p14">
          <p:contentPart p14:bwMode="auto" r:id="rId4">
            <p14:nvContentPartPr>
              <p14:cNvPr id="23" name="Ink 22">
                <a:extLst>
                  <a:ext uri="{FF2B5EF4-FFF2-40B4-BE49-F238E27FC236}">
                    <a16:creationId xmlns:a16="http://schemas.microsoft.com/office/drawing/2014/main" id="{B2FFDA45-048B-7DFD-D936-24D1380FD438}"/>
                  </a:ext>
                </a:extLst>
              </p14:cNvPr>
              <p14:cNvContentPartPr/>
              <p14:nvPr/>
            </p14:nvContentPartPr>
            <p14:xfrm>
              <a:off x="7904160" y="5669240"/>
              <a:ext cx="360" cy="360"/>
            </p14:xfrm>
          </p:contentPart>
        </mc:Choice>
        <mc:Fallback xmlns="">
          <p:pic>
            <p:nvPicPr>
              <p:cNvPr id="23" name="Ink 22">
                <a:extLst>
                  <a:ext uri="{FF2B5EF4-FFF2-40B4-BE49-F238E27FC236}">
                    <a16:creationId xmlns:a16="http://schemas.microsoft.com/office/drawing/2014/main" id="{B2FFDA45-048B-7DFD-D936-24D1380FD438}"/>
                  </a:ext>
                </a:extLst>
              </p:cNvPr>
              <p:cNvPicPr/>
              <p:nvPr/>
            </p:nvPicPr>
            <p:blipFill>
              <a:blip r:embed="rId5"/>
              <a:stretch>
                <a:fillRect/>
              </a:stretch>
            </p:blipFill>
            <p:spPr>
              <a:xfrm>
                <a:off x="7850160" y="5561240"/>
                <a:ext cx="108000" cy="216000"/>
              </a:xfrm>
              <a:prstGeom prst="rect">
                <a:avLst/>
              </a:prstGeom>
            </p:spPr>
          </p:pic>
        </mc:Fallback>
      </mc:AlternateContent>
      <p:sp>
        <p:nvSpPr>
          <p:cNvPr id="15" name="TextBox 14">
            <a:extLst>
              <a:ext uri="{FF2B5EF4-FFF2-40B4-BE49-F238E27FC236}">
                <a16:creationId xmlns:a16="http://schemas.microsoft.com/office/drawing/2014/main" id="{A027C31F-EF98-486C-6866-687061B1979D}"/>
              </a:ext>
            </a:extLst>
          </p:cNvPr>
          <p:cNvSpPr txBox="1"/>
          <p:nvPr/>
        </p:nvSpPr>
        <p:spPr>
          <a:xfrm>
            <a:off x="96520" y="323796"/>
            <a:ext cx="10576560" cy="523220"/>
          </a:xfrm>
          <a:prstGeom prst="rect">
            <a:avLst/>
          </a:prstGeom>
          <a:noFill/>
        </p:spPr>
        <p:txBody>
          <a:bodyPr wrap="square">
            <a:spAutoFit/>
          </a:bodyPr>
          <a:lstStyle/>
          <a:p>
            <a:pPr algn="ctr"/>
            <a:r>
              <a:rPr lang="en-US" sz="2800" b="1" dirty="0">
                <a:solidFill>
                  <a:srgbClr val="FF0000"/>
                </a:solidFill>
              </a:rPr>
              <a:t>Long-term incentives</a:t>
            </a:r>
          </a:p>
        </p:txBody>
      </p:sp>
      <p:pic>
        <p:nvPicPr>
          <p:cNvPr id="3" name="Picture 2">
            <a:extLst>
              <a:ext uri="{FF2B5EF4-FFF2-40B4-BE49-F238E27FC236}">
                <a16:creationId xmlns:a16="http://schemas.microsoft.com/office/drawing/2014/main" id="{EFA575F8-0F60-D305-9062-53FB2A36DBC0}"/>
              </a:ext>
            </a:extLst>
          </p:cNvPr>
          <p:cNvPicPr>
            <a:picLocks noChangeAspect="1"/>
          </p:cNvPicPr>
          <p:nvPr/>
        </p:nvPicPr>
        <p:blipFill>
          <a:blip r:embed="rId6"/>
          <a:stretch>
            <a:fillRect/>
          </a:stretch>
        </p:blipFill>
        <p:spPr>
          <a:xfrm>
            <a:off x="96520" y="849300"/>
            <a:ext cx="11703240" cy="3691183"/>
          </a:xfrm>
          <a:prstGeom prst="rect">
            <a:avLst/>
          </a:prstGeom>
        </p:spPr>
      </p:pic>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2256E8D1-77D6-25F6-C12E-F5AA433130D0}"/>
                  </a:ext>
                </a:extLst>
              </p14:cNvPr>
              <p14:cNvContentPartPr/>
              <p14:nvPr/>
            </p14:nvContentPartPr>
            <p14:xfrm>
              <a:off x="325940" y="3593317"/>
              <a:ext cx="2448360" cy="56160"/>
            </p14:xfrm>
          </p:contentPart>
        </mc:Choice>
        <mc:Fallback xmlns="">
          <p:pic>
            <p:nvPicPr>
              <p:cNvPr id="4" name="Ink 3">
                <a:extLst>
                  <a:ext uri="{FF2B5EF4-FFF2-40B4-BE49-F238E27FC236}">
                    <a16:creationId xmlns:a16="http://schemas.microsoft.com/office/drawing/2014/main" id="{2256E8D1-77D6-25F6-C12E-F5AA433130D0}"/>
                  </a:ext>
                </a:extLst>
              </p:cNvPr>
              <p:cNvPicPr/>
              <p:nvPr/>
            </p:nvPicPr>
            <p:blipFill>
              <a:blip r:embed="rId8"/>
              <a:stretch>
                <a:fillRect/>
              </a:stretch>
            </p:blipFill>
            <p:spPr>
              <a:xfrm>
                <a:off x="272300" y="3485677"/>
                <a:ext cx="2556000" cy="2718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 name="Ink 4">
                <a:extLst>
                  <a:ext uri="{FF2B5EF4-FFF2-40B4-BE49-F238E27FC236}">
                    <a16:creationId xmlns:a16="http://schemas.microsoft.com/office/drawing/2014/main" id="{5F93D52C-49C1-3398-2314-FB5E4DC10F0D}"/>
                  </a:ext>
                </a:extLst>
              </p14:cNvPr>
              <p14:cNvContentPartPr/>
              <p14:nvPr/>
            </p14:nvContentPartPr>
            <p14:xfrm>
              <a:off x="294151" y="2273541"/>
              <a:ext cx="2702880" cy="32400"/>
            </p14:xfrm>
          </p:contentPart>
        </mc:Choice>
        <mc:Fallback xmlns="">
          <p:pic>
            <p:nvPicPr>
              <p:cNvPr id="5" name="Ink 4">
                <a:extLst>
                  <a:ext uri="{FF2B5EF4-FFF2-40B4-BE49-F238E27FC236}">
                    <a16:creationId xmlns:a16="http://schemas.microsoft.com/office/drawing/2014/main" id="{5F93D52C-49C1-3398-2314-FB5E4DC10F0D}"/>
                  </a:ext>
                </a:extLst>
              </p:cNvPr>
              <p:cNvPicPr/>
              <p:nvPr/>
            </p:nvPicPr>
            <p:blipFill>
              <a:blip r:embed="rId10"/>
              <a:stretch>
                <a:fillRect/>
              </a:stretch>
            </p:blipFill>
            <p:spPr>
              <a:xfrm>
                <a:off x="240151" y="2165541"/>
                <a:ext cx="281052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6" name="Ink 5">
                <a:extLst>
                  <a:ext uri="{FF2B5EF4-FFF2-40B4-BE49-F238E27FC236}">
                    <a16:creationId xmlns:a16="http://schemas.microsoft.com/office/drawing/2014/main" id="{40EBD2BF-BBCF-688B-59A9-67641A91B376}"/>
                  </a:ext>
                </a:extLst>
              </p14:cNvPr>
              <p14:cNvContentPartPr/>
              <p14:nvPr/>
            </p14:nvContentPartPr>
            <p14:xfrm>
              <a:off x="349951" y="2742261"/>
              <a:ext cx="4488840" cy="65160"/>
            </p14:xfrm>
          </p:contentPart>
        </mc:Choice>
        <mc:Fallback xmlns="">
          <p:pic>
            <p:nvPicPr>
              <p:cNvPr id="6" name="Ink 5">
                <a:extLst>
                  <a:ext uri="{FF2B5EF4-FFF2-40B4-BE49-F238E27FC236}">
                    <a16:creationId xmlns:a16="http://schemas.microsoft.com/office/drawing/2014/main" id="{40EBD2BF-BBCF-688B-59A9-67641A91B376}"/>
                  </a:ext>
                </a:extLst>
              </p:cNvPr>
              <p:cNvPicPr/>
              <p:nvPr/>
            </p:nvPicPr>
            <p:blipFill>
              <a:blip r:embed="rId12"/>
              <a:stretch>
                <a:fillRect/>
              </a:stretch>
            </p:blipFill>
            <p:spPr>
              <a:xfrm>
                <a:off x="295951" y="2634261"/>
                <a:ext cx="4596480" cy="2808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7" name="Ink 6">
                <a:extLst>
                  <a:ext uri="{FF2B5EF4-FFF2-40B4-BE49-F238E27FC236}">
                    <a16:creationId xmlns:a16="http://schemas.microsoft.com/office/drawing/2014/main" id="{89710BF7-F3FB-46AF-2464-AE5F59C77F34}"/>
                  </a:ext>
                </a:extLst>
              </p14:cNvPr>
              <p14:cNvContentPartPr/>
              <p14:nvPr/>
            </p14:nvContentPartPr>
            <p14:xfrm>
              <a:off x="373351" y="3163821"/>
              <a:ext cx="3426840" cy="41400"/>
            </p14:xfrm>
          </p:contentPart>
        </mc:Choice>
        <mc:Fallback xmlns="">
          <p:pic>
            <p:nvPicPr>
              <p:cNvPr id="7" name="Ink 6">
                <a:extLst>
                  <a:ext uri="{FF2B5EF4-FFF2-40B4-BE49-F238E27FC236}">
                    <a16:creationId xmlns:a16="http://schemas.microsoft.com/office/drawing/2014/main" id="{89710BF7-F3FB-46AF-2464-AE5F59C77F34}"/>
                  </a:ext>
                </a:extLst>
              </p:cNvPr>
              <p:cNvPicPr/>
              <p:nvPr/>
            </p:nvPicPr>
            <p:blipFill>
              <a:blip r:embed="rId14"/>
              <a:stretch>
                <a:fillRect/>
              </a:stretch>
            </p:blipFill>
            <p:spPr>
              <a:xfrm>
                <a:off x="319351" y="3055821"/>
                <a:ext cx="3534480" cy="257040"/>
              </a:xfrm>
              <a:prstGeom prst="rect">
                <a:avLst/>
              </a:prstGeom>
            </p:spPr>
          </p:pic>
        </mc:Fallback>
      </mc:AlternateContent>
    </p:spTree>
    <p:extLst>
      <p:ext uri="{BB962C8B-B14F-4D97-AF65-F5344CB8AC3E}">
        <p14:creationId xmlns:p14="http://schemas.microsoft.com/office/powerpoint/2010/main" val="33023897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29C0D-E5BD-9BA4-8A85-4CAA5C0EB777}"/>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684B4E85-5BB1-3941-CAB8-A67F46E45E7D}"/>
              </a:ext>
            </a:extLst>
          </p:cNvPr>
          <p:cNvPicPr>
            <a:picLocks noChangeAspect="1"/>
          </p:cNvPicPr>
          <p:nvPr/>
        </p:nvPicPr>
        <p:blipFill>
          <a:blip r:embed="rId3"/>
          <a:stretch>
            <a:fillRect/>
          </a:stretch>
        </p:blipFill>
        <p:spPr>
          <a:xfrm>
            <a:off x="0" y="6133457"/>
            <a:ext cx="12192000" cy="724543"/>
          </a:xfrm>
          <a:prstGeom prst="rect">
            <a:avLst/>
          </a:prstGeom>
        </p:spPr>
      </p:pic>
      <mc:AlternateContent xmlns:mc="http://schemas.openxmlformats.org/markup-compatibility/2006" xmlns:p14="http://schemas.microsoft.com/office/powerpoint/2010/main">
        <mc:Choice Requires="p14">
          <p:contentPart p14:bwMode="auto" r:id="rId4">
            <p14:nvContentPartPr>
              <p14:cNvPr id="23" name="Ink 22">
                <a:extLst>
                  <a:ext uri="{FF2B5EF4-FFF2-40B4-BE49-F238E27FC236}">
                    <a16:creationId xmlns:a16="http://schemas.microsoft.com/office/drawing/2014/main" id="{E71421A2-56C0-3A43-2F58-3D47D4B86993}"/>
                  </a:ext>
                </a:extLst>
              </p14:cNvPr>
              <p14:cNvContentPartPr/>
              <p14:nvPr/>
            </p14:nvContentPartPr>
            <p14:xfrm>
              <a:off x="7904160" y="5669240"/>
              <a:ext cx="360" cy="360"/>
            </p14:xfrm>
          </p:contentPart>
        </mc:Choice>
        <mc:Fallback xmlns="">
          <p:pic>
            <p:nvPicPr>
              <p:cNvPr id="23" name="Ink 22">
                <a:extLst>
                  <a:ext uri="{FF2B5EF4-FFF2-40B4-BE49-F238E27FC236}">
                    <a16:creationId xmlns:a16="http://schemas.microsoft.com/office/drawing/2014/main" id="{E71421A2-56C0-3A43-2F58-3D47D4B86993}"/>
                  </a:ext>
                </a:extLst>
              </p:cNvPr>
              <p:cNvPicPr/>
              <p:nvPr/>
            </p:nvPicPr>
            <p:blipFill>
              <a:blip r:embed="rId5"/>
              <a:stretch>
                <a:fillRect/>
              </a:stretch>
            </p:blipFill>
            <p:spPr>
              <a:xfrm>
                <a:off x="7850160" y="5561240"/>
                <a:ext cx="108000" cy="216000"/>
              </a:xfrm>
              <a:prstGeom prst="rect">
                <a:avLst/>
              </a:prstGeom>
            </p:spPr>
          </p:pic>
        </mc:Fallback>
      </mc:AlternateContent>
      <p:sp>
        <p:nvSpPr>
          <p:cNvPr id="15" name="TextBox 14">
            <a:extLst>
              <a:ext uri="{FF2B5EF4-FFF2-40B4-BE49-F238E27FC236}">
                <a16:creationId xmlns:a16="http://schemas.microsoft.com/office/drawing/2014/main" id="{518072DA-5133-D19C-992D-AF9C680633DE}"/>
              </a:ext>
            </a:extLst>
          </p:cNvPr>
          <p:cNvSpPr txBox="1"/>
          <p:nvPr/>
        </p:nvSpPr>
        <p:spPr>
          <a:xfrm>
            <a:off x="411480" y="101430"/>
            <a:ext cx="10576560" cy="523220"/>
          </a:xfrm>
          <a:prstGeom prst="rect">
            <a:avLst/>
          </a:prstGeom>
          <a:noFill/>
        </p:spPr>
        <p:txBody>
          <a:bodyPr wrap="square">
            <a:spAutoFit/>
          </a:bodyPr>
          <a:lstStyle/>
          <a:p>
            <a:pPr algn="ctr"/>
            <a:r>
              <a:rPr lang="en-US" sz="2800" b="1" dirty="0">
                <a:solidFill>
                  <a:srgbClr val="FF0000"/>
                </a:solidFill>
              </a:rPr>
              <a:t>Relative performance evaluation</a:t>
            </a:r>
          </a:p>
        </p:txBody>
      </p:sp>
      <p:pic>
        <p:nvPicPr>
          <p:cNvPr id="4" name="Picture 3">
            <a:extLst>
              <a:ext uri="{FF2B5EF4-FFF2-40B4-BE49-F238E27FC236}">
                <a16:creationId xmlns:a16="http://schemas.microsoft.com/office/drawing/2014/main" id="{DED07E95-7C00-9282-0750-D797057EF353}"/>
              </a:ext>
            </a:extLst>
          </p:cNvPr>
          <p:cNvPicPr>
            <a:picLocks noChangeAspect="1"/>
          </p:cNvPicPr>
          <p:nvPr/>
        </p:nvPicPr>
        <p:blipFill>
          <a:blip r:embed="rId6"/>
          <a:stretch>
            <a:fillRect/>
          </a:stretch>
        </p:blipFill>
        <p:spPr>
          <a:xfrm>
            <a:off x="256530" y="620333"/>
            <a:ext cx="11386830" cy="6237667"/>
          </a:xfrm>
          <a:prstGeom prst="rect">
            <a:avLst/>
          </a:prstGeom>
        </p:spPr>
      </p:pic>
    </p:spTree>
    <p:extLst>
      <p:ext uri="{BB962C8B-B14F-4D97-AF65-F5344CB8AC3E}">
        <p14:creationId xmlns:p14="http://schemas.microsoft.com/office/powerpoint/2010/main" val="20885780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0"/>
            <a:ext cx="9144000" cy="477078"/>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Conclusions</a:t>
            </a:r>
          </a:p>
        </p:txBody>
      </p:sp>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0" y="566530"/>
            <a:ext cx="11887200" cy="5167521"/>
          </a:xfrm>
        </p:spPr>
        <p:txBody>
          <a:bodyPr>
            <a:normAutofit/>
          </a:bodyPr>
          <a:lstStyle/>
          <a:p>
            <a:pPr marL="571500" indent="-571500" algn="l">
              <a:buFont typeface="Arial" panose="020B0604020202020204" pitchFamily="34" charset="0"/>
              <a:buChar char="•"/>
            </a:pPr>
            <a:r>
              <a:rPr lang="en-US" dirty="0"/>
              <a:t>1. Directors and investors consider intrinsic motivation and personal reputation to be the most important sources of incentives for CEOs. </a:t>
            </a:r>
          </a:p>
          <a:p>
            <a:pPr marL="571500" indent="-571500" algn="l">
              <a:buFont typeface="Arial" panose="020B0604020202020204" pitchFamily="34" charset="0"/>
              <a:buChar char="•"/>
            </a:pPr>
            <a:r>
              <a:rPr lang="en-US" dirty="0"/>
              <a:t>2. The primary reason for variable pay is to motivate the CEO to improve long-term shareholder value</a:t>
            </a:r>
            <a:r>
              <a:rPr lang="en-US"/>
              <a:t>, as variable </a:t>
            </a:r>
            <a:r>
              <a:rPr lang="en-US" dirty="0"/>
              <a:t>pay provides ex-post recognition of performance, addressing the CEO’s fairness concerns and preserving her intrinsic motivation. </a:t>
            </a:r>
          </a:p>
          <a:p>
            <a:pPr marL="571500" indent="-571500" algn="l">
              <a:buFont typeface="Arial" panose="020B0604020202020204" pitchFamily="34" charset="0"/>
              <a:buChar char="•"/>
            </a:pPr>
            <a:r>
              <a:rPr lang="en-US" dirty="0"/>
              <a:t>3. The main determinant of pay variability is how much the CEO can affect firm performance. Firm risk and CEO risk aversion are not important. Directors feel constrained by peer firm practice and investor and proxy advisor expectations, hindering them from tailoring pay – even though investors do not consider following peer practice as important. </a:t>
            </a:r>
          </a:p>
          <a:p>
            <a:pPr marL="571500" indent="-571500" algn="l">
              <a:buFont typeface="Arial" panose="020B0604020202020204" pitchFamily="34" charset="0"/>
              <a:buChar char="•"/>
            </a:pPr>
            <a:r>
              <a:rPr lang="en-US" dirty="0"/>
              <a:t>4. Investors believe that lengthening the horizon of CEO incentives would improve decisions, with few adverse consequences. Directors disagree. Some are concerned about the attraction/ retention effects of such a change; others believe that incentives would become less effective. </a:t>
            </a:r>
          </a:p>
          <a:p>
            <a:pPr marL="571500" indent="-571500" algn="l">
              <a:buFont typeface="Arial" panose="020B0604020202020204" pitchFamily="34" charset="0"/>
              <a:buChar char="•"/>
            </a:pPr>
            <a:r>
              <a:rPr lang="en-US" dirty="0"/>
              <a:t>5. Most directors and in particular investors do not believe that benchmarking of CEO performance measures should be universal. </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3"/>
          <a:stretch>
            <a:fillRect/>
          </a:stretch>
        </p:blipFill>
        <p:spPr>
          <a:xfrm>
            <a:off x="0" y="5734051"/>
            <a:ext cx="12192000" cy="1123950"/>
          </a:xfrm>
          <a:prstGeom prst="rect">
            <a:avLst/>
          </a:prstGeom>
        </p:spPr>
      </p:pic>
    </p:spTree>
    <p:extLst>
      <p:ext uri="{BB962C8B-B14F-4D97-AF65-F5344CB8AC3E}">
        <p14:creationId xmlns:p14="http://schemas.microsoft.com/office/powerpoint/2010/main" val="17944549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
        <p:nvSpPr>
          <p:cNvPr id="4" name="Title 3">
            <a:extLst>
              <a:ext uri="{FF2B5EF4-FFF2-40B4-BE49-F238E27FC236}">
                <a16:creationId xmlns:a16="http://schemas.microsoft.com/office/drawing/2014/main" id="{5A21D306-94C6-13E1-545F-46C526B992F5}"/>
              </a:ext>
            </a:extLst>
          </p:cNvPr>
          <p:cNvSpPr>
            <a:spLocks noGrp="1"/>
          </p:cNvSpPr>
          <p:nvPr>
            <p:ph type="ctrTitle"/>
          </p:nvPr>
        </p:nvSpPr>
        <p:spPr/>
        <p:txBody>
          <a:bodyPr/>
          <a:lstStyle/>
          <a:p>
            <a:r>
              <a:rPr lang="en-US" dirty="0"/>
              <a:t>Thank you!</a:t>
            </a:r>
          </a:p>
        </p:txBody>
      </p:sp>
    </p:spTree>
    <p:extLst>
      <p:ext uri="{BB962C8B-B14F-4D97-AF65-F5344CB8AC3E}">
        <p14:creationId xmlns:p14="http://schemas.microsoft.com/office/powerpoint/2010/main" val="73506574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8524</TotalTime>
  <Words>2853</Words>
  <Application>Microsoft Office PowerPoint</Application>
  <PresentationFormat>Widescreen</PresentationFormat>
  <Paragraphs>103</Paragraphs>
  <Slides>20</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Calisto MT</vt:lpstr>
      <vt:lpstr>Open Sans</vt:lpstr>
      <vt:lpstr>Wingdings 2</vt:lpstr>
      <vt:lpstr>Slate</vt:lpstr>
      <vt:lpstr>CEO compensation: Evidence from the field </vt:lpstr>
      <vt:lpstr>Research Goal</vt:lpstr>
      <vt:lpstr>Related Literature</vt:lpstr>
      <vt:lpstr>Data Description and Univariate Analysis</vt:lpstr>
      <vt:lpstr>The UK context and COVID-19 </vt:lpstr>
      <vt:lpstr>The objectives of CEO pay design</vt:lpstr>
      <vt:lpstr>The constraints  of CEO pay design</vt:lpstr>
      <vt:lpstr>Constraints and the level of pay</vt:lpstr>
      <vt:lpstr>Constraints and the structure of pay</vt:lpstr>
      <vt:lpstr>Pay of a new CEO </vt:lpstr>
      <vt:lpstr>Increases in pay for an incumbent CEO </vt:lpstr>
      <vt:lpstr>Decreases in pay for an incumbent CEO </vt:lpstr>
      <vt:lpstr>Why is CEO pay so high? </vt:lpstr>
      <vt:lpstr>PowerPoint Presentation</vt:lpstr>
      <vt:lpstr>PowerPoint Presentation</vt:lpstr>
      <vt:lpstr>PowerPoint Presentation</vt:lpstr>
      <vt:lpstr>PowerPoint Presentation</vt:lpstr>
      <vt:lpstr>PowerPoint Presentation</vt:lpstr>
      <vt:lpstr>Conclusions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Primary Hypotheses</dc:title>
  <dc:creator>Yan Li</dc:creator>
  <cp:lastModifiedBy>Yan Li</cp:lastModifiedBy>
  <cp:revision>489</cp:revision>
  <dcterms:created xsi:type="dcterms:W3CDTF">2024-01-18T13:26:59Z</dcterms:created>
  <dcterms:modified xsi:type="dcterms:W3CDTF">2024-12-02T19:10:49Z</dcterms:modified>
</cp:coreProperties>
</file>