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0"/>
  </p:notesMasterIdLst>
  <p:sldIdLst>
    <p:sldId id="291" r:id="rId2"/>
    <p:sldId id="292" r:id="rId3"/>
    <p:sldId id="336" r:id="rId4"/>
    <p:sldId id="365" r:id="rId5"/>
    <p:sldId id="363" r:id="rId6"/>
    <p:sldId id="377" r:id="rId7"/>
    <p:sldId id="376" r:id="rId8"/>
    <p:sldId id="364" r:id="rId9"/>
    <p:sldId id="362" r:id="rId10"/>
    <p:sldId id="378" r:id="rId11"/>
    <p:sldId id="366" r:id="rId12"/>
    <p:sldId id="353" r:id="rId13"/>
    <p:sldId id="379" r:id="rId14"/>
    <p:sldId id="380" r:id="rId15"/>
    <p:sldId id="381" r:id="rId16"/>
    <p:sldId id="382" r:id="rId17"/>
    <p:sldId id="293" r:id="rId18"/>
    <p:sldId id="29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A3FD9-75E6-48B4-8622-40F229F05D29}" v="7" dt="2024-09-11T21:25:49.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35" autoAdjust="0"/>
    <p:restoredTop sz="94660"/>
  </p:normalViewPr>
  <p:slideViewPr>
    <p:cSldViewPr snapToGrid="0">
      <p:cViewPr varScale="1">
        <p:scale>
          <a:sx n="63" d="100"/>
          <a:sy n="63" d="100"/>
        </p:scale>
        <p:origin x="76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8c31b902-5b3a-4bc1-a03f-ce296c1668b4" providerId="ADAL" clId="{6F9A3FD9-75E6-48B4-8622-40F229F05D29}"/>
    <pc:docChg chg="undo custSel addSld delSld modSld sldOrd">
      <pc:chgData name="Yan Li" userId="8c31b902-5b3a-4bc1-a03f-ce296c1668b4" providerId="ADAL" clId="{6F9A3FD9-75E6-48B4-8622-40F229F05D29}" dt="2024-09-12T19:03:07.450" v="908" actId="14100"/>
      <pc:docMkLst>
        <pc:docMk/>
      </pc:docMkLst>
      <pc:sldChg chg="modSp mod">
        <pc:chgData name="Yan Li" userId="8c31b902-5b3a-4bc1-a03f-ce296c1668b4" providerId="ADAL" clId="{6F9A3FD9-75E6-48B4-8622-40F229F05D29}" dt="2024-09-11T14:31:51.268" v="118" actId="20577"/>
        <pc:sldMkLst>
          <pc:docMk/>
          <pc:sldMk cId="811220229" sldId="291"/>
        </pc:sldMkLst>
        <pc:spChg chg="mod">
          <ac:chgData name="Yan Li" userId="8c31b902-5b3a-4bc1-a03f-ce296c1668b4" providerId="ADAL" clId="{6F9A3FD9-75E6-48B4-8622-40F229F05D29}" dt="2024-09-11T14:25:29.871" v="18" actId="27636"/>
          <ac:spMkLst>
            <pc:docMk/>
            <pc:sldMk cId="811220229" sldId="291"/>
            <ac:spMk id="2" creationId="{A0B2FD85-87AA-4580-1FB4-0EBB0A967AA9}"/>
          </ac:spMkLst>
        </pc:spChg>
        <pc:spChg chg="mod">
          <ac:chgData name="Yan Li" userId="8c31b902-5b3a-4bc1-a03f-ce296c1668b4" providerId="ADAL" clId="{6F9A3FD9-75E6-48B4-8622-40F229F05D29}" dt="2024-09-11T14:31:51.268" v="118" actId="20577"/>
          <ac:spMkLst>
            <pc:docMk/>
            <pc:sldMk cId="811220229" sldId="291"/>
            <ac:spMk id="3" creationId="{829828C6-6D41-BE5B-CC0A-8492B54C3375}"/>
          </ac:spMkLst>
        </pc:spChg>
      </pc:sldChg>
      <pc:sldChg chg="modSp mod">
        <pc:chgData name="Yan Li" userId="8c31b902-5b3a-4bc1-a03f-ce296c1668b4" providerId="ADAL" clId="{6F9A3FD9-75E6-48B4-8622-40F229F05D29}" dt="2024-09-11T14:37:29.706" v="184" actId="20577"/>
        <pc:sldMkLst>
          <pc:docMk/>
          <pc:sldMk cId="2783577023" sldId="292"/>
        </pc:sldMkLst>
        <pc:spChg chg="mod">
          <ac:chgData name="Yan Li" userId="8c31b902-5b3a-4bc1-a03f-ce296c1668b4" providerId="ADAL" clId="{6F9A3FD9-75E6-48B4-8622-40F229F05D29}" dt="2024-09-11T14:37:16.594" v="176" actId="20577"/>
          <ac:spMkLst>
            <pc:docMk/>
            <pc:sldMk cId="2783577023" sldId="292"/>
            <ac:spMk id="3" creationId="{829828C6-6D41-BE5B-CC0A-8492B54C3375}"/>
          </ac:spMkLst>
        </pc:spChg>
        <pc:spChg chg="mod">
          <ac:chgData name="Yan Li" userId="8c31b902-5b3a-4bc1-a03f-ce296c1668b4" providerId="ADAL" clId="{6F9A3FD9-75E6-48B4-8622-40F229F05D29}" dt="2024-09-11T14:37:29.706" v="184" actId="20577"/>
          <ac:spMkLst>
            <pc:docMk/>
            <pc:sldMk cId="2783577023" sldId="292"/>
            <ac:spMk id="5" creationId="{87397B05-2868-01CF-5915-644A9A5CFD2E}"/>
          </ac:spMkLst>
        </pc:spChg>
      </pc:sldChg>
      <pc:sldChg chg="modSp mod">
        <pc:chgData name="Yan Li" userId="8c31b902-5b3a-4bc1-a03f-ce296c1668b4" providerId="ADAL" clId="{6F9A3FD9-75E6-48B4-8622-40F229F05D29}" dt="2024-09-11T14:35:49.649" v="137" actId="20577"/>
        <pc:sldMkLst>
          <pc:docMk/>
          <pc:sldMk cId="1794454954" sldId="293"/>
        </pc:sldMkLst>
        <pc:spChg chg="mod">
          <ac:chgData name="Yan Li" userId="8c31b902-5b3a-4bc1-a03f-ce296c1668b4" providerId="ADAL" clId="{6F9A3FD9-75E6-48B4-8622-40F229F05D29}" dt="2024-09-11T14:35:49.649" v="137" actId="20577"/>
          <ac:spMkLst>
            <pc:docMk/>
            <pc:sldMk cId="1794454954" sldId="293"/>
            <ac:spMk id="3" creationId="{829828C6-6D41-BE5B-CC0A-8492B54C3375}"/>
          </ac:spMkLst>
        </pc:spChg>
      </pc:sldChg>
      <pc:sldChg chg="addSp delSp modSp mod">
        <pc:chgData name="Yan Li" userId="8c31b902-5b3a-4bc1-a03f-ce296c1668b4" providerId="ADAL" clId="{6F9A3FD9-75E6-48B4-8622-40F229F05D29}" dt="2024-09-11T14:25:07.823" v="12" actId="478"/>
        <pc:sldMkLst>
          <pc:docMk/>
          <pc:sldMk cId="735065743" sldId="294"/>
        </pc:sldMkLst>
        <pc:spChg chg="del mod">
          <ac:chgData name="Yan Li" userId="8c31b902-5b3a-4bc1-a03f-ce296c1668b4" providerId="ADAL" clId="{6F9A3FD9-75E6-48B4-8622-40F229F05D29}" dt="2024-09-11T14:25:07.823" v="12" actId="478"/>
          <ac:spMkLst>
            <pc:docMk/>
            <pc:sldMk cId="735065743" sldId="294"/>
            <ac:spMk id="3" creationId="{829828C6-6D41-BE5B-CC0A-8492B54C3375}"/>
          </ac:spMkLst>
        </pc:spChg>
        <pc:spChg chg="add mod">
          <ac:chgData name="Yan Li" userId="8c31b902-5b3a-4bc1-a03f-ce296c1668b4" providerId="ADAL" clId="{6F9A3FD9-75E6-48B4-8622-40F229F05D29}" dt="2024-09-11T14:24:56.120" v="11" actId="20577"/>
          <ac:spMkLst>
            <pc:docMk/>
            <pc:sldMk cId="735065743" sldId="294"/>
            <ac:spMk id="4" creationId="{5A21D306-94C6-13E1-545F-46C526B992F5}"/>
          </ac:spMkLst>
        </pc:spChg>
        <pc:spChg chg="del">
          <ac:chgData name="Yan Li" userId="8c31b902-5b3a-4bc1-a03f-ce296c1668b4" providerId="ADAL" clId="{6F9A3FD9-75E6-48B4-8622-40F229F05D29}" dt="2024-09-11T14:24:51.695" v="1" actId="478"/>
          <ac:spMkLst>
            <pc:docMk/>
            <pc:sldMk cId="735065743" sldId="294"/>
            <ac:spMk id="5" creationId="{87397B05-2868-01CF-5915-644A9A5CFD2E}"/>
          </ac:spMkLst>
        </pc:spChg>
      </pc:sldChg>
      <pc:sldChg chg="modSp mod">
        <pc:chgData name="Yan Li" userId="8c31b902-5b3a-4bc1-a03f-ce296c1668b4" providerId="ADAL" clId="{6F9A3FD9-75E6-48B4-8622-40F229F05D29}" dt="2024-09-11T15:18:14.562" v="420"/>
        <pc:sldMkLst>
          <pc:docMk/>
          <pc:sldMk cId="39364166" sldId="336"/>
        </pc:sldMkLst>
        <pc:spChg chg="mod">
          <ac:chgData name="Yan Li" userId="8c31b902-5b3a-4bc1-a03f-ce296c1668b4" providerId="ADAL" clId="{6F9A3FD9-75E6-48B4-8622-40F229F05D29}" dt="2024-09-11T15:18:14.562" v="420"/>
          <ac:spMkLst>
            <pc:docMk/>
            <pc:sldMk cId="39364166" sldId="336"/>
            <ac:spMk id="4" creationId="{9AB0BF49-E80D-DBCB-4C42-05CFFE57A525}"/>
          </ac:spMkLst>
        </pc:spChg>
        <pc:spChg chg="mod">
          <ac:chgData name="Yan Li" userId="8c31b902-5b3a-4bc1-a03f-ce296c1668b4" providerId="ADAL" clId="{6F9A3FD9-75E6-48B4-8622-40F229F05D29}" dt="2024-09-11T14:44:35.143" v="190" actId="20577"/>
          <ac:spMkLst>
            <pc:docMk/>
            <pc:sldMk cId="39364166" sldId="336"/>
            <ac:spMk id="5" creationId="{87397B05-2868-01CF-5915-644A9A5CFD2E}"/>
          </ac:spMkLst>
        </pc:spChg>
      </pc:sldChg>
      <pc:sldChg chg="addSp delSp modSp mod">
        <pc:chgData name="Yan Li" userId="8c31b902-5b3a-4bc1-a03f-ce296c1668b4" providerId="ADAL" clId="{6F9A3FD9-75E6-48B4-8622-40F229F05D29}" dt="2024-09-11T21:29:47.318" v="850" actId="20577"/>
        <pc:sldMkLst>
          <pc:docMk/>
          <pc:sldMk cId="1672721486" sldId="353"/>
        </pc:sldMkLst>
        <pc:spChg chg="mod">
          <ac:chgData name="Yan Li" userId="8c31b902-5b3a-4bc1-a03f-ce296c1668b4" providerId="ADAL" clId="{6F9A3FD9-75E6-48B4-8622-40F229F05D29}" dt="2024-09-11T21:29:47.318" v="850" actId="20577"/>
          <ac:spMkLst>
            <pc:docMk/>
            <pc:sldMk cId="1672721486" sldId="353"/>
            <ac:spMk id="5" creationId="{87397B05-2868-01CF-5915-644A9A5CFD2E}"/>
          </ac:spMkLst>
        </pc:spChg>
        <pc:spChg chg="del">
          <ac:chgData name="Yan Li" userId="8c31b902-5b3a-4bc1-a03f-ce296c1668b4" providerId="ADAL" clId="{6F9A3FD9-75E6-48B4-8622-40F229F05D29}" dt="2024-09-11T20:10:06.964" v="526" actId="478"/>
          <ac:spMkLst>
            <pc:docMk/>
            <pc:sldMk cId="1672721486" sldId="353"/>
            <ac:spMk id="8" creationId="{0160CDDE-8B8A-47B1-6D47-8E6BF547EEA2}"/>
          </ac:spMkLst>
        </pc:spChg>
        <pc:picChg chg="del">
          <ac:chgData name="Yan Li" userId="8c31b902-5b3a-4bc1-a03f-ce296c1668b4" providerId="ADAL" clId="{6F9A3FD9-75E6-48B4-8622-40F229F05D29}" dt="2024-09-11T20:09:58.610" v="524" actId="478"/>
          <ac:picMkLst>
            <pc:docMk/>
            <pc:sldMk cId="1672721486" sldId="353"/>
            <ac:picMk id="3" creationId="{FE977112-40CB-FBCD-38A6-0799E4D9B6CF}"/>
          </ac:picMkLst>
        </pc:picChg>
        <pc:picChg chg="add mod">
          <ac:chgData name="Yan Li" userId="8c31b902-5b3a-4bc1-a03f-ce296c1668b4" providerId="ADAL" clId="{6F9A3FD9-75E6-48B4-8622-40F229F05D29}" dt="2024-09-11T20:10:39.077" v="535" actId="14100"/>
          <ac:picMkLst>
            <pc:docMk/>
            <pc:sldMk cId="1672721486" sldId="353"/>
            <ac:picMk id="4" creationId="{66D71068-19D8-FCE8-C3D8-B7F8F0B2602E}"/>
          </ac:picMkLst>
        </pc:picChg>
        <pc:picChg chg="add mod">
          <ac:chgData name="Yan Li" userId="8c31b902-5b3a-4bc1-a03f-ce296c1668b4" providerId="ADAL" clId="{6F9A3FD9-75E6-48B4-8622-40F229F05D29}" dt="2024-09-11T20:11:05.697" v="539" actId="14100"/>
          <ac:picMkLst>
            <pc:docMk/>
            <pc:sldMk cId="1672721486" sldId="353"/>
            <ac:picMk id="7" creationId="{9FF394D2-AEC5-45B5-182F-F6EAF175061A}"/>
          </ac:picMkLst>
        </pc:picChg>
        <pc:picChg chg="add mod">
          <ac:chgData name="Yan Li" userId="8c31b902-5b3a-4bc1-a03f-ce296c1668b4" providerId="ADAL" clId="{6F9A3FD9-75E6-48B4-8622-40F229F05D29}" dt="2024-09-11T20:11:11.803" v="540" actId="14100"/>
          <ac:picMkLst>
            <pc:docMk/>
            <pc:sldMk cId="1672721486" sldId="353"/>
            <ac:picMk id="10" creationId="{4ABF265F-2465-2972-71AB-3B53C06BD6CC}"/>
          </ac:picMkLst>
        </pc:picChg>
      </pc:sldChg>
      <pc:sldChg chg="del">
        <pc:chgData name="Yan Li" userId="8c31b902-5b3a-4bc1-a03f-ce296c1668b4" providerId="ADAL" clId="{6F9A3FD9-75E6-48B4-8622-40F229F05D29}" dt="2024-09-11T20:14:41.715" v="583" actId="2696"/>
        <pc:sldMkLst>
          <pc:docMk/>
          <pc:sldMk cId="1992345357" sldId="354"/>
        </pc:sldMkLst>
      </pc:sldChg>
      <pc:sldChg chg="addSp delSp modSp mod">
        <pc:chgData name="Yan Li" userId="8c31b902-5b3a-4bc1-a03f-ce296c1668b4" providerId="ADAL" clId="{6F9A3FD9-75E6-48B4-8622-40F229F05D29}" dt="2024-09-11T20:08:27.934" v="523" actId="14100"/>
        <pc:sldMkLst>
          <pc:docMk/>
          <pc:sldMk cId="2389474902" sldId="362"/>
        </pc:sldMkLst>
        <pc:spChg chg="mod">
          <ac:chgData name="Yan Li" userId="8c31b902-5b3a-4bc1-a03f-ce296c1668b4" providerId="ADAL" clId="{6F9A3FD9-75E6-48B4-8622-40F229F05D29}" dt="2024-09-11T20:04:03.526" v="515" actId="20577"/>
          <ac:spMkLst>
            <pc:docMk/>
            <pc:sldMk cId="2389474902" sldId="362"/>
            <ac:spMk id="5" creationId="{87397B05-2868-01CF-5915-644A9A5CFD2E}"/>
          </ac:spMkLst>
        </pc:spChg>
        <pc:spChg chg="del">
          <ac:chgData name="Yan Li" userId="8c31b902-5b3a-4bc1-a03f-ce296c1668b4" providerId="ADAL" clId="{6F9A3FD9-75E6-48B4-8622-40F229F05D29}" dt="2024-09-11T20:03:57.175" v="512" actId="478"/>
          <ac:spMkLst>
            <pc:docMk/>
            <pc:sldMk cId="2389474902" sldId="362"/>
            <ac:spMk id="11" creationId="{E65F6242-B1DD-FB3E-7288-A430926B0532}"/>
          </ac:spMkLst>
        </pc:spChg>
        <pc:spChg chg="del">
          <ac:chgData name="Yan Li" userId="8c31b902-5b3a-4bc1-a03f-ce296c1668b4" providerId="ADAL" clId="{6F9A3FD9-75E6-48B4-8622-40F229F05D29}" dt="2024-09-11T20:03:59.499" v="513" actId="478"/>
          <ac:spMkLst>
            <pc:docMk/>
            <pc:sldMk cId="2389474902" sldId="362"/>
            <ac:spMk id="14" creationId="{51C5A95B-C155-9A4C-ABA6-39802806D910}"/>
          </ac:spMkLst>
        </pc:spChg>
        <pc:picChg chg="add mod">
          <ac:chgData name="Yan Li" userId="8c31b902-5b3a-4bc1-a03f-ce296c1668b4" providerId="ADAL" clId="{6F9A3FD9-75E6-48B4-8622-40F229F05D29}" dt="2024-09-11T20:08:27.934" v="523" actId="14100"/>
          <ac:picMkLst>
            <pc:docMk/>
            <pc:sldMk cId="2389474902" sldId="362"/>
            <ac:picMk id="3" creationId="{84FAFC4A-9DFB-B88B-FB17-CEE8E95E6FF2}"/>
          </ac:picMkLst>
        </pc:picChg>
        <pc:picChg chg="del">
          <ac:chgData name="Yan Li" userId="8c31b902-5b3a-4bc1-a03f-ce296c1668b4" providerId="ADAL" clId="{6F9A3FD9-75E6-48B4-8622-40F229F05D29}" dt="2024-09-11T20:03:54.224" v="511" actId="478"/>
          <ac:picMkLst>
            <pc:docMk/>
            <pc:sldMk cId="2389474902" sldId="362"/>
            <ac:picMk id="4" creationId="{23889084-B2E1-067C-B5FF-27B6C955487D}"/>
          </ac:picMkLst>
        </pc:picChg>
        <pc:picChg chg="del">
          <ac:chgData name="Yan Li" userId="8c31b902-5b3a-4bc1-a03f-ce296c1668b4" providerId="ADAL" clId="{6F9A3FD9-75E6-48B4-8622-40F229F05D29}" dt="2024-09-11T20:03:52.667" v="510" actId="478"/>
          <ac:picMkLst>
            <pc:docMk/>
            <pc:sldMk cId="2389474902" sldId="362"/>
            <ac:picMk id="8" creationId="{CA59E1EA-A92F-2881-A947-568663F6FCCD}"/>
          </ac:picMkLst>
        </pc:picChg>
      </pc:sldChg>
      <pc:sldChg chg="addSp delSp modSp mod">
        <pc:chgData name="Yan Li" userId="8c31b902-5b3a-4bc1-a03f-ce296c1668b4" providerId="ADAL" clId="{6F9A3FD9-75E6-48B4-8622-40F229F05D29}" dt="2024-09-11T15:29:30.996" v="473" actId="14100"/>
        <pc:sldMkLst>
          <pc:docMk/>
          <pc:sldMk cId="4040327365" sldId="363"/>
        </pc:sldMkLst>
        <pc:spChg chg="del mod">
          <ac:chgData name="Yan Li" userId="8c31b902-5b3a-4bc1-a03f-ce296c1668b4" providerId="ADAL" clId="{6F9A3FD9-75E6-48B4-8622-40F229F05D29}" dt="2024-09-11T14:56:40.621" v="406" actId="478"/>
          <ac:spMkLst>
            <pc:docMk/>
            <pc:sldMk cId="4040327365" sldId="363"/>
            <ac:spMk id="4" creationId="{9AB0BF49-E80D-DBCB-4C42-05CFFE57A525}"/>
          </ac:spMkLst>
        </pc:spChg>
        <pc:spChg chg="mod">
          <ac:chgData name="Yan Li" userId="8c31b902-5b3a-4bc1-a03f-ce296c1668b4" providerId="ADAL" clId="{6F9A3FD9-75E6-48B4-8622-40F229F05D29}" dt="2024-09-11T14:57:27.264" v="413"/>
          <ac:spMkLst>
            <pc:docMk/>
            <pc:sldMk cId="4040327365" sldId="363"/>
            <ac:spMk id="5" creationId="{87397B05-2868-01CF-5915-644A9A5CFD2E}"/>
          </ac:spMkLst>
        </pc:spChg>
        <pc:spChg chg="del">
          <ac:chgData name="Yan Li" userId="8c31b902-5b3a-4bc1-a03f-ce296c1668b4" providerId="ADAL" clId="{6F9A3FD9-75E6-48B4-8622-40F229F05D29}" dt="2024-09-11T14:56:42.145" v="407" actId="478"/>
          <ac:spMkLst>
            <pc:docMk/>
            <pc:sldMk cId="4040327365" sldId="363"/>
            <ac:spMk id="6" creationId="{EBDE8F8F-1E69-637B-C7AE-A04DDE82AF07}"/>
          </ac:spMkLst>
        </pc:spChg>
        <pc:spChg chg="del">
          <ac:chgData name="Yan Li" userId="8c31b902-5b3a-4bc1-a03f-ce296c1668b4" providerId="ADAL" clId="{6F9A3FD9-75E6-48B4-8622-40F229F05D29}" dt="2024-09-11T14:56:44.657" v="408" actId="478"/>
          <ac:spMkLst>
            <pc:docMk/>
            <pc:sldMk cId="4040327365" sldId="363"/>
            <ac:spMk id="8" creationId="{EA0D4854-5387-B9AA-72E7-8E07F595390E}"/>
          </ac:spMkLst>
        </pc:spChg>
        <pc:spChg chg="add del mod">
          <ac:chgData name="Yan Li" userId="8c31b902-5b3a-4bc1-a03f-ce296c1668b4" providerId="ADAL" clId="{6F9A3FD9-75E6-48B4-8622-40F229F05D29}" dt="2024-09-11T15:28:46.887" v="463" actId="478"/>
          <ac:spMkLst>
            <pc:docMk/>
            <pc:sldMk cId="4040327365" sldId="363"/>
            <ac:spMk id="10" creationId="{4F036EC2-E650-EC80-F2A9-D2525366FFAB}"/>
          </ac:spMkLst>
        </pc:spChg>
        <pc:spChg chg="add mod">
          <ac:chgData name="Yan Li" userId="8c31b902-5b3a-4bc1-a03f-ce296c1668b4" providerId="ADAL" clId="{6F9A3FD9-75E6-48B4-8622-40F229F05D29}" dt="2024-09-11T15:29:25.417" v="472" actId="14100"/>
          <ac:spMkLst>
            <pc:docMk/>
            <pc:sldMk cId="4040327365" sldId="363"/>
            <ac:spMk id="11" creationId="{73471EBA-6BC0-0DD0-04E4-4A2D385A71F7}"/>
          </ac:spMkLst>
        </pc:spChg>
        <pc:spChg chg="add mod">
          <ac:chgData name="Yan Li" userId="8c31b902-5b3a-4bc1-a03f-ce296c1668b4" providerId="ADAL" clId="{6F9A3FD9-75E6-48B4-8622-40F229F05D29}" dt="2024-09-11T15:29:30.996" v="473" actId="14100"/>
          <ac:spMkLst>
            <pc:docMk/>
            <pc:sldMk cId="4040327365" sldId="363"/>
            <ac:spMk id="12" creationId="{5D58AEDB-C825-A4AD-DECD-1719F885D9F9}"/>
          </ac:spMkLst>
        </pc:spChg>
        <pc:picChg chg="del">
          <ac:chgData name="Yan Li" userId="8c31b902-5b3a-4bc1-a03f-ce296c1668b4" providerId="ADAL" clId="{6F9A3FD9-75E6-48B4-8622-40F229F05D29}" dt="2024-09-11T14:56:37.823" v="404" actId="478"/>
          <ac:picMkLst>
            <pc:docMk/>
            <pc:sldMk cId="4040327365" sldId="363"/>
            <ac:picMk id="3" creationId="{E66D0882-ECA8-545C-9C86-E2A8E77C0240}"/>
          </ac:picMkLst>
        </pc:picChg>
        <pc:picChg chg="add mod">
          <ac:chgData name="Yan Li" userId="8c31b902-5b3a-4bc1-a03f-ce296c1668b4" providerId="ADAL" clId="{6F9A3FD9-75E6-48B4-8622-40F229F05D29}" dt="2024-09-11T15:29:11.258" v="469" actId="1076"/>
          <ac:picMkLst>
            <pc:docMk/>
            <pc:sldMk cId="4040327365" sldId="363"/>
            <ac:picMk id="7" creationId="{5AB8F1CD-14B4-5B0F-CAD2-48C4388CA5A4}"/>
          </ac:picMkLst>
        </pc:picChg>
      </pc:sldChg>
      <pc:sldChg chg="addSp delSp modSp mod">
        <pc:chgData name="Yan Li" userId="8c31b902-5b3a-4bc1-a03f-ce296c1668b4" providerId="ADAL" clId="{6F9A3FD9-75E6-48B4-8622-40F229F05D29}" dt="2024-09-11T19:18:40.651" v="509" actId="1076"/>
        <pc:sldMkLst>
          <pc:docMk/>
          <pc:sldMk cId="900937590" sldId="364"/>
        </pc:sldMkLst>
        <pc:spChg chg="del">
          <ac:chgData name="Yan Li" userId="8c31b902-5b3a-4bc1-a03f-ce296c1668b4" providerId="ADAL" clId="{6F9A3FD9-75E6-48B4-8622-40F229F05D29}" dt="2024-09-11T19:18:34.445" v="506" actId="478"/>
          <ac:spMkLst>
            <pc:docMk/>
            <pc:sldMk cId="900937590" sldId="364"/>
            <ac:spMk id="10" creationId="{AD30A36A-AE0F-8D04-FB26-22FB8C6292D1}"/>
          </ac:spMkLst>
        </pc:spChg>
        <pc:spChg chg="del">
          <ac:chgData name="Yan Li" userId="8c31b902-5b3a-4bc1-a03f-ce296c1668b4" providerId="ADAL" clId="{6F9A3FD9-75E6-48B4-8622-40F229F05D29}" dt="2024-09-11T19:18:27.673" v="503" actId="478"/>
          <ac:spMkLst>
            <pc:docMk/>
            <pc:sldMk cId="900937590" sldId="364"/>
            <ac:spMk id="11" creationId="{954508ED-3D8B-B544-A34C-04F5693BC94F}"/>
          </ac:spMkLst>
        </pc:spChg>
        <pc:spChg chg="del">
          <ac:chgData name="Yan Li" userId="8c31b902-5b3a-4bc1-a03f-ce296c1668b4" providerId="ADAL" clId="{6F9A3FD9-75E6-48B4-8622-40F229F05D29}" dt="2024-09-11T19:18:25.746" v="502" actId="478"/>
          <ac:spMkLst>
            <pc:docMk/>
            <pc:sldMk cId="900937590" sldId="364"/>
            <ac:spMk id="12" creationId="{0BE13F01-6E8F-8FDB-EA31-5064696E53B8}"/>
          </ac:spMkLst>
        </pc:spChg>
        <pc:spChg chg="del">
          <ac:chgData name="Yan Li" userId="8c31b902-5b3a-4bc1-a03f-ce296c1668b4" providerId="ADAL" clId="{6F9A3FD9-75E6-48B4-8622-40F229F05D29}" dt="2024-09-11T19:18:29.592" v="504" actId="478"/>
          <ac:spMkLst>
            <pc:docMk/>
            <pc:sldMk cId="900937590" sldId="364"/>
            <ac:spMk id="13" creationId="{DD9963AE-A340-84B8-4432-36B1BB59C6E7}"/>
          </ac:spMkLst>
        </pc:spChg>
        <pc:spChg chg="del">
          <ac:chgData name="Yan Li" userId="8c31b902-5b3a-4bc1-a03f-ce296c1668b4" providerId="ADAL" clId="{6F9A3FD9-75E6-48B4-8622-40F229F05D29}" dt="2024-09-11T19:18:31.554" v="505" actId="478"/>
          <ac:spMkLst>
            <pc:docMk/>
            <pc:sldMk cId="900937590" sldId="364"/>
            <ac:spMk id="14" creationId="{8C41A0C1-EA6A-3E5B-608D-6ABCFD0AA2C5}"/>
          </ac:spMkLst>
        </pc:spChg>
        <pc:picChg chg="add mod">
          <ac:chgData name="Yan Li" userId="8c31b902-5b3a-4bc1-a03f-ce296c1668b4" providerId="ADAL" clId="{6F9A3FD9-75E6-48B4-8622-40F229F05D29}" dt="2024-09-11T19:18:40.651" v="509" actId="1076"/>
          <ac:picMkLst>
            <pc:docMk/>
            <pc:sldMk cId="900937590" sldId="364"/>
            <ac:picMk id="3" creationId="{42845F6E-488A-4D89-CC72-399212D87002}"/>
          </ac:picMkLst>
        </pc:picChg>
        <pc:picChg chg="del">
          <ac:chgData name="Yan Li" userId="8c31b902-5b3a-4bc1-a03f-ce296c1668b4" providerId="ADAL" clId="{6F9A3FD9-75E6-48B4-8622-40F229F05D29}" dt="2024-09-11T19:18:23.661" v="501" actId="478"/>
          <ac:picMkLst>
            <pc:docMk/>
            <pc:sldMk cId="900937590" sldId="364"/>
            <ac:picMk id="6" creationId="{1FB89782-536A-B55F-9529-EB7FF81F8731}"/>
          </ac:picMkLst>
        </pc:picChg>
        <pc:picChg chg="del">
          <ac:chgData name="Yan Li" userId="8c31b902-5b3a-4bc1-a03f-ce296c1668b4" providerId="ADAL" clId="{6F9A3FD9-75E6-48B4-8622-40F229F05D29}" dt="2024-09-11T19:18:36.940" v="507" actId="478"/>
          <ac:picMkLst>
            <pc:docMk/>
            <pc:sldMk cId="900937590" sldId="364"/>
            <ac:picMk id="8" creationId="{41EBD8C9-DFFA-ADED-FAE7-C7060392A233}"/>
          </ac:picMkLst>
        </pc:picChg>
      </pc:sldChg>
      <pc:sldChg chg="addSp delSp modSp mod">
        <pc:chgData name="Yan Li" userId="8c31b902-5b3a-4bc1-a03f-ce296c1668b4" providerId="ADAL" clId="{6F9A3FD9-75E6-48B4-8622-40F229F05D29}" dt="2024-09-11T14:57:18.764" v="412" actId="1076"/>
        <pc:sldMkLst>
          <pc:docMk/>
          <pc:sldMk cId="3307445110" sldId="365"/>
        </pc:sldMkLst>
        <pc:spChg chg="del mod">
          <ac:chgData name="Yan Li" userId="8c31b902-5b3a-4bc1-a03f-ce296c1668b4" providerId="ADAL" clId="{6F9A3FD9-75E6-48B4-8622-40F229F05D29}" dt="2024-09-11T14:53:18.544" v="325" actId="478"/>
          <ac:spMkLst>
            <pc:docMk/>
            <pc:sldMk cId="3307445110" sldId="365"/>
            <ac:spMk id="4" creationId="{9AB0BF49-E80D-DBCB-4C42-05CFFE57A525}"/>
          </ac:spMkLst>
        </pc:spChg>
        <pc:spChg chg="mod">
          <ac:chgData name="Yan Li" userId="8c31b902-5b3a-4bc1-a03f-ce296c1668b4" providerId="ADAL" clId="{6F9A3FD9-75E6-48B4-8622-40F229F05D29}" dt="2024-09-11T14:57:18.764" v="412" actId="1076"/>
          <ac:spMkLst>
            <pc:docMk/>
            <pc:sldMk cId="3307445110" sldId="365"/>
            <ac:spMk id="5" creationId="{87397B05-2868-01CF-5915-644A9A5CFD2E}"/>
          </ac:spMkLst>
        </pc:spChg>
        <pc:spChg chg="add mod">
          <ac:chgData name="Yan Li" userId="8c31b902-5b3a-4bc1-a03f-ce296c1668b4" providerId="ADAL" clId="{6F9A3FD9-75E6-48B4-8622-40F229F05D29}" dt="2024-09-11T14:56:32.115" v="403" actId="6549"/>
          <ac:spMkLst>
            <pc:docMk/>
            <pc:sldMk cId="3307445110" sldId="365"/>
            <ac:spMk id="6" creationId="{1054AD48-5DC1-AFF8-5D83-A751E6D9B3DF}"/>
          </ac:spMkLst>
        </pc:spChg>
        <pc:picChg chg="add mod">
          <ac:chgData name="Yan Li" userId="8c31b902-5b3a-4bc1-a03f-ce296c1668b4" providerId="ADAL" clId="{6F9A3FD9-75E6-48B4-8622-40F229F05D29}" dt="2024-09-11T14:54:24.891" v="327" actId="1076"/>
          <ac:picMkLst>
            <pc:docMk/>
            <pc:sldMk cId="3307445110" sldId="365"/>
            <ac:picMk id="3" creationId="{03BBAAE9-ABF8-F153-45D9-9AED61E92F16}"/>
          </ac:picMkLst>
        </pc:picChg>
      </pc:sldChg>
      <pc:sldChg chg="addSp delSp modSp mod ord">
        <pc:chgData name="Yan Li" userId="8c31b902-5b3a-4bc1-a03f-ce296c1668b4" providerId="ADAL" clId="{6F9A3FD9-75E6-48B4-8622-40F229F05D29}" dt="2024-09-11T21:34:55.724" v="893" actId="20577"/>
        <pc:sldMkLst>
          <pc:docMk/>
          <pc:sldMk cId="1795160791" sldId="366"/>
        </pc:sldMkLst>
        <pc:spChg chg="add del mod">
          <ac:chgData name="Yan Li" userId="8c31b902-5b3a-4bc1-a03f-ce296c1668b4" providerId="ADAL" clId="{6F9A3FD9-75E6-48B4-8622-40F229F05D29}" dt="2024-09-11T20:12:32.274" v="555" actId="478"/>
          <ac:spMkLst>
            <pc:docMk/>
            <pc:sldMk cId="1795160791" sldId="366"/>
            <ac:spMk id="3" creationId="{1725F5B2-AD6B-CA52-3260-DD0D9C0F1576}"/>
          </ac:spMkLst>
        </pc:spChg>
        <pc:spChg chg="del">
          <ac:chgData name="Yan Li" userId="8c31b902-5b3a-4bc1-a03f-ce296c1668b4" providerId="ADAL" clId="{6F9A3FD9-75E6-48B4-8622-40F229F05D29}" dt="2024-09-11T20:11:59.088" v="551" actId="478"/>
          <ac:spMkLst>
            <pc:docMk/>
            <pc:sldMk cId="1795160791" sldId="366"/>
            <ac:spMk id="5" creationId="{87397B05-2868-01CF-5915-644A9A5CFD2E}"/>
          </ac:spMkLst>
        </pc:spChg>
        <pc:spChg chg="add mod">
          <ac:chgData name="Yan Li" userId="8c31b902-5b3a-4bc1-a03f-ce296c1668b4" providerId="ADAL" clId="{6F9A3FD9-75E6-48B4-8622-40F229F05D29}" dt="2024-09-11T21:34:55.724" v="893" actId="20577"/>
          <ac:spMkLst>
            <pc:docMk/>
            <pc:sldMk cId="1795160791" sldId="366"/>
            <ac:spMk id="8" creationId="{4E818595-8F84-CDC7-458C-1886E7FAE27A}"/>
          </ac:spMkLst>
        </pc:spChg>
        <pc:spChg chg="add mod">
          <ac:chgData name="Yan Li" userId="8c31b902-5b3a-4bc1-a03f-ce296c1668b4" providerId="ADAL" clId="{6F9A3FD9-75E6-48B4-8622-40F229F05D29}" dt="2024-09-11T21:29:08.220" v="817" actId="14100"/>
          <ac:spMkLst>
            <pc:docMk/>
            <pc:sldMk cId="1795160791" sldId="366"/>
            <ac:spMk id="9" creationId="{F7B1927F-7384-F7DE-0721-DF59F4DEBF0E}"/>
          </ac:spMkLst>
        </pc:spChg>
        <pc:spChg chg="del">
          <ac:chgData name="Yan Li" userId="8c31b902-5b3a-4bc1-a03f-ce296c1668b4" providerId="ADAL" clId="{6F9A3FD9-75E6-48B4-8622-40F229F05D29}" dt="2024-09-11T20:12:05.905" v="553" actId="478"/>
          <ac:spMkLst>
            <pc:docMk/>
            <pc:sldMk cId="1795160791" sldId="366"/>
            <ac:spMk id="10" creationId="{F4232FD8-CFAD-9746-E3E4-DE49F831408F}"/>
          </ac:spMkLst>
        </pc:spChg>
        <pc:spChg chg="del">
          <ac:chgData name="Yan Li" userId="8c31b902-5b3a-4bc1-a03f-ce296c1668b4" providerId="ADAL" clId="{6F9A3FD9-75E6-48B4-8622-40F229F05D29}" dt="2024-09-11T20:12:02.738" v="552" actId="478"/>
          <ac:spMkLst>
            <pc:docMk/>
            <pc:sldMk cId="1795160791" sldId="366"/>
            <ac:spMk id="12" creationId="{C08A3E29-1372-340D-0912-C1B178A9EB91}"/>
          </ac:spMkLst>
        </pc:spChg>
        <pc:picChg chg="add mod">
          <ac:chgData name="Yan Li" userId="8c31b902-5b3a-4bc1-a03f-ce296c1668b4" providerId="ADAL" clId="{6F9A3FD9-75E6-48B4-8622-40F229F05D29}" dt="2024-09-11T20:12:41.809" v="558" actId="14100"/>
          <ac:picMkLst>
            <pc:docMk/>
            <pc:sldMk cId="1795160791" sldId="366"/>
            <ac:picMk id="6" creationId="{C0AC18D4-6BE8-1E94-2582-534892753F0F}"/>
          </ac:picMkLst>
        </pc:picChg>
        <pc:picChg chg="del">
          <ac:chgData name="Yan Li" userId="8c31b902-5b3a-4bc1-a03f-ce296c1668b4" providerId="ADAL" clId="{6F9A3FD9-75E6-48B4-8622-40F229F05D29}" dt="2024-09-11T20:11:54.134" v="550" actId="478"/>
          <ac:picMkLst>
            <pc:docMk/>
            <pc:sldMk cId="1795160791" sldId="366"/>
            <ac:picMk id="7" creationId="{E099CDF4-B651-0365-77A0-695CE11A6964}"/>
          </ac:picMkLst>
        </pc:picChg>
      </pc:sldChg>
      <pc:sldChg chg="del">
        <pc:chgData name="Yan Li" userId="8c31b902-5b3a-4bc1-a03f-ce296c1668b4" providerId="ADAL" clId="{6F9A3FD9-75E6-48B4-8622-40F229F05D29}" dt="2024-09-11T20:14:39.554" v="582" actId="2696"/>
        <pc:sldMkLst>
          <pc:docMk/>
          <pc:sldMk cId="1701158441" sldId="367"/>
        </pc:sldMkLst>
      </pc:sldChg>
      <pc:sldChg chg="del">
        <pc:chgData name="Yan Li" userId="8c31b902-5b3a-4bc1-a03f-ce296c1668b4" providerId="ADAL" clId="{6F9A3FD9-75E6-48B4-8622-40F229F05D29}" dt="2024-09-11T20:14:37.008" v="581" actId="2696"/>
        <pc:sldMkLst>
          <pc:docMk/>
          <pc:sldMk cId="3496130074" sldId="368"/>
        </pc:sldMkLst>
      </pc:sldChg>
      <pc:sldChg chg="del">
        <pc:chgData name="Yan Li" userId="8c31b902-5b3a-4bc1-a03f-ce296c1668b4" providerId="ADAL" clId="{6F9A3FD9-75E6-48B4-8622-40F229F05D29}" dt="2024-09-11T20:14:27.454" v="579" actId="2696"/>
        <pc:sldMkLst>
          <pc:docMk/>
          <pc:sldMk cId="809149955" sldId="369"/>
        </pc:sldMkLst>
      </pc:sldChg>
      <pc:sldChg chg="del">
        <pc:chgData name="Yan Li" userId="8c31b902-5b3a-4bc1-a03f-ce296c1668b4" providerId="ADAL" clId="{6F9A3FD9-75E6-48B4-8622-40F229F05D29}" dt="2024-09-11T20:14:32.466" v="580" actId="2696"/>
        <pc:sldMkLst>
          <pc:docMk/>
          <pc:sldMk cId="1469367766" sldId="370"/>
        </pc:sldMkLst>
      </pc:sldChg>
      <pc:sldChg chg="del">
        <pc:chgData name="Yan Li" userId="8c31b902-5b3a-4bc1-a03f-ce296c1668b4" providerId="ADAL" clId="{6F9A3FD9-75E6-48B4-8622-40F229F05D29}" dt="2024-09-11T20:14:44.021" v="584" actId="2696"/>
        <pc:sldMkLst>
          <pc:docMk/>
          <pc:sldMk cId="3816998467" sldId="371"/>
        </pc:sldMkLst>
      </pc:sldChg>
      <pc:sldChg chg="del">
        <pc:chgData name="Yan Li" userId="8c31b902-5b3a-4bc1-a03f-ce296c1668b4" providerId="ADAL" clId="{6F9A3FD9-75E6-48B4-8622-40F229F05D29}" dt="2024-09-11T20:14:46.603" v="585" actId="2696"/>
        <pc:sldMkLst>
          <pc:docMk/>
          <pc:sldMk cId="1823488101" sldId="372"/>
        </pc:sldMkLst>
      </pc:sldChg>
      <pc:sldChg chg="del">
        <pc:chgData name="Yan Li" userId="8c31b902-5b3a-4bc1-a03f-ce296c1668b4" providerId="ADAL" clId="{6F9A3FD9-75E6-48B4-8622-40F229F05D29}" dt="2024-09-11T20:14:49.819" v="586" actId="2696"/>
        <pc:sldMkLst>
          <pc:docMk/>
          <pc:sldMk cId="3343509872" sldId="373"/>
        </pc:sldMkLst>
      </pc:sldChg>
      <pc:sldChg chg="del">
        <pc:chgData name="Yan Li" userId="8c31b902-5b3a-4bc1-a03f-ce296c1668b4" providerId="ADAL" clId="{6F9A3FD9-75E6-48B4-8622-40F229F05D29}" dt="2024-09-11T20:14:51.649" v="587" actId="2696"/>
        <pc:sldMkLst>
          <pc:docMk/>
          <pc:sldMk cId="3218294921" sldId="375"/>
        </pc:sldMkLst>
      </pc:sldChg>
      <pc:sldChg chg="addSp delSp modSp add mod">
        <pc:chgData name="Yan Li" userId="8c31b902-5b3a-4bc1-a03f-ce296c1668b4" providerId="ADAL" clId="{6F9A3FD9-75E6-48B4-8622-40F229F05D29}" dt="2024-09-11T15:20:24.533" v="444" actId="14100"/>
        <pc:sldMkLst>
          <pc:docMk/>
          <pc:sldMk cId="1171648086" sldId="376"/>
        </pc:sldMkLst>
        <pc:spChg chg="del mod">
          <ac:chgData name="Yan Li" userId="8c31b902-5b3a-4bc1-a03f-ce296c1668b4" providerId="ADAL" clId="{6F9A3FD9-75E6-48B4-8622-40F229F05D29}" dt="2024-09-11T15:20:18.604" v="442" actId="478"/>
          <ac:spMkLst>
            <pc:docMk/>
            <pc:sldMk cId="1171648086" sldId="376"/>
            <ac:spMk id="10" creationId="{4F036EC2-E650-EC80-F2A9-D2525366FFAB}"/>
          </ac:spMkLst>
        </pc:spChg>
        <pc:picChg chg="add mod">
          <ac:chgData name="Yan Li" userId="8c31b902-5b3a-4bc1-a03f-ce296c1668b4" providerId="ADAL" clId="{6F9A3FD9-75E6-48B4-8622-40F229F05D29}" dt="2024-09-11T15:20:24.533" v="444" actId="14100"/>
          <ac:picMkLst>
            <pc:docMk/>
            <pc:sldMk cId="1171648086" sldId="376"/>
            <ac:picMk id="3" creationId="{18F7B82B-3D27-5B00-8A80-60ED13C8DA84}"/>
          </ac:picMkLst>
        </pc:picChg>
        <pc:picChg chg="del">
          <ac:chgData name="Yan Li" userId="8c31b902-5b3a-4bc1-a03f-ce296c1668b4" providerId="ADAL" clId="{6F9A3FD9-75E6-48B4-8622-40F229F05D29}" dt="2024-09-11T15:20:08.802" v="438" actId="478"/>
          <ac:picMkLst>
            <pc:docMk/>
            <pc:sldMk cId="1171648086" sldId="376"/>
            <ac:picMk id="7" creationId="{5AB8F1CD-14B4-5B0F-CAD2-48C4388CA5A4}"/>
          </ac:picMkLst>
        </pc:picChg>
      </pc:sldChg>
      <pc:sldChg chg="addSp delSp modSp add mod">
        <pc:chgData name="Yan Li" userId="8c31b902-5b3a-4bc1-a03f-ce296c1668b4" providerId="ADAL" clId="{6F9A3FD9-75E6-48B4-8622-40F229F05D29}" dt="2024-09-11T15:30:23.469" v="500" actId="14100"/>
        <pc:sldMkLst>
          <pc:docMk/>
          <pc:sldMk cId="237069390" sldId="377"/>
        </pc:sldMkLst>
        <pc:spChg chg="add mod">
          <ac:chgData name="Yan Li" userId="8c31b902-5b3a-4bc1-a03f-ce296c1668b4" providerId="ADAL" clId="{6F9A3FD9-75E6-48B4-8622-40F229F05D29}" dt="2024-09-11T15:30:23.469" v="500" actId="14100"/>
          <ac:spMkLst>
            <pc:docMk/>
            <pc:sldMk cId="237069390" sldId="377"/>
            <ac:spMk id="3" creationId="{5FB5493A-AFB9-A974-23B5-83D35B62AE3F}"/>
          </ac:spMkLst>
        </pc:spChg>
        <pc:spChg chg="mod">
          <ac:chgData name="Yan Li" userId="8c31b902-5b3a-4bc1-a03f-ce296c1668b4" providerId="ADAL" clId="{6F9A3FD9-75E6-48B4-8622-40F229F05D29}" dt="2024-09-11T15:29:54.030" v="495" actId="20577"/>
          <ac:spMkLst>
            <pc:docMk/>
            <pc:sldMk cId="237069390" sldId="377"/>
            <ac:spMk id="5" creationId="{87397B05-2868-01CF-5915-644A9A5CFD2E}"/>
          </ac:spMkLst>
        </pc:spChg>
        <pc:spChg chg="del mod">
          <ac:chgData name="Yan Li" userId="8c31b902-5b3a-4bc1-a03f-ce296c1668b4" providerId="ADAL" clId="{6F9A3FD9-75E6-48B4-8622-40F229F05D29}" dt="2024-09-11T15:28:35.503" v="457"/>
          <ac:spMkLst>
            <pc:docMk/>
            <pc:sldMk cId="237069390" sldId="377"/>
            <ac:spMk id="10" creationId="{4F036EC2-E650-EC80-F2A9-D2525366FFAB}"/>
          </ac:spMkLst>
        </pc:spChg>
        <pc:spChg chg="del">
          <ac:chgData name="Yan Li" userId="8c31b902-5b3a-4bc1-a03f-ce296c1668b4" providerId="ADAL" clId="{6F9A3FD9-75E6-48B4-8622-40F229F05D29}" dt="2024-09-11T15:28:39.289" v="460" actId="478"/>
          <ac:spMkLst>
            <pc:docMk/>
            <pc:sldMk cId="237069390" sldId="377"/>
            <ac:spMk id="11" creationId="{73471EBA-6BC0-0DD0-04E4-4A2D385A71F7}"/>
          </ac:spMkLst>
        </pc:spChg>
        <pc:spChg chg="del">
          <ac:chgData name="Yan Li" userId="8c31b902-5b3a-4bc1-a03f-ce296c1668b4" providerId="ADAL" clId="{6F9A3FD9-75E6-48B4-8622-40F229F05D29}" dt="2024-09-11T15:28:40.808" v="461" actId="478"/>
          <ac:spMkLst>
            <pc:docMk/>
            <pc:sldMk cId="237069390" sldId="377"/>
            <ac:spMk id="12" creationId="{5D58AEDB-C825-A4AD-DECD-1719F885D9F9}"/>
          </ac:spMkLst>
        </pc:spChg>
        <pc:picChg chg="del">
          <ac:chgData name="Yan Li" userId="8c31b902-5b3a-4bc1-a03f-ce296c1668b4" providerId="ADAL" clId="{6F9A3FD9-75E6-48B4-8622-40F229F05D29}" dt="2024-09-11T15:28:36.764" v="458" actId="478"/>
          <ac:picMkLst>
            <pc:docMk/>
            <pc:sldMk cId="237069390" sldId="377"/>
            <ac:picMk id="7" creationId="{5AB8F1CD-14B4-5B0F-CAD2-48C4388CA5A4}"/>
          </ac:picMkLst>
        </pc:picChg>
      </pc:sldChg>
      <pc:sldChg chg="addSp delSp modSp add mod">
        <pc:chgData name="Yan Li" userId="8c31b902-5b3a-4bc1-a03f-ce296c1668b4" providerId="ADAL" clId="{6F9A3FD9-75E6-48B4-8622-40F229F05D29}" dt="2024-09-11T20:04:36.557" v="522" actId="14100"/>
        <pc:sldMkLst>
          <pc:docMk/>
          <pc:sldMk cId="3062616720" sldId="378"/>
        </pc:sldMkLst>
        <pc:picChg chg="del">
          <ac:chgData name="Yan Li" userId="8c31b902-5b3a-4bc1-a03f-ce296c1668b4" providerId="ADAL" clId="{6F9A3FD9-75E6-48B4-8622-40F229F05D29}" dt="2024-09-11T20:04:29.828" v="518" actId="478"/>
          <ac:picMkLst>
            <pc:docMk/>
            <pc:sldMk cId="3062616720" sldId="378"/>
            <ac:picMk id="3" creationId="{84FAFC4A-9DFB-B88B-FB17-CEE8E95E6FF2}"/>
          </ac:picMkLst>
        </pc:picChg>
        <pc:picChg chg="add mod">
          <ac:chgData name="Yan Li" userId="8c31b902-5b3a-4bc1-a03f-ce296c1668b4" providerId="ADAL" clId="{6F9A3FD9-75E6-48B4-8622-40F229F05D29}" dt="2024-09-11T20:04:36.557" v="522" actId="14100"/>
          <ac:picMkLst>
            <pc:docMk/>
            <pc:sldMk cId="3062616720" sldId="378"/>
            <ac:picMk id="4" creationId="{E23597E9-F3B0-5EFB-FD3A-8F0CF203B943}"/>
          </ac:picMkLst>
        </pc:picChg>
      </pc:sldChg>
      <pc:sldChg chg="addSp delSp modSp add mod">
        <pc:chgData name="Yan Li" userId="8c31b902-5b3a-4bc1-a03f-ce296c1668b4" providerId="ADAL" clId="{6F9A3FD9-75E6-48B4-8622-40F229F05D29}" dt="2024-09-11T21:29:59.670" v="881" actId="20577"/>
        <pc:sldMkLst>
          <pc:docMk/>
          <pc:sldMk cId="1802307800" sldId="379"/>
        </pc:sldMkLst>
        <pc:spChg chg="mod">
          <ac:chgData name="Yan Li" userId="8c31b902-5b3a-4bc1-a03f-ce296c1668b4" providerId="ADAL" clId="{6F9A3FD9-75E6-48B4-8622-40F229F05D29}" dt="2024-09-11T21:29:59.670" v="881" actId="20577"/>
          <ac:spMkLst>
            <pc:docMk/>
            <pc:sldMk cId="1802307800" sldId="379"/>
            <ac:spMk id="5" creationId="{87397B05-2868-01CF-5915-644A9A5CFD2E}"/>
          </ac:spMkLst>
        </pc:spChg>
        <pc:picChg chg="add mod">
          <ac:chgData name="Yan Li" userId="8c31b902-5b3a-4bc1-a03f-ce296c1668b4" providerId="ADAL" clId="{6F9A3FD9-75E6-48B4-8622-40F229F05D29}" dt="2024-09-11T20:11:44.886" v="549" actId="14100"/>
          <ac:picMkLst>
            <pc:docMk/>
            <pc:sldMk cId="1802307800" sldId="379"/>
            <ac:picMk id="3" creationId="{BE3E5651-956D-A988-0F09-D05F7896F863}"/>
          </ac:picMkLst>
        </pc:picChg>
        <pc:picChg chg="del">
          <ac:chgData name="Yan Li" userId="8c31b902-5b3a-4bc1-a03f-ce296c1668b4" providerId="ADAL" clId="{6F9A3FD9-75E6-48B4-8622-40F229F05D29}" dt="2024-09-11T20:11:20.258" v="543" actId="478"/>
          <ac:picMkLst>
            <pc:docMk/>
            <pc:sldMk cId="1802307800" sldId="379"/>
            <ac:picMk id="4" creationId="{66D71068-19D8-FCE8-C3D8-B7F8F0B2602E}"/>
          </ac:picMkLst>
        </pc:picChg>
        <pc:picChg chg="del">
          <ac:chgData name="Yan Li" userId="8c31b902-5b3a-4bc1-a03f-ce296c1668b4" providerId="ADAL" clId="{6F9A3FD9-75E6-48B4-8622-40F229F05D29}" dt="2024-09-11T20:11:21.763" v="544" actId="478"/>
          <ac:picMkLst>
            <pc:docMk/>
            <pc:sldMk cId="1802307800" sldId="379"/>
            <ac:picMk id="7" creationId="{9FF394D2-AEC5-45B5-182F-F6EAF175061A}"/>
          </ac:picMkLst>
        </pc:picChg>
        <pc:picChg chg="del">
          <ac:chgData name="Yan Li" userId="8c31b902-5b3a-4bc1-a03f-ce296c1668b4" providerId="ADAL" clId="{6F9A3FD9-75E6-48B4-8622-40F229F05D29}" dt="2024-09-11T20:11:18.799" v="542" actId="478"/>
          <ac:picMkLst>
            <pc:docMk/>
            <pc:sldMk cId="1802307800" sldId="379"/>
            <ac:picMk id="10" creationId="{4ABF265F-2465-2972-71AB-3B53C06BD6CC}"/>
          </ac:picMkLst>
        </pc:picChg>
      </pc:sldChg>
      <pc:sldChg chg="addSp delSp modSp add mod">
        <pc:chgData name="Yan Li" userId="8c31b902-5b3a-4bc1-a03f-ce296c1668b4" providerId="ADAL" clId="{6F9A3FD9-75E6-48B4-8622-40F229F05D29}" dt="2024-09-11T21:22:39.617" v="770" actId="207"/>
        <pc:sldMkLst>
          <pc:docMk/>
          <pc:sldMk cId="2457219249" sldId="380"/>
        </pc:sldMkLst>
        <pc:spChg chg="add del">
          <ac:chgData name="Yan Li" userId="8c31b902-5b3a-4bc1-a03f-ce296c1668b4" providerId="ADAL" clId="{6F9A3FD9-75E6-48B4-8622-40F229F05D29}" dt="2024-09-11T21:21:50.313" v="709" actId="11529"/>
          <ac:spMkLst>
            <pc:docMk/>
            <pc:sldMk cId="2457219249" sldId="380"/>
            <ac:spMk id="4" creationId="{A56FD78F-8D42-4249-010E-B7F4543D15F3}"/>
          </ac:spMkLst>
        </pc:spChg>
        <pc:spChg chg="add del mod">
          <ac:chgData name="Yan Li" userId="8c31b902-5b3a-4bc1-a03f-ce296c1668b4" providerId="ADAL" clId="{6F9A3FD9-75E6-48B4-8622-40F229F05D29}" dt="2024-09-11T21:22:23.749" v="762"/>
          <ac:spMkLst>
            <pc:docMk/>
            <pc:sldMk cId="2457219249" sldId="380"/>
            <ac:spMk id="5" creationId="{AB2745BB-4FB7-AE7A-4BE4-086D361E520D}"/>
          </ac:spMkLst>
        </pc:spChg>
        <pc:spChg chg="add mod">
          <ac:chgData name="Yan Li" userId="8c31b902-5b3a-4bc1-a03f-ce296c1668b4" providerId="ADAL" clId="{6F9A3FD9-75E6-48B4-8622-40F229F05D29}" dt="2024-09-11T21:22:39.617" v="770" actId="207"/>
          <ac:spMkLst>
            <pc:docMk/>
            <pc:sldMk cId="2457219249" sldId="380"/>
            <ac:spMk id="7" creationId="{FCB68779-F731-AF46-27E9-7DDB234EE987}"/>
          </ac:spMkLst>
        </pc:spChg>
        <pc:picChg chg="add mod">
          <ac:chgData name="Yan Li" userId="8c31b902-5b3a-4bc1-a03f-ce296c1668b4" providerId="ADAL" clId="{6F9A3FD9-75E6-48B4-8622-40F229F05D29}" dt="2024-09-11T21:21:36.415" v="707" actId="14100"/>
          <ac:picMkLst>
            <pc:docMk/>
            <pc:sldMk cId="2457219249" sldId="380"/>
            <ac:picMk id="3" creationId="{380F0D2A-1E8C-B585-75F7-CDEF67FF29D9}"/>
          </ac:picMkLst>
        </pc:picChg>
        <pc:picChg chg="del">
          <ac:chgData name="Yan Li" userId="8c31b902-5b3a-4bc1-a03f-ce296c1668b4" providerId="ADAL" clId="{6F9A3FD9-75E6-48B4-8622-40F229F05D29}" dt="2024-09-11T20:13:05.507" v="560" actId="478"/>
          <ac:picMkLst>
            <pc:docMk/>
            <pc:sldMk cId="2457219249" sldId="380"/>
            <ac:picMk id="6" creationId="{C0AC18D4-6BE8-1E94-2582-534892753F0F}"/>
          </ac:picMkLst>
        </pc:picChg>
      </pc:sldChg>
      <pc:sldChg chg="addSp delSp modSp add mod">
        <pc:chgData name="Yan Li" userId="8c31b902-5b3a-4bc1-a03f-ce296c1668b4" providerId="ADAL" clId="{6F9A3FD9-75E6-48B4-8622-40F229F05D29}" dt="2024-09-12T19:03:07.450" v="908" actId="14100"/>
        <pc:sldMkLst>
          <pc:docMk/>
          <pc:sldMk cId="4201203152" sldId="381"/>
        </pc:sldMkLst>
        <pc:picChg chg="del">
          <ac:chgData name="Yan Li" userId="8c31b902-5b3a-4bc1-a03f-ce296c1668b4" providerId="ADAL" clId="{6F9A3FD9-75E6-48B4-8622-40F229F05D29}" dt="2024-09-11T20:13:42.803" v="568" actId="478"/>
          <ac:picMkLst>
            <pc:docMk/>
            <pc:sldMk cId="4201203152" sldId="381"/>
            <ac:picMk id="3" creationId="{380F0D2A-1E8C-B585-75F7-CDEF67FF29D9}"/>
          </ac:picMkLst>
        </pc:picChg>
        <pc:picChg chg="add mod">
          <ac:chgData name="Yan Li" userId="8c31b902-5b3a-4bc1-a03f-ce296c1668b4" providerId="ADAL" clId="{6F9A3FD9-75E6-48B4-8622-40F229F05D29}" dt="2024-09-12T19:03:07.450" v="908" actId="14100"/>
          <ac:picMkLst>
            <pc:docMk/>
            <pc:sldMk cId="4201203152" sldId="381"/>
            <ac:picMk id="4" creationId="{9AE54620-C18D-4671-CA7E-AEFC02432EC8}"/>
          </ac:picMkLst>
        </pc:picChg>
      </pc:sldChg>
      <pc:sldChg chg="addSp delSp modSp add mod">
        <pc:chgData name="Yan Li" userId="8c31b902-5b3a-4bc1-a03f-ce296c1668b4" providerId="ADAL" clId="{6F9A3FD9-75E6-48B4-8622-40F229F05D29}" dt="2024-09-12T19:02:05.062" v="907" actId="255"/>
        <pc:sldMkLst>
          <pc:docMk/>
          <pc:sldMk cId="3207380264" sldId="382"/>
        </pc:sldMkLst>
        <pc:spChg chg="add mod">
          <ac:chgData name="Yan Li" userId="8c31b902-5b3a-4bc1-a03f-ce296c1668b4" providerId="ADAL" clId="{6F9A3FD9-75E6-48B4-8622-40F229F05D29}" dt="2024-09-12T19:02:05.062" v="907" actId="255"/>
          <ac:spMkLst>
            <pc:docMk/>
            <pc:sldMk cId="3207380264" sldId="382"/>
            <ac:spMk id="4" creationId="{D231FD1C-BDD1-CC9C-3CCB-A088E8D33FF3}"/>
          </ac:spMkLst>
        </pc:spChg>
        <pc:spChg chg="add mod">
          <ac:chgData name="Yan Li" userId="8c31b902-5b3a-4bc1-a03f-ce296c1668b4" providerId="ADAL" clId="{6F9A3FD9-75E6-48B4-8622-40F229F05D29}" dt="2024-09-12T19:01:39.301" v="901" actId="208"/>
          <ac:spMkLst>
            <pc:docMk/>
            <pc:sldMk cId="3207380264" sldId="382"/>
            <ac:spMk id="5" creationId="{A89EAC3A-6CCE-31F9-0E76-C4A500394563}"/>
          </ac:spMkLst>
        </pc:spChg>
        <pc:picChg chg="add mod">
          <ac:chgData name="Yan Li" userId="8c31b902-5b3a-4bc1-a03f-ce296c1668b4" providerId="ADAL" clId="{6F9A3FD9-75E6-48B4-8622-40F229F05D29}" dt="2024-09-11T20:14:19.763" v="578" actId="14100"/>
          <ac:picMkLst>
            <pc:docMk/>
            <pc:sldMk cId="3207380264" sldId="382"/>
            <ac:picMk id="3" creationId="{0731F19B-13F5-9A52-D0EC-0F4B5C081E37}"/>
          </ac:picMkLst>
        </pc:picChg>
        <pc:picChg chg="del">
          <ac:chgData name="Yan Li" userId="8c31b902-5b3a-4bc1-a03f-ce296c1668b4" providerId="ADAL" clId="{6F9A3FD9-75E6-48B4-8622-40F229F05D29}" dt="2024-09-11T20:14:08.793" v="574" actId="478"/>
          <ac:picMkLst>
            <pc:docMk/>
            <pc:sldMk cId="3207380264" sldId="382"/>
            <ac:picMk id="4" creationId="{9AE54620-C18D-4671-CA7E-AEFC02432EC8}"/>
          </ac:picMkLst>
        </pc:picChg>
      </pc:sldChg>
    </pc:docChg>
  </pc:docChgLst>
  <pc:docChgLst>
    <pc:chgData name="Yan Li" userId="9c24dcb21a99a041" providerId="LiveId" clId="{66E74474-2EE9-4435-BA9F-B494A12966C2}"/>
    <pc:docChg chg="undo custSel modSld">
      <pc:chgData name="Yan Li" userId="9c24dcb21a99a041" providerId="LiveId" clId="{66E74474-2EE9-4435-BA9F-B494A12966C2}" dt="2024-09-01T13:48:30.086" v="268" actId="207"/>
      <pc:docMkLst>
        <pc:docMk/>
      </pc:docMkLst>
      <pc:sldChg chg="modSp mod">
        <pc:chgData name="Yan Li" userId="9c24dcb21a99a041" providerId="LiveId" clId="{66E74474-2EE9-4435-BA9F-B494A12966C2}" dt="2024-09-01T13:48:30.086" v="268" actId="207"/>
        <pc:sldMkLst>
          <pc:docMk/>
          <pc:sldMk cId="811220229" sldId="291"/>
        </pc:sldMkLst>
        <pc:spChg chg="mod">
          <ac:chgData name="Yan Li" userId="9c24dcb21a99a041" providerId="LiveId" clId="{66E74474-2EE9-4435-BA9F-B494A12966C2}" dt="2024-09-01T13:45:11.020" v="72" actId="20577"/>
          <ac:spMkLst>
            <pc:docMk/>
            <pc:sldMk cId="811220229" sldId="291"/>
            <ac:spMk id="2" creationId="{A0B2FD85-87AA-4580-1FB4-0EBB0A967AA9}"/>
          </ac:spMkLst>
        </pc:spChg>
        <pc:spChg chg="mod">
          <ac:chgData name="Yan Li" userId="9c24dcb21a99a041" providerId="LiveId" clId="{66E74474-2EE9-4435-BA9F-B494A12966C2}" dt="2024-09-01T13:48:30.086" v="268" actId="207"/>
          <ac:spMkLst>
            <pc:docMk/>
            <pc:sldMk cId="811220229" sldId="291"/>
            <ac:spMk id="3" creationId="{829828C6-6D41-BE5B-CC0A-8492B54C3375}"/>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3:37.32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0,'649'0,"-623"0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3:44.81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30,'218'-12,"13"0,-118 10,-59-1,0 3,78 10,-105-5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4:23.9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0,'69'30,"-54"-22,1-1,-1-1,1-1,0 0,24 5,-9-6,48 6,96 0,-151-10,-4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4:26.63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0,'8'0,"11"0,14 0,13 0,3 0,5 0,-2 0,-3 0,-5 0,-2 0,-4 0,-9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4:40.15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0,'12'0,"12"0,9 0,4 0,8 0,3 0,-1 0,-6 0,-5 0,-5 0,-4 0,2 0,-1 0,0 0,2 4,-3 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5:12.60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26,'12'-5,"0"1,0 0,0 1,1 0,0 0,21 0,85 3,-63 1,645 0,-675-1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5:15.14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0,'76'1,"0"3,125 22,-134-17,0-2,1-3,71-6,-45 0,-65 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6:00.95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26,'1'-1,"-1"0,1 0,-1 0,1 0,-1 0,1 0,-1 1,1-1,0 0,0 0,-1 0,1 1,0-1,0 0,0 1,0-1,0 1,0-1,0 1,0 0,0-1,0 1,0 0,0 0,0-1,2 1,35-4,-33 3,91-2,-1 4,0 4,147 26,-184-25,115-1,-28-4,-114 3,-6 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6:03.60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1,'817'0,"-797"0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6:08.24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1,'924'0,"-896"0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6:11.26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97,'8'-5,"1"0,-1 1,1 0,0 0,0 1,1 0,-1 1,16-2,-9 0,54-10,81-7,-64 11,-34 3,56 0,337 8,-421-1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6:13.16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55,'0'-2,"1"1,-1 0,1-1,0 1,0 0,-1-1,1 1,0 0,0 0,0 0,0 0,0 0,1 0,-1 0,0 0,0 1,1-1,-1 0,0 1,1-1,1 0,34-11,-36 11,35-6,1 2,0 1,0 2,0 2,39 4,17-1,273-3,-339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7:24.70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0,'848'0,"-822"0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7:56.616"/>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1,'4'0,"10"0,6 0,8 4,3 1,5 0,0-1,-2-1,-3-1,-2-1,-2-1,-2 0,-1 0,4 0,1 0,3-1,-3 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7:57.686"/>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1,'720'0,"-700"0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7:58.72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1,'12'0,"12"0,14 0,18 0,10 0,7 0,-1 0,0 0,-5 0,-5 0,-1 0,-7 0,-9 0,-7 0,-7 0,-8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8:01.917"/>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5 1,'-1'0,"1"0,0 1,-1-1,1 0,0 0,0 1,-1-1,1 0,0 1,0-1,0 0,0 1,-1-1,1 1,0-1,0 0,0 1,0-1,0 0,0 1,0-1,0 1,0-1,0 0,0 1,0-1,0 1,0-1,1 0,-1 1,0-1,0 0,0 1,1-1,-1 0,0 1,17 10,23 1,30-3,0-2,1-4,91-7,-32 1,46 3,-156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8:15.964"/>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1,'555'0,"-535"0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8:17.580"/>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1,'749'0,"-719"0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8:19.451"/>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26,'0'-1,"1"0,0 0,-1 0,1 0,0 0,0 0,-1 0,1 1,0-1,0 0,0 0,0 1,0-1,0 1,0-1,1 1,-1-1,0 1,0-1,0 1,0 0,1 0,1 0,35-6,-35 6,327-5,-181 8,134-3,-256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8:21.388"/>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53,'0'0,"0"-1,0 1,0-1,0 1,0-1,0 1,0-1,0 1,0-1,0 1,1-1,-1 1,0-1,0 1,0-1,1 1,-1-1,0 1,0-1,1 1,-1 0,0-1,1 1,-1 0,1-1,-1 1,0 0,1-1,-1 1,1 0,-1 0,1-1,-1 1,1 0,-1 0,1 0,-1 0,1 0,0 0,25-10,10 1,1 2,0 1,54 0,119 7,-82 2,142-3,-240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18:27.98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26:04.67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49,'29'-2,"0"-1,0-1,39-11,-38 7,0 2,60-5,380 13,-447-2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26:23.15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50,'13'-1,"1"-1,-1 0,0-1,0-1,18-6,-15 4,1 1,26-5,44 3,133 7,-85 3,-102-1,1 2,-1 2,0 1,52 18,5 0,-39-12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6:48.087"/>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1,'827'0,"-806"0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6:53.28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0,'18'2,"1"-1,26 8,22 1,223-6,-166-6,-102 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7:24.65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25,'305'-15,"1"5,-275 10,-2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7:36.598"/>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73,'390'-18,"-361"15,-7 2,0-1,1-1,-1-1,25-8,-17 4,1 1,0 1,0 1,0 2,62 3,-61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8:48.47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28,'0'-1,"0"0,1 1,-1-1,0 0,0 1,1-1,-1 0,0 1,1-1,-1 0,1 1,-1-1,1 1,-1-1,1 1,-1-1,1 1,0-1,-1 1,1 0,0-1,-1 1,1 0,0 0,-1-1,1 1,0 0,0 0,25-4,-20 3,437-7,-250 11,193-3,-361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8:52.883"/>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62,'6'-5,"1"0,-1 0,1 1,0 0,0 0,0 1,1 0,-1 0,1 1,0 0,0 0,12-1,14 0,55 1,-66 3,97 2,-52 1,0-4,126-14,-168 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8:54.862"/>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0 76,'2'-2,"-1"0,1 0,-1 0,1 0,0 1,-1-1,1 1,0-1,0 1,0 0,0 0,1-1,-1 2,0-1,0 0,1 0,3 0,6-4,10-4,0 1,0 1,0 1,1 1,0 1,36-2,146 7,-85 2,-75-3,-25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8:56.511"/>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703 1,'-476'0,"449"1,-51 10,51-7,-47 4,53-8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9:16.123"/>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81,'97'-18,"60"12,-106 6,0-2,63-10,-51 3,-41 6,1 0,-1-2,28-9,-26 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9:20.632"/>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0,'24'2,"1"1,-1 0,41 13,-36-9,55 8,28-12,-79-3,0 1,0 1,-1 2,50 11,-59-8,0-1,1-2,0 0,37 1,-41-5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1:35.073"/>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0,'0'3,"1"-1,-1 0,1 1,0-1,0 0,-1 1,2-1,-1 0,0 0,0 0,1 0,-1 0,1 0,-1 0,1 0,0-1,0 1,0-1,0 1,0-1,0 0,3 2,57 22,-47-20,37 11,0-2,1-2,0-3,102 5,185-14,-296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1:46.748"/>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0 1,'730'0,"-710"0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1:50.079"/>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25,'17'-5,"1"-1,0 2,0 1,0 0,0 1,1 1,-1 0,1 2,26 3,76 17,-83-13,2-1,74 2,95-10,-188 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1:53.441"/>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0 0,'4'0,"10"0,9 0,14 0,12 0,6 0,6 4,4 2,-5-1,-5-1,-3-2,-7 0,-7-1,-10 4,-5 0,-3 0,-2-2,-2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1:55.373"/>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0 0,'8'0,"11"0,6 0,6 0,7 0,4 4,0 2,0-1,-3-1,-8-2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2:51.757"/>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27,'0'0,"1"-1,-1 0,0 0,1 0,-1 1,1-1,-1 0,1 1,-1-1,1 0,0 1,-1-1,1 1,0-1,0 1,-1-1,1 1,0-1,0 1,-1 0,1-1,0 1,0 0,0 0,0 0,1 0,28-5,-27 5,436-8,-254 10,-106-2,-47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2:52.794"/>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0 0,'4'0,"13"0,16 0,23 0,25 4,19 2,8 3,10 4,-2 1,-18-3,-22-3,-19-3,-19-2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2:54.018"/>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0 51,'25'-13,"-19"9,0 0,0 1,0 0,1 0,-1 1,1 0,-1 0,10-1,91-6,178 7,-150 4,479 37,-573-34</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2:55.321"/>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0,'8'0,"23"0,21 0,19 0,13 0,12 0,6 0,1 0,-4 0,-16 0,-17 0,-13 0,-14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3:30.691"/>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0 0,'611'0,"-589"0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3:32.074"/>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0 0,'829'0,"-809"0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3:33.850"/>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0,'4'0,"13"0,24 8,17 3,22 3,10 0,2 1,-8-2,-9-4,-13-2,-14-3,-11-2,-12-2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3:36.599"/>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0,'64'4,"0"3,0 2,65 19,-67-14,23 8,-60-14,1 0,1-2,-1-1,1-2,39 2,-63-5,-1 0,0 0,0-1,1 1,-1-1,0 1,0-1,1 1,-1-1,0 0,0 0,0 0,0-1,0 1,-1 0,1-1,0 1,0-1,-1 1,1-1,-1 0,0 0,1 0,-1 0,0 0,0 0,0 0,0 0,-1 0,1 0,0-1,-1 1,0 0,1 0,-1-1,0 1,-1-4,1 3,0 1,-1-1,1 1,-1-1,0 1,0-1,0 1,0-1,0 1,-1 0,1 0,-1 0,1-1,-1 1,0 1,0-1,0 0,0 0,0 1,0-1,-1 1,1 0,0-1,-1 1,1 0,-1 1,1-1,-1 0,1 1,-1-1,1 1,-4 0,-11 1,1 1,0 0,0 1,-26 9,-40 7,-19-17,81-4,-1 2,1 0,0 1,0 2,-28 6,33-5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3:58.422"/>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1,'208'12,"12"0,79-12,-275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3:59.993"/>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1,'32'1,"0"3,62 14,-54-10,42 5,262-8,-191-7,-133 2</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4:02.727"/>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0 49,'55'0,"-19"2,1-3,-1 0,70-14,-75 9,1 2,0 1,47 2,-41 1,74-9,-68 3,0 3,55 2,-80 1,1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4:05.366"/>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26,'208'-13,"8"1,47 13,-232-1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4:48.993"/>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0,'4'0,"9"0,15 0,14 0,4 0,2 0,-2 0,-6 0,-6 0,-4 0,-3 0,-3 0,-1 0,4 0,4 0,6 0,1 0,-7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4:50.141"/>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1,'4'0,"5"0,14 0,14 0,13 0,6 0,18 0,12 0,7 0,4 0,-6 0,-15 0,-12 0,-14 0,-10 0,-13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4:53.015"/>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1,'0'0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4:58.731"/>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51,'0'-2,"0"0,1 0,-1-1,1 1,0 0,-1 0,1 0,0 0,0 0,1 0,-1 0,0 0,1 1,-1-1,1 0,-1 1,1-1,0 1,0 0,0-1,0 1,0 0,0 0,0 0,0 0,0 1,0-1,0 1,1-1,-1 1,0 0,3-1,13-1,0 1,0 0,20 3,-18-1,584 0,-578-1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5:00.052"/>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0 0,'4'0,"14"0,18 0,25 0,17 0,-1 0,4 0,-2 0,3 0,-1 4,6 10,-3 2,-10 2,-11-2,-14-3,-15-4</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45:45.223"/>
    </inkml:context>
    <inkml:brush xml:id="br0">
      <inkml:brushProperty name="width" value="0.1" units="cm"/>
      <inkml:brushProperty name="height" value="0.2" units="cm"/>
      <inkml:brushProperty name="color" value="#00F900"/>
      <inkml:brushProperty name="tip" value="rectangle"/>
      <inkml:brushProperty name="rasterOp" value="maskPen"/>
      <inkml:brushProperty name="ignorePressure" value="1"/>
    </inkml:brush>
  </inkml:definitions>
  <inkml:trace contextRef="#ctx0" brushRef="#br0">1 0,'0'0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27:16.24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2:43.84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26,'27'-2,"-1"0,27-7,-25 4,51-2,543 8,-572 0,0 2,77 16,-57-4</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2:45.44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25,'251'-12,"8"-1,266 14,-488-1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2:47.262"/>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25,'712'0,"-695"-1,-1-1,32-7,31-3,13 12,-62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2:49.42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1,'904'0,"-876"0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2:51.72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25,'6'-3,"1"-1,-1 2,1-1,-1 1,1 0,0 0,0 1,0 0,0 0,0 1,0 0,9 1,3-2,456-3,-263 6,-192-2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2:54.08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52,'0'-1,"0"0,1 0,-1-1,0 1,1 0,-1 0,1 0,-1 0,1 0,-1 0,1 0,0 0,0 0,-1 0,1 1,0-1,0 0,0 0,0 1,0-1,0 1,0-1,0 1,0-1,2 0,32-8,-30 8,85-10,0 4,170 8,-94 2,-97 0,1 3,94 22,-150-26,14 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2:56.76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64,'4'-4,"5"-1,1-4,3-1,3 2,4-2,1 1,2 2,0 6,-3 3</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3:04.496"/>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0,'69'3,"128"22,-115-11,-26-6,-1 1,102 4,-132-13</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3:05.958"/>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97,'7'0,"12"-4,14-5,9-1,6 0,10-1,0-3,-6 1,-9 3,-6 2,-3 4,-2 1,-3 2,-2 1,-2 1,-1-1,-1 1,-4-1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3:07.576"/>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0,'11'0,"13"0,14 0,20 0,29 0,27 0,19 0,10 0,-11 0,-20 0,-25 0,-23 0,-19 0,-17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3:09.648"/>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25,'404'-12,"1"0,-380 12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3:11.28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10 50,'-4'-4,"-2"-5,13-2,29 2,37 2,33 2,15 3,2 0,10 2,-11 0,-10 0,-20 1,-18-1,-21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33:13.668"/>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67,'40'0,"0"-1,-1-3,1-1,51-13,-61 9,0 0,1 2,0 2,0 1,0 1,1 1,50 5,121 14,-170-16</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48:11.896"/>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0 284,'1'-2,"-1"1,1-1,0 1,0-1,0 1,0-1,0 1,0 0,1 0,-1-1,0 1,1 0,-1 0,0 0,1 0,0 1,-1-1,1 0,-1 1,4-2,34-11,1 3,1 2,1 1,-1 2,52 1,-70 2,1 0,0-2,-1-1,0 0,28-12,-25 8,0 2,1 0,41-4,182-15,-238 24,-1 0,0-2,0 1,0-1,12-7,26-9,27-9,-52 18,1 2,33-9,-38 15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48:14.55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81,'176'2,"192"-4,-330-3,1 0,0-3,60-20,-55 15,-28 9,0 1,0 1,28 0,24-4,-46 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59:00.836"/>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59:18.219"/>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0,'0'1,"1"0,-1 0,1 1,-1-2,1 1,-1 0,1 0,0 0,-1 0,1 0,0 0,0-1,0 1,-1 0,1-1,0 1,0-1,0 1,0-1,0 1,0-1,0 1,0-1,1 0,-1 0,0 0,2 1,35 3,-33-4,442 3,-228-6,-155 3,581 18,-579-13,-42-4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59:44.99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0 260,'2'-1,"-1"0,0 0,1 1,-1-1,0 0,0-1,0 1,1 0,-1 0,0 0,-1-1,1 1,0 0,0-1,0 1,-1-1,1 1,-1-1,1 1,-1-1,0-2,4-7,1 3,0 0,0 0,0 1,1 0,0 0,1 0,-1 1,1-1,0 2,1-1,0 1,-1 0,2 1,-1 0,0 0,1 1,9-3,16-2,1 1,0 1,44-1,34-5,36-16,0 8,237-3,-327 23,-35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00:09.483"/>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79 25,'191'-12,"7"0,276 13,-471-2,-1 1,1 0,0 0,-1 0,1 1,0-1,-1 1,1-1,0 1,-1 0,1 0,-1 0,1 0,2 2,-5-2,1 1,0-1,0 1,-1-1,1 1,-1-1,1 1,-1-1,0 1,0-1,0 1,1-1,-1 1,-1 0,1-1,0 1,0-1,-1 1,1-1,0 1,-1-1,0 1,1-1,-1 1,-1 1,-1 4,0 0,-1-1,1 0,-1 1,0-1,-1-1,1 1,-1-1,0 0,-1 0,1 0,-1 0,0-1,0 0,-12 5,-2-2,1 0,-1-2,0 0,-27 2,46-7,-28 4,0 2,0 1,1 2,-41 17,47-16,-56 23,72-31,1 0,-1 0,0-1,0 1,0-2,0 1,0-1,1 1,-1-2,-10 0,13 0,1-1,-1 1,1 0,-1-1,1 1,0-1,0 0,0 0,0 0,0 0,0 0,-1-3,-22-18,15 19,0 0,0 1,0 0,-1 0,1 1,-1 0,0 1,0 0,0 1,-13 1,-17 3,-50 12,89-16,-82 18,75-19,15-6,26-12,-16 9,11-18,-25 25,0 0,1 0,-1 1,1-1,-1 0,1 1,0 0,0-1,0 1,1 0,-1 1,0-1,5-1,198-56,105-13,-278 65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01:36.657"/>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21,'1'-1,"-1"0,1 0,-1 0,1 1,0-1,-1 0,1 0,0 1,0-1,-1 0,1 1,0-1,0 1,0-1,0 1,0-1,0 1,0 0,0-1,0 1,0 0,0 0,0 0,1 0,32-5,-28 5,40-3,1 3,88 11,26 0,-125-9,-1 2,0 1,0 2,43 14,50 10,-40-10,-58-13,55 8,23 2,-87-14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03:15.726"/>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0,'8'0,"26"0,28 0,32 0,14 0,11 4,-9 1,-13 0,-21-1,-14-1,-6-1,-5-1,2-1,3 0,4 0,-4 0,5-4,-9-2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03:52.697"/>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1,'841'0,"-810"0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04:52.710"/>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0,'4'0,"9"0,11 0,9 0,7 0,5 0,-2 4,4 2,2-1,1 3,0 0,-5-1,-2-2,-4-2,-9-1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04:55.623"/>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85,'73'0,"18"-1,142 16,-108-6,-86-8,0 1,41 9,8 4,0-4,1-4,108-5,-209-5,0 1,0-2,0 0,-22-11,14 6,-2 0,1 2,-1 0,-27-4,-85 1,57 6,-80-15,17-1,-29-6,140 19</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05:07.32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1 114,'26'-10,"-9"1,32-5,0 1,1 3,0 2,62-2,211 10,-150 3,2052-3,-2182-2,46-8,35-2,-76 12,-3 0,-1-2,58-10,-95 11,-1 0,0 0,1 0,-1 1,1 0,-1 0,1 0,-1 1,1 0,-1 0,0 1,1 0,-1 0,0 0,7 5,4 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1:05:10.08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96,'0'1,"1"0,-1 0,1 0,-1 0,1 0,0 0,-1-1,1 1,0 0,0 0,0-1,0 1,-1-1,1 1,0-1,0 1,0-1,0 1,0-1,0 0,0 0,0 1,0-1,0 0,0 0,2 0,35 3,-31-3,537 7,-141-8,-270 13,9 0,-77-8,0 3,71 16,-129-21,59 6,1-2,-1-4,70-5,-3 0,-90 3,60 0,119-14,-181 10,47 2,-47 3,49-7,-39-4,0-3,68-25,-46 13,-19 7,-17 5,1 1,0 1,0 3,1 1,44-2,308 10,-371-1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25:18.43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0,'1'1,"-1"1,0-1,1 0,-1 0,1 1,0-1,-1 0,1 0,0 0,-1 0,1 0,0 0,0 0,0 0,0 0,0 0,0 0,0-1,1 1,-1 0,0-1,0 1,0-1,1 1,-1-1,0 0,3 1,40 6,-39-6,409 5,-231-9,205 3,-344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25:35.55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0,'4'1,"1"0,0 0,0-1,-1 1,1-1,0 0,0-1,6 0,11-1,1131 2,-1106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26:29.37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0,'0'0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0:50.174"/>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0 115,'1462'0,"-1418"-2,1-2,50-12,39-5,-94 16,-1-2,63-20,-4 0,-71 21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0:59.571"/>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1:02.688"/>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72,'63'0,"-1"1,-1-2,85-13,-80 6,1 2,124 8,-67 1,-12-2,-30 2,0-4,154-22,-189 13,-22 4,0 1,50-3,-47 8</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1:14.107"/>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33,'1270'0,"-1234"-2,1-2,-1-1,36-11,-48 10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1:26.45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25,'281'-12,"9"-1,124 14,-390-1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1:28.199"/>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1033 27,'0'-1,"-1"0,1 0,-1 0,1 0,-1 0,1 0,-1 0,0 0,0 1,1-1,-1 0,0 0,0 1,0-1,0 0,0 1,0-1,0 1,0-1,0 1,0-1,0 1,0 0,0 0,0-1,0 1,-2 0,-36-4,35 4,-75-4,-104 8,99 6,-47 3,70-14,44-1,0 1,0 1,0 1,0 0,0 1,0 1,0 1,-21 7,17-4,1-1,-1 0,0-2,-1 0,1-2,0 0,-1-1,-31-4,43 3,-11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2:12.667"/>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169 0,'-1'1,"-1"0,1 0,0 0,-1 1,1-1,0 0,0 1,0-1,0 1,0-1,0 1,1-1,-1 1,0 0,1-1,-1 1,1 0,0-1,-1 1,1 0,0 0,0-1,1 4,-3 4,-11 78,-5 141,18 94,3-128,-3 2150,-12-2162,0 9,13-131,-3 0,-2 0,-19 97,3-79,6-31,2 2,3 0,-4 52,12-60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2:16.284"/>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216 0,'-1'1,"1"-1,-1 0,1 0,-1 0,1 1,0-1,-1 0,1 0,-1 1,1-1,-1 0,1 1,0-1,-1 1,1-1,0 0,-1 1,1-1,0 1,0-1,0 1,-1-1,1 1,0-1,0 1,0-1,0 1,0 0,-2 4,-25 87,4 1,-17 145,28-160,-10 61,-35 256,33 8,28 1103,-4-1284,2-192,2 1,0 0,2-1,13 39,-9-35,-2 0,8 68,-9 101,6 91,-10-273,1 0,1 0,1 0,0-1,2 0,14 28,-14-35</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4:02.01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25,'160'2,"172"-5,-229-7,59-3,1106 14,-1247-1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4:06.160"/>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3,'229'-3,"246"7,-295 19,-123-13,108 5,228-17,-362 2</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4:15.528"/>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1,'203'6,"-1"10,207 43,-345-51,129-1,-163-8</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4:19.499"/>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1,'64'17,"0"-3,0-2,106 4,-120-12,41 4,262 31,-287-31,0-4,96-4,-105-2,-1 2,1 2,-1 3,65 14,-47-4,1-2,0-4,1-4,83-4,443-2,-568 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34:21.118"/>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1157 1,'-162'-1,"-404"16,234-5,270-11,28 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0:44.105"/>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25,'577'3,"577"-6,-989-10,25 1,-171 12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0:46.118"/>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1,'1550'0,"-1526"0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0:54.12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0,'23'1,"0"1,39 9,-2 1,536 80,-153-22,-345-56,1-3,-1-5,122-9,-197 0,1-2,-1 0,40-16,-37 12,0 1,43-8,10 10,138 5,-90 3,-103 0,47 7,-56-6,1 0,-1-1,1-1,0 0,0-2,-1 1,19-4,26-12,-29 8,46-7,-57 13</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1:11.611"/>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28 52,'1'1,"-1"0,1 0,-1 0,1 0,-1 0,1-1,-1 1,1 0,0 0,0 0,-1-1,1 1,0 0,0-1,0 1,0-1,0 1,0-1,0 1,0-1,0 0,0 1,0-1,0 0,0 0,2 0,34 5,-31-5,116 2,-90-4,0 2,0 1,0 2,47 9,10 9,0-5,1-3,0-5,0-3,130-10,-181 1,62-16,-67 12,1 2,56-5,-39 11,78-4,-113 2,0 0,1-1,-1-1,-1-1,19-6,-35 11,0 0,0 0,0 0,1 0,-1 0,0 0,0 0,0 0,1 0,-1 0,0 0,0 0,0 0,1 0,-1 0,0 0,0-1,0 1,0 0,1 0,-1 0,0 0,0 0,0 0,0 0,1-1,-1 1,0 0,0 0,0 0,0 0,0-1,0 1,0 0,0 0,1 0,-1-1,0 1,0 0,0 0,0 0,0-1,0 1,0 0,0 0,0 0,0-1,0 1,-1 0,1 0,0 0,0-1,0 1,0 0,0 0,-16-4,-23 4,-28 20,-80 37,101-38,21-6,20-7,17-4,134-27,-121 19,-1 0,0-2,39-19,-56 24,32-20,-30 10,-10 12,1 0,-1 1,1-1,-1 0,0 1,1-1,-1 0,0 1,0 0,1-1,-1 1,0-1,0 1,0 0,0-1,1 1,-1 0,0 0,0 0,0 0,0 0,-1 0,-12-1,1 1,-1 1,1 0,0 1,0 0,0 1,0 1,0 0,0 1,1 0,0 1,-19 11,-29 12,38-21,-1 0,-23 3,-27 9,61-17,-1 1,0-1,-1-1,-24 1,36-3,-1 0,1 0,0 0,0 0,-1-1,1 1,0-1,0 1,0-1,0 0,0 0,0 0,0 0,0 0,-3-3,4 3,0-1,0 1,1 0,-1-1,1 1,-1-1,1 1,0-1,0 1,-1-1,1 1,0-1,0 0,1 1,-1-1,0 1,0-1,1 1,-1-1,1 1,-1-1,1 1,0 0,-1-1,1 1,2-2,-1-1,1-1,1 1,-1 1,1-1,-1 0,1 1,0 0,0 0,0 0,10-4,53-23,-37 18,-14 6,-12 5,0 0,0-1,-1 1,1-1,0 0,-1 0,1 0,-1-1,0 1,1-1,3-4,-7 7,0-1,0 1,0-1,0 1,0-1,0 1,0-1,0 1,0-1,0 1,-1-1,1 1,0-1,0 1,0 0,-1-1,1 1,0-1,0 1,-1-1,1 1,0 0,-1-1,1 1,-1 0,1-1,0 1,-1 0,1 0,-1-1,1 1,-1 0,1 0,-1 0,1 0,-1-1,1 1,-1 0,1 0,-1 0,1 0,-1 0,1 0,-1 0,0 1,-29-5,28 4,-503-4,246 8,246-4,-54 0,-123 14,132-8,-105-2,138-4,-5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1:16.471"/>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 0,'64'1,"0"2,-1 3,1 3,95 25,-129-27,0-2,1-1,0-2,39-1,-30-1,69 10,-57-3,101 1,-132-8</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1:17.68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981 0,'-16'6,"-1"-1,0-1,0-1,-1 0,1-2,0 0,-25-1,10 0,-484 2,267-3,227 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1:19.809"/>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1342 1,'-816'0,"788"1,-54 10,53-5,-52 1,43-6,0 1,1 2,-1 1,1 2,-49 16,55-12</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1:47.162"/>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174 1,'2173'0,"-2166"0,0 0,0 0,0 0,0 1,0 0,0 1,0-1,0 1,0 1,0-1,-1 1,1 0,-1 1,0 0,0 0,0 0,-1 0,1 1,-1 0,0 0,-1 1,9 11,4 7,-2 2,-1 0,0 1,-2 1,14 47,-25-73,0 1,-1-1,1 1,0 0,-1-1,0 1,0 0,1-1,-2 1,1 0,0 0,-2 4,2-6,-1 0,0 0,0 0,1 0,-1-1,0 1,0 0,0-1,0 1,0 0,0-1,-1 0,1 1,0-1,0 1,0-1,0 0,0 0,-1 0,1 0,0 0,0 0,0 0,0 0,-1 0,1-1,0 1,0 0,0-1,-2 0,-59-16,42 11,1 0,-2 2,1 0,-26-1,38 5,-23 0,1-1,-1-2,1-1,-59-15,60 12,-1 1,0 2,0 1,-54 1,-51-6,-7-5,-235 9,191 7,-841-3,968-4,31-1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1:50.111"/>
    </inkml:context>
    <inkml:brush xml:id="br0">
      <inkml:brushProperty name="width" value="0.1" units="cm"/>
      <inkml:brushProperty name="height" value="0.2" units="cm"/>
      <inkml:brushProperty name="color" value="#FFFC00"/>
      <inkml:brushProperty name="tip" value="rectangle"/>
      <inkml:brushProperty name="rasterOp" value="maskPen"/>
      <inkml:brushProperty name="ignorePressure" value="1"/>
    </inkml:brush>
  </inkml:definitions>
  <inkml:trace contextRef="#ctx0" brushRef="#br0">0 26,'8'0,"7"0,5 0,3 0,2-4,4-1,2-1,4 2,0 1,-3 1,-1 1,-3 1,6 0,2 0,-2 0,-2 1,-6-1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2:51.238"/>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1,'0'0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7:50.39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0 100,'0'-1,"0"-1,1 1,-1 0,0 0,0 0,1 0,-1 0,0 0,1 0,-1 0,1 0,-1 0,1 0,0 1,-1-1,1 0,0 0,-1 0,1 1,0-1,0 0,0 1,0-1,0 1,1-1,30-8,-23 7,73-13,1 3,87-1,172 12,-201 2,-44 0,356-15,-281 2,178 12,-167 2,137-1,-302-1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12T20:08:48.40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1 124,'23'0,"12"1,0-1,0-2,0-1,-1-2,54-14,9-19,-58 21,45-12,-69 25,1 1,0 1,0 1,0 0,0 0,0 2,0 0,24 5,4 5,72 26,-93-30,1-2,0 0,1-2,-1-1,0-1,41-3,-32 2,-3-1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9/16/2024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9/16/2024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9/16/2024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9/16/2024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9/16/2024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9/16/2024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9/16/2024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20.png"/><Relationship Id="rId42" Type="http://schemas.openxmlformats.org/officeDocument/2006/relationships/customXml" Target="../ink/ink20.xml"/><Relationship Id="rId47" Type="http://schemas.openxmlformats.org/officeDocument/2006/relationships/image" Target="../media/image33.png"/><Relationship Id="rId63" Type="http://schemas.openxmlformats.org/officeDocument/2006/relationships/image" Target="../media/image41.png"/><Relationship Id="rId68" Type="http://schemas.openxmlformats.org/officeDocument/2006/relationships/customXml" Target="../ink/ink33.xml"/><Relationship Id="rId84" Type="http://schemas.openxmlformats.org/officeDocument/2006/relationships/customXml" Target="../ink/ink41.xml"/><Relationship Id="rId89" Type="http://schemas.openxmlformats.org/officeDocument/2006/relationships/image" Target="../media/image54.png"/><Relationship Id="rId112" Type="http://schemas.openxmlformats.org/officeDocument/2006/relationships/image" Target="../media/image65.png"/><Relationship Id="rId16" Type="http://schemas.openxmlformats.org/officeDocument/2006/relationships/customXml" Target="../ink/ink7.xml"/><Relationship Id="rId107" Type="http://schemas.openxmlformats.org/officeDocument/2006/relationships/image" Target="../media/image63.png"/><Relationship Id="rId11" Type="http://schemas.openxmlformats.org/officeDocument/2006/relationships/image" Target="../media/image15.png"/><Relationship Id="rId32" Type="http://schemas.openxmlformats.org/officeDocument/2006/relationships/customXml" Target="../ink/ink15.xml"/><Relationship Id="rId37" Type="http://schemas.openxmlformats.org/officeDocument/2006/relationships/image" Target="../media/image28.png"/><Relationship Id="rId53" Type="http://schemas.openxmlformats.org/officeDocument/2006/relationships/image" Target="../media/image36.png"/><Relationship Id="rId58" Type="http://schemas.openxmlformats.org/officeDocument/2006/relationships/customXml" Target="../ink/ink28.xml"/><Relationship Id="rId74" Type="http://schemas.openxmlformats.org/officeDocument/2006/relationships/customXml" Target="../ink/ink36.xml"/><Relationship Id="rId79" Type="http://schemas.openxmlformats.org/officeDocument/2006/relationships/image" Target="../media/image49.png"/><Relationship Id="rId102" Type="http://schemas.openxmlformats.org/officeDocument/2006/relationships/customXml" Target="../ink/ink50.xml"/><Relationship Id="rId5" Type="http://schemas.openxmlformats.org/officeDocument/2006/relationships/image" Target="../media/image12.png"/><Relationship Id="rId90" Type="http://schemas.openxmlformats.org/officeDocument/2006/relationships/customXml" Target="../ink/ink44.xml"/><Relationship Id="rId95" Type="http://schemas.openxmlformats.org/officeDocument/2006/relationships/image" Target="../media/image57.png"/><Relationship Id="rId22" Type="http://schemas.openxmlformats.org/officeDocument/2006/relationships/customXml" Target="../ink/ink10.xml"/><Relationship Id="rId27" Type="http://schemas.openxmlformats.org/officeDocument/2006/relationships/image" Target="../media/image23.png"/><Relationship Id="rId43" Type="http://schemas.openxmlformats.org/officeDocument/2006/relationships/image" Target="../media/image31.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44.png"/><Relationship Id="rId113" Type="http://schemas.openxmlformats.org/officeDocument/2006/relationships/customXml" Target="../ink/ink56.xml"/><Relationship Id="rId80" Type="http://schemas.openxmlformats.org/officeDocument/2006/relationships/customXml" Target="../ink/ink39.xml"/><Relationship Id="rId85" Type="http://schemas.openxmlformats.org/officeDocument/2006/relationships/image" Target="../media/image52.png"/><Relationship Id="rId12" Type="http://schemas.openxmlformats.org/officeDocument/2006/relationships/customXml" Target="../ink/ink5.xml"/><Relationship Id="rId17" Type="http://schemas.openxmlformats.org/officeDocument/2006/relationships/image" Target="../media/image18.png"/><Relationship Id="rId33" Type="http://schemas.openxmlformats.org/officeDocument/2006/relationships/image" Target="../media/image26.png"/><Relationship Id="rId38" Type="http://schemas.openxmlformats.org/officeDocument/2006/relationships/customXml" Target="../ink/ink18.xml"/><Relationship Id="rId59" Type="http://schemas.openxmlformats.org/officeDocument/2006/relationships/image" Target="../media/image39.png"/><Relationship Id="rId103" Type="http://schemas.openxmlformats.org/officeDocument/2006/relationships/image" Target="../media/image61.png"/><Relationship Id="rId108" Type="http://schemas.openxmlformats.org/officeDocument/2006/relationships/customXml" Target="../ink/ink53.xml"/><Relationship Id="rId54" Type="http://schemas.openxmlformats.org/officeDocument/2006/relationships/customXml" Target="../ink/ink26.xml"/><Relationship Id="rId70" Type="http://schemas.openxmlformats.org/officeDocument/2006/relationships/customXml" Target="../ink/ink34.xml"/><Relationship Id="rId75" Type="http://schemas.openxmlformats.org/officeDocument/2006/relationships/image" Target="../media/image47.png"/><Relationship Id="rId91" Type="http://schemas.openxmlformats.org/officeDocument/2006/relationships/image" Target="../media/image55.png"/><Relationship Id="rId96" Type="http://schemas.openxmlformats.org/officeDocument/2006/relationships/customXml" Target="../ink/ink47.xml"/><Relationship Id="rId1" Type="http://schemas.openxmlformats.org/officeDocument/2006/relationships/slideLayout" Target="../slideLayouts/slideLayout1.xml"/><Relationship Id="rId6" Type="http://schemas.openxmlformats.org/officeDocument/2006/relationships/customXml" Target="../ink/ink2.xml"/><Relationship Id="rId15" Type="http://schemas.openxmlformats.org/officeDocument/2006/relationships/image" Target="../media/image17.png"/><Relationship Id="rId23" Type="http://schemas.openxmlformats.org/officeDocument/2006/relationships/image" Target="../media/image21.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34.png"/><Relationship Id="rId57" Type="http://schemas.openxmlformats.org/officeDocument/2006/relationships/image" Target="../media/image38.png"/><Relationship Id="rId106" Type="http://schemas.openxmlformats.org/officeDocument/2006/relationships/customXml" Target="../ink/ink52.xml"/><Relationship Id="rId114" Type="http://schemas.openxmlformats.org/officeDocument/2006/relationships/image" Target="../media/image66.png"/><Relationship Id="rId10" Type="http://schemas.openxmlformats.org/officeDocument/2006/relationships/customXml" Target="../ink/ink4.xml"/><Relationship Id="rId31" Type="http://schemas.openxmlformats.org/officeDocument/2006/relationships/image" Target="../media/image25.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42.png"/><Relationship Id="rId73" Type="http://schemas.openxmlformats.org/officeDocument/2006/relationships/image" Target="../media/image46.png"/><Relationship Id="rId78" Type="http://schemas.openxmlformats.org/officeDocument/2006/relationships/customXml" Target="../ink/ink38.xml"/><Relationship Id="rId81" Type="http://schemas.openxmlformats.org/officeDocument/2006/relationships/image" Target="../media/image50.png"/><Relationship Id="rId86" Type="http://schemas.openxmlformats.org/officeDocument/2006/relationships/customXml" Target="../ink/ink42.xml"/><Relationship Id="rId94" Type="http://schemas.openxmlformats.org/officeDocument/2006/relationships/customXml" Target="../ink/ink46.xml"/><Relationship Id="rId99" Type="http://schemas.openxmlformats.org/officeDocument/2006/relationships/image" Target="../media/image59.png"/><Relationship Id="rId101" Type="http://schemas.openxmlformats.org/officeDocument/2006/relationships/image" Target="../media/image60.png"/><Relationship Id="rId4" Type="http://schemas.openxmlformats.org/officeDocument/2006/relationships/customXml" Target="../ink/ink1.xml"/><Relationship Id="rId9" Type="http://schemas.openxmlformats.org/officeDocument/2006/relationships/image" Target="../media/image14.png"/><Relationship Id="rId13" Type="http://schemas.openxmlformats.org/officeDocument/2006/relationships/image" Target="../media/image16.png"/><Relationship Id="rId18" Type="http://schemas.openxmlformats.org/officeDocument/2006/relationships/customXml" Target="../ink/ink8.xml"/><Relationship Id="rId39" Type="http://schemas.openxmlformats.org/officeDocument/2006/relationships/image" Target="../media/image29.png"/><Relationship Id="rId109" Type="http://schemas.openxmlformats.org/officeDocument/2006/relationships/customXml" Target="../ink/ink54.xml"/><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37.png"/><Relationship Id="rId76" Type="http://schemas.openxmlformats.org/officeDocument/2006/relationships/customXml" Target="../ink/ink37.xml"/><Relationship Id="rId97" Type="http://schemas.openxmlformats.org/officeDocument/2006/relationships/image" Target="../media/image58.png"/><Relationship Id="rId104" Type="http://schemas.openxmlformats.org/officeDocument/2006/relationships/customXml" Target="../ink/ink51.xml"/><Relationship Id="rId7" Type="http://schemas.openxmlformats.org/officeDocument/2006/relationships/image" Target="../media/image13.png"/><Relationship Id="rId71" Type="http://schemas.openxmlformats.org/officeDocument/2006/relationships/image" Target="../media/image45.png"/><Relationship Id="rId92" Type="http://schemas.openxmlformats.org/officeDocument/2006/relationships/customXml" Target="../ink/ink45.xml"/><Relationship Id="rId2" Type="http://schemas.openxmlformats.org/officeDocument/2006/relationships/image" Target="../media/image6.png"/><Relationship Id="rId29" Type="http://schemas.openxmlformats.org/officeDocument/2006/relationships/image" Target="../media/image24.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32.png"/><Relationship Id="rId66" Type="http://schemas.openxmlformats.org/officeDocument/2006/relationships/customXml" Target="../ink/ink32.xml"/><Relationship Id="rId87" Type="http://schemas.openxmlformats.org/officeDocument/2006/relationships/image" Target="../media/image53.png"/><Relationship Id="rId110" Type="http://schemas.openxmlformats.org/officeDocument/2006/relationships/image" Target="../media/image64.png"/><Relationship Id="rId115" Type="http://schemas.openxmlformats.org/officeDocument/2006/relationships/customXml" Target="../ink/ink57.xml"/><Relationship Id="rId61" Type="http://schemas.openxmlformats.org/officeDocument/2006/relationships/image" Target="../media/image40.png"/><Relationship Id="rId82" Type="http://schemas.openxmlformats.org/officeDocument/2006/relationships/customXml" Target="../ink/ink40.xml"/><Relationship Id="rId19" Type="http://schemas.openxmlformats.org/officeDocument/2006/relationships/image" Target="../media/image19.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27.png"/><Relationship Id="rId56" Type="http://schemas.openxmlformats.org/officeDocument/2006/relationships/customXml" Target="../ink/ink27.xml"/><Relationship Id="rId77" Type="http://schemas.openxmlformats.org/officeDocument/2006/relationships/image" Target="../media/image48.png"/><Relationship Id="rId100" Type="http://schemas.openxmlformats.org/officeDocument/2006/relationships/customXml" Target="../ink/ink49.xml"/><Relationship Id="rId105" Type="http://schemas.openxmlformats.org/officeDocument/2006/relationships/image" Target="../media/image62.png"/><Relationship Id="rId8" Type="http://schemas.openxmlformats.org/officeDocument/2006/relationships/customXml" Target="../ink/ink3.xml"/><Relationship Id="rId51" Type="http://schemas.openxmlformats.org/officeDocument/2006/relationships/image" Target="../media/image35.png"/><Relationship Id="rId72" Type="http://schemas.openxmlformats.org/officeDocument/2006/relationships/customXml" Target="../ink/ink35.xml"/><Relationship Id="rId93" Type="http://schemas.openxmlformats.org/officeDocument/2006/relationships/image" Target="../media/image56.png"/><Relationship Id="rId98" Type="http://schemas.openxmlformats.org/officeDocument/2006/relationships/customXml" Target="../ink/ink48.xml"/><Relationship Id="rId3" Type="http://schemas.openxmlformats.org/officeDocument/2006/relationships/image" Target="../media/image11.png"/><Relationship Id="rId25" Type="http://schemas.openxmlformats.org/officeDocument/2006/relationships/image" Target="../media/image22.png"/><Relationship Id="rId46" Type="http://schemas.openxmlformats.org/officeDocument/2006/relationships/customXml" Target="../ink/ink22.xml"/><Relationship Id="rId67" Type="http://schemas.openxmlformats.org/officeDocument/2006/relationships/image" Target="../media/image43.png"/><Relationship Id="rId20" Type="http://schemas.openxmlformats.org/officeDocument/2006/relationships/customXml" Target="../ink/ink9.xml"/><Relationship Id="rId41" Type="http://schemas.openxmlformats.org/officeDocument/2006/relationships/image" Target="../media/image30.png"/><Relationship Id="rId62" Type="http://schemas.openxmlformats.org/officeDocument/2006/relationships/customXml" Target="../ink/ink30.xml"/><Relationship Id="rId83" Type="http://schemas.openxmlformats.org/officeDocument/2006/relationships/image" Target="../media/image51.png"/><Relationship Id="rId88" Type="http://schemas.openxmlformats.org/officeDocument/2006/relationships/customXml" Target="../ink/ink43.xml"/><Relationship Id="rId111" Type="http://schemas.openxmlformats.org/officeDocument/2006/relationships/customXml" Target="../ink/ink55.xml"/></Relationships>
</file>

<file path=ppt/slides/_rels/slide10.xml.rels><?xml version="1.0" encoding="UTF-8" standalone="yes"?>
<Relationships xmlns="http://schemas.openxmlformats.org/package/2006/relationships"><Relationship Id="rId8" Type="http://schemas.openxmlformats.org/officeDocument/2006/relationships/customXml" Target="../ink/ink60.xml"/><Relationship Id="rId13" Type="http://schemas.openxmlformats.org/officeDocument/2006/relationships/image" Target="../media/image72.png"/><Relationship Id="rId18" Type="http://schemas.openxmlformats.org/officeDocument/2006/relationships/customXml" Target="../ink/ink65.xml"/><Relationship Id="rId26" Type="http://schemas.openxmlformats.org/officeDocument/2006/relationships/customXml" Target="../ink/ink69.xml"/><Relationship Id="rId3" Type="http://schemas.openxmlformats.org/officeDocument/2006/relationships/image" Target="../media/image67.png"/><Relationship Id="rId21" Type="http://schemas.openxmlformats.org/officeDocument/2006/relationships/image" Target="../media/image76.png"/><Relationship Id="rId7" Type="http://schemas.openxmlformats.org/officeDocument/2006/relationships/image" Target="../media/image69.png"/><Relationship Id="rId12" Type="http://schemas.openxmlformats.org/officeDocument/2006/relationships/customXml" Target="../ink/ink62.xml"/><Relationship Id="rId17" Type="http://schemas.openxmlformats.org/officeDocument/2006/relationships/image" Target="../media/image74.png"/><Relationship Id="rId25" Type="http://schemas.openxmlformats.org/officeDocument/2006/relationships/image" Target="../media/image78.png"/><Relationship Id="rId2" Type="http://schemas.openxmlformats.org/officeDocument/2006/relationships/image" Target="../media/image6.png"/><Relationship Id="rId16" Type="http://schemas.openxmlformats.org/officeDocument/2006/relationships/customXml" Target="../ink/ink64.xml"/><Relationship Id="rId20" Type="http://schemas.openxmlformats.org/officeDocument/2006/relationships/customXml" Target="../ink/ink66.xml"/><Relationship Id="rId29" Type="http://schemas.openxmlformats.org/officeDocument/2006/relationships/image" Target="../media/image80.png"/><Relationship Id="rId1" Type="http://schemas.openxmlformats.org/officeDocument/2006/relationships/slideLayout" Target="../slideLayouts/slideLayout1.xml"/><Relationship Id="rId6" Type="http://schemas.openxmlformats.org/officeDocument/2006/relationships/customXml" Target="../ink/ink59.xml"/><Relationship Id="rId11" Type="http://schemas.openxmlformats.org/officeDocument/2006/relationships/image" Target="../media/image71.png"/><Relationship Id="rId24" Type="http://schemas.openxmlformats.org/officeDocument/2006/relationships/customXml" Target="../ink/ink68.xml"/><Relationship Id="rId5" Type="http://schemas.openxmlformats.org/officeDocument/2006/relationships/image" Target="../media/image68.png"/><Relationship Id="rId15" Type="http://schemas.openxmlformats.org/officeDocument/2006/relationships/image" Target="../media/image73.png"/><Relationship Id="rId23" Type="http://schemas.openxmlformats.org/officeDocument/2006/relationships/image" Target="../media/image77.png"/><Relationship Id="rId28" Type="http://schemas.openxmlformats.org/officeDocument/2006/relationships/customXml" Target="../ink/ink70.xml"/><Relationship Id="rId10" Type="http://schemas.openxmlformats.org/officeDocument/2006/relationships/customXml" Target="../ink/ink61.xml"/><Relationship Id="rId19" Type="http://schemas.openxmlformats.org/officeDocument/2006/relationships/image" Target="../media/image75.png"/><Relationship Id="rId31" Type="http://schemas.openxmlformats.org/officeDocument/2006/relationships/image" Target="../media/image81.png"/><Relationship Id="rId4" Type="http://schemas.openxmlformats.org/officeDocument/2006/relationships/customXml" Target="../ink/ink58.xml"/><Relationship Id="rId9" Type="http://schemas.openxmlformats.org/officeDocument/2006/relationships/image" Target="../media/image70.png"/><Relationship Id="rId14" Type="http://schemas.openxmlformats.org/officeDocument/2006/relationships/customXml" Target="../ink/ink63.xml"/><Relationship Id="rId22" Type="http://schemas.openxmlformats.org/officeDocument/2006/relationships/customXml" Target="../ink/ink67.xml"/><Relationship Id="rId27" Type="http://schemas.openxmlformats.org/officeDocument/2006/relationships/image" Target="../media/image79.png"/><Relationship Id="rId30" Type="http://schemas.openxmlformats.org/officeDocument/2006/relationships/customXml" Target="../ink/ink71.xml"/></Relationships>
</file>

<file path=ppt/slides/_rels/slide11.xml.rels><?xml version="1.0" encoding="UTF-8" standalone="yes"?>
<Relationships xmlns="http://schemas.openxmlformats.org/package/2006/relationships"><Relationship Id="rId8" Type="http://schemas.openxmlformats.org/officeDocument/2006/relationships/customXml" Target="../ink/ink74.xml"/><Relationship Id="rId13" Type="http://schemas.openxmlformats.org/officeDocument/2006/relationships/image" Target="../media/image86.png"/><Relationship Id="rId18" Type="http://schemas.openxmlformats.org/officeDocument/2006/relationships/customXml" Target="../ink/ink79.xml"/><Relationship Id="rId26" Type="http://schemas.openxmlformats.org/officeDocument/2006/relationships/customXml" Target="../ink/ink83.xml"/><Relationship Id="rId3" Type="http://schemas.openxmlformats.org/officeDocument/2006/relationships/image" Target="../media/image82.png"/><Relationship Id="rId21" Type="http://schemas.openxmlformats.org/officeDocument/2006/relationships/image" Target="../media/image90.png"/><Relationship Id="rId7" Type="http://schemas.openxmlformats.org/officeDocument/2006/relationships/image" Target="../media/image84.png"/><Relationship Id="rId12" Type="http://schemas.openxmlformats.org/officeDocument/2006/relationships/customXml" Target="../ink/ink76.xml"/><Relationship Id="rId17" Type="http://schemas.openxmlformats.org/officeDocument/2006/relationships/image" Target="../media/image88.png"/><Relationship Id="rId25" Type="http://schemas.openxmlformats.org/officeDocument/2006/relationships/image" Target="../media/image92.png"/><Relationship Id="rId2" Type="http://schemas.openxmlformats.org/officeDocument/2006/relationships/image" Target="../media/image6.png"/><Relationship Id="rId16" Type="http://schemas.openxmlformats.org/officeDocument/2006/relationships/customXml" Target="../ink/ink78.xml"/><Relationship Id="rId20" Type="http://schemas.openxmlformats.org/officeDocument/2006/relationships/customXml" Target="../ink/ink80.xml"/><Relationship Id="rId29" Type="http://schemas.openxmlformats.org/officeDocument/2006/relationships/image" Target="../media/image94.png"/><Relationship Id="rId1" Type="http://schemas.openxmlformats.org/officeDocument/2006/relationships/slideLayout" Target="../slideLayouts/slideLayout1.xml"/><Relationship Id="rId6" Type="http://schemas.openxmlformats.org/officeDocument/2006/relationships/customXml" Target="../ink/ink73.xml"/><Relationship Id="rId11" Type="http://schemas.openxmlformats.org/officeDocument/2006/relationships/image" Target="../media/image85.png"/><Relationship Id="rId24" Type="http://schemas.openxmlformats.org/officeDocument/2006/relationships/customXml" Target="../ink/ink82.xml"/><Relationship Id="rId5" Type="http://schemas.openxmlformats.org/officeDocument/2006/relationships/image" Target="../media/image83.png"/><Relationship Id="rId15" Type="http://schemas.openxmlformats.org/officeDocument/2006/relationships/image" Target="../media/image87.png"/><Relationship Id="rId23" Type="http://schemas.openxmlformats.org/officeDocument/2006/relationships/image" Target="../media/image91.png"/><Relationship Id="rId28" Type="http://schemas.openxmlformats.org/officeDocument/2006/relationships/customXml" Target="../ink/ink84.xml"/><Relationship Id="rId10" Type="http://schemas.openxmlformats.org/officeDocument/2006/relationships/customXml" Target="../ink/ink75.xml"/><Relationship Id="rId19" Type="http://schemas.openxmlformats.org/officeDocument/2006/relationships/image" Target="../media/image89.png"/><Relationship Id="rId4" Type="http://schemas.openxmlformats.org/officeDocument/2006/relationships/customXml" Target="../ink/ink72.xml"/><Relationship Id="rId9" Type="http://schemas.openxmlformats.org/officeDocument/2006/relationships/image" Target="../media/image33.png"/><Relationship Id="rId14" Type="http://schemas.openxmlformats.org/officeDocument/2006/relationships/customXml" Target="../ink/ink77.xml"/><Relationship Id="rId22" Type="http://schemas.openxmlformats.org/officeDocument/2006/relationships/customXml" Target="../ink/ink81.xml"/><Relationship Id="rId27" Type="http://schemas.openxmlformats.org/officeDocument/2006/relationships/image" Target="../media/image93.png"/></Relationships>
</file>

<file path=ppt/slides/_rels/slide1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96.png"/></Relationships>
</file>

<file path=ppt/slides/_rels/slide1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customXml" Target="../ink/ink92.xml"/><Relationship Id="rId26" Type="http://schemas.openxmlformats.org/officeDocument/2006/relationships/customXml" Target="../ink/ink96.xml"/><Relationship Id="rId3" Type="http://schemas.openxmlformats.org/officeDocument/2006/relationships/image" Target="../media/image98.png"/><Relationship Id="rId21" Type="http://schemas.openxmlformats.org/officeDocument/2006/relationships/image" Target="../media/image105.png"/><Relationship Id="rId34" Type="http://schemas.openxmlformats.org/officeDocument/2006/relationships/customXml" Target="../ink/ink100.xml"/><Relationship Id="rId7" Type="http://schemas.openxmlformats.org/officeDocument/2006/relationships/image" Target="../media/image100.png"/><Relationship Id="rId12" Type="http://schemas.openxmlformats.org/officeDocument/2006/relationships/customXml" Target="../ink/ink89.xml"/><Relationship Id="rId17" Type="http://schemas.openxmlformats.org/officeDocument/2006/relationships/image" Target="../media/image103.png"/><Relationship Id="rId25" Type="http://schemas.openxmlformats.org/officeDocument/2006/relationships/image" Target="../media/image107.png"/><Relationship Id="rId33" Type="http://schemas.openxmlformats.org/officeDocument/2006/relationships/image" Target="../media/image111.png"/><Relationship Id="rId2" Type="http://schemas.openxmlformats.org/officeDocument/2006/relationships/image" Target="../media/image6.png"/><Relationship Id="rId16" Type="http://schemas.openxmlformats.org/officeDocument/2006/relationships/customXml" Target="../ink/ink91.xml"/><Relationship Id="rId20" Type="http://schemas.openxmlformats.org/officeDocument/2006/relationships/customXml" Target="../ink/ink93.xml"/><Relationship Id="rId29" Type="http://schemas.openxmlformats.org/officeDocument/2006/relationships/image" Target="../media/image109.png"/><Relationship Id="rId1" Type="http://schemas.openxmlformats.org/officeDocument/2006/relationships/slideLayout" Target="../slideLayouts/slideLayout1.xml"/><Relationship Id="rId6" Type="http://schemas.openxmlformats.org/officeDocument/2006/relationships/customXml" Target="../ink/ink86.xml"/><Relationship Id="rId11" Type="http://schemas.openxmlformats.org/officeDocument/2006/relationships/image" Target="../media/image101.png"/><Relationship Id="rId24" Type="http://schemas.openxmlformats.org/officeDocument/2006/relationships/customXml" Target="../ink/ink95.xml"/><Relationship Id="rId32" Type="http://schemas.openxmlformats.org/officeDocument/2006/relationships/customXml" Target="../ink/ink99.xml"/><Relationship Id="rId5" Type="http://schemas.openxmlformats.org/officeDocument/2006/relationships/image" Target="../media/image99.png"/><Relationship Id="rId15" Type="http://schemas.openxmlformats.org/officeDocument/2006/relationships/image" Target="../media/image102.png"/><Relationship Id="rId23" Type="http://schemas.openxmlformats.org/officeDocument/2006/relationships/image" Target="../media/image106.png"/><Relationship Id="rId28" Type="http://schemas.openxmlformats.org/officeDocument/2006/relationships/customXml" Target="../ink/ink97.xml"/><Relationship Id="rId10" Type="http://schemas.openxmlformats.org/officeDocument/2006/relationships/customXml" Target="../ink/ink88.xml"/><Relationship Id="rId19" Type="http://schemas.openxmlformats.org/officeDocument/2006/relationships/image" Target="../media/image104.png"/><Relationship Id="rId31" Type="http://schemas.openxmlformats.org/officeDocument/2006/relationships/image" Target="../media/image110.png"/><Relationship Id="rId4" Type="http://schemas.openxmlformats.org/officeDocument/2006/relationships/customXml" Target="../ink/ink85.xml"/><Relationship Id="rId9" Type="http://schemas.openxmlformats.org/officeDocument/2006/relationships/image" Target="../media/image68.png"/><Relationship Id="rId14" Type="http://schemas.openxmlformats.org/officeDocument/2006/relationships/customXml" Target="../ink/ink90.xml"/><Relationship Id="rId22" Type="http://schemas.openxmlformats.org/officeDocument/2006/relationships/customXml" Target="../ink/ink94.xml"/><Relationship Id="rId27" Type="http://schemas.openxmlformats.org/officeDocument/2006/relationships/image" Target="../media/image108.png"/><Relationship Id="rId30" Type="http://schemas.openxmlformats.org/officeDocument/2006/relationships/customXml" Target="../ink/ink98.xml"/><Relationship Id="rId35" Type="http://schemas.openxmlformats.org/officeDocument/2006/relationships/image" Target="../media/image112.png"/><Relationship Id="rId8" Type="http://schemas.openxmlformats.org/officeDocument/2006/relationships/customXml" Target="../ink/ink87.xml"/></Relationships>
</file>

<file path=ppt/slides/_rels/slide15.xml.rels><?xml version="1.0" encoding="UTF-8" standalone="yes"?>
<Relationships xmlns="http://schemas.openxmlformats.org/package/2006/relationships"><Relationship Id="rId8" Type="http://schemas.openxmlformats.org/officeDocument/2006/relationships/customXml" Target="../ink/ink103.xml"/><Relationship Id="rId13" Type="http://schemas.openxmlformats.org/officeDocument/2006/relationships/image" Target="../media/image118.png"/><Relationship Id="rId18" Type="http://schemas.openxmlformats.org/officeDocument/2006/relationships/customXml" Target="../ink/ink108.xml"/><Relationship Id="rId26" Type="http://schemas.openxmlformats.org/officeDocument/2006/relationships/customXml" Target="../ink/ink112.xml"/><Relationship Id="rId3" Type="http://schemas.openxmlformats.org/officeDocument/2006/relationships/image" Target="../media/image113.png"/><Relationship Id="rId21" Type="http://schemas.openxmlformats.org/officeDocument/2006/relationships/image" Target="../media/image122.png"/><Relationship Id="rId7" Type="http://schemas.openxmlformats.org/officeDocument/2006/relationships/image" Target="../media/image115.png"/><Relationship Id="rId12" Type="http://schemas.openxmlformats.org/officeDocument/2006/relationships/customXml" Target="../ink/ink105.xml"/><Relationship Id="rId17" Type="http://schemas.openxmlformats.org/officeDocument/2006/relationships/image" Target="../media/image120.png"/><Relationship Id="rId25" Type="http://schemas.openxmlformats.org/officeDocument/2006/relationships/image" Target="../media/image124.png"/><Relationship Id="rId2" Type="http://schemas.openxmlformats.org/officeDocument/2006/relationships/image" Target="../media/image6.png"/><Relationship Id="rId16" Type="http://schemas.openxmlformats.org/officeDocument/2006/relationships/customXml" Target="../ink/ink107.xml"/><Relationship Id="rId20" Type="http://schemas.openxmlformats.org/officeDocument/2006/relationships/customXml" Target="../ink/ink109.xml"/><Relationship Id="rId1" Type="http://schemas.openxmlformats.org/officeDocument/2006/relationships/slideLayout" Target="../slideLayouts/slideLayout1.xml"/><Relationship Id="rId6" Type="http://schemas.openxmlformats.org/officeDocument/2006/relationships/customXml" Target="../ink/ink102.xml"/><Relationship Id="rId11" Type="http://schemas.openxmlformats.org/officeDocument/2006/relationships/image" Target="../media/image117.png"/><Relationship Id="rId24" Type="http://schemas.openxmlformats.org/officeDocument/2006/relationships/customXml" Target="../ink/ink111.xml"/><Relationship Id="rId5" Type="http://schemas.openxmlformats.org/officeDocument/2006/relationships/image" Target="../media/image114.png"/><Relationship Id="rId15" Type="http://schemas.openxmlformats.org/officeDocument/2006/relationships/image" Target="../media/image119.png"/><Relationship Id="rId23" Type="http://schemas.openxmlformats.org/officeDocument/2006/relationships/image" Target="../media/image123.png"/><Relationship Id="rId10" Type="http://schemas.openxmlformats.org/officeDocument/2006/relationships/customXml" Target="../ink/ink104.xml"/><Relationship Id="rId19" Type="http://schemas.openxmlformats.org/officeDocument/2006/relationships/image" Target="../media/image121.png"/><Relationship Id="rId4" Type="http://schemas.openxmlformats.org/officeDocument/2006/relationships/customXml" Target="../ink/ink101.xml"/><Relationship Id="rId9" Type="http://schemas.openxmlformats.org/officeDocument/2006/relationships/image" Target="../media/image116.png"/><Relationship Id="rId14" Type="http://schemas.openxmlformats.org/officeDocument/2006/relationships/customXml" Target="../ink/ink106.xml"/><Relationship Id="rId22" Type="http://schemas.openxmlformats.org/officeDocument/2006/relationships/customXml" Target="../ink/ink110.xml"/><Relationship Id="rId27" Type="http://schemas.openxmlformats.org/officeDocument/2006/relationships/image" Target="../media/image125.png"/></Relationships>
</file>

<file path=ppt/slides/_rels/slide16.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1219201" y="431112"/>
            <a:ext cx="9997440" cy="1582578"/>
          </a:xfrm>
        </p:spPr>
        <p:txBody>
          <a:bodyPr anchor="b">
            <a:normAutofit/>
          </a:bodyPr>
          <a:lstStyle/>
          <a:p>
            <a:pPr algn="l"/>
            <a:r>
              <a:rPr lang="en-US" sz="4000" b="1" dirty="0">
                <a:solidFill>
                  <a:srgbClr val="C00000"/>
                </a:solidFill>
                <a:latin typeface="Open Sans" panose="020B0606030504020204" pitchFamily="34" charset="0"/>
              </a:rPr>
              <a:t>Why are corporate payouts so high in the 2000s?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464733" y="2269437"/>
            <a:ext cx="7840134" cy="3208867"/>
          </a:xfrm>
        </p:spPr>
        <p:txBody>
          <a:bodyPr>
            <a:normAutofit/>
          </a:bodyPr>
          <a:lstStyle/>
          <a:p>
            <a:pPr algn="l"/>
            <a:r>
              <a:rPr lang="en-US" dirty="0"/>
              <a:t>Kathleen Kahle</a:t>
            </a:r>
            <a:endParaRPr lang="en-US" b="1" dirty="0">
              <a:solidFill>
                <a:srgbClr val="00B050"/>
              </a:solidFill>
            </a:endParaRPr>
          </a:p>
          <a:p>
            <a:pPr algn="l"/>
            <a:r>
              <a:rPr lang="en-US" dirty="0"/>
              <a:t>Eller College of Management, University of Arizona</a:t>
            </a:r>
          </a:p>
          <a:p>
            <a:pPr algn="l"/>
            <a:r>
              <a:rPr lang="en-US" dirty="0"/>
              <a:t>René M. </a:t>
            </a:r>
            <a:r>
              <a:rPr lang="en-US" dirty="0" err="1"/>
              <a:t>Stulz</a:t>
            </a:r>
            <a:endParaRPr lang="en-US" b="1" dirty="0">
              <a:solidFill>
                <a:srgbClr val="00B050"/>
              </a:solidFill>
            </a:endParaRPr>
          </a:p>
          <a:p>
            <a:pPr algn="l"/>
            <a:r>
              <a:rPr lang="en-US" dirty="0"/>
              <a:t>Fisher College of Business, Ohio State University</a:t>
            </a:r>
          </a:p>
          <a:p>
            <a:pPr algn="l"/>
            <a:r>
              <a:rPr lang="en-US" dirty="0"/>
              <a:t>Journal of Financial Economics </a:t>
            </a:r>
          </a:p>
          <a:p>
            <a:pPr algn="l"/>
            <a:r>
              <a:rPr lang="en-US" dirty="0"/>
              <a:t>4 June 2021 </a:t>
            </a:r>
          </a:p>
          <a:p>
            <a:pPr algn="l"/>
            <a:r>
              <a:rPr lang="en-US" u="sng" dirty="0"/>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1120107"/>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Question</a:t>
            </a:r>
            <a:r>
              <a:rPr lang="en-US" sz="3600" dirty="0">
                <a:solidFill>
                  <a:srgbClr val="C00000"/>
                </a:solidFill>
                <a:latin typeface="Arial" panose="020B0604020202020204" pitchFamily="34" charset="0"/>
                <a:cs typeface="Arial" panose="020B0604020202020204" pitchFamily="34" charset="0"/>
              </a:rPr>
              <a:t>:</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632857" y="2164702"/>
            <a:ext cx="9815804" cy="2814003"/>
          </a:xfrm>
        </p:spPr>
        <p:txBody>
          <a:bodyPr>
            <a:normAutofit/>
          </a:bodyPr>
          <a:lstStyle/>
          <a:p>
            <a:pPr algn="l"/>
            <a:r>
              <a:rPr lang="en-US" dirty="0"/>
              <a:t>Why are payouts so high in the 2000s?</a:t>
            </a:r>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3200" b="1" dirty="0">
                <a:solidFill>
                  <a:srgbClr val="C00000"/>
                </a:solidFill>
              </a:rPr>
              <a:t>Sample</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9AB0BF49-E80D-DBCB-4C42-05CFFE57A525}"/>
              </a:ext>
            </a:extLst>
          </p:cNvPr>
          <p:cNvSpPr txBox="1"/>
          <p:nvPr/>
        </p:nvSpPr>
        <p:spPr>
          <a:xfrm>
            <a:off x="156753" y="807720"/>
            <a:ext cx="11714480" cy="4401205"/>
          </a:xfrm>
          <a:prstGeom prst="rect">
            <a:avLst/>
          </a:prstGeom>
          <a:noFill/>
        </p:spPr>
        <p:txBody>
          <a:bodyPr wrap="square">
            <a:spAutoFit/>
          </a:bodyPr>
          <a:lstStyle/>
          <a:p>
            <a:r>
              <a:rPr lang="en-US" sz="2000" dirty="0"/>
              <a:t>All firms in </a:t>
            </a:r>
            <a:r>
              <a:rPr lang="en-US" sz="2000" dirty="0" err="1"/>
              <a:t>Compustat</a:t>
            </a:r>
            <a:r>
              <a:rPr lang="en-US" sz="2000" dirty="0"/>
              <a:t> from 1971 to 2019, excluding:</a:t>
            </a:r>
          </a:p>
          <a:p>
            <a:pPr marL="342900" indent="-342900">
              <a:buFont typeface="Arial" panose="020B0604020202020204" pitchFamily="34" charset="0"/>
              <a:buChar char="•"/>
            </a:pPr>
            <a:r>
              <a:rPr lang="en-US" sz="2000" dirty="0"/>
              <a:t>firms not incorporated in the U.S</a:t>
            </a:r>
          </a:p>
          <a:p>
            <a:pPr marL="342900" indent="-342900">
              <a:buFont typeface="Arial" panose="020B0604020202020204" pitchFamily="34" charset="0"/>
              <a:buChar char="•"/>
            </a:pPr>
            <a:r>
              <a:rPr lang="en-US" sz="2000" dirty="0"/>
              <a:t>financial firms and utilities</a:t>
            </a:r>
          </a:p>
          <a:p>
            <a:pPr marL="342900" indent="-342900">
              <a:buFont typeface="Arial" panose="020B0604020202020204" pitchFamily="34" charset="0"/>
              <a:buChar char="•"/>
            </a:pPr>
            <a:r>
              <a:rPr lang="en-US" sz="2000" dirty="0"/>
              <a:t>firms with missing data</a:t>
            </a:r>
          </a:p>
          <a:p>
            <a:r>
              <a:rPr lang="en-US" sz="2000" dirty="0"/>
              <a:t>Restrict the sample to NYSE, AMEX, and NASDAQ firms with CRSP shares codes 10 or 11</a:t>
            </a:r>
          </a:p>
          <a:p>
            <a:endParaRPr lang="en-US" sz="2000" dirty="0"/>
          </a:p>
          <a:p>
            <a:endParaRPr lang="en-US" sz="2000" dirty="0"/>
          </a:p>
          <a:p>
            <a:r>
              <a:rPr lang="en-US" sz="2000" dirty="0"/>
              <a:t>Net repurchases=Repurchases - Issuance of stock (SSTK) </a:t>
            </a:r>
          </a:p>
          <a:p>
            <a:r>
              <a:rPr lang="en-US" sz="2000" dirty="0"/>
              <a:t>* (net) repurchases are set to zero if it yields a negative value</a:t>
            </a:r>
          </a:p>
          <a:p>
            <a:endParaRPr lang="en-US" sz="2000" dirty="0"/>
          </a:p>
          <a:p>
            <a:r>
              <a:rPr lang="en-US" sz="2000" dirty="0"/>
              <a:t>Gross (net) payout = Dividends + (net) repurchases</a:t>
            </a:r>
          </a:p>
          <a:p>
            <a:endParaRPr lang="en-US" sz="2000" dirty="0"/>
          </a:p>
          <a:p>
            <a:endParaRPr lang="en-US" sz="2000" dirty="0"/>
          </a:p>
          <a:p>
            <a:r>
              <a:rPr lang="en-US" sz="2000" dirty="0"/>
              <a:t>Payout = Payout rate × Operating income.</a:t>
            </a:r>
          </a:p>
        </p:txBody>
      </p:sp>
    </p:spTree>
    <p:extLst>
      <p:ext uri="{BB962C8B-B14F-4D97-AF65-F5344CB8AC3E}">
        <p14:creationId xmlns:p14="http://schemas.microsoft.com/office/powerpoint/2010/main" val="39364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69273" y="162934"/>
            <a:ext cx="9144000" cy="397396"/>
          </a:xfrm>
        </p:spPr>
        <p:txBody>
          <a:bodyPr>
            <a:noAutofit/>
          </a:bodyPr>
          <a:lstStyle/>
          <a:p>
            <a:r>
              <a:rPr lang="en-US" sz="3200" b="1" dirty="0">
                <a:solidFill>
                  <a:srgbClr val="C00000"/>
                </a:solidFill>
              </a:rPr>
              <a:t>Aggregate constant dollar payouts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03BBAAE9-ABF8-F153-45D9-9AED61E92F16}"/>
              </a:ext>
            </a:extLst>
          </p:cNvPr>
          <p:cNvPicPr>
            <a:picLocks noChangeAspect="1"/>
          </p:cNvPicPr>
          <p:nvPr/>
        </p:nvPicPr>
        <p:blipFill>
          <a:blip r:embed="rId3"/>
          <a:stretch>
            <a:fillRect/>
          </a:stretch>
        </p:blipFill>
        <p:spPr>
          <a:xfrm>
            <a:off x="493218" y="809511"/>
            <a:ext cx="6877403" cy="4426177"/>
          </a:xfrm>
          <a:prstGeom prst="rect">
            <a:avLst/>
          </a:prstGeom>
        </p:spPr>
      </p:pic>
      <p:sp>
        <p:nvSpPr>
          <p:cNvPr id="6" name="TextBox 5">
            <a:extLst>
              <a:ext uri="{FF2B5EF4-FFF2-40B4-BE49-F238E27FC236}">
                <a16:creationId xmlns:a16="http://schemas.microsoft.com/office/drawing/2014/main" id="{1054AD48-5DC1-AFF8-5D83-A751E6D9B3DF}"/>
              </a:ext>
            </a:extLst>
          </p:cNvPr>
          <p:cNvSpPr txBox="1"/>
          <p:nvPr/>
        </p:nvSpPr>
        <p:spPr>
          <a:xfrm>
            <a:off x="8544560" y="1330960"/>
            <a:ext cx="2468880" cy="1200329"/>
          </a:xfrm>
          <a:prstGeom prst="rect">
            <a:avLst/>
          </a:prstGeom>
          <a:noFill/>
        </p:spPr>
        <p:txBody>
          <a:bodyPr wrap="square" rtlCol="0">
            <a:spAutoFit/>
          </a:bodyPr>
          <a:lstStyle/>
          <a:p>
            <a:r>
              <a:rPr lang="en-US" dirty="0"/>
              <a:t>2008: financial crisis</a:t>
            </a:r>
          </a:p>
          <a:p>
            <a:r>
              <a:rPr lang="en-US" dirty="0"/>
              <a:t>2018 peak: Tax Cuts and Jobs Acts become effective</a:t>
            </a:r>
          </a:p>
        </p:txBody>
      </p:sp>
    </p:spTree>
    <p:extLst>
      <p:ext uri="{BB962C8B-B14F-4D97-AF65-F5344CB8AC3E}">
        <p14:creationId xmlns:p14="http://schemas.microsoft.com/office/powerpoint/2010/main" val="3307445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840860" y="173650"/>
            <a:ext cx="9144000" cy="397396"/>
          </a:xfrm>
          <a:effectLst>
            <a:outerShdw blurRad="25400" dir="17880000">
              <a:srgbClr val="000000">
                <a:alpha val="46000"/>
              </a:srgbClr>
            </a:outerShdw>
          </a:effectLst>
        </p:spPr>
        <p:txBody>
          <a:bodyPr vert="horz" lIns="91440" tIns="45720" rIns="91440" bIns="45720" rtlCol="0" anchor="b">
            <a:noAutofit/>
          </a:bodyPr>
          <a:lstStyle/>
          <a:p>
            <a:r>
              <a:rPr lang="en-US" sz="3200" b="1" dirty="0">
                <a:solidFill>
                  <a:srgbClr val="C00000"/>
                </a:solidFill>
              </a:rPr>
              <a:t>Aggregate constant dollar payouts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7" name="Picture 6">
            <a:extLst>
              <a:ext uri="{FF2B5EF4-FFF2-40B4-BE49-F238E27FC236}">
                <a16:creationId xmlns:a16="http://schemas.microsoft.com/office/drawing/2014/main" id="{5AB8F1CD-14B4-5B0F-CAD2-48C4388CA5A4}"/>
              </a:ext>
            </a:extLst>
          </p:cNvPr>
          <p:cNvPicPr>
            <a:picLocks noChangeAspect="1"/>
          </p:cNvPicPr>
          <p:nvPr/>
        </p:nvPicPr>
        <p:blipFill>
          <a:blip r:embed="rId3"/>
          <a:stretch>
            <a:fillRect/>
          </a:stretch>
        </p:blipFill>
        <p:spPr>
          <a:xfrm>
            <a:off x="91440" y="421743"/>
            <a:ext cx="12201444" cy="5277913"/>
          </a:xfrm>
          <a:prstGeom prst="rect">
            <a:avLst/>
          </a:prstGeom>
        </p:spPr>
      </p:pic>
      <p:sp>
        <p:nvSpPr>
          <p:cNvPr id="11" name="Rectangle 10">
            <a:extLst>
              <a:ext uri="{FF2B5EF4-FFF2-40B4-BE49-F238E27FC236}">
                <a16:creationId xmlns:a16="http://schemas.microsoft.com/office/drawing/2014/main" id="{73471EBA-6BC0-0DD0-04E4-4A2D385A71F7}"/>
              </a:ext>
            </a:extLst>
          </p:cNvPr>
          <p:cNvSpPr/>
          <p:nvPr/>
        </p:nvSpPr>
        <p:spPr>
          <a:xfrm>
            <a:off x="274320" y="3031604"/>
            <a:ext cx="11501120" cy="8291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D58AEDB-C825-A4AD-DECD-1719F885D9F9}"/>
              </a:ext>
            </a:extLst>
          </p:cNvPr>
          <p:cNvSpPr txBox="1"/>
          <p:nvPr/>
        </p:nvSpPr>
        <p:spPr>
          <a:xfrm>
            <a:off x="2225040" y="4610102"/>
            <a:ext cx="9723120" cy="1123949"/>
          </a:xfrm>
          <a:prstGeom prst="rect">
            <a:avLst/>
          </a:prstGeom>
          <a:noFill/>
          <a:ln>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4040327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840860" y="173650"/>
            <a:ext cx="9144000" cy="397396"/>
          </a:xfrm>
          <a:effectLst>
            <a:outerShdw blurRad="25400" dir="17880000">
              <a:srgbClr val="000000">
                <a:alpha val="46000"/>
              </a:srgbClr>
            </a:outerShdw>
          </a:effectLst>
        </p:spPr>
        <p:txBody>
          <a:bodyPr vert="horz" lIns="91440" tIns="45720" rIns="91440" bIns="45720" rtlCol="0" anchor="b">
            <a:noAutofit/>
          </a:bodyPr>
          <a:lstStyle/>
          <a:p>
            <a:r>
              <a:rPr lang="en-US" sz="3200" b="1" dirty="0">
                <a:solidFill>
                  <a:srgbClr val="C00000"/>
                </a:solidFill>
              </a:rPr>
              <a:t>Table 1 Takeaway</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5FB5493A-AFB9-A974-23B5-83D35B62AE3F}"/>
              </a:ext>
            </a:extLst>
          </p:cNvPr>
          <p:cNvSpPr txBox="1"/>
          <p:nvPr/>
        </p:nvSpPr>
        <p:spPr>
          <a:xfrm>
            <a:off x="701040" y="822960"/>
            <a:ext cx="10048240" cy="1477328"/>
          </a:xfrm>
          <a:prstGeom prst="rect">
            <a:avLst/>
          </a:prstGeom>
          <a:noFill/>
        </p:spPr>
        <p:txBody>
          <a:bodyPr wrap="square">
            <a:spAutoFit/>
          </a:bodyPr>
          <a:lstStyle/>
          <a:p>
            <a:pPr marL="285750" indent="-285750">
              <a:buFont typeface="Arial" panose="020B0604020202020204" pitchFamily="34" charset="0"/>
              <a:buChar char="•"/>
            </a:pPr>
            <a:r>
              <a:rPr lang="en-US" dirty="0"/>
              <a:t>The annual average of aggregate operating income increases less than the annual average of payouts between the pre-2000s and the 2000s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increase in the payout rate between the pre-2000s and the 2000s is entirely due to an increase in the repurchase rate. The dividend payout rate is almost the same for both periods. </a:t>
            </a:r>
          </a:p>
        </p:txBody>
      </p:sp>
    </p:spTree>
    <p:extLst>
      <p:ext uri="{BB962C8B-B14F-4D97-AF65-F5344CB8AC3E}">
        <p14:creationId xmlns:p14="http://schemas.microsoft.com/office/powerpoint/2010/main" val="237069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840860" y="173650"/>
            <a:ext cx="9144000" cy="397396"/>
          </a:xfrm>
          <a:effectLst>
            <a:outerShdw blurRad="25400" dir="17880000">
              <a:srgbClr val="000000">
                <a:alpha val="46000"/>
              </a:srgbClr>
            </a:outerShdw>
          </a:effectLst>
        </p:spPr>
        <p:txBody>
          <a:bodyPr vert="horz" lIns="91440" tIns="45720" rIns="91440" bIns="45720" rtlCol="0" anchor="b">
            <a:noAutofit/>
          </a:bodyPr>
          <a:lstStyle/>
          <a:p>
            <a:r>
              <a:rPr lang="en-US" sz="3200" b="1" dirty="0">
                <a:solidFill>
                  <a:srgbClr val="C00000"/>
                </a:solidFill>
              </a:rPr>
              <a:t>Aggregate constant dollar payouts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18F7B82B-3D27-5B00-8A80-60ED13C8DA84}"/>
              </a:ext>
            </a:extLst>
          </p:cNvPr>
          <p:cNvPicPr>
            <a:picLocks noChangeAspect="1"/>
          </p:cNvPicPr>
          <p:nvPr/>
        </p:nvPicPr>
        <p:blipFill>
          <a:blip r:embed="rId3"/>
          <a:stretch>
            <a:fillRect/>
          </a:stretch>
        </p:blipFill>
        <p:spPr>
          <a:xfrm>
            <a:off x="132080" y="571046"/>
            <a:ext cx="7958306" cy="5067754"/>
          </a:xfrm>
          <a:prstGeom prst="rect">
            <a:avLst/>
          </a:prstGeom>
        </p:spPr>
      </p:pic>
    </p:spTree>
    <p:extLst>
      <p:ext uri="{BB962C8B-B14F-4D97-AF65-F5344CB8AC3E}">
        <p14:creationId xmlns:p14="http://schemas.microsoft.com/office/powerpoint/2010/main" val="1171648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840860" y="173650"/>
            <a:ext cx="9144000" cy="397396"/>
          </a:xfrm>
          <a:effectLst>
            <a:outerShdw blurRad="25400" dir="17880000">
              <a:srgbClr val="000000">
                <a:alpha val="46000"/>
              </a:srgbClr>
            </a:outerShdw>
          </a:effectLst>
        </p:spPr>
        <p:txBody>
          <a:bodyPr vert="horz" lIns="91440" tIns="45720" rIns="91440" bIns="45720" rtlCol="0" anchor="b">
            <a:noAutofit/>
          </a:bodyPr>
          <a:lstStyle/>
          <a:p>
            <a:r>
              <a:rPr lang="en-US" sz="3200" b="1" dirty="0">
                <a:solidFill>
                  <a:srgbClr val="C00000"/>
                </a:solidFill>
              </a:rPr>
              <a:t> Variable construction and summary statistics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9AB0BF49-E80D-DBCB-4C42-05CFFE57A525}"/>
              </a:ext>
            </a:extLst>
          </p:cNvPr>
          <p:cNvSpPr txBox="1"/>
          <p:nvPr/>
        </p:nvSpPr>
        <p:spPr>
          <a:xfrm>
            <a:off x="152400" y="1087120"/>
            <a:ext cx="11714480" cy="400110"/>
          </a:xfrm>
          <a:prstGeom prst="rect">
            <a:avLst/>
          </a:prstGeom>
          <a:noFill/>
        </p:spPr>
        <p:txBody>
          <a:bodyPr wrap="square">
            <a:spAutoFit/>
          </a:bodyPr>
          <a:lstStyle/>
          <a:p>
            <a:endParaRPr lang="en-US" sz="2000" dirty="0">
              <a:solidFill>
                <a:srgbClr val="00B050"/>
              </a:solidFill>
            </a:endParaRPr>
          </a:p>
        </p:txBody>
      </p:sp>
      <p:pic>
        <p:nvPicPr>
          <p:cNvPr id="3" name="Picture 2">
            <a:extLst>
              <a:ext uri="{FF2B5EF4-FFF2-40B4-BE49-F238E27FC236}">
                <a16:creationId xmlns:a16="http://schemas.microsoft.com/office/drawing/2014/main" id="{42845F6E-488A-4D89-CC72-399212D87002}"/>
              </a:ext>
            </a:extLst>
          </p:cNvPr>
          <p:cNvPicPr>
            <a:picLocks noChangeAspect="1"/>
          </p:cNvPicPr>
          <p:nvPr/>
        </p:nvPicPr>
        <p:blipFill>
          <a:blip r:embed="rId3"/>
          <a:stretch>
            <a:fillRect/>
          </a:stretch>
        </p:blipFill>
        <p:spPr>
          <a:xfrm>
            <a:off x="152400" y="633187"/>
            <a:ext cx="6096313" cy="4673840"/>
          </a:xfrm>
          <a:prstGeom prst="rect">
            <a:avLst/>
          </a:prstGeom>
        </p:spPr>
      </p:pic>
      <p:sp>
        <p:nvSpPr>
          <p:cNvPr id="2" name="TextBox 1">
            <a:extLst>
              <a:ext uri="{FF2B5EF4-FFF2-40B4-BE49-F238E27FC236}">
                <a16:creationId xmlns:a16="http://schemas.microsoft.com/office/drawing/2014/main" id="{B4A42C65-DECE-C0E0-B501-06022692B6AB}"/>
              </a:ext>
            </a:extLst>
          </p:cNvPr>
          <p:cNvSpPr txBox="1"/>
          <p:nvPr/>
        </p:nvSpPr>
        <p:spPr>
          <a:xfrm>
            <a:off x="6629400" y="956733"/>
            <a:ext cx="5105400" cy="2308324"/>
          </a:xfrm>
          <a:prstGeom prst="rect">
            <a:avLst/>
          </a:prstGeom>
          <a:noFill/>
        </p:spPr>
        <p:txBody>
          <a:bodyPr wrap="square" rtlCol="0">
            <a:spAutoFit/>
          </a:bodyPr>
          <a:lstStyle/>
          <a:p>
            <a:r>
              <a:rPr lang="en-US" dirty="0"/>
              <a:t>Use earnings and macro variables to predict aggregate payout. Freeze earnings at their 1999 level when predicting the values</a:t>
            </a:r>
          </a:p>
          <a:p>
            <a:endParaRPr lang="en-US" dirty="0"/>
          </a:p>
          <a:p>
            <a:endParaRPr lang="en-US" dirty="0"/>
          </a:p>
          <a:p>
            <a:r>
              <a:rPr lang="en-US" dirty="0"/>
              <a:t> Macroeconomic variables do not help predict aggregate payouts once one accounts for aggregate earnings</a:t>
            </a:r>
          </a:p>
        </p:txBody>
      </p:sp>
    </p:spTree>
    <p:extLst>
      <p:ext uri="{BB962C8B-B14F-4D97-AF65-F5344CB8AC3E}">
        <p14:creationId xmlns:p14="http://schemas.microsoft.com/office/powerpoint/2010/main" val="900937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Firm payouts and performance</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43211"/>
            <a:ext cx="12192000" cy="1123950"/>
          </a:xfrm>
          <a:prstGeom prst="rect">
            <a:avLst/>
          </a:prstGeom>
        </p:spPr>
      </p:pic>
      <p:pic>
        <p:nvPicPr>
          <p:cNvPr id="3" name="Picture 2">
            <a:extLst>
              <a:ext uri="{FF2B5EF4-FFF2-40B4-BE49-F238E27FC236}">
                <a16:creationId xmlns:a16="http://schemas.microsoft.com/office/drawing/2014/main" id="{84FAFC4A-9DFB-B88B-FB17-CEE8E95E6FF2}"/>
              </a:ext>
            </a:extLst>
          </p:cNvPr>
          <p:cNvPicPr>
            <a:picLocks noChangeAspect="1"/>
          </p:cNvPicPr>
          <p:nvPr/>
        </p:nvPicPr>
        <p:blipFill>
          <a:blip r:embed="rId3"/>
          <a:stretch>
            <a:fillRect/>
          </a:stretch>
        </p:blipFill>
        <p:spPr>
          <a:xfrm>
            <a:off x="71120" y="579513"/>
            <a:ext cx="8555545" cy="5067233"/>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D2F8EA6-DEE0-9D0F-DE2A-F2586D664524}"/>
                  </a:ext>
                </a:extLst>
              </p14:cNvPr>
              <p14:cNvContentPartPr/>
              <p14:nvPr/>
            </p14:nvContentPartPr>
            <p14:xfrm>
              <a:off x="3014133" y="2827853"/>
              <a:ext cx="243000" cy="360"/>
            </p14:xfrm>
          </p:contentPart>
        </mc:Choice>
        <mc:Fallback xmlns="">
          <p:pic>
            <p:nvPicPr>
              <p:cNvPr id="2" name="Ink 1">
                <a:extLst>
                  <a:ext uri="{FF2B5EF4-FFF2-40B4-BE49-F238E27FC236}">
                    <a16:creationId xmlns:a16="http://schemas.microsoft.com/office/drawing/2014/main" id="{AD2F8EA6-DEE0-9D0F-DE2A-F2586D664524}"/>
                  </a:ext>
                </a:extLst>
              </p:cNvPr>
              <p:cNvPicPr/>
              <p:nvPr/>
            </p:nvPicPr>
            <p:blipFill>
              <a:blip r:embed="rId5"/>
              <a:stretch>
                <a:fillRect/>
              </a:stretch>
            </p:blipFill>
            <p:spPr>
              <a:xfrm>
                <a:off x="2996133" y="2791853"/>
                <a:ext cx="2786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0130B613-0C59-41ED-B780-A7F53FFFD698}"/>
                  </a:ext>
                </a:extLst>
              </p14:cNvPr>
              <p14:cNvContentPartPr/>
              <p14:nvPr/>
            </p14:nvContentPartPr>
            <p14:xfrm>
              <a:off x="5621613" y="2817053"/>
              <a:ext cx="298800" cy="10800"/>
            </p14:xfrm>
          </p:contentPart>
        </mc:Choice>
        <mc:Fallback xmlns="">
          <p:pic>
            <p:nvPicPr>
              <p:cNvPr id="4" name="Ink 3">
                <a:extLst>
                  <a:ext uri="{FF2B5EF4-FFF2-40B4-BE49-F238E27FC236}">
                    <a16:creationId xmlns:a16="http://schemas.microsoft.com/office/drawing/2014/main" id="{0130B613-0C59-41ED-B780-A7F53FFFD698}"/>
                  </a:ext>
                </a:extLst>
              </p:cNvPr>
              <p:cNvPicPr/>
              <p:nvPr/>
            </p:nvPicPr>
            <p:blipFill>
              <a:blip r:embed="rId7"/>
              <a:stretch>
                <a:fillRect/>
              </a:stretch>
            </p:blipFill>
            <p:spPr>
              <a:xfrm>
                <a:off x="5603973" y="2781413"/>
                <a:ext cx="33444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94C7BDFA-E583-83F9-4682-0E204A5D9E55}"/>
                  </a:ext>
                </a:extLst>
              </p14:cNvPr>
              <p14:cNvContentPartPr/>
              <p14:nvPr/>
            </p14:nvContentPartPr>
            <p14:xfrm>
              <a:off x="2133573" y="2836133"/>
              <a:ext cx="186120" cy="34560"/>
            </p14:xfrm>
          </p:contentPart>
        </mc:Choice>
        <mc:Fallback xmlns="">
          <p:pic>
            <p:nvPicPr>
              <p:cNvPr id="6" name="Ink 5">
                <a:extLst>
                  <a:ext uri="{FF2B5EF4-FFF2-40B4-BE49-F238E27FC236}">
                    <a16:creationId xmlns:a16="http://schemas.microsoft.com/office/drawing/2014/main" id="{94C7BDFA-E583-83F9-4682-0E204A5D9E55}"/>
                  </a:ext>
                </a:extLst>
              </p:cNvPr>
              <p:cNvPicPr/>
              <p:nvPr/>
            </p:nvPicPr>
            <p:blipFill>
              <a:blip r:embed="rId9"/>
              <a:stretch>
                <a:fillRect/>
              </a:stretch>
            </p:blipFill>
            <p:spPr>
              <a:xfrm>
                <a:off x="2115573" y="2800133"/>
                <a:ext cx="22176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89F017D2-A7DA-66E5-B825-CF658907C0B1}"/>
                  </a:ext>
                </a:extLst>
              </p14:cNvPr>
              <p14:cNvContentPartPr/>
              <p14:nvPr/>
            </p14:nvContentPartPr>
            <p14:xfrm>
              <a:off x="4800453" y="2844773"/>
              <a:ext cx="167040" cy="360"/>
            </p14:xfrm>
          </p:contentPart>
        </mc:Choice>
        <mc:Fallback xmlns="">
          <p:pic>
            <p:nvPicPr>
              <p:cNvPr id="7" name="Ink 6">
                <a:extLst>
                  <a:ext uri="{FF2B5EF4-FFF2-40B4-BE49-F238E27FC236}">
                    <a16:creationId xmlns:a16="http://schemas.microsoft.com/office/drawing/2014/main" id="{89F017D2-A7DA-66E5-B825-CF658907C0B1}"/>
                  </a:ext>
                </a:extLst>
              </p:cNvPr>
              <p:cNvPicPr/>
              <p:nvPr/>
            </p:nvPicPr>
            <p:blipFill>
              <a:blip r:embed="rId11"/>
              <a:stretch>
                <a:fillRect/>
              </a:stretch>
            </p:blipFill>
            <p:spPr>
              <a:xfrm>
                <a:off x="4782453" y="2808773"/>
                <a:ext cx="2026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71B3F82B-E808-ED0E-B261-FEF893741FD2}"/>
                  </a:ext>
                </a:extLst>
              </p14:cNvPr>
              <p14:cNvContentPartPr/>
              <p14:nvPr/>
            </p14:nvContentPartPr>
            <p14:xfrm>
              <a:off x="2175693" y="2836133"/>
              <a:ext cx="189000" cy="3960"/>
            </p14:xfrm>
          </p:contentPart>
        </mc:Choice>
        <mc:Fallback xmlns="">
          <p:pic>
            <p:nvPicPr>
              <p:cNvPr id="8" name="Ink 7">
                <a:extLst>
                  <a:ext uri="{FF2B5EF4-FFF2-40B4-BE49-F238E27FC236}">
                    <a16:creationId xmlns:a16="http://schemas.microsoft.com/office/drawing/2014/main" id="{71B3F82B-E808-ED0E-B261-FEF893741FD2}"/>
                  </a:ext>
                </a:extLst>
              </p:cNvPr>
              <p:cNvPicPr/>
              <p:nvPr/>
            </p:nvPicPr>
            <p:blipFill>
              <a:blip r:embed="rId13"/>
              <a:stretch>
                <a:fillRect/>
              </a:stretch>
            </p:blipFill>
            <p:spPr>
              <a:xfrm>
                <a:off x="2158053" y="2800133"/>
                <a:ext cx="22464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84C3D31B-9B26-84B6-DD57-7702E8684531}"/>
                  </a:ext>
                </a:extLst>
              </p14:cNvPr>
              <p14:cNvContentPartPr/>
              <p14:nvPr/>
            </p14:nvContentPartPr>
            <p14:xfrm>
              <a:off x="2057253" y="2268053"/>
              <a:ext cx="363960" cy="9360"/>
            </p14:xfrm>
          </p:contentPart>
        </mc:Choice>
        <mc:Fallback xmlns="">
          <p:pic>
            <p:nvPicPr>
              <p:cNvPr id="9" name="Ink 8">
                <a:extLst>
                  <a:ext uri="{FF2B5EF4-FFF2-40B4-BE49-F238E27FC236}">
                    <a16:creationId xmlns:a16="http://schemas.microsoft.com/office/drawing/2014/main" id="{84C3D31B-9B26-84B6-DD57-7702E8684531}"/>
                  </a:ext>
                </a:extLst>
              </p:cNvPr>
              <p:cNvPicPr/>
              <p:nvPr/>
            </p:nvPicPr>
            <p:blipFill>
              <a:blip r:embed="rId15"/>
              <a:stretch>
                <a:fillRect/>
              </a:stretch>
            </p:blipFill>
            <p:spPr>
              <a:xfrm>
                <a:off x="2039613" y="2232413"/>
                <a:ext cx="39960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4A77900D-6644-A4A8-0CBC-A9ACB9005A2A}"/>
                  </a:ext>
                </a:extLst>
              </p14:cNvPr>
              <p14:cNvContentPartPr/>
              <p14:nvPr/>
            </p14:nvContentPartPr>
            <p14:xfrm>
              <a:off x="4698933" y="2260493"/>
              <a:ext cx="294120" cy="18360"/>
            </p14:xfrm>
          </p:contentPart>
        </mc:Choice>
        <mc:Fallback xmlns="">
          <p:pic>
            <p:nvPicPr>
              <p:cNvPr id="10" name="Ink 9">
                <a:extLst>
                  <a:ext uri="{FF2B5EF4-FFF2-40B4-BE49-F238E27FC236}">
                    <a16:creationId xmlns:a16="http://schemas.microsoft.com/office/drawing/2014/main" id="{4A77900D-6644-A4A8-0CBC-A9ACB9005A2A}"/>
                  </a:ext>
                </a:extLst>
              </p:cNvPr>
              <p:cNvPicPr/>
              <p:nvPr/>
            </p:nvPicPr>
            <p:blipFill>
              <a:blip r:embed="rId17"/>
              <a:stretch>
                <a:fillRect/>
              </a:stretch>
            </p:blipFill>
            <p:spPr>
              <a:xfrm>
                <a:off x="4680933" y="2224493"/>
                <a:ext cx="329760" cy="90000"/>
              </a:xfrm>
              <a:prstGeom prst="rect">
                <a:avLst/>
              </a:prstGeom>
            </p:spPr>
          </p:pic>
        </mc:Fallback>
      </mc:AlternateContent>
      <p:sp>
        <p:nvSpPr>
          <p:cNvPr id="12" name="TextBox 11">
            <a:extLst>
              <a:ext uri="{FF2B5EF4-FFF2-40B4-BE49-F238E27FC236}">
                <a16:creationId xmlns:a16="http://schemas.microsoft.com/office/drawing/2014/main" id="{818A42AF-15BD-F9BA-8C7E-B914C6880324}"/>
              </a:ext>
            </a:extLst>
          </p:cNvPr>
          <p:cNvSpPr txBox="1"/>
          <p:nvPr/>
        </p:nvSpPr>
        <p:spPr>
          <a:xfrm>
            <a:off x="8632472" y="546620"/>
            <a:ext cx="3559528" cy="1754326"/>
          </a:xfrm>
          <a:prstGeom prst="rect">
            <a:avLst/>
          </a:prstGeom>
          <a:noFill/>
        </p:spPr>
        <p:txBody>
          <a:bodyPr wrap="square">
            <a:spAutoFit/>
          </a:bodyPr>
          <a:lstStyle/>
          <a:p>
            <a:r>
              <a:rPr lang="en-US" dirty="0"/>
              <a:t>the real payouts of the top payers increase sharply, but</a:t>
            </a:r>
          </a:p>
          <a:p>
            <a:r>
              <a:rPr lang="en-US" dirty="0"/>
              <a:t> they do not increase more in percentage terms than for the other payers. Neither do their operating income, assets, or market value. </a:t>
            </a:r>
          </a:p>
        </p:txBody>
      </p:sp>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8CC325AC-4405-CCA3-00C1-71960CD2A484}"/>
                  </a:ext>
                </a:extLst>
              </p14:cNvPr>
              <p14:cNvContentPartPr/>
              <p14:nvPr/>
            </p14:nvContentPartPr>
            <p14:xfrm>
              <a:off x="2044257" y="2388845"/>
              <a:ext cx="370080" cy="21600"/>
            </p14:xfrm>
          </p:contentPart>
        </mc:Choice>
        <mc:Fallback xmlns="">
          <p:pic>
            <p:nvPicPr>
              <p:cNvPr id="13" name="Ink 12">
                <a:extLst>
                  <a:ext uri="{FF2B5EF4-FFF2-40B4-BE49-F238E27FC236}">
                    <a16:creationId xmlns:a16="http://schemas.microsoft.com/office/drawing/2014/main" id="{8CC325AC-4405-CCA3-00C1-71960CD2A484}"/>
                  </a:ext>
                </a:extLst>
              </p:cNvPr>
              <p:cNvPicPr/>
              <p:nvPr/>
            </p:nvPicPr>
            <p:blipFill>
              <a:blip r:embed="rId19"/>
              <a:stretch>
                <a:fillRect/>
              </a:stretch>
            </p:blipFill>
            <p:spPr>
              <a:xfrm>
                <a:off x="2026257" y="2353205"/>
                <a:ext cx="40572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Ink 13">
                <a:extLst>
                  <a:ext uri="{FF2B5EF4-FFF2-40B4-BE49-F238E27FC236}">
                    <a16:creationId xmlns:a16="http://schemas.microsoft.com/office/drawing/2014/main" id="{C95A7669-5DA9-347B-5D15-37147FF7447F}"/>
                  </a:ext>
                </a:extLst>
              </p14:cNvPr>
              <p14:cNvContentPartPr/>
              <p14:nvPr/>
            </p14:nvContentPartPr>
            <p14:xfrm>
              <a:off x="4666497" y="2389205"/>
              <a:ext cx="301680" cy="360"/>
            </p14:xfrm>
          </p:contentPart>
        </mc:Choice>
        <mc:Fallback xmlns="">
          <p:pic>
            <p:nvPicPr>
              <p:cNvPr id="14" name="Ink 13">
                <a:extLst>
                  <a:ext uri="{FF2B5EF4-FFF2-40B4-BE49-F238E27FC236}">
                    <a16:creationId xmlns:a16="http://schemas.microsoft.com/office/drawing/2014/main" id="{C95A7669-5DA9-347B-5D15-37147FF7447F}"/>
                  </a:ext>
                </a:extLst>
              </p:cNvPr>
              <p:cNvPicPr/>
              <p:nvPr/>
            </p:nvPicPr>
            <p:blipFill>
              <a:blip r:embed="rId21"/>
              <a:stretch>
                <a:fillRect/>
              </a:stretch>
            </p:blipFill>
            <p:spPr>
              <a:xfrm>
                <a:off x="4648857" y="2353565"/>
                <a:ext cx="3373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64799D76-613A-FE0F-9ED4-7281F7E084B1}"/>
                  </a:ext>
                </a:extLst>
              </p14:cNvPr>
              <p14:cNvContentPartPr/>
              <p14:nvPr/>
            </p14:nvContentPartPr>
            <p14:xfrm>
              <a:off x="1992417" y="2510165"/>
              <a:ext cx="343080" cy="360"/>
            </p14:xfrm>
          </p:contentPart>
        </mc:Choice>
        <mc:Fallback xmlns="">
          <p:pic>
            <p:nvPicPr>
              <p:cNvPr id="15" name="Ink 14">
                <a:extLst>
                  <a:ext uri="{FF2B5EF4-FFF2-40B4-BE49-F238E27FC236}">
                    <a16:creationId xmlns:a16="http://schemas.microsoft.com/office/drawing/2014/main" id="{64799D76-613A-FE0F-9ED4-7281F7E084B1}"/>
                  </a:ext>
                </a:extLst>
              </p:cNvPr>
              <p:cNvPicPr/>
              <p:nvPr/>
            </p:nvPicPr>
            <p:blipFill>
              <a:blip r:embed="rId23"/>
              <a:stretch>
                <a:fillRect/>
              </a:stretch>
            </p:blipFill>
            <p:spPr>
              <a:xfrm>
                <a:off x="1974417" y="2474525"/>
                <a:ext cx="3787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3971C1BA-C807-87A1-3B1C-19E9BBD9E6C6}"/>
                  </a:ext>
                </a:extLst>
              </p14:cNvPr>
              <p14:cNvContentPartPr/>
              <p14:nvPr/>
            </p14:nvContentPartPr>
            <p14:xfrm>
              <a:off x="4606377" y="2483885"/>
              <a:ext cx="379440" cy="35280"/>
            </p14:xfrm>
          </p:contentPart>
        </mc:Choice>
        <mc:Fallback xmlns="">
          <p:pic>
            <p:nvPicPr>
              <p:cNvPr id="16" name="Ink 15">
                <a:extLst>
                  <a:ext uri="{FF2B5EF4-FFF2-40B4-BE49-F238E27FC236}">
                    <a16:creationId xmlns:a16="http://schemas.microsoft.com/office/drawing/2014/main" id="{3971C1BA-C807-87A1-3B1C-19E9BBD9E6C6}"/>
                  </a:ext>
                </a:extLst>
              </p:cNvPr>
              <p:cNvPicPr/>
              <p:nvPr/>
            </p:nvPicPr>
            <p:blipFill>
              <a:blip r:embed="rId25"/>
              <a:stretch>
                <a:fillRect/>
              </a:stretch>
            </p:blipFill>
            <p:spPr>
              <a:xfrm>
                <a:off x="4588377" y="2447885"/>
                <a:ext cx="4150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0FA50A24-92AC-36C3-A313-77B10982F749}"/>
                  </a:ext>
                </a:extLst>
              </p14:cNvPr>
              <p14:cNvContentPartPr/>
              <p14:nvPr/>
            </p14:nvContentPartPr>
            <p14:xfrm>
              <a:off x="4683777" y="2524925"/>
              <a:ext cx="291600" cy="19800"/>
            </p14:xfrm>
          </p:contentPart>
        </mc:Choice>
        <mc:Fallback xmlns="">
          <p:pic>
            <p:nvPicPr>
              <p:cNvPr id="17" name="Ink 16">
                <a:extLst>
                  <a:ext uri="{FF2B5EF4-FFF2-40B4-BE49-F238E27FC236}">
                    <a16:creationId xmlns:a16="http://schemas.microsoft.com/office/drawing/2014/main" id="{0FA50A24-92AC-36C3-A313-77B10982F749}"/>
                  </a:ext>
                </a:extLst>
              </p:cNvPr>
              <p:cNvPicPr/>
              <p:nvPr/>
            </p:nvPicPr>
            <p:blipFill>
              <a:blip r:embed="rId27"/>
              <a:stretch>
                <a:fillRect/>
              </a:stretch>
            </p:blipFill>
            <p:spPr>
              <a:xfrm>
                <a:off x="4666137" y="2489285"/>
                <a:ext cx="3272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D21FD204-A7F6-E678-261E-4F16146AFF72}"/>
                  </a:ext>
                </a:extLst>
              </p14:cNvPr>
              <p14:cNvContentPartPr/>
              <p14:nvPr/>
            </p14:nvContentPartPr>
            <p14:xfrm>
              <a:off x="4632297" y="2639405"/>
              <a:ext cx="315000" cy="360"/>
            </p14:xfrm>
          </p:contentPart>
        </mc:Choice>
        <mc:Fallback xmlns="">
          <p:pic>
            <p:nvPicPr>
              <p:cNvPr id="19" name="Ink 18">
                <a:extLst>
                  <a:ext uri="{FF2B5EF4-FFF2-40B4-BE49-F238E27FC236}">
                    <a16:creationId xmlns:a16="http://schemas.microsoft.com/office/drawing/2014/main" id="{D21FD204-A7F6-E678-261E-4F16146AFF72}"/>
                  </a:ext>
                </a:extLst>
              </p:cNvPr>
              <p:cNvPicPr/>
              <p:nvPr/>
            </p:nvPicPr>
            <p:blipFill>
              <a:blip r:embed="rId29"/>
              <a:stretch>
                <a:fillRect/>
              </a:stretch>
            </p:blipFill>
            <p:spPr>
              <a:xfrm>
                <a:off x="4614657" y="2603405"/>
                <a:ext cx="3506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00BA39E2-FB7F-A561-5E63-5171A6AE68D9}"/>
                  </a:ext>
                </a:extLst>
              </p14:cNvPr>
              <p14:cNvContentPartPr/>
              <p14:nvPr/>
            </p14:nvContentPartPr>
            <p14:xfrm>
              <a:off x="5650377" y="2251325"/>
              <a:ext cx="164880" cy="9360"/>
            </p14:xfrm>
          </p:contentPart>
        </mc:Choice>
        <mc:Fallback xmlns="">
          <p:pic>
            <p:nvPicPr>
              <p:cNvPr id="22" name="Ink 21">
                <a:extLst>
                  <a:ext uri="{FF2B5EF4-FFF2-40B4-BE49-F238E27FC236}">
                    <a16:creationId xmlns:a16="http://schemas.microsoft.com/office/drawing/2014/main" id="{00BA39E2-FB7F-A561-5E63-5171A6AE68D9}"/>
                  </a:ext>
                </a:extLst>
              </p:cNvPr>
              <p:cNvPicPr/>
              <p:nvPr/>
            </p:nvPicPr>
            <p:blipFill>
              <a:blip r:embed="rId31"/>
              <a:stretch>
                <a:fillRect/>
              </a:stretch>
            </p:blipFill>
            <p:spPr>
              <a:xfrm>
                <a:off x="5632377" y="2215685"/>
                <a:ext cx="20052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E3D1C63F-8EC0-4558-8CE4-5A8874F0E67F}"/>
                  </a:ext>
                </a:extLst>
              </p14:cNvPr>
              <p14:cNvContentPartPr/>
              <p14:nvPr/>
            </p14:nvContentPartPr>
            <p14:xfrm>
              <a:off x="5572617" y="2406485"/>
              <a:ext cx="267120" cy="360"/>
            </p14:xfrm>
          </p:contentPart>
        </mc:Choice>
        <mc:Fallback xmlns="">
          <p:pic>
            <p:nvPicPr>
              <p:cNvPr id="23" name="Ink 22">
                <a:extLst>
                  <a:ext uri="{FF2B5EF4-FFF2-40B4-BE49-F238E27FC236}">
                    <a16:creationId xmlns:a16="http://schemas.microsoft.com/office/drawing/2014/main" id="{E3D1C63F-8EC0-4558-8CE4-5A8874F0E67F}"/>
                  </a:ext>
                </a:extLst>
              </p:cNvPr>
              <p:cNvPicPr/>
              <p:nvPr/>
            </p:nvPicPr>
            <p:blipFill>
              <a:blip r:embed="rId33"/>
              <a:stretch>
                <a:fillRect/>
              </a:stretch>
            </p:blipFill>
            <p:spPr>
              <a:xfrm>
                <a:off x="5554977" y="2370845"/>
                <a:ext cx="3027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42B526E5-F0E6-E161-C091-A5362AC2BF91}"/>
                  </a:ext>
                </a:extLst>
              </p14:cNvPr>
              <p14:cNvContentPartPr/>
              <p14:nvPr/>
            </p14:nvContentPartPr>
            <p14:xfrm>
              <a:off x="5572617" y="2527445"/>
              <a:ext cx="286560" cy="360"/>
            </p14:xfrm>
          </p:contentPart>
        </mc:Choice>
        <mc:Fallback xmlns="">
          <p:pic>
            <p:nvPicPr>
              <p:cNvPr id="24" name="Ink 23">
                <a:extLst>
                  <a:ext uri="{FF2B5EF4-FFF2-40B4-BE49-F238E27FC236}">
                    <a16:creationId xmlns:a16="http://schemas.microsoft.com/office/drawing/2014/main" id="{42B526E5-F0E6-E161-C091-A5362AC2BF91}"/>
                  </a:ext>
                </a:extLst>
              </p:cNvPr>
              <p:cNvPicPr/>
              <p:nvPr/>
            </p:nvPicPr>
            <p:blipFill>
              <a:blip r:embed="rId35"/>
              <a:stretch>
                <a:fillRect/>
              </a:stretch>
            </p:blipFill>
            <p:spPr>
              <a:xfrm>
                <a:off x="5554977" y="2491805"/>
                <a:ext cx="3222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0B7F7C04-DF0D-B787-F80D-29BA47265A0A}"/>
                  </a:ext>
                </a:extLst>
              </p14:cNvPr>
              <p14:cNvContentPartPr/>
              <p14:nvPr/>
            </p14:nvContentPartPr>
            <p14:xfrm>
              <a:off x="5622657" y="2630765"/>
              <a:ext cx="273240" cy="20160"/>
            </p14:xfrm>
          </p:contentPart>
        </mc:Choice>
        <mc:Fallback xmlns="">
          <p:pic>
            <p:nvPicPr>
              <p:cNvPr id="25" name="Ink 24">
                <a:extLst>
                  <a:ext uri="{FF2B5EF4-FFF2-40B4-BE49-F238E27FC236}">
                    <a16:creationId xmlns:a16="http://schemas.microsoft.com/office/drawing/2014/main" id="{0B7F7C04-DF0D-B787-F80D-29BA47265A0A}"/>
                  </a:ext>
                </a:extLst>
              </p:cNvPr>
              <p:cNvPicPr/>
              <p:nvPr/>
            </p:nvPicPr>
            <p:blipFill>
              <a:blip r:embed="rId37"/>
              <a:stretch>
                <a:fillRect/>
              </a:stretch>
            </p:blipFill>
            <p:spPr>
              <a:xfrm>
                <a:off x="5605017" y="2595125"/>
                <a:ext cx="3088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72823FEF-EDCB-4B72-CAEF-4F004F17DF2B}"/>
                  </a:ext>
                </a:extLst>
              </p14:cNvPr>
              <p14:cNvContentPartPr/>
              <p14:nvPr/>
            </p14:nvContentPartPr>
            <p14:xfrm>
              <a:off x="3010137" y="2268605"/>
              <a:ext cx="207360" cy="360"/>
            </p14:xfrm>
          </p:contentPart>
        </mc:Choice>
        <mc:Fallback xmlns="">
          <p:pic>
            <p:nvPicPr>
              <p:cNvPr id="26" name="Ink 25">
                <a:extLst>
                  <a:ext uri="{FF2B5EF4-FFF2-40B4-BE49-F238E27FC236}">
                    <a16:creationId xmlns:a16="http://schemas.microsoft.com/office/drawing/2014/main" id="{72823FEF-EDCB-4B72-CAEF-4F004F17DF2B}"/>
                  </a:ext>
                </a:extLst>
              </p:cNvPr>
              <p:cNvPicPr/>
              <p:nvPr/>
            </p:nvPicPr>
            <p:blipFill>
              <a:blip r:embed="rId39"/>
              <a:stretch>
                <a:fillRect/>
              </a:stretch>
            </p:blipFill>
            <p:spPr>
              <a:xfrm>
                <a:off x="2992497" y="2232965"/>
                <a:ext cx="243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FD7FDFB0-C13C-3022-2AE0-4679CC39B909}"/>
                  </a:ext>
                </a:extLst>
              </p14:cNvPr>
              <p14:cNvContentPartPr/>
              <p14:nvPr/>
            </p14:nvContentPartPr>
            <p14:xfrm>
              <a:off x="2984577" y="2389205"/>
              <a:ext cx="280800" cy="360"/>
            </p14:xfrm>
          </p:contentPart>
        </mc:Choice>
        <mc:Fallback xmlns="">
          <p:pic>
            <p:nvPicPr>
              <p:cNvPr id="27" name="Ink 26">
                <a:extLst>
                  <a:ext uri="{FF2B5EF4-FFF2-40B4-BE49-F238E27FC236}">
                    <a16:creationId xmlns:a16="http://schemas.microsoft.com/office/drawing/2014/main" id="{FD7FDFB0-C13C-3022-2AE0-4679CC39B909}"/>
                  </a:ext>
                </a:extLst>
              </p:cNvPr>
              <p:cNvPicPr/>
              <p:nvPr/>
            </p:nvPicPr>
            <p:blipFill>
              <a:blip r:embed="rId41"/>
              <a:stretch>
                <a:fillRect/>
              </a:stretch>
            </p:blipFill>
            <p:spPr>
              <a:xfrm>
                <a:off x="2966577" y="2353565"/>
                <a:ext cx="3164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5D5E4229-1D9C-DB43-D757-B3B9515B5176}"/>
                  </a:ext>
                </a:extLst>
              </p14:cNvPr>
              <p14:cNvContentPartPr/>
              <p14:nvPr/>
            </p14:nvContentPartPr>
            <p14:xfrm>
              <a:off x="2941377" y="2492165"/>
              <a:ext cx="308160" cy="9720"/>
            </p14:xfrm>
          </p:contentPart>
        </mc:Choice>
        <mc:Fallback xmlns="">
          <p:pic>
            <p:nvPicPr>
              <p:cNvPr id="28" name="Ink 27">
                <a:extLst>
                  <a:ext uri="{FF2B5EF4-FFF2-40B4-BE49-F238E27FC236}">
                    <a16:creationId xmlns:a16="http://schemas.microsoft.com/office/drawing/2014/main" id="{5D5E4229-1D9C-DB43-D757-B3B9515B5176}"/>
                  </a:ext>
                </a:extLst>
              </p:cNvPr>
              <p:cNvPicPr/>
              <p:nvPr/>
            </p:nvPicPr>
            <p:blipFill>
              <a:blip r:embed="rId43"/>
              <a:stretch>
                <a:fillRect/>
              </a:stretch>
            </p:blipFill>
            <p:spPr>
              <a:xfrm>
                <a:off x="2923737" y="2456165"/>
                <a:ext cx="34380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08E1C20D-840D-3BD9-64E6-E23D6979CC9F}"/>
                  </a:ext>
                </a:extLst>
              </p14:cNvPr>
              <p14:cNvContentPartPr/>
              <p14:nvPr/>
            </p14:nvContentPartPr>
            <p14:xfrm>
              <a:off x="2932737" y="2603405"/>
              <a:ext cx="316080" cy="19440"/>
            </p14:xfrm>
          </p:contentPart>
        </mc:Choice>
        <mc:Fallback xmlns="">
          <p:pic>
            <p:nvPicPr>
              <p:cNvPr id="29" name="Ink 28">
                <a:extLst>
                  <a:ext uri="{FF2B5EF4-FFF2-40B4-BE49-F238E27FC236}">
                    <a16:creationId xmlns:a16="http://schemas.microsoft.com/office/drawing/2014/main" id="{08E1C20D-840D-3BD9-64E6-E23D6979CC9F}"/>
                  </a:ext>
                </a:extLst>
              </p:cNvPr>
              <p:cNvPicPr/>
              <p:nvPr/>
            </p:nvPicPr>
            <p:blipFill>
              <a:blip r:embed="rId45"/>
              <a:stretch>
                <a:fillRect/>
              </a:stretch>
            </p:blipFill>
            <p:spPr>
              <a:xfrm>
                <a:off x="2914737" y="2567765"/>
                <a:ext cx="35172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2E785304-D6D2-10B4-3D94-2BD029CD2D92}"/>
                  </a:ext>
                </a:extLst>
              </p14:cNvPr>
              <p14:cNvContentPartPr/>
              <p14:nvPr/>
            </p14:nvContentPartPr>
            <p14:xfrm>
              <a:off x="10205097" y="1811045"/>
              <a:ext cx="360" cy="360"/>
            </p14:xfrm>
          </p:contentPart>
        </mc:Choice>
        <mc:Fallback xmlns="">
          <p:pic>
            <p:nvPicPr>
              <p:cNvPr id="30" name="Ink 29">
                <a:extLst>
                  <a:ext uri="{FF2B5EF4-FFF2-40B4-BE49-F238E27FC236}">
                    <a16:creationId xmlns:a16="http://schemas.microsoft.com/office/drawing/2014/main" id="{2E785304-D6D2-10B4-3D94-2BD029CD2D92}"/>
                  </a:ext>
                </a:extLst>
              </p:cNvPr>
              <p:cNvPicPr/>
              <p:nvPr/>
            </p:nvPicPr>
            <p:blipFill>
              <a:blip r:embed="rId47"/>
              <a:stretch>
                <a:fillRect/>
              </a:stretch>
            </p:blipFill>
            <p:spPr>
              <a:xfrm>
                <a:off x="10187097" y="1775405"/>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4" name="Ink 33">
                <a:extLst>
                  <a:ext uri="{FF2B5EF4-FFF2-40B4-BE49-F238E27FC236}">
                    <a16:creationId xmlns:a16="http://schemas.microsoft.com/office/drawing/2014/main" id="{9DF59BA6-FB6C-DE03-6FD7-0F8B9C4BE1AC}"/>
                  </a:ext>
                </a:extLst>
              </p14:cNvPr>
              <p14:cNvContentPartPr/>
              <p14:nvPr/>
            </p14:nvContentPartPr>
            <p14:xfrm>
              <a:off x="4732773" y="3860333"/>
              <a:ext cx="287640" cy="18000"/>
            </p14:xfrm>
          </p:contentPart>
        </mc:Choice>
        <mc:Fallback xmlns="">
          <p:pic>
            <p:nvPicPr>
              <p:cNvPr id="34" name="Ink 33">
                <a:extLst>
                  <a:ext uri="{FF2B5EF4-FFF2-40B4-BE49-F238E27FC236}">
                    <a16:creationId xmlns:a16="http://schemas.microsoft.com/office/drawing/2014/main" id="{9DF59BA6-FB6C-DE03-6FD7-0F8B9C4BE1AC}"/>
                  </a:ext>
                </a:extLst>
              </p:cNvPr>
              <p:cNvPicPr/>
              <p:nvPr/>
            </p:nvPicPr>
            <p:blipFill>
              <a:blip r:embed="rId49"/>
              <a:stretch>
                <a:fillRect/>
              </a:stretch>
            </p:blipFill>
            <p:spPr>
              <a:xfrm>
                <a:off x="4715133" y="3824333"/>
                <a:ext cx="32328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6" name="Ink 35">
                <a:extLst>
                  <a:ext uri="{FF2B5EF4-FFF2-40B4-BE49-F238E27FC236}">
                    <a16:creationId xmlns:a16="http://schemas.microsoft.com/office/drawing/2014/main" id="{91B06A9F-4EFA-ADCE-04E0-F8924F17F9E0}"/>
                  </a:ext>
                </a:extLst>
              </p14:cNvPr>
              <p14:cNvContentPartPr/>
              <p14:nvPr/>
            </p14:nvContentPartPr>
            <p14:xfrm>
              <a:off x="2091093" y="3859973"/>
              <a:ext cx="351000" cy="30960"/>
            </p14:xfrm>
          </p:contentPart>
        </mc:Choice>
        <mc:Fallback xmlns="">
          <p:pic>
            <p:nvPicPr>
              <p:cNvPr id="36" name="Ink 35">
                <a:extLst>
                  <a:ext uri="{FF2B5EF4-FFF2-40B4-BE49-F238E27FC236}">
                    <a16:creationId xmlns:a16="http://schemas.microsoft.com/office/drawing/2014/main" id="{91B06A9F-4EFA-ADCE-04E0-F8924F17F9E0}"/>
                  </a:ext>
                </a:extLst>
              </p:cNvPr>
              <p:cNvPicPr/>
              <p:nvPr/>
            </p:nvPicPr>
            <p:blipFill>
              <a:blip r:embed="rId51"/>
              <a:stretch>
                <a:fillRect/>
              </a:stretch>
            </p:blipFill>
            <p:spPr>
              <a:xfrm>
                <a:off x="2073453" y="3823973"/>
                <a:ext cx="38664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8" name="Ink 37">
                <a:extLst>
                  <a:ext uri="{FF2B5EF4-FFF2-40B4-BE49-F238E27FC236}">
                    <a16:creationId xmlns:a16="http://schemas.microsoft.com/office/drawing/2014/main" id="{9E109C4E-88A1-5DF2-234D-683ACA5685DE}"/>
                  </a:ext>
                </a:extLst>
              </p14:cNvPr>
              <p14:cNvContentPartPr/>
              <p14:nvPr/>
            </p14:nvContentPartPr>
            <p14:xfrm>
              <a:off x="5537013" y="3301613"/>
              <a:ext cx="305280" cy="360"/>
            </p14:xfrm>
          </p:contentPart>
        </mc:Choice>
        <mc:Fallback xmlns="">
          <p:pic>
            <p:nvPicPr>
              <p:cNvPr id="38" name="Ink 37">
                <a:extLst>
                  <a:ext uri="{FF2B5EF4-FFF2-40B4-BE49-F238E27FC236}">
                    <a16:creationId xmlns:a16="http://schemas.microsoft.com/office/drawing/2014/main" id="{9E109C4E-88A1-5DF2-234D-683ACA5685DE}"/>
                  </a:ext>
                </a:extLst>
              </p:cNvPr>
              <p:cNvPicPr/>
              <p:nvPr/>
            </p:nvPicPr>
            <p:blipFill>
              <a:blip r:embed="rId53"/>
              <a:stretch>
                <a:fillRect/>
              </a:stretch>
            </p:blipFill>
            <p:spPr>
              <a:xfrm>
                <a:off x="5519013" y="3265973"/>
                <a:ext cx="3409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9" name="Ink 38">
                <a:extLst>
                  <a:ext uri="{FF2B5EF4-FFF2-40B4-BE49-F238E27FC236}">
                    <a16:creationId xmlns:a16="http://schemas.microsoft.com/office/drawing/2014/main" id="{DDEB0F80-35B0-1491-25F2-C791F3A9CF8F}"/>
                  </a:ext>
                </a:extLst>
              </p14:cNvPr>
              <p14:cNvContentPartPr/>
              <p14:nvPr/>
            </p14:nvContentPartPr>
            <p14:xfrm>
              <a:off x="2124933" y="3276413"/>
              <a:ext cx="210960" cy="9360"/>
            </p14:xfrm>
          </p:contentPart>
        </mc:Choice>
        <mc:Fallback xmlns="">
          <p:pic>
            <p:nvPicPr>
              <p:cNvPr id="39" name="Ink 38">
                <a:extLst>
                  <a:ext uri="{FF2B5EF4-FFF2-40B4-BE49-F238E27FC236}">
                    <a16:creationId xmlns:a16="http://schemas.microsoft.com/office/drawing/2014/main" id="{DDEB0F80-35B0-1491-25F2-C791F3A9CF8F}"/>
                  </a:ext>
                </a:extLst>
              </p:cNvPr>
              <p:cNvPicPr/>
              <p:nvPr/>
            </p:nvPicPr>
            <p:blipFill>
              <a:blip r:embed="rId55"/>
              <a:stretch>
                <a:fillRect/>
              </a:stretch>
            </p:blipFill>
            <p:spPr>
              <a:xfrm>
                <a:off x="2106933" y="3240413"/>
                <a:ext cx="24660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1" name="Ink 40">
                <a:extLst>
                  <a:ext uri="{FF2B5EF4-FFF2-40B4-BE49-F238E27FC236}">
                    <a16:creationId xmlns:a16="http://schemas.microsoft.com/office/drawing/2014/main" id="{5A6DF26F-3057-D046-761C-B3780B9CDD2E}"/>
                  </a:ext>
                </a:extLst>
              </p14:cNvPr>
              <p14:cNvContentPartPr/>
              <p14:nvPr/>
            </p14:nvContentPartPr>
            <p14:xfrm>
              <a:off x="2997213" y="3301613"/>
              <a:ext cx="241920" cy="9360"/>
            </p14:xfrm>
          </p:contentPart>
        </mc:Choice>
        <mc:Fallback xmlns="">
          <p:pic>
            <p:nvPicPr>
              <p:cNvPr id="41" name="Ink 40">
                <a:extLst>
                  <a:ext uri="{FF2B5EF4-FFF2-40B4-BE49-F238E27FC236}">
                    <a16:creationId xmlns:a16="http://schemas.microsoft.com/office/drawing/2014/main" id="{5A6DF26F-3057-D046-761C-B3780B9CDD2E}"/>
                  </a:ext>
                </a:extLst>
              </p:cNvPr>
              <p:cNvPicPr/>
              <p:nvPr/>
            </p:nvPicPr>
            <p:blipFill>
              <a:blip r:embed="rId57"/>
              <a:stretch>
                <a:fillRect/>
              </a:stretch>
            </p:blipFill>
            <p:spPr>
              <a:xfrm>
                <a:off x="2979213" y="3265613"/>
                <a:ext cx="27756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2" name="Ink 41">
                <a:extLst>
                  <a:ext uri="{FF2B5EF4-FFF2-40B4-BE49-F238E27FC236}">
                    <a16:creationId xmlns:a16="http://schemas.microsoft.com/office/drawing/2014/main" id="{E10AAF42-579C-38FB-2C45-0FECDDBBD8C7}"/>
                  </a:ext>
                </a:extLst>
              </p14:cNvPr>
              <p14:cNvContentPartPr/>
              <p14:nvPr/>
            </p14:nvContentPartPr>
            <p14:xfrm>
              <a:off x="4724133" y="3275693"/>
              <a:ext cx="300600" cy="26280"/>
            </p14:xfrm>
          </p:contentPart>
        </mc:Choice>
        <mc:Fallback xmlns="">
          <p:pic>
            <p:nvPicPr>
              <p:cNvPr id="42" name="Ink 41">
                <a:extLst>
                  <a:ext uri="{FF2B5EF4-FFF2-40B4-BE49-F238E27FC236}">
                    <a16:creationId xmlns:a16="http://schemas.microsoft.com/office/drawing/2014/main" id="{E10AAF42-579C-38FB-2C45-0FECDDBBD8C7}"/>
                  </a:ext>
                </a:extLst>
              </p:cNvPr>
              <p:cNvPicPr/>
              <p:nvPr/>
            </p:nvPicPr>
            <p:blipFill>
              <a:blip r:embed="rId59"/>
              <a:stretch>
                <a:fillRect/>
              </a:stretch>
            </p:blipFill>
            <p:spPr>
              <a:xfrm>
                <a:off x="4706493" y="3240053"/>
                <a:ext cx="33624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4" name="Ink 43">
                <a:extLst>
                  <a:ext uri="{FF2B5EF4-FFF2-40B4-BE49-F238E27FC236}">
                    <a16:creationId xmlns:a16="http://schemas.microsoft.com/office/drawing/2014/main" id="{6620371A-22CE-7F90-0F61-123EA3CE97FB}"/>
                  </a:ext>
                </a:extLst>
              </p14:cNvPr>
              <p14:cNvContentPartPr/>
              <p14:nvPr/>
            </p14:nvContentPartPr>
            <p14:xfrm>
              <a:off x="1981293" y="2631653"/>
              <a:ext cx="394200" cy="10080"/>
            </p14:xfrm>
          </p:contentPart>
        </mc:Choice>
        <mc:Fallback xmlns="">
          <p:pic>
            <p:nvPicPr>
              <p:cNvPr id="44" name="Ink 43">
                <a:extLst>
                  <a:ext uri="{FF2B5EF4-FFF2-40B4-BE49-F238E27FC236}">
                    <a16:creationId xmlns:a16="http://schemas.microsoft.com/office/drawing/2014/main" id="{6620371A-22CE-7F90-0F61-123EA3CE97FB}"/>
                  </a:ext>
                </a:extLst>
              </p:cNvPr>
              <p:cNvPicPr/>
              <p:nvPr/>
            </p:nvPicPr>
            <p:blipFill>
              <a:blip r:embed="rId61"/>
              <a:stretch>
                <a:fillRect/>
              </a:stretch>
            </p:blipFill>
            <p:spPr>
              <a:xfrm>
                <a:off x="1963293" y="2596013"/>
                <a:ext cx="4298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5" name="Ink 44">
                <a:extLst>
                  <a:ext uri="{FF2B5EF4-FFF2-40B4-BE49-F238E27FC236}">
                    <a16:creationId xmlns:a16="http://schemas.microsoft.com/office/drawing/2014/main" id="{6A5F84E1-D095-91B1-1758-9DF1C71F3548}"/>
                  </a:ext>
                </a:extLst>
              </p14:cNvPr>
              <p14:cNvContentPartPr/>
              <p14:nvPr/>
            </p14:nvContentPartPr>
            <p14:xfrm>
              <a:off x="2108013" y="2720933"/>
              <a:ext cx="262440" cy="22320"/>
            </p14:xfrm>
          </p:contentPart>
        </mc:Choice>
        <mc:Fallback xmlns="">
          <p:pic>
            <p:nvPicPr>
              <p:cNvPr id="45" name="Ink 44">
                <a:extLst>
                  <a:ext uri="{FF2B5EF4-FFF2-40B4-BE49-F238E27FC236}">
                    <a16:creationId xmlns:a16="http://schemas.microsoft.com/office/drawing/2014/main" id="{6A5F84E1-D095-91B1-1758-9DF1C71F3548}"/>
                  </a:ext>
                </a:extLst>
              </p:cNvPr>
              <p:cNvPicPr/>
              <p:nvPr/>
            </p:nvPicPr>
            <p:blipFill>
              <a:blip r:embed="rId63"/>
              <a:stretch>
                <a:fillRect/>
              </a:stretch>
            </p:blipFill>
            <p:spPr>
              <a:xfrm>
                <a:off x="2090373" y="2684933"/>
                <a:ext cx="2980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6" name="Ink 45">
                <a:extLst>
                  <a:ext uri="{FF2B5EF4-FFF2-40B4-BE49-F238E27FC236}">
                    <a16:creationId xmlns:a16="http://schemas.microsoft.com/office/drawing/2014/main" id="{29A48477-507F-7C1D-2A3F-B712AC7B4B87}"/>
                  </a:ext>
                </a:extLst>
              </p14:cNvPr>
              <p14:cNvContentPartPr/>
              <p14:nvPr/>
            </p14:nvContentPartPr>
            <p14:xfrm>
              <a:off x="2988573" y="2698973"/>
              <a:ext cx="228240" cy="27360"/>
            </p14:xfrm>
          </p:contentPart>
        </mc:Choice>
        <mc:Fallback xmlns="">
          <p:pic>
            <p:nvPicPr>
              <p:cNvPr id="46" name="Ink 45">
                <a:extLst>
                  <a:ext uri="{FF2B5EF4-FFF2-40B4-BE49-F238E27FC236}">
                    <a16:creationId xmlns:a16="http://schemas.microsoft.com/office/drawing/2014/main" id="{29A48477-507F-7C1D-2A3F-B712AC7B4B87}"/>
                  </a:ext>
                </a:extLst>
              </p:cNvPr>
              <p:cNvPicPr/>
              <p:nvPr/>
            </p:nvPicPr>
            <p:blipFill>
              <a:blip r:embed="rId65"/>
              <a:stretch>
                <a:fillRect/>
              </a:stretch>
            </p:blipFill>
            <p:spPr>
              <a:xfrm>
                <a:off x="2970573" y="2663333"/>
                <a:ext cx="2638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7" name="Ink 46">
                <a:extLst>
                  <a:ext uri="{FF2B5EF4-FFF2-40B4-BE49-F238E27FC236}">
                    <a16:creationId xmlns:a16="http://schemas.microsoft.com/office/drawing/2014/main" id="{AC5D81DE-AD48-5DE0-DFF8-12382242C3FA}"/>
                  </a:ext>
                </a:extLst>
              </p14:cNvPr>
              <p14:cNvContentPartPr/>
              <p14:nvPr/>
            </p14:nvContentPartPr>
            <p14:xfrm>
              <a:off x="3006573" y="2734613"/>
              <a:ext cx="253440" cy="9000"/>
            </p14:xfrm>
          </p:contentPart>
        </mc:Choice>
        <mc:Fallback xmlns="">
          <p:pic>
            <p:nvPicPr>
              <p:cNvPr id="47" name="Ink 46">
                <a:extLst>
                  <a:ext uri="{FF2B5EF4-FFF2-40B4-BE49-F238E27FC236}">
                    <a16:creationId xmlns:a16="http://schemas.microsoft.com/office/drawing/2014/main" id="{AC5D81DE-AD48-5DE0-DFF8-12382242C3FA}"/>
                  </a:ext>
                </a:extLst>
              </p:cNvPr>
              <p:cNvPicPr/>
              <p:nvPr/>
            </p:nvPicPr>
            <p:blipFill>
              <a:blip r:embed="rId67"/>
              <a:stretch>
                <a:fillRect/>
              </a:stretch>
            </p:blipFill>
            <p:spPr>
              <a:xfrm>
                <a:off x="2988573" y="2698973"/>
                <a:ext cx="2890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8" name="Ink 47">
                <a:extLst>
                  <a:ext uri="{FF2B5EF4-FFF2-40B4-BE49-F238E27FC236}">
                    <a16:creationId xmlns:a16="http://schemas.microsoft.com/office/drawing/2014/main" id="{63D0E598-0C79-F3D1-207C-E0995719660C}"/>
                  </a:ext>
                </a:extLst>
              </p14:cNvPr>
              <p14:cNvContentPartPr/>
              <p14:nvPr/>
            </p14:nvContentPartPr>
            <p14:xfrm>
              <a:off x="4724133" y="2714093"/>
              <a:ext cx="243360" cy="29520"/>
            </p14:xfrm>
          </p:contentPart>
        </mc:Choice>
        <mc:Fallback xmlns="">
          <p:pic>
            <p:nvPicPr>
              <p:cNvPr id="48" name="Ink 47">
                <a:extLst>
                  <a:ext uri="{FF2B5EF4-FFF2-40B4-BE49-F238E27FC236}">
                    <a16:creationId xmlns:a16="http://schemas.microsoft.com/office/drawing/2014/main" id="{63D0E598-0C79-F3D1-207C-E0995719660C}"/>
                  </a:ext>
                </a:extLst>
              </p:cNvPr>
              <p:cNvPicPr/>
              <p:nvPr/>
            </p:nvPicPr>
            <p:blipFill>
              <a:blip r:embed="rId69"/>
              <a:stretch>
                <a:fillRect/>
              </a:stretch>
            </p:blipFill>
            <p:spPr>
              <a:xfrm>
                <a:off x="4706493" y="2678093"/>
                <a:ext cx="2790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9" name="Ink 48">
                <a:extLst>
                  <a:ext uri="{FF2B5EF4-FFF2-40B4-BE49-F238E27FC236}">
                    <a16:creationId xmlns:a16="http://schemas.microsoft.com/office/drawing/2014/main" id="{E685189F-BD1A-2F22-2EF4-1D288341EA92}"/>
                  </a:ext>
                </a:extLst>
              </p14:cNvPr>
              <p14:cNvContentPartPr/>
              <p14:nvPr/>
            </p14:nvContentPartPr>
            <p14:xfrm>
              <a:off x="5562573" y="2709053"/>
              <a:ext cx="270720" cy="34920"/>
            </p14:xfrm>
          </p:contentPart>
        </mc:Choice>
        <mc:Fallback xmlns="">
          <p:pic>
            <p:nvPicPr>
              <p:cNvPr id="49" name="Ink 48">
                <a:extLst>
                  <a:ext uri="{FF2B5EF4-FFF2-40B4-BE49-F238E27FC236}">
                    <a16:creationId xmlns:a16="http://schemas.microsoft.com/office/drawing/2014/main" id="{E685189F-BD1A-2F22-2EF4-1D288341EA92}"/>
                  </a:ext>
                </a:extLst>
              </p:cNvPr>
              <p:cNvPicPr/>
              <p:nvPr/>
            </p:nvPicPr>
            <p:blipFill>
              <a:blip r:embed="rId71"/>
              <a:stretch>
                <a:fillRect/>
              </a:stretch>
            </p:blipFill>
            <p:spPr>
              <a:xfrm>
                <a:off x="5544933" y="2673053"/>
                <a:ext cx="30636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50" name="Ink 49">
                <a:extLst>
                  <a:ext uri="{FF2B5EF4-FFF2-40B4-BE49-F238E27FC236}">
                    <a16:creationId xmlns:a16="http://schemas.microsoft.com/office/drawing/2014/main" id="{85F922C7-AC8C-AEA1-5067-C0DE505896DD}"/>
                  </a:ext>
                </a:extLst>
              </p14:cNvPr>
              <p14:cNvContentPartPr/>
              <p14:nvPr/>
            </p14:nvContentPartPr>
            <p14:xfrm>
              <a:off x="2099373" y="3251213"/>
              <a:ext cx="309960" cy="51120"/>
            </p14:xfrm>
          </p:contentPart>
        </mc:Choice>
        <mc:Fallback xmlns="">
          <p:pic>
            <p:nvPicPr>
              <p:cNvPr id="50" name="Ink 49">
                <a:extLst>
                  <a:ext uri="{FF2B5EF4-FFF2-40B4-BE49-F238E27FC236}">
                    <a16:creationId xmlns:a16="http://schemas.microsoft.com/office/drawing/2014/main" id="{85F922C7-AC8C-AEA1-5067-C0DE505896DD}"/>
                  </a:ext>
                </a:extLst>
              </p:cNvPr>
              <p:cNvPicPr/>
              <p:nvPr/>
            </p:nvPicPr>
            <p:blipFill>
              <a:blip r:embed="rId73"/>
              <a:stretch>
                <a:fillRect/>
              </a:stretch>
            </p:blipFill>
            <p:spPr>
              <a:xfrm>
                <a:off x="2081733" y="3215213"/>
                <a:ext cx="34560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1" name="Ink 50">
                <a:extLst>
                  <a:ext uri="{FF2B5EF4-FFF2-40B4-BE49-F238E27FC236}">
                    <a16:creationId xmlns:a16="http://schemas.microsoft.com/office/drawing/2014/main" id="{762ACFA7-668B-D676-7BEF-4CD2A58F8974}"/>
                  </a:ext>
                </a:extLst>
              </p14:cNvPr>
              <p14:cNvContentPartPr/>
              <p14:nvPr/>
            </p14:nvContentPartPr>
            <p14:xfrm>
              <a:off x="2971653" y="3301613"/>
              <a:ext cx="270360" cy="360"/>
            </p14:xfrm>
          </p:contentPart>
        </mc:Choice>
        <mc:Fallback xmlns="">
          <p:pic>
            <p:nvPicPr>
              <p:cNvPr id="51" name="Ink 50">
                <a:extLst>
                  <a:ext uri="{FF2B5EF4-FFF2-40B4-BE49-F238E27FC236}">
                    <a16:creationId xmlns:a16="http://schemas.microsoft.com/office/drawing/2014/main" id="{762ACFA7-668B-D676-7BEF-4CD2A58F8974}"/>
                  </a:ext>
                </a:extLst>
              </p:cNvPr>
              <p:cNvPicPr/>
              <p:nvPr/>
            </p:nvPicPr>
            <p:blipFill>
              <a:blip r:embed="rId75"/>
              <a:stretch>
                <a:fillRect/>
              </a:stretch>
            </p:blipFill>
            <p:spPr>
              <a:xfrm>
                <a:off x="2953653" y="3265973"/>
                <a:ext cx="30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52" name="Ink 51">
                <a:extLst>
                  <a:ext uri="{FF2B5EF4-FFF2-40B4-BE49-F238E27FC236}">
                    <a16:creationId xmlns:a16="http://schemas.microsoft.com/office/drawing/2014/main" id="{9C00D451-D527-0AC5-4CF5-EC80940C4017}"/>
                  </a:ext>
                </a:extLst>
              </p14:cNvPr>
              <p14:cNvContentPartPr/>
              <p14:nvPr/>
            </p14:nvContentPartPr>
            <p14:xfrm>
              <a:off x="4741053" y="3276053"/>
              <a:ext cx="270720" cy="18360"/>
            </p14:xfrm>
          </p:contentPart>
        </mc:Choice>
        <mc:Fallback xmlns="">
          <p:pic>
            <p:nvPicPr>
              <p:cNvPr id="52" name="Ink 51">
                <a:extLst>
                  <a:ext uri="{FF2B5EF4-FFF2-40B4-BE49-F238E27FC236}">
                    <a16:creationId xmlns:a16="http://schemas.microsoft.com/office/drawing/2014/main" id="{9C00D451-D527-0AC5-4CF5-EC80940C4017}"/>
                  </a:ext>
                </a:extLst>
              </p:cNvPr>
              <p:cNvPicPr/>
              <p:nvPr/>
            </p:nvPicPr>
            <p:blipFill>
              <a:blip r:embed="rId77"/>
              <a:stretch>
                <a:fillRect/>
              </a:stretch>
            </p:blipFill>
            <p:spPr>
              <a:xfrm>
                <a:off x="4723413" y="3240053"/>
                <a:ext cx="30636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3" name="Ink 52">
                <a:extLst>
                  <a:ext uri="{FF2B5EF4-FFF2-40B4-BE49-F238E27FC236}">
                    <a16:creationId xmlns:a16="http://schemas.microsoft.com/office/drawing/2014/main" id="{65F7E2D2-1F6B-489B-11A7-28AAADCC0CB2}"/>
                  </a:ext>
                </a:extLst>
              </p14:cNvPr>
              <p14:cNvContentPartPr/>
              <p14:nvPr/>
            </p14:nvContentPartPr>
            <p14:xfrm>
              <a:off x="5630253" y="3285053"/>
              <a:ext cx="239040" cy="16560"/>
            </p14:xfrm>
          </p:contentPart>
        </mc:Choice>
        <mc:Fallback xmlns="">
          <p:pic>
            <p:nvPicPr>
              <p:cNvPr id="53" name="Ink 52">
                <a:extLst>
                  <a:ext uri="{FF2B5EF4-FFF2-40B4-BE49-F238E27FC236}">
                    <a16:creationId xmlns:a16="http://schemas.microsoft.com/office/drawing/2014/main" id="{65F7E2D2-1F6B-489B-11A7-28AAADCC0CB2}"/>
                  </a:ext>
                </a:extLst>
              </p:cNvPr>
              <p:cNvPicPr/>
              <p:nvPr/>
            </p:nvPicPr>
            <p:blipFill>
              <a:blip r:embed="rId79"/>
              <a:stretch>
                <a:fillRect/>
              </a:stretch>
            </p:blipFill>
            <p:spPr>
              <a:xfrm>
                <a:off x="5612253" y="3249053"/>
                <a:ext cx="27468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4" name="Ink 53">
                <a:extLst>
                  <a:ext uri="{FF2B5EF4-FFF2-40B4-BE49-F238E27FC236}">
                    <a16:creationId xmlns:a16="http://schemas.microsoft.com/office/drawing/2014/main" id="{49D49DD4-51BC-AB53-F8A6-5D03F65A29E9}"/>
                  </a:ext>
                </a:extLst>
              </p14:cNvPr>
              <p14:cNvContentPartPr/>
              <p14:nvPr/>
            </p14:nvContentPartPr>
            <p14:xfrm>
              <a:off x="5537013" y="3285053"/>
              <a:ext cx="114480" cy="7920"/>
            </p14:xfrm>
          </p:contentPart>
        </mc:Choice>
        <mc:Fallback xmlns="">
          <p:pic>
            <p:nvPicPr>
              <p:cNvPr id="54" name="Ink 53">
                <a:extLst>
                  <a:ext uri="{FF2B5EF4-FFF2-40B4-BE49-F238E27FC236}">
                    <a16:creationId xmlns:a16="http://schemas.microsoft.com/office/drawing/2014/main" id="{49D49DD4-51BC-AB53-F8A6-5D03F65A29E9}"/>
                  </a:ext>
                </a:extLst>
              </p:cNvPr>
              <p:cNvPicPr/>
              <p:nvPr/>
            </p:nvPicPr>
            <p:blipFill>
              <a:blip r:embed="rId81"/>
              <a:stretch>
                <a:fillRect/>
              </a:stretch>
            </p:blipFill>
            <p:spPr>
              <a:xfrm>
                <a:off x="5519013" y="3249053"/>
                <a:ext cx="1501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5" name="Ink 54">
                <a:extLst>
                  <a:ext uri="{FF2B5EF4-FFF2-40B4-BE49-F238E27FC236}">
                    <a16:creationId xmlns:a16="http://schemas.microsoft.com/office/drawing/2014/main" id="{E421054D-ECD4-6258-DE2F-BD5009BCD345}"/>
                  </a:ext>
                </a:extLst>
              </p14:cNvPr>
              <p14:cNvContentPartPr/>
              <p14:nvPr/>
            </p14:nvContentPartPr>
            <p14:xfrm>
              <a:off x="2099373" y="3410693"/>
              <a:ext cx="283680" cy="10080"/>
            </p14:xfrm>
          </p:contentPart>
        </mc:Choice>
        <mc:Fallback xmlns="">
          <p:pic>
            <p:nvPicPr>
              <p:cNvPr id="55" name="Ink 54">
                <a:extLst>
                  <a:ext uri="{FF2B5EF4-FFF2-40B4-BE49-F238E27FC236}">
                    <a16:creationId xmlns:a16="http://schemas.microsoft.com/office/drawing/2014/main" id="{E421054D-ECD4-6258-DE2F-BD5009BCD345}"/>
                  </a:ext>
                </a:extLst>
              </p:cNvPr>
              <p:cNvPicPr/>
              <p:nvPr/>
            </p:nvPicPr>
            <p:blipFill>
              <a:blip r:embed="rId83"/>
              <a:stretch>
                <a:fillRect/>
              </a:stretch>
            </p:blipFill>
            <p:spPr>
              <a:xfrm>
                <a:off x="2081733" y="3375053"/>
                <a:ext cx="3193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6" name="Ink 55">
                <a:extLst>
                  <a:ext uri="{FF2B5EF4-FFF2-40B4-BE49-F238E27FC236}">
                    <a16:creationId xmlns:a16="http://schemas.microsoft.com/office/drawing/2014/main" id="{38B587FA-728B-D9A8-6E4F-C016CD4903B2}"/>
                  </a:ext>
                </a:extLst>
              </p14:cNvPr>
              <p14:cNvContentPartPr/>
              <p14:nvPr/>
            </p14:nvContentPartPr>
            <p14:xfrm>
              <a:off x="2980293" y="3394853"/>
              <a:ext cx="325080" cy="26280"/>
            </p14:xfrm>
          </p:contentPart>
        </mc:Choice>
        <mc:Fallback xmlns="">
          <p:pic>
            <p:nvPicPr>
              <p:cNvPr id="56" name="Ink 55">
                <a:extLst>
                  <a:ext uri="{FF2B5EF4-FFF2-40B4-BE49-F238E27FC236}">
                    <a16:creationId xmlns:a16="http://schemas.microsoft.com/office/drawing/2014/main" id="{38B587FA-728B-D9A8-6E4F-C016CD4903B2}"/>
                  </a:ext>
                </a:extLst>
              </p:cNvPr>
              <p:cNvPicPr/>
              <p:nvPr/>
            </p:nvPicPr>
            <p:blipFill>
              <a:blip r:embed="rId85"/>
              <a:stretch>
                <a:fillRect/>
              </a:stretch>
            </p:blipFill>
            <p:spPr>
              <a:xfrm>
                <a:off x="2962293" y="3358853"/>
                <a:ext cx="36072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7" name="Ink 56">
                <a:extLst>
                  <a:ext uri="{FF2B5EF4-FFF2-40B4-BE49-F238E27FC236}">
                    <a16:creationId xmlns:a16="http://schemas.microsoft.com/office/drawing/2014/main" id="{60E109E8-4B2A-7E28-17FC-E69EA439F4A6}"/>
                  </a:ext>
                </a:extLst>
              </p14:cNvPr>
              <p14:cNvContentPartPr/>
              <p14:nvPr/>
            </p14:nvContentPartPr>
            <p14:xfrm>
              <a:off x="4690293" y="3402053"/>
              <a:ext cx="458280" cy="18720"/>
            </p14:xfrm>
          </p:contentPart>
        </mc:Choice>
        <mc:Fallback xmlns="">
          <p:pic>
            <p:nvPicPr>
              <p:cNvPr id="57" name="Ink 56">
                <a:extLst>
                  <a:ext uri="{FF2B5EF4-FFF2-40B4-BE49-F238E27FC236}">
                    <a16:creationId xmlns:a16="http://schemas.microsoft.com/office/drawing/2014/main" id="{60E109E8-4B2A-7E28-17FC-E69EA439F4A6}"/>
                  </a:ext>
                </a:extLst>
              </p:cNvPr>
              <p:cNvPicPr/>
              <p:nvPr/>
            </p:nvPicPr>
            <p:blipFill>
              <a:blip r:embed="rId87"/>
              <a:stretch>
                <a:fillRect/>
              </a:stretch>
            </p:blipFill>
            <p:spPr>
              <a:xfrm>
                <a:off x="4672293" y="3366413"/>
                <a:ext cx="49392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8" name="Ink 57">
                <a:extLst>
                  <a:ext uri="{FF2B5EF4-FFF2-40B4-BE49-F238E27FC236}">
                    <a16:creationId xmlns:a16="http://schemas.microsoft.com/office/drawing/2014/main" id="{65E22A07-1260-4158-901D-EECD9FA1F0DE}"/>
                  </a:ext>
                </a:extLst>
              </p14:cNvPr>
              <p14:cNvContentPartPr/>
              <p14:nvPr/>
            </p14:nvContentPartPr>
            <p14:xfrm>
              <a:off x="5621613" y="3411773"/>
              <a:ext cx="319680" cy="360"/>
            </p14:xfrm>
          </p:contentPart>
        </mc:Choice>
        <mc:Fallback xmlns="">
          <p:pic>
            <p:nvPicPr>
              <p:cNvPr id="58" name="Ink 57">
                <a:extLst>
                  <a:ext uri="{FF2B5EF4-FFF2-40B4-BE49-F238E27FC236}">
                    <a16:creationId xmlns:a16="http://schemas.microsoft.com/office/drawing/2014/main" id="{65E22A07-1260-4158-901D-EECD9FA1F0DE}"/>
                  </a:ext>
                </a:extLst>
              </p:cNvPr>
              <p:cNvPicPr/>
              <p:nvPr/>
            </p:nvPicPr>
            <p:blipFill>
              <a:blip r:embed="rId89"/>
              <a:stretch>
                <a:fillRect/>
              </a:stretch>
            </p:blipFill>
            <p:spPr>
              <a:xfrm>
                <a:off x="5603973" y="3375773"/>
                <a:ext cx="3553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9" name="Ink 58">
                <a:extLst>
                  <a:ext uri="{FF2B5EF4-FFF2-40B4-BE49-F238E27FC236}">
                    <a16:creationId xmlns:a16="http://schemas.microsoft.com/office/drawing/2014/main" id="{2B4A61D8-BA74-7480-0CC3-0693859A2A23}"/>
                  </a:ext>
                </a:extLst>
              </p14:cNvPr>
              <p14:cNvContentPartPr/>
              <p14:nvPr/>
            </p14:nvContentPartPr>
            <p14:xfrm>
              <a:off x="2124933" y="3538853"/>
              <a:ext cx="228240" cy="360"/>
            </p14:xfrm>
          </p:contentPart>
        </mc:Choice>
        <mc:Fallback xmlns="">
          <p:pic>
            <p:nvPicPr>
              <p:cNvPr id="59" name="Ink 58">
                <a:extLst>
                  <a:ext uri="{FF2B5EF4-FFF2-40B4-BE49-F238E27FC236}">
                    <a16:creationId xmlns:a16="http://schemas.microsoft.com/office/drawing/2014/main" id="{2B4A61D8-BA74-7480-0CC3-0693859A2A23}"/>
                  </a:ext>
                </a:extLst>
              </p:cNvPr>
              <p:cNvPicPr/>
              <p:nvPr/>
            </p:nvPicPr>
            <p:blipFill>
              <a:blip r:embed="rId91"/>
              <a:stretch>
                <a:fillRect/>
              </a:stretch>
            </p:blipFill>
            <p:spPr>
              <a:xfrm>
                <a:off x="2106933" y="3502853"/>
                <a:ext cx="2638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0" name="Ink 59">
                <a:extLst>
                  <a:ext uri="{FF2B5EF4-FFF2-40B4-BE49-F238E27FC236}">
                    <a16:creationId xmlns:a16="http://schemas.microsoft.com/office/drawing/2014/main" id="{D8C17E76-D3D8-66D8-C481-C89E5815AC59}"/>
                  </a:ext>
                </a:extLst>
              </p14:cNvPr>
              <p14:cNvContentPartPr/>
              <p14:nvPr/>
            </p14:nvContentPartPr>
            <p14:xfrm>
              <a:off x="2954733" y="3538853"/>
              <a:ext cx="306000" cy="360"/>
            </p14:xfrm>
          </p:contentPart>
        </mc:Choice>
        <mc:Fallback xmlns="">
          <p:pic>
            <p:nvPicPr>
              <p:cNvPr id="60" name="Ink 59">
                <a:extLst>
                  <a:ext uri="{FF2B5EF4-FFF2-40B4-BE49-F238E27FC236}">
                    <a16:creationId xmlns:a16="http://schemas.microsoft.com/office/drawing/2014/main" id="{D8C17E76-D3D8-66D8-C481-C89E5815AC59}"/>
                  </a:ext>
                </a:extLst>
              </p:cNvPr>
              <p:cNvPicPr/>
              <p:nvPr/>
            </p:nvPicPr>
            <p:blipFill>
              <a:blip r:embed="rId93"/>
              <a:stretch>
                <a:fillRect/>
              </a:stretch>
            </p:blipFill>
            <p:spPr>
              <a:xfrm>
                <a:off x="2936733" y="3502853"/>
                <a:ext cx="3416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1" name="Ink 60">
                <a:extLst>
                  <a:ext uri="{FF2B5EF4-FFF2-40B4-BE49-F238E27FC236}">
                    <a16:creationId xmlns:a16="http://schemas.microsoft.com/office/drawing/2014/main" id="{6BE91289-FB6A-9F0F-3551-C79642CCCE70}"/>
                  </a:ext>
                </a:extLst>
              </p14:cNvPr>
              <p14:cNvContentPartPr/>
              <p14:nvPr/>
            </p14:nvContentPartPr>
            <p14:xfrm>
              <a:off x="4732773" y="3505013"/>
              <a:ext cx="257400" cy="35280"/>
            </p14:xfrm>
          </p:contentPart>
        </mc:Choice>
        <mc:Fallback xmlns="">
          <p:pic>
            <p:nvPicPr>
              <p:cNvPr id="61" name="Ink 60">
                <a:extLst>
                  <a:ext uri="{FF2B5EF4-FFF2-40B4-BE49-F238E27FC236}">
                    <a16:creationId xmlns:a16="http://schemas.microsoft.com/office/drawing/2014/main" id="{6BE91289-FB6A-9F0F-3551-C79642CCCE70}"/>
                  </a:ext>
                </a:extLst>
              </p:cNvPr>
              <p:cNvPicPr/>
              <p:nvPr/>
            </p:nvPicPr>
            <p:blipFill>
              <a:blip r:embed="rId95"/>
              <a:stretch>
                <a:fillRect/>
              </a:stretch>
            </p:blipFill>
            <p:spPr>
              <a:xfrm>
                <a:off x="4715133" y="3469013"/>
                <a:ext cx="29304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2" name="Ink 61">
                <a:extLst>
                  <a:ext uri="{FF2B5EF4-FFF2-40B4-BE49-F238E27FC236}">
                    <a16:creationId xmlns:a16="http://schemas.microsoft.com/office/drawing/2014/main" id="{0069934F-2566-BFD2-8BAF-6611F94BB2C6}"/>
                  </a:ext>
                </a:extLst>
              </p14:cNvPr>
              <p14:cNvContentPartPr/>
              <p14:nvPr/>
            </p14:nvContentPartPr>
            <p14:xfrm>
              <a:off x="5612973" y="3530573"/>
              <a:ext cx="259560" cy="43200"/>
            </p14:xfrm>
          </p:contentPart>
        </mc:Choice>
        <mc:Fallback xmlns="">
          <p:pic>
            <p:nvPicPr>
              <p:cNvPr id="62" name="Ink 61">
                <a:extLst>
                  <a:ext uri="{FF2B5EF4-FFF2-40B4-BE49-F238E27FC236}">
                    <a16:creationId xmlns:a16="http://schemas.microsoft.com/office/drawing/2014/main" id="{0069934F-2566-BFD2-8BAF-6611F94BB2C6}"/>
                  </a:ext>
                </a:extLst>
              </p:cNvPr>
              <p:cNvPicPr/>
              <p:nvPr/>
            </p:nvPicPr>
            <p:blipFill>
              <a:blip r:embed="rId97"/>
              <a:stretch>
                <a:fillRect/>
              </a:stretch>
            </p:blipFill>
            <p:spPr>
              <a:xfrm>
                <a:off x="5595333" y="3494573"/>
                <a:ext cx="29520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3" name="Ink 62">
                <a:extLst>
                  <a:ext uri="{FF2B5EF4-FFF2-40B4-BE49-F238E27FC236}">
                    <a16:creationId xmlns:a16="http://schemas.microsoft.com/office/drawing/2014/main" id="{83908BC9-72B1-66B3-9916-96DE0D710A4C}"/>
                  </a:ext>
                </a:extLst>
              </p14:cNvPr>
              <p14:cNvContentPartPr/>
              <p14:nvPr/>
            </p14:nvContentPartPr>
            <p14:xfrm>
              <a:off x="2099373" y="3868973"/>
              <a:ext cx="270720" cy="9360"/>
            </p14:xfrm>
          </p:contentPart>
        </mc:Choice>
        <mc:Fallback xmlns="">
          <p:pic>
            <p:nvPicPr>
              <p:cNvPr id="63" name="Ink 62">
                <a:extLst>
                  <a:ext uri="{FF2B5EF4-FFF2-40B4-BE49-F238E27FC236}">
                    <a16:creationId xmlns:a16="http://schemas.microsoft.com/office/drawing/2014/main" id="{83908BC9-72B1-66B3-9916-96DE0D710A4C}"/>
                  </a:ext>
                </a:extLst>
              </p:cNvPr>
              <p:cNvPicPr/>
              <p:nvPr/>
            </p:nvPicPr>
            <p:blipFill>
              <a:blip r:embed="rId99"/>
              <a:stretch>
                <a:fillRect/>
              </a:stretch>
            </p:blipFill>
            <p:spPr>
              <a:xfrm>
                <a:off x="2081733" y="3833333"/>
                <a:ext cx="30636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4" name="Ink 63">
                <a:extLst>
                  <a:ext uri="{FF2B5EF4-FFF2-40B4-BE49-F238E27FC236}">
                    <a16:creationId xmlns:a16="http://schemas.microsoft.com/office/drawing/2014/main" id="{BFD2FB75-DE5A-8056-29F0-0F60E4E4DB3C}"/>
                  </a:ext>
                </a:extLst>
              </p14:cNvPr>
              <p14:cNvContentPartPr/>
              <p14:nvPr/>
            </p14:nvContentPartPr>
            <p14:xfrm>
              <a:off x="2920893" y="3860693"/>
              <a:ext cx="287280" cy="18000"/>
            </p14:xfrm>
          </p:contentPart>
        </mc:Choice>
        <mc:Fallback xmlns="">
          <p:pic>
            <p:nvPicPr>
              <p:cNvPr id="64" name="Ink 63">
                <a:extLst>
                  <a:ext uri="{FF2B5EF4-FFF2-40B4-BE49-F238E27FC236}">
                    <a16:creationId xmlns:a16="http://schemas.microsoft.com/office/drawing/2014/main" id="{BFD2FB75-DE5A-8056-29F0-0F60E4E4DB3C}"/>
                  </a:ext>
                </a:extLst>
              </p:cNvPr>
              <p:cNvPicPr/>
              <p:nvPr/>
            </p:nvPicPr>
            <p:blipFill>
              <a:blip r:embed="rId101"/>
              <a:stretch>
                <a:fillRect/>
              </a:stretch>
            </p:blipFill>
            <p:spPr>
              <a:xfrm>
                <a:off x="2903253" y="3825053"/>
                <a:ext cx="32292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5" name="Ink 64">
                <a:extLst>
                  <a:ext uri="{FF2B5EF4-FFF2-40B4-BE49-F238E27FC236}">
                    <a16:creationId xmlns:a16="http://schemas.microsoft.com/office/drawing/2014/main" id="{72736F81-97DA-36CC-3514-9321A7FE8A99}"/>
                  </a:ext>
                </a:extLst>
              </p14:cNvPr>
              <p14:cNvContentPartPr/>
              <p14:nvPr/>
            </p14:nvContentPartPr>
            <p14:xfrm>
              <a:off x="5528733" y="3843413"/>
              <a:ext cx="295560" cy="18360"/>
            </p14:xfrm>
          </p:contentPart>
        </mc:Choice>
        <mc:Fallback xmlns="">
          <p:pic>
            <p:nvPicPr>
              <p:cNvPr id="65" name="Ink 64">
                <a:extLst>
                  <a:ext uri="{FF2B5EF4-FFF2-40B4-BE49-F238E27FC236}">
                    <a16:creationId xmlns:a16="http://schemas.microsoft.com/office/drawing/2014/main" id="{72736F81-97DA-36CC-3514-9321A7FE8A99}"/>
                  </a:ext>
                </a:extLst>
              </p:cNvPr>
              <p:cNvPicPr/>
              <p:nvPr/>
            </p:nvPicPr>
            <p:blipFill>
              <a:blip r:embed="rId103"/>
              <a:stretch>
                <a:fillRect/>
              </a:stretch>
            </p:blipFill>
            <p:spPr>
              <a:xfrm>
                <a:off x="5510733" y="3807773"/>
                <a:ext cx="33120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6" name="Ink 65">
                <a:extLst>
                  <a:ext uri="{FF2B5EF4-FFF2-40B4-BE49-F238E27FC236}">
                    <a16:creationId xmlns:a16="http://schemas.microsoft.com/office/drawing/2014/main" id="{E76C23A1-3DA4-9E4D-D620-40604FEE09C3}"/>
                  </a:ext>
                </a:extLst>
              </p14:cNvPr>
              <p14:cNvContentPartPr/>
              <p14:nvPr/>
            </p14:nvContentPartPr>
            <p14:xfrm>
              <a:off x="4715853" y="3868613"/>
              <a:ext cx="258840" cy="9360"/>
            </p14:xfrm>
          </p:contentPart>
        </mc:Choice>
        <mc:Fallback xmlns="">
          <p:pic>
            <p:nvPicPr>
              <p:cNvPr id="66" name="Ink 65">
                <a:extLst>
                  <a:ext uri="{FF2B5EF4-FFF2-40B4-BE49-F238E27FC236}">
                    <a16:creationId xmlns:a16="http://schemas.microsoft.com/office/drawing/2014/main" id="{E76C23A1-3DA4-9E4D-D620-40604FEE09C3}"/>
                  </a:ext>
                </a:extLst>
              </p:cNvPr>
              <p:cNvPicPr/>
              <p:nvPr/>
            </p:nvPicPr>
            <p:blipFill>
              <a:blip r:embed="rId105"/>
              <a:stretch>
                <a:fillRect/>
              </a:stretch>
            </p:blipFill>
            <p:spPr>
              <a:xfrm>
                <a:off x="4698213" y="3832973"/>
                <a:ext cx="29448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7" name="Ink 66">
                <a:extLst>
                  <a:ext uri="{FF2B5EF4-FFF2-40B4-BE49-F238E27FC236}">
                    <a16:creationId xmlns:a16="http://schemas.microsoft.com/office/drawing/2014/main" id="{80C00BEE-43D5-BB53-D6CD-20DCEFA53986}"/>
                  </a:ext>
                </a:extLst>
              </p14:cNvPr>
              <p14:cNvContentPartPr/>
              <p14:nvPr/>
            </p14:nvContentPartPr>
            <p14:xfrm>
              <a:off x="2108013" y="3987773"/>
              <a:ext cx="205200" cy="360"/>
            </p14:xfrm>
          </p:contentPart>
        </mc:Choice>
        <mc:Fallback xmlns="">
          <p:pic>
            <p:nvPicPr>
              <p:cNvPr id="67" name="Ink 66">
                <a:extLst>
                  <a:ext uri="{FF2B5EF4-FFF2-40B4-BE49-F238E27FC236}">
                    <a16:creationId xmlns:a16="http://schemas.microsoft.com/office/drawing/2014/main" id="{80C00BEE-43D5-BB53-D6CD-20DCEFA53986}"/>
                  </a:ext>
                </a:extLst>
              </p:cNvPr>
              <p:cNvPicPr/>
              <p:nvPr/>
            </p:nvPicPr>
            <p:blipFill>
              <a:blip r:embed="rId107"/>
              <a:stretch>
                <a:fillRect/>
              </a:stretch>
            </p:blipFill>
            <p:spPr>
              <a:xfrm>
                <a:off x="2090373" y="3951773"/>
                <a:ext cx="2408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8" name="Ink 67">
                <a:extLst>
                  <a:ext uri="{FF2B5EF4-FFF2-40B4-BE49-F238E27FC236}">
                    <a16:creationId xmlns:a16="http://schemas.microsoft.com/office/drawing/2014/main" id="{F36A7175-BCBA-7FBB-00A6-17B3F1D4039F}"/>
                  </a:ext>
                </a:extLst>
              </p14:cNvPr>
              <p14:cNvContentPartPr/>
              <p14:nvPr/>
            </p14:nvContentPartPr>
            <p14:xfrm>
              <a:off x="2937453" y="4012973"/>
              <a:ext cx="316080" cy="360"/>
            </p14:xfrm>
          </p:contentPart>
        </mc:Choice>
        <mc:Fallback xmlns="">
          <p:pic>
            <p:nvPicPr>
              <p:cNvPr id="68" name="Ink 67">
                <a:extLst>
                  <a:ext uri="{FF2B5EF4-FFF2-40B4-BE49-F238E27FC236}">
                    <a16:creationId xmlns:a16="http://schemas.microsoft.com/office/drawing/2014/main" id="{F36A7175-BCBA-7FBB-00A6-17B3F1D4039F}"/>
                  </a:ext>
                </a:extLst>
              </p:cNvPr>
              <p:cNvPicPr/>
              <p:nvPr/>
            </p:nvPicPr>
            <p:blipFill>
              <a:blip r:embed="rId89"/>
              <a:stretch>
                <a:fillRect/>
              </a:stretch>
            </p:blipFill>
            <p:spPr>
              <a:xfrm>
                <a:off x="2919813" y="3977333"/>
                <a:ext cx="3517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0" name="Ink 69">
                <a:extLst>
                  <a:ext uri="{FF2B5EF4-FFF2-40B4-BE49-F238E27FC236}">
                    <a16:creationId xmlns:a16="http://schemas.microsoft.com/office/drawing/2014/main" id="{AC7BC23F-6DC7-E301-33EE-23BC823992DB}"/>
                  </a:ext>
                </a:extLst>
              </p14:cNvPr>
              <p14:cNvContentPartPr/>
              <p14:nvPr/>
            </p14:nvContentPartPr>
            <p14:xfrm>
              <a:off x="4741053" y="4004333"/>
              <a:ext cx="360" cy="360"/>
            </p14:xfrm>
          </p:contentPart>
        </mc:Choice>
        <mc:Fallback xmlns="">
          <p:pic>
            <p:nvPicPr>
              <p:cNvPr id="70" name="Ink 69">
                <a:extLst>
                  <a:ext uri="{FF2B5EF4-FFF2-40B4-BE49-F238E27FC236}">
                    <a16:creationId xmlns:a16="http://schemas.microsoft.com/office/drawing/2014/main" id="{AC7BC23F-6DC7-E301-33EE-23BC823992DB}"/>
                  </a:ext>
                </a:extLst>
              </p:cNvPr>
              <p:cNvPicPr/>
              <p:nvPr/>
            </p:nvPicPr>
            <p:blipFill>
              <a:blip r:embed="rId110"/>
              <a:stretch>
                <a:fillRect/>
              </a:stretch>
            </p:blipFill>
            <p:spPr>
              <a:xfrm>
                <a:off x="4723413" y="39686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1" name="Ink 70">
                <a:extLst>
                  <a:ext uri="{FF2B5EF4-FFF2-40B4-BE49-F238E27FC236}">
                    <a16:creationId xmlns:a16="http://schemas.microsoft.com/office/drawing/2014/main" id="{B2EF6A32-09F8-58AC-8141-9100BDEBDAAB}"/>
                  </a:ext>
                </a:extLst>
              </p14:cNvPr>
              <p14:cNvContentPartPr/>
              <p14:nvPr/>
            </p14:nvContentPartPr>
            <p14:xfrm>
              <a:off x="4707213" y="3943853"/>
              <a:ext cx="286200" cy="18720"/>
            </p14:xfrm>
          </p:contentPart>
        </mc:Choice>
        <mc:Fallback xmlns="">
          <p:pic>
            <p:nvPicPr>
              <p:cNvPr id="71" name="Ink 70">
                <a:extLst>
                  <a:ext uri="{FF2B5EF4-FFF2-40B4-BE49-F238E27FC236}">
                    <a16:creationId xmlns:a16="http://schemas.microsoft.com/office/drawing/2014/main" id="{B2EF6A32-09F8-58AC-8141-9100BDEBDAAB}"/>
                  </a:ext>
                </a:extLst>
              </p:cNvPr>
              <p:cNvPicPr/>
              <p:nvPr/>
            </p:nvPicPr>
            <p:blipFill>
              <a:blip r:embed="rId112"/>
              <a:stretch>
                <a:fillRect/>
              </a:stretch>
            </p:blipFill>
            <p:spPr>
              <a:xfrm>
                <a:off x="4689573" y="3907853"/>
                <a:ext cx="32184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2" name="Ink 71">
                <a:extLst>
                  <a:ext uri="{FF2B5EF4-FFF2-40B4-BE49-F238E27FC236}">
                    <a16:creationId xmlns:a16="http://schemas.microsoft.com/office/drawing/2014/main" id="{D1372898-AE96-D791-9B0C-F922AB153175}"/>
                  </a:ext>
                </a:extLst>
              </p14:cNvPr>
              <p14:cNvContentPartPr/>
              <p14:nvPr/>
            </p14:nvContentPartPr>
            <p14:xfrm>
              <a:off x="5528733" y="3962213"/>
              <a:ext cx="356040" cy="32400"/>
            </p14:xfrm>
          </p:contentPart>
        </mc:Choice>
        <mc:Fallback xmlns="">
          <p:pic>
            <p:nvPicPr>
              <p:cNvPr id="72" name="Ink 71">
                <a:extLst>
                  <a:ext uri="{FF2B5EF4-FFF2-40B4-BE49-F238E27FC236}">
                    <a16:creationId xmlns:a16="http://schemas.microsoft.com/office/drawing/2014/main" id="{D1372898-AE96-D791-9B0C-F922AB153175}"/>
                  </a:ext>
                </a:extLst>
              </p:cNvPr>
              <p:cNvPicPr/>
              <p:nvPr/>
            </p:nvPicPr>
            <p:blipFill>
              <a:blip r:embed="rId114"/>
              <a:stretch>
                <a:fillRect/>
              </a:stretch>
            </p:blipFill>
            <p:spPr>
              <a:xfrm>
                <a:off x="5510733" y="3926213"/>
                <a:ext cx="39168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3" name="Ink 72">
                <a:extLst>
                  <a:ext uri="{FF2B5EF4-FFF2-40B4-BE49-F238E27FC236}">
                    <a16:creationId xmlns:a16="http://schemas.microsoft.com/office/drawing/2014/main" id="{5C8B1571-4909-5106-A7B1-502ED1055B05}"/>
                  </a:ext>
                </a:extLst>
              </p14:cNvPr>
              <p14:cNvContentPartPr/>
              <p14:nvPr/>
            </p14:nvContentPartPr>
            <p14:xfrm>
              <a:off x="10659093" y="4775093"/>
              <a:ext cx="360" cy="360"/>
            </p14:xfrm>
          </p:contentPart>
        </mc:Choice>
        <mc:Fallback xmlns="">
          <p:pic>
            <p:nvPicPr>
              <p:cNvPr id="73" name="Ink 72">
                <a:extLst>
                  <a:ext uri="{FF2B5EF4-FFF2-40B4-BE49-F238E27FC236}">
                    <a16:creationId xmlns:a16="http://schemas.microsoft.com/office/drawing/2014/main" id="{5C8B1571-4909-5106-A7B1-502ED1055B05}"/>
                  </a:ext>
                </a:extLst>
              </p:cNvPr>
              <p:cNvPicPr/>
              <p:nvPr/>
            </p:nvPicPr>
            <p:blipFill>
              <a:blip r:embed="rId110"/>
              <a:stretch>
                <a:fillRect/>
              </a:stretch>
            </p:blipFill>
            <p:spPr>
              <a:xfrm>
                <a:off x="10641453" y="4739093"/>
                <a:ext cx="36000" cy="72000"/>
              </a:xfrm>
              <a:prstGeom prst="rect">
                <a:avLst/>
              </a:prstGeom>
            </p:spPr>
          </p:pic>
        </mc:Fallback>
      </mc:AlternateContent>
      <p:sp>
        <p:nvSpPr>
          <p:cNvPr id="75" name="TextBox 74">
            <a:extLst>
              <a:ext uri="{FF2B5EF4-FFF2-40B4-BE49-F238E27FC236}">
                <a16:creationId xmlns:a16="http://schemas.microsoft.com/office/drawing/2014/main" id="{46953E7F-F967-B4E2-ECBF-9A8ECC051C75}"/>
              </a:ext>
            </a:extLst>
          </p:cNvPr>
          <p:cNvSpPr txBox="1"/>
          <p:nvPr/>
        </p:nvSpPr>
        <p:spPr>
          <a:xfrm>
            <a:off x="8687139" y="2388251"/>
            <a:ext cx="3644413" cy="2585323"/>
          </a:xfrm>
          <a:prstGeom prst="rect">
            <a:avLst/>
          </a:prstGeom>
          <a:noFill/>
        </p:spPr>
        <p:txBody>
          <a:bodyPr wrap="square">
            <a:spAutoFit/>
          </a:bodyPr>
          <a:lstStyle/>
          <a:p>
            <a:pPr marL="285750" indent="-285750">
              <a:buFont typeface="Arial" panose="020B0604020202020204" pitchFamily="34" charset="0"/>
              <a:buChar char="•"/>
            </a:pPr>
            <a:r>
              <a:rPr lang="en-US" dirty="0"/>
              <a:t>Acquisitions is the same both before 20 0 0 and after</a:t>
            </a:r>
          </a:p>
          <a:p>
            <a:pPr marL="285750" indent="-285750">
              <a:buFont typeface="Arial" panose="020B0604020202020204" pitchFamily="34" charset="0"/>
              <a:buChar char="•"/>
            </a:pPr>
            <a:r>
              <a:rPr lang="en-US" dirty="0"/>
              <a:t>R&amp;D increase but changes do not generate funds for payouts. </a:t>
            </a:r>
          </a:p>
          <a:p>
            <a:pPr marL="285750" indent="-285750">
              <a:buFont typeface="Arial" panose="020B0604020202020204" pitchFamily="34" charset="0"/>
              <a:buChar char="•"/>
            </a:pPr>
            <a:r>
              <a:rPr lang="en-US" dirty="0"/>
              <a:t>Nonpayers have much greater SG&amp;A than payers. increases by half that amount. </a:t>
            </a:r>
          </a:p>
          <a:p>
            <a:pPr marL="285750" indent="-285750">
              <a:buFont typeface="Arial" panose="020B0604020202020204" pitchFamily="34" charset="0"/>
              <a:buChar char="•"/>
            </a:pPr>
            <a:r>
              <a:rPr lang="en-US" dirty="0"/>
              <a:t>Cash holdings are higher in the 20 0 0s for all types of firms </a:t>
            </a:r>
          </a:p>
        </p:txBody>
      </p:sp>
    </p:spTree>
    <p:extLst>
      <p:ext uri="{BB962C8B-B14F-4D97-AF65-F5344CB8AC3E}">
        <p14:creationId xmlns:p14="http://schemas.microsoft.com/office/powerpoint/2010/main" val="2389474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441993" y="182117"/>
            <a:ext cx="9144000" cy="397396"/>
          </a:xfrm>
        </p:spPr>
        <p:txBody>
          <a:bodyPr>
            <a:noAutofit/>
          </a:bodyPr>
          <a:lstStyle/>
          <a:p>
            <a:r>
              <a:rPr lang="en-US" sz="2400" b="1" dirty="0">
                <a:solidFill>
                  <a:srgbClr val="FF0000"/>
                </a:solidFill>
              </a:rPr>
              <a:t>Firm payouts and performance</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E23597E9-F3B0-5EFB-FD3A-8F0CF203B943}"/>
              </a:ext>
            </a:extLst>
          </p:cNvPr>
          <p:cNvPicPr>
            <a:picLocks noChangeAspect="1"/>
          </p:cNvPicPr>
          <p:nvPr/>
        </p:nvPicPr>
        <p:blipFill>
          <a:blip r:embed="rId3"/>
          <a:stretch>
            <a:fillRect/>
          </a:stretch>
        </p:blipFill>
        <p:spPr>
          <a:xfrm>
            <a:off x="72156" y="563729"/>
            <a:ext cx="9900749" cy="5014666"/>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DF0ACFD-871D-962B-0D57-6097E1D2C4DA}"/>
                  </a:ext>
                </a:extLst>
              </p14:cNvPr>
              <p14:cNvContentPartPr/>
              <p14:nvPr/>
            </p14:nvContentPartPr>
            <p14:xfrm>
              <a:off x="11006493" y="3056093"/>
              <a:ext cx="360" cy="360"/>
            </p14:xfrm>
          </p:contentPart>
        </mc:Choice>
        <mc:Fallback xmlns="">
          <p:pic>
            <p:nvPicPr>
              <p:cNvPr id="2" name="Ink 1">
                <a:extLst>
                  <a:ext uri="{FF2B5EF4-FFF2-40B4-BE49-F238E27FC236}">
                    <a16:creationId xmlns:a16="http://schemas.microsoft.com/office/drawing/2014/main" id="{BDF0ACFD-871D-962B-0D57-6097E1D2C4DA}"/>
                  </a:ext>
                </a:extLst>
              </p:cNvPr>
              <p:cNvPicPr/>
              <p:nvPr/>
            </p:nvPicPr>
            <p:blipFill>
              <a:blip r:embed="rId5"/>
              <a:stretch>
                <a:fillRect/>
              </a:stretch>
            </p:blipFill>
            <p:spPr>
              <a:xfrm>
                <a:off x="10988493" y="3020453"/>
                <a:ext cx="36000" cy="72000"/>
              </a:xfrm>
              <a:prstGeom prst="rect">
                <a:avLst/>
              </a:prstGeom>
            </p:spPr>
          </p:pic>
        </mc:Fallback>
      </mc:AlternateContent>
      <p:sp>
        <p:nvSpPr>
          <p:cNvPr id="6" name="TextBox 5">
            <a:extLst>
              <a:ext uri="{FF2B5EF4-FFF2-40B4-BE49-F238E27FC236}">
                <a16:creationId xmlns:a16="http://schemas.microsoft.com/office/drawing/2014/main" id="{64F36FE6-B28F-7E5C-973A-7B866FD3E9D1}"/>
              </a:ext>
            </a:extLst>
          </p:cNvPr>
          <p:cNvSpPr txBox="1"/>
          <p:nvPr/>
        </p:nvSpPr>
        <p:spPr>
          <a:xfrm>
            <a:off x="10033000" y="112547"/>
            <a:ext cx="2086844" cy="5632311"/>
          </a:xfrm>
          <a:prstGeom prst="rect">
            <a:avLst/>
          </a:prstGeom>
          <a:noFill/>
        </p:spPr>
        <p:txBody>
          <a:bodyPr wrap="square">
            <a:spAutoFit/>
          </a:bodyPr>
          <a:lstStyle/>
          <a:p>
            <a:r>
              <a:rPr lang="en-US" dirty="0"/>
              <a:t>Real operating income, assets, and market value increase much more for non- payers. </a:t>
            </a:r>
          </a:p>
          <a:p>
            <a:r>
              <a:rPr lang="en-US" dirty="0"/>
              <a:t>Nonpayers have much greater SG&amp;A than payers. increases by half that amount. </a:t>
            </a:r>
          </a:p>
          <a:p>
            <a:endParaRPr lang="en-US" dirty="0"/>
          </a:p>
          <a:p>
            <a:r>
              <a:rPr lang="en-US" dirty="0"/>
              <a:t>A sharp drop in the number of listed firms in the 20 0 0s increases firm size;</a:t>
            </a:r>
          </a:p>
          <a:p>
            <a:endParaRPr lang="en-US" dirty="0"/>
          </a:p>
          <a:p>
            <a:r>
              <a:rPr lang="en-US" dirty="0"/>
              <a:t>low level of IPOs causes an increase in the age of firms</a:t>
            </a:r>
          </a:p>
        </p:txBody>
      </p:sp>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24F905B9-9638-3629-43B4-5AB5AED8EBCB}"/>
                  </a:ext>
                </a:extLst>
              </p14:cNvPr>
              <p14:cNvContentPartPr/>
              <p14:nvPr/>
            </p14:nvContentPartPr>
            <p14:xfrm>
              <a:off x="2252013" y="1768733"/>
              <a:ext cx="407880" cy="14400"/>
            </p14:xfrm>
          </p:contentPart>
        </mc:Choice>
        <mc:Fallback xmlns="">
          <p:pic>
            <p:nvPicPr>
              <p:cNvPr id="19" name="Ink 18">
                <a:extLst>
                  <a:ext uri="{FF2B5EF4-FFF2-40B4-BE49-F238E27FC236}">
                    <a16:creationId xmlns:a16="http://schemas.microsoft.com/office/drawing/2014/main" id="{24F905B9-9638-3629-43B4-5AB5AED8EBCB}"/>
                  </a:ext>
                </a:extLst>
              </p:cNvPr>
              <p:cNvPicPr/>
              <p:nvPr/>
            </p:nvPicPr>
            <p:blipFill>
              <a:blip r:embed="rId7"/>
              <a:stretch>
                <a:fillRect/>
              </a:stretch>
            </p:blipFill>
            <p:spPr>
              <a:xfrm>
                <a:off x="2234013" y="1733093"/>
                <a:ext cx="4435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02A8FEBA-4558-28A8-A963-D4621795781D}"/>
                  </a:ext>
                </a:extLst>
              </p14:cNvPr>
              <p14:cNvContentPartPr/>
              <p14:nvPr/>
            </p14:nvContentPartPr>
            <p14:xfrm>
              <a:off x="5206893" y="1802933"/>
              <a:ext cx="385920" cy="9360"/>
            </p14:xfrm>
          </p:contentPart>
        </mc:Choice>
        <mc:Fallback xmlns="">
          <p:pic>
            <p:nvPicPr>
              <p:cNvPr id="21" name="Ink 20">
                <a:extLst>
                  <a:ext uri="{FF2B5EF4-FFF2-40B4-BE49-F238E27FC236}">
                    <a16:creationId xmlns:a16="http://schemas.microsoft.com/office/drawing/2014/main" id="{02A8FEBA-4558-28A8-A963-D4621795781D}"/>
                  </a:ext>
                </a:extLst>
              </p:cNvPr>
              <p:cNvPicPr/>
              <p:nvPr/>
            </p:nvPicPr>
            <p:blipFill>
              <a:blip r:embed="rId9"/>
              <a:stretch>
                <a:fillRect/>
              </a:stretch>
            </p:blipFill>
            <p:spPr>
              <a:xfrm>
                <a:off x="5188893" y="1766933"/>
                <a:ext cx="42156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DE58A33F-F752-247F-E32F-7C2E81C0836D}"/>
                  </a:ext>
                </a:extLst>
              </p14:cNvPr>
              <p14:cNvContentPartPr/>
              <p14:nvPr/>
            </p14:nvContentPartPr>
            <p14:xfrm>
              <a:off x="2252013" y="1921373"/>
              <a:ext cx="358200" cy="9000"/>
            </p14:xfrm>
          </p:contentPart>
        </mc:Choice>
        <mc:Fallback xmlns="">
          <p:pic>
            <p:nvPicPr>
              <p:cNvPr id="22" name="Ink 21">
                <a:extLst>
                  <a:ext uri="{FF2B5EF4-FFF2-40B4-BE49-F238E27FC236}">
                    <a16:creationId xmlns:a16="http://schemas.microsoft.com/office/drawing/2014/main" id="{DE58A33F-F752-247F-E32F-7C2E81C0836D}"/>
                  </a:ext>
                </a:extLst>
              </p:cNvPr>
              <p:cNvPicPr/>
              <p:nvPr/>
            </p:nvPicPr>
            <p:blipFill>
              <a:blip r:embed="rId11"/>
              <a:stretch>
                <a:fillRect/>
              </a:stretch>
            </p:blipFill>
            <p:spPr>
              <a:xfrm>
                <a:off x="2234013" y="1885733"/>
                <a:ext cx="393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79A61537-241C-811F-9FC8-638AA5EC2B2C}"/>
                  </a:ext>
                </a:extLst>
              </p14:cNvPr>
              <p14:cNvContentPartPr/>
              <p14:nvPr/>
            </p14:nvContentPartPr>
            <p14:xfrm>
              <a:off x="5198253" y="1921733"/>
              <a:ext cx="335880" cy="360"/>
            </p14:xfrm>
          </p:contentPart>
        </mc:Choice>
        <mc:Fallback xmlns="">
          <p:pic>
            <p:nvPicPr>
              <p:cNvPr id="23" name="Ink 22">
                <a:extLst>
                  <a:ext uri="{FF2B5EF4-FFF2-40B4-BE49-F238E27FC236}">
                    <a16:creationId xmlns:a16="http://schemas.microsoft.com/office/drawing/2014/main" id="{79A61537-241C-811F-9FC8-638AA5EC2B2C}"/>
                  </a:ext>
                </a:extLst>
              </p:cNvPr>
              <p:cNvPicPr/>
              <p:nvPr/>
            </p:nvPicPr>
            <p:blipFill>
              <a:blip r:embed="rId13"/>
              <a:stretch>
                <a:fillRect/>
              </a:stretch>
            </p:blipFill>
            <p:spPr>
              <a:xfrm>
                <a:off x="5180613" y="1886093"/>
                <a:ext cx="3715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Ink 23">
                <a:extLst>
                  <a:ext uri="{FF2B5EF4-FFF2-40B4-BE49-F238E27FC236}">
                    <a16:creationId xmlns:a16="http://schemas.microsoft.com/office/drawing/2014/main" id="{4E1EBAFC-4756-E680-E277-4BC2A5F95150}"/>
                  </a:ext>
                </a:extLst>
              </p14:cNvPr>
              <p14:cNvContentPartPr/>
              <p14:nvPr/>
            </p14:nvContentPartPr>
            <p14:xfrm>
              <a:off x="2252013" y="2065373"/>
              <a:ext cx="296640" cy="9360"/>
            </p14:xfrm>
          </p:contentPart>
        </mc:Choice>
        <mc:Fallback xmlns="">
          <p:pic>
            <p:nvPicPr>
              <p:cNvPr id="24" name="Ink 23">
                <a:extLst>
                  <a:ext uri="{FF2B5EF4-FFF2-40B4-BE49-F238E27FC236}">
                    <a16:creationId xmlns:a16="http://schemas.microsoft.com/office/drawing/2014/main" id="{4E1EBAFC-4756-E680-E277-4BC2A5F95150}"/>
                  </a:ext>
                </a:extLst>
              </p:cNvPr>
              <p:cNvPicPr/>
              <p:nvPr/>
            </p:nvPicPr>
            <p:blipFill>
              <a:blip r:embed="rId15"/>
              <a:stretch>
                <a:fillRect/>
              </a:stretch>
            </p:blipFill>
            <p:spPr>
              <a:xfrm>
                <a:off x="2234013" y="2029373"/>
                <a:ext cx="33228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Ink 24">
                <a:extLst>
                  <a:ext uri="{FF2B5EF4-FFF2-40B4-BE49-F238E27FC236}">
                    <a16:creationId xmlns:a16="http://schemas.microsoft.com/office/drawing/2014/main" id="{0FC712B7-CA9D-59ED-868F-DCA676A76A70}"/>
                  </a:ext>
                </a:extLst>
              </p14:cNvPr>
              <p14:cNvContentPartPr/>
              <p14:nvPr/>
            </p14:nvContentPartPr>
            <p14:xfrm>
              <a:off x="5198253" y="2055653"/>
              <a:ext cx="364320" cy="18720"/>
            </p14:xfrm>
          </p:contentPart>
        </mc:Choice>
        <mc:Fallback xmlns="">
          <p:pic>
            <p:nvPicPr>
              <p:cNvPr id="25" name="Ink 24">
                <a:extLst>
                  <a:ext uri="{FF2B5EF4-FFF2-40B4-BE49-F238E27FC236}">
                    <a16:creationId xmlns:a16="http://schemas.microsoft.com/office/drawing/2014/main" id="{0FC712B7-CA9D-59ED-868F-DCA676A76A70}"/>
                  </a:ext>
                </a:extLst>
              </p:cNvPr>
              <p:cNvPicPr/>
              <p:nvPr/>
            </p:nvPicPr>
            <p:blipFill>
              <a:blip r:embed="rId17"/>
              <a:stretch>
                <a:fillRect/>
              </a:stretch>
            </p:blipFill>
            <p:spPr>
              <a:xfrm>
                <a:off x="5180613" y="2020013"/>
                <a:ext cx="39996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6" name="Ink 25">
                <a:extLst>
                  <a:ext uri="{FF2B5EF4-FFF2-40B4-BE49-F238E27FC236}">
                    <a16:creationId xmlns:a16="http://schemas.microsoft.com/office/drawing/2014/main" id="{F281EF3B-C34B-DF9D-B9EE-E22E91382469}"/>
                  </a:ext>
                </a:extLst>
              </p14:cNvPr>
              <p14:cNvContentPartPr/>
              <p14:nvPr/>
            </p14:nvContentPartPr>
            <p14:xfrm>
              <a:off x="2514453" y="2051333"/>
              <a:ext cx="57600" cy="23040"/>
            </p14:xfrm>
          </p:contentPart>
        </mc:Choice>
        <mc:Fallback xmlns="">
          <p:pic>
            <p:nvPicPr>
              <p:cNvPr id="26" name="Ink 25">
                <a:extLst>
                  <a:ext uri="{FF2B5EF4-FFF2-40B4-BE49-F238E27FC236}">
                    <a16:creationId xmlns:a16="http://schemas.microsoft.com/office/drawing/2014/main" id="{F281EF3B-C34B-DF9D-B9EE-E22E91382469}"/>
                  </a:ext>
                </a:extLst>
              </p:cNvPr>
              <p:cNvPicPr/>
              <p:nvPr/>
            </p:nvPicPr>
            <p:blipFill>
              <a:blip r:embed="rId19"/>
              <a:stretch>
                <a:fillRect/>
              </a:stretch>
            </p:blipFill>
            <p:spPr>
              <a:xfrm>
                <a:off x="2496813" y="2015693"/>
                <a:ext cx="9324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7" name="Ink 26">
                <a:extLst>
                  <a:ext uri="{FF2B5EF4-FFF2-40B4-BE49-F238E27FC236}">
                    <a16:creationId xmlns:a16="http://schemas.microsoft.com/office/drawing/2014/main" id="{AD331F00-5CDE-F15A-C46D-9FCB9AD7163B}"/>
                  </a:ext>
                </a:extLst>
              </p14:cNvPr>
              <p14:cNvContentPartPr/>
              <p14:nvPr/>
            </p14:nvContentPartPr>
            <p14:xfrm>
              <a:off x="3225453" y="1820213"/>
              <a:ext cx="231120" cy="26280"/>
            </p14:xfrm>
          </p:contentPart>
        </mc:Choice>
        <mc:Fallback xmlns="">
          <p:pic>
            <p:nvPicPr>
              <p:cNvPr id="27" name="Ink 26">
                <a:extLst>
                  <a:ext uri="{FF2B5EF4-FFF2-40B4-BE49-F238E27FC236}">
                    <a16:creationId xmlns:a16="http://schemas.microsoft.com/office/drawing/2014/main" id="{AD331F00-5CDE-F15A-C46D-9FCB9AD7163B}"/>
                  </a:ext>
                </a:extLst>
              </p:cNvPr>
              <p:cNvPicPr/>
              <p:nvPr/>
            </p:nvPicPr>
            <p:blipFill>
              <a:blip r:embed="rId21"/>
              <a:stretch>
                <a:fillRect/>
              </a:stretch>
            </p:blipFill>
            <p:spPr>
              <a:xfrm>
                <a:off x="3207813" y="1784213"/>
                <a:ext cx="26676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8" name="Ink 27">
                <a:extLst>
                  <a:ext uri="{FF2B5EF4-FFF2-40B4-BE49-F238E27FC236}">
                    <a16:creationId xmlns:a16="http://schemas.microsoft.com/office/drawing/2014/main" id="{22AA0627-36D1-458E-4FCF-3088DB908CB6}"/>
                  </a:ext>
                </a:extLst>
              </p14:cNvPr>
              <p14:cNvContentPartPr/>
              <p14:nvPr/>
            </p14:nvContentPartPr>
            <p14:xfrm>
              <a:off x="6265293" y="1785293"/>
              <a:ext cx="219960" cy="35280"/>
            </p14:xfrm>
          </p:contentPart>
        </mc:Choice>
        <mc:Fallback xmlns="">
          <p:pic>
            <p:nvPicPr>
              <p:cNvPr id="28" name="Ink 27">
                <a:extLst>
                  <a:ext uri="{FF2B5EF4-FFF2-40B4-BE49-F238E27FC236}">
                    <a16:creationId xmlns:a16="http://schemas.microsoft.com/office/drawing/2014/main" id="{22AA0627-36D1-458E-4FCF-3088DB908CB6}"/>
                  </a:ext>
                </a:extLst>
              </p:cNvPr>
              <p:cNvPicPr/>
              <p:nvPr/>
            </p:nvPicPr>
            <p:blipFill>
              <a:blip r:embed="rId23"/>
              <a:stretch>
                <a:fillRect/>
              </a:stretch>
            </p:blipFill>
            <p:spPr>
              <a:xfrm>
                <a:off x="6247653" y="1749293"/>
                <a:ext cx="25560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9" name="Ink 28">
                <a:extLst>
                  <a:ext uri="{FF2B5EF4-FFF2-40B4-BE49-F238E27FC236}">
                    <a16:creationId xmlns:a16="http://schemas.microsoft.com/office/drawing/2014/main" id="{651B4079-FC48-E082-6B37-48468C15504F}"/>
                  </a:ext>
                </a:extLst>
              </p14:cNvPr>
              <p14:cNvContentPartPr/>
              <p14:nvPr/>
            </p14:nvContentPartPr>
            <p14:xfrm>
              <a:off x="3166413" y="1955933"/>
              <a:ext cx="388080" cy="360"/>
            </p14:xfrm>
          </p:contentPart>
        </mc:Choice>
        <mc:Fallback xmlns="">
          <p:pic>
            <p:nvPicPr>
              <p:cNvPr id="29" name="Ink 28">
                <a:extLst>
                  <a:ext uri="{FF2B5EF4-FFF2-40B4-BE49-F238E27FC236}">
                    <a16:creationId xmlns:a16="http://schemas.microsoft.com/office/drawing/2014/main" id="{651B4079-FC48-E082-6B37-48468C15504F}"/>
                  </a:ext>
                </a:extLst>
              </p:cNvPr>
              <p:cNvPicPr/>
              <p:nvPr/>
            </p:nvPicPr>
            <p:blipFill>
              <a:blip r:embed="rId25"/>
              <a:stretch>
                <a:fillRect/>
              </a:stretch>
            </p:blipFill>
            <p:spPr>
              <a:xfrm>
                <a:off x="3148773" y="1919933"/>
                <a:ext cx="4237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0" name="Ink 29">
                <a:extLst>
                  <a:ext uri="{FF2B5EF4-FFF2-40B4-BE49-F238E27FC236}">
                    <a16:creationId xmlns:a16="http://schemas.microsoft.com/office/drawing/2014/main" id="{6960C2E5-20E5-B230-F21E-FAF56C5ACA8E}"/>
                  </a:ext>
                </a:extLst>
              </p14:cNvPr>
              <p14:cNvContentPartPr/>
              <p14:nvPr/>
            </p14:nvContentPartPr>
            <p14:xfrm>
              <a:off x="6155133" y="1930013"/>
              <a:ext cx="300600" cy="9000"/>
            </p14:xfrm>
          </p:contentPart>
        </mc:Choice>
        <mc:Fallback xmlns="">
          <p:pic>
            <p:nvPicPr>
              <p:cNvPr id="30" name="Ink 29">
                <a:extLst>
                  <a:ext uri="{FF2B5EF4-FFF2-40B4-BE49-F238E27FC236}">
                    <a16:creationId xmlns:a16="http://schemas.microsoft.com/office/drawing/2014/main" id="{6960C2E5-20E5-B230-F21E-FAF56C5ACA8E}"/>
                  </a:ext>
                </a:extLst>
              </p:cNvPr>
              <p:cNvPicPr/>
              <p:nvPr/>
            </p:nvPicPr>
            <p:blipFill>
              <a:blip r:embed="rId27"/>
              <a:stretch>
                <a:fillRect/>
              </a:stretch>
            </p:blipFill>
            <p:spPr>
              <a:xfrm>
                <a:off x="6137493" y="1894373"/>
                <a:ext cx="3362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1" name="Ink 30">
                <a:extLst>
                  <a:ext uri="{FF2B5EF4-FFF2-40B4-BE49-F238E27FC236}">
                    <a16:creationId xmlns:a16="http://schemas.microsoft.com/office/drawing/2014/main" id="{17BDF510-DF6C-7C25-8E03-EBF48F4C51EB}"/>
                  </a:ext>
                </a:extLst>
              </p14:cNvPr>
              <p14:cNvContentPartPr/>
              <p14:nvPr/>
            </p14:nvContentPartPr>
            <p14:xfrm>
              <a:off x="3171453" y="2056373"/>
              <a:ext cx="378720" cy="18000"/>
            </p14:xfrm>
          </p:contentPart>
        </mc:Choice>
        <mc:Fallback xmlns="">
          <p:pic>
            <p:nvPicPr>
              <p:cNvPr id="31" name="Ink 30">
                <a:extLst>
                  <a:ext uri="{FF2B5EF4-FFF2-40B4-BE49-F238E27FC236}">
                    <a16:creationId xmlns:a16="http://schemas.microsoft.com/office/drawing/2014/main" id="{17BDF510-DF6C-7C25-8E03-EBF48F4C51EB}"/>
                  </a:ext>
                </a:extLst>
              </p:cNvPr>
              <p:cNvPicPr/>
              <p:nvPr/>
            </p:nvPicPr>
            <p:blipFill>
              <a:blip r:embed="rId29"/>
              <a:stretch>
                <a:fillRect/>
              </a:stretch>
            </p:blipFill>
            <p:spPr>
              <a:xfrm>
                <a:off x="3153453" y="2020733"/>
                <a:ext cx="41436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2" name="Ink 31">
                <a:extLst>
                  <a:ext uri="{FF2B5EF4-FFF2-40B4-BE49-F238E27FC236}">
                    <a16:creationId xmlns:a16="http://schemas.microsoft.com/office/drawing/2014/main" id="{55005CF9-CF8B-D958-939C-CE0665A050A5}"/>
                  </a:ext>
                </a:extLst>
              </p14:cNvPr>
              <p14:cNvContentPartPr/>
              <p14:nvPr/>
            </p14:nvContentPartPr>
            <p14:xfrm>
              <a:off x="6155133" y="2084093"/>
              <a:ext cx="282600" cy="24480"/>
            </p14:xfrm>
          </p:contentPart>
        </mc:Choice>
        <mc:Fallback xmlns="">
          <p:pic>
            <p:nvPicPr>
              <p:cNvPr id="32" name="Ink 31">
                <a:extLst>
                  <a:ext uri="{FF2B5EF4-FFF2-40B4-BE49-F238E27FC236}">
                    <a16:creationId xmlns:a16="http://schemas.microsoft.com/office/drawing/2014/main" id="{55005CF9-CF8B-D958-939C-CE0665A050A5}"/>
                  </a:ext>
                </a:extLst>
              </p:cNvPr>
              <p:cNvPicPr/>
              <p:nvPr/>
            </p:nvPicPr>
            <p:blipFill>
              <a:blip r:embed="rId31"/>
              <a:stretch>
                <a:fillRect/>
              </a:stretch>
            </p:blipFill>
            <p:spPr>
              <a:xfrm>
                <a:off x="6137493" y="2048093"/>
                <a:ext cx="318240" cy="96120"/>
              </a:xfrm>
              <a:prstGeom prst="rect">
                <a:avLst/>
              </a:prstGeom>
            </p:spPr>
          </p:pic>
        </mc:Fallback>
      </mc:AlternateContent>
    </p:spTree>
    <p:extLst>
      <p:ext uri="{BB962C8B-B14F-4D97-AF65-F5344CB8AC3E}">
        <p14:creationId xmlns:p14="http://schemas.microsoft.com/office/powerpoint/2010/main" val="306261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1" y="5756658"/>
            <a:ext cx="12192000" cy="1123950"/>
          </a:xfrm>
          <a:prstGeom prst="rect">
            <a:avLst/>
          </a:prstGeom>
        </p:spPr>
      </p:pic>
      <p:pic>
        <p:nvPicPr>
          <p:cNvPr id="6" name="Picture 5">
            <a:extLst>
              <a:ext uri="{FF2B5EF4-FFF2-40B4-BE49-F238E27FC236}">
                <a16:creationId xmlns:a16="http://schemas.microsoft.com/office/drawing/2014/main" id="{C0AC18D4-6BE8-1E94-2582-534892753F0F}"/>
              </a:ext>
            </a:extLst>
          </p:cNvPr>
          <p:cNvPicPr>
            <a:picLocks noChangeAspect="1"/>
          </p:cNvPicPr>
          <p:nvPr/>
        </p:nvPicPr>
        <p:blipFill>
          <a:blip r:embed="rId3"/>
          <a:stretch>
            <a:fillRect/>
          </a:stretch>
        </p:blipFill>
        <p:spPr>
          <a:xfrm>
            <a:off x="0" y="0"/>
            <a:ext cx="7559040" cy="5865688"/>
          </a:xfrm>
          <a:prstGeom prst="rect">
            <a:avLst/>
          </a:prstGeom>
        </p:spPr>
      </p:pic>
      <p:sp>
        <p:nvSpPr>
          <p:cNvPr id="8" name="TextBox 7">
            <a:extLst>
              <a:ext uri="{FF2B5EF4-FFF2-40B4-BE49-F238E27FC236}">
                <a16:creationId xmlns:a16="http://schemas.microsoft.com/office/drawing/2014/main" id="{4E818595-8F84-CDC7-458C-1886E7FAE27A}"/>
              </a:ext>
            </a:extLst>
          </p:cNvPr>
          <p:cNvSpPr txBox="1"/>
          <p:nvPr/>
        </p:nvSpPr>
        <p:spPr>
          <a:xfrm>
            <a:off x="7874000" y="304800"/>
            <a:ext cx="3891280" cy="646331"/>
          </a:xfrm>
          <a:prstGeom prst="rect">
            <a:avLst/>
          </a:prstGeom>
          <a:noFill/>
        </p:spPr>
        <p:txBody>
          <a:bodyPr wrap="square" rtlCol="0">
            <a:spAutoFit/>
          </a:bodyPr>
          <a:lstStyle/>
          <a:p>
            <a:r>
              <a:rPr lang="en-US" dirty="0"/>
              <a:t>Column 1, 3 and 5: All firms</a:t>
            </a:r>
          </a:p>
          <a:p>
            <a:r>
              <a:rPr lang="en-US" dirty="0"/>
              <a:t>Column 2, 4 and 6: Payers only</a:t>
            </a:r>
          </a:p>
        </p:txBody>
      </p:sp>
      <p:sp>
        <p:nvSpPr>
          <p:cNvPr id="9" name="TextBox 8">
            <a:extLst>
              <a:ext uri="{FF2B5EF4-FFF2-40B4-BE49-F238E27FC236}">
                <a16:creationId xmlns:a16="http://schemas.microsoft.com/office/drawing/2014/main" id="{F7B1927F-7384-F7DE-0721-DF59F4DEBF0E}"/>
              </a:ext>
            </a:extLst>
          </p:cNvPr>
          <p:cNvSpPr txBox="1"/>
          <p:nvPr/>
        </p:nvSpPr>
        <p:spPr>
          <a:xfrm>
            <a:off x="7649633" y="1228130"/>
            <a:ext cx="4542367" cy="2585323"/>
          </a:xfrm>
          <a:prstGeom prst="rect">
            <a:avLst/>
          </a:prstGeom>
          <a:noFill/>
        </p:spPr>
        <p:txBody>
          <a:bodyPr wrap="square" rtlCol="0">
            <a:spAutoFit/>
          </a:bodyPr>
          <a:lstStyle/>
          <a:p>
            <a:r>
              <a:rPr lang="en-US" dirty="0"/>
              <a:t>2010s dummy: a significant positive indicator variable for the 2010s indicates that the payout rate is higher in the 2010s than in the 20 0 0s</a:t>
            </a:r>
          </a:p>
          <a:p>
            <a:endParaRPr lang="en-US" dirty="0"/>
          </a:p>
          <a:p>
            <a:r>
              <a:rPr lang="en-US" dirty="0">
                <a:solidFill>
                  <a:srgbClr val="00B0F0"/>
                </a:solidFill>
              </a:rPr>
              <a:t>Column 3 &amp;4: firms do not set their payout rate differently in the 20 0 0s and 2010s than they do before 20 0 0</a:t>
            </a:r>
          </a:p>
          <a:p>
            <a:endParaRPr lang="en-US" dirty="0"/>
          </a:p>
        </p:txBody>
      </p:sp>
      <p:sp>
        <p:nvSpPr>
          <p:cNvPr id="3" name="TextBox 2">
            <a:extLst>
              <a:ext uri="{FF2B5EF4-FFF2-40B4-BE49-F238E27FC236}">
                <a16:creationId xmlns:a16="http://schemas.microsoft.com/office/drawing/2014/main" id="{3770EC01-C636-7E8F-42AE-5FF3CD4E1E44}"/>
              </a:ext>
            </a:extLst>
          </p:cNvPr>
          <p:cNvSpPr txBox="1"/>
          <p:nvPr/>
        </p:nvSpPr>
        <p:spPr>
          <a:xfrm>
            <a:off x="7649633" y="3805448"/>
            <a:ext cx="4542366" cy="1477328"/>
          </a:xfrm>
          <a:prstGeom prst="rect">
            <a:avLst/>
          </a:prstGeom>
          <a:noFill/>
        </p:spPr>
        <p:txBody>
          <a:bodyPr wrap="square">
            <a:spAutoFit/>
          </a:bodyPr>
          <a:lstStyle/>
          <a:p>
            <a:r>
              <a:rPr lang="en-US" dirty="0"/>
              <a:t>when we drop firm fixed effects, we observe changes in the intercepts for the 20 0 0s and the 2010s, indicating that new firms enter the sample in the 20 0 0s with elevated payout rates given their characteristics. </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9EE93F31-7B95-FB1E-26A1-7B9F86E7659C}"/>
                  </a:ext>
                </a:extLst>
              </p14:cNvPr>
              <p14:cNvContentPartPr/>
              <p14:nvPr/>
            </p14:nvContentPartPr>
            <p14:xfrm>
              <a:off x="6900333" y="4368293"/>
              <a:ext cx="439920" cy="102240"/>
            </p14:xfrm>
          </p:contentPart>
        </mc:Choice>
        <mc:Fallback xmlns="">
          <p:pic>
            <p:nvPicPr>
              <p:cNvPr id="4" name="Ink 3">
                <a:extLst>
                  <a:ext uri="{FF2B5EF4-FFF2-40B4-BE49-F238E27FC236}">
                    <a16:creationId xmlns:a16="http://schemas.microsoft.com/office/drawing/2014/main" id="{9EE93F31-7B95-FB1E-26A1-7B9F86E7659C}"/>
                  </a:ext>
                </a:extLst>
              </p:cNvPr>
              <p:cNvPicPr/>
              <p:nvPr/>
            </p:nvPicPr>
            <p:blipFill>
              <a:blip r:embed="rId5"/>
              <a:stretch>
                <a:fillRect/>
              </a:stretch>
            </p:blipFill>
            <p:spPr>
              <a:xfrm>
                <a:off x="6882333" y="4332653"/>
                <a:ext cx="47556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07CC52B6-EAAA-FC39-826F-81AC54BB8C82}"/>
                  </a:ext>
                </a:extLst>
              </p14:cNvPr>
              <p14:cNvContentPartPr/>
              <p14:nvPr/>
            </p14:nvContentPartPr>
            <p14:xfrm>
              <a:off x="5926533" y="4635773"/>
              <a:ext cx="354960" cy="30240"/>
            </p14:xfrm>
          </p:contentPart>
        </mc:Choice>
        <mc:Fallback xmlns="">
          <p:pic>
            <p:nvPicPr>
              <p:cNvPr id="5" name="Ink 4">
                <a:extLst>
                  <a:ext uri="{FF2B5EF4-FFF2-40B4-BE49-F238E27FC236}">
                    <a16:creationId xmlns:a16="http://schemas.microsoft.com/office/drawing/2014/main" id="{07CC52B6-EAAA-FC39-826F-81AC54BB8C82}"/>
                  </a:ext>
                </a:extLst>
              </p:cNvPr>
              <p:cNvPicPr/>
              <p:nvPr/>
            </p:nvPicPr>
            <p:blipFill>
              <a:blip r:embed="rId7"/>
              <a:stretch>
                <a:fillRect/>
              </a:stretch>
            </p:blipFill>
            <p:spPr>
              <a:xfrm>
                <a:off x="5908533" y="4599773"/>
                <a:ext cx="39060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D9445061-BC35-A29A-88B6-956EDF07C7EA}"/>
                  </a:ext>
                </a:extLst>
              </p14:cNvPr>
              <p14:cNvContentPartPr/>
              <p14:nvPr/>
            </p14:nvContentPartPr>
            <p14:xfrm>
              <a:off x="3742053" y="-59707"/>
              <a:ext cx="360" cy="360"/>
            </p14:xfrm>
          </p:contentPart>
        </mc:Choice>
        <mc:Fallback xmlns="">
          <p:pic>
            <p:nvPicPr>
              <p:cNvPr id="7" name="Ink 6">
                <a:extLst>
                  <a:ext uri="{FF2B5EF4-FFF2-40B4-BE49-F238E27FC236}">
                    <a16:creationId xmlns:a16="http://schemas.microsoft.com/office/drawing/2014/main" id="{D9445061-BC35-A29A-88B6-956EDF07C7EA}"/>
                  </a:ext>
                </a:extLst>
              </p:cNvPr>
              <p:cNvPicPr/>
              <p:nvPr/>
            </p:nvPicPr>
            <p:blipFill>
              <a:blip r:embed="rId9"/>
              <a:stretch>
                <a:fillRect/>
              </a:stretch>
            </p:blipFill>
            <p:spPr>
              <a:xfrm>
                <a:off x="3724413" y="-95347"/>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8D9419E3-AA74-C076-98E5-BE2E7DB2628D}"/>
                  </a:ext>
                </a:extLst>
              </p14:cNvPr>
              <p14:cNvContentPartPr/>
              <p14:nvPr/>
            </p14:nvContentPartPr>
            <p14:xfrm>
              <a:off x="3775893" y="1854227"/>
              <a:ext cx="552240" cy="17280"/>
            </p14:xfrm>
          </p:contentPart>
        </mc:Choice>
        <mc:Fallback xmlns="">
          <p:pic>
            <p:nvPicPr>
              <p:cNvPr id="10" name="Ink 9">
                <a:extLst>
                  <a:ext uri="{FF2B5EF4-FFF2-40B4-BE49-F238E27FC236}">
                    <a16:creationId xmlns:a16="http://schemas.microsoft.com/office/drawing/2014/main" id="{8D9419E3-AA74-C076-98E5-BE2E7DB2628D}"/>
                  </a:ext>
                </a:extLst>
              </p:cNvPr>
              <p:cNvPicPr/>
              <p:nvPr/>
            </p:nvPicPr>
            <p:blipFill>
              <a:blip r:embed="rId11"/>
              <a:stretch>
                <a:fillRect/>
              </a:stretch>
            </p:blipFill>
            <p:spPr>
              <a:xfrm>
                <a:off x="3758253" y="1818227"/>
                <a:ext cx="58788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2E51EA0E-E6DF-73D5-D520-E1F2EDB99D96}"/>
                  </a:ext>
                </a:extLst>
              </p14:cNvPr>
              <p14:cNvContentPartPr/>
              <p14:nvPr/>
            </p14:nvContentPartPr>
            <p14:xfrm>
              <a:off x="3818373" y="3936467"/>
              <a:ext cx="439560" cy="93600"/>
            </p14:xfrm>
          </p:contentPart>
        </mc:Choice>
        <mc:Fallback xmlns="">
          <p:pic>
            <p:nvPicPr>
              <p:cNvPr id="11" name="Ink 10">
                <a:extLst>
                  <a:ext uri="{FF2B5EF4-FFF2-40B4-BE49-F238E27FC236}">
                    <a16:creationId xmlns:a16="http://schemas.microsoft.com/office/drawing/2014/main" id="{2E51EA0E-E6DF-73D5-D520-E1F2EDB99D96}"/>
                  </a:ext>
                </a:extLst>
              </p:cNvPr>
              <p:cNvPicPr/>
              <p:nvPr/>
            </p:nvPicPr>
            <p:blipFill>
              <a:blip r:embed="rId13"/>
              <a:stretch>
                <a:fillRect/>
              </a:stretch>
            </p:blipFill>
            <p:spPr>
              <a:xfrm>
                <a:off x="3800373" y="3900827"/>
                <a:ext cx="4752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A0C15B95-5CDC-D46E-5BA8-5B4B2780CA51}"/>
                  </a:ext>
                </a:extLst>
              </p14:cNvPr>
              <p14:cNvContentPartPr/>
              <p14:nvPr/>
            </p14:nvContentPartPr>
            <p14:xfrm>
              <a:off x="3883173" y="3005147"/>
              <a:ext cx="356760" cy="101160"/>
            </p14:xfrm>
          </p:contentPart>
        </mc:Choice>
        <mc:Fallback xmlns="">
          <p:pic>
            <p:nvPicPr>
              <p:cNvPr id="12" name="Ink 11">
                <a:extLst>
                  <a:ext uri="{FF2B5EF4-FFF2-40B4-BE49-F238E27FC236}">
                    <a16:creationId xmlns:a16="http://schemas.microsoft.com/office/drawing/2014/main" id="{A0C15B95-5CDC-D46E-5BA8-5B4B2780CA51}"/>
                  </a:ext>
                </a:extLst>
              </p:cNvPr>
              <p:cNvPicPr/>
              <p:nvPr/>
            </p:nvPicPr>
            <p:blipFill>
              <a:blip r:embed="rId15"/>
              <a:stretch>
                <a:fillRect/>
              </a:stretch>
            </p:blipFill>
            <p:spPr>
              <a:xfrm>
                <a:off x="3865173" y="2969507"/>
                <a:ext cx="39240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22092823-5B7E-C6A7-E9E4-8BAAC169EE48}"/>
                  </a:ext>
                </a:extLst>
              </p14:cNvPr>
              <p14:cNvContentPartPr/>
              <p14:nvPr/>
            </p14:nvContentPartPr>
            <p14:xfrm>
              <a:off x="3843573" y="4852307"/>
              <a:ext cx="406800" cy="57600"/>
            </p14:xfrm>
          </p:contentPart>
        </mc:Choice>
        <mc:Fallback xmlns="">
          <p:pic>
            <p:nvPicPr>
              <p:cNvPr id="13" name="Ink 12">
                <a:extLst>
                  <a:ext uri="{FF2B5EF4-FFF2-40B4-BE49-F238E27FC236}">
                    <a16:creationId xmlns:a16="http://schemas.microsoft.com/office/drawing/2014/main" id="{22092823-5B7E-C6A7-E9E4-8BAAC169EE48}"/>
                  </a:ext>
                </a:extLst>
              </p:cNvPr>
              <p:cNvPicPr/>
              <p:nvPr/>
            </p:nvPicPr>
            <p:blipFill>
              <a:blip r:embed="rId17"/>
              <a:stretch>
                <a:fillRect/>
              </a:stretch>
            </p:blipFill>
            <p:spPr>
              <a:xfrm>
                <a:off x="3825573" y="4816307"/>
                <a:ext cx="44244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576F1CAA-9670-AB0D-4C28-2A5DFBBE4104}"/>
                  </a:ext>
                </a:extLst>
              </p14:cNvPr>
              <p14:cNvContentPartPr/>
              <p14:nvPr/>
            </p14:nvContentPartPr>
            <p14:xfrm>
              <a:off x="4868133" y="2116667"/>
              <a:ext cx="437760" cy="9000"/>
            </p14:xfrm>
          </p:contentPart>
        </mc:Choice>
        <mc:Fallback xmlns="">
          <p:pic>
            <p:nvPicPr>
              <p:cNvPr id="14" name="Ink 13">
                <a:extLst>
                  <a:ext uri="{FF2B5EF4-FFF2-40B4-BE49-F238E27FC236}">
                    <a16:creationId xmlns:a16="http://schemas.microsoft.com/office/drawing/2014/main" id="{576F1CAA-9670-AB0D-4C28-2A5DFBBE4104}"/>
                  </a:ext>
                </a:extLst>
              </p:cNvPr>
              <p:cNvPicPr/>
              <p:nvPr/>
            </p:nvPicPr>
            <p:blipFill>
              <a:blip r:embed="rId19"/>
              <a:stretch>
                <a:fillRect/>
              </a:stretch>
            </p:blipFill>
            <p:spPr>
              <a:xfrm>
                <a:off x="4850493" y="2080667"/>
                <a:ext cx="4734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96AD5B63-3158-E96A-3AE5-1CF9AA00BEB5}"/>
                  </a:ext>
                </a:extLst>
              </p14:cNvPr>
              <p14:cNvContentPartPr/>
              <p14:nvPr/>
            </p14:nvContentPartPr>
            <p14:xfrm>
              <a:off x="4918893" y="3750347"/>
              <a:ext cx="314280" cy="360"/>
            </p14:xfrm>
          </p:contentPart>
        </mc:Choice>
        <mc:Fallback xmlns="">
          <p:pic>
            <p:nvPicPr>
              <p:cNvPr id="15" name="Ink 14">
                <a:extLst>
                  <a:ext uri="{FF2B5EF4-FFF2-40B4-BE49-F238E27FC236}">
                    <a16:creationId xmlns:a16="http://schemas.microsoft.com/office/drawing/2014/main" id="{96AD5B63-3158-E96A-3AE5-1CF9AA00BEB5}"/>
                  </a:ext>
                </a:extLst>
              </p:cNvPr>
              <p:cNvPicPr/>
              <p:nvPr/>
            </p:nvPicPr>
            <p:blipFill>
              <a:blip r:embed="rId21"/>
              <a:stretch>
                <a:fillRect/>
              </a:stretch>
            </p:blipFill>
            <p:spPr>
              <a:xfrm>
                <a:off x="4901253" y="3714707"/>
                <a:ext cx="34992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1F518658-6A84-2CCA-D6A0-50EAA1FA957A}"/>
                  </a:ext>
                </a:extLst>
              </p14:cNvPr>
              <p14:cNvContentPartPr/>
              <p14:nvPr/>
            </p14:nvContentPartPr>
            <p14:xfrm>
              <a:off x="4876413" y="4935827"/>
              <a:ext cx="200520" cy="17640"/>
            </p14:xfrm>
          </p:contentPart>
        </mc:Choice>
        <mc:Fallback xmlns="">
          <p:pic>
            <p:nvPicPr>
              <p:cNvPr id="16" name="Ink 15">
                <a:extLst>
                  <a:ext uri="{FF2B5EF4-FFF2-40B4-BE49-F238E27FC236}">
                    <a16:creationId xmlns:a16="http://schemas.microsoft.com/office/drawing/2014/main" id="{1F518658-6A84-2CCA-D6A0-50EAA1FA957A}"/>
                  </a:ext>
                </a:extLst>
              </p:cNvPr>
              <p:cNvPicPr/>
              <p:nvPr/>
            </p:nvPicPr>
            <p:blipFill>
              <a:blip r:embed="rId23"/>
              <a:stretch>
                <a:fillRect/>
              </a:stretch>
            </p:blipFill>
            <p:spPr>
              <a:xfrm>
                <a:off x="4858773" y="4899827"/>
                <a:ext cx="2361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CAAF80D3-91ED-0A8B-C263-F7A301CE951D}"/>
                  </a:ext>
                </a:extLst>
              </p14:cNvPr>
              <p14:cNvContentPartPr/>
              <p14:nvPr/>
            </p14:nvContentPartPr>
            <p14:xfrm>
              <a:off x="4876413" y="4880027"/>
              <a:ext cx="411480" cy="56880"/>
            </p14:xfrm>
          </p:contentPart>
        </mc:Choice>
        <mc:Fallback xmlns="">
          <p:pic>
            <p:nvPicPr>
              <p:cNvPr id="17" name="Ink 16">
                <a:extLst>
                  <a:ext uri="{FF2B5EF4-FFF2-40B4-BE49-F238E27FC236}">
                    <a16:creationId xmlns:a16="http://schemas.microsoft.com/office/drawing/2014/main" id="{CAAF80D3-91ED-0A8B-C263-F7A301CE951D}"/>
                  </a:ext>
                </a:extLst>
              </p:cNvPr>
              <p:cNvPicPr/>
              <p:nvPr/>
            </p:nvPicPr>
            <p:blipFill>
              <a:blip r:embed="rId25"/>
              <a:stretch>
                <a:fillRect/>
              </a:stretch>
            </p:blipFill>
            <p:spPr>
              <a:xfrm>
                <a:off x="4858773" y="4844027"/>
                <a:ext cx="44712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8" name="Ink 17">
                <a:extLst>
                  <a:ext uri="{FF2B5EF4-FFF2-40B4-BE49-F238E27FC236}">
                    <a16:creationId xmlns:a16="http://schemas.microsoft.com/office/drawing/2014/main" id="{F0F1490A-EAC9-5B00-79F1-F74528B19E2C}"/>
                  </a:ext>
                </a:extLst>
              </p14:cNvPr>
              <p14:cNvContentPartPr/>
              <p14:nvPr/>
            </p14:nvContentPartPr>
            <p14:xfrm>
              <a:off x="3894333" y="4387187"/>
              <a:ext cx="1330560" cy="41040"/>
            </p14:xfrm>
          </p:contentPart>
        </mc:Choice>
        <mc:Fallback xmlns="">
          <p:pic>
            <p:nvPicPr>
              <p:cNvPr id="18" name="Ink 17">
                <a:extLst>
                  <a:ext uri="{FF2B5EF4-FFF2-40B4-BE49-F238E27FC236}">
                    <a16:creationId xmlns:a16="http://schemas.microsoft.com/office/drawing/2014/main" id="{F0F1490A-EAC9-5B00-79F1-F74528B19E2C}"/>
                  </a:ext>
                </a:extLst>
              </p:cNvPr>
              <p:cNvPicPr/>
              <p:nvPr/>
            </p:nvPicPr>
            <p:blipFill>
              <a:blip r:embed="rId27"/>
              <a:stretch>
                <a:fillRect/>
              </a:stretch>
            </p:blipFill>
            <p:spPr>
              <a:xfrm>
                <a:off x="3876693" y="4351547"/>
                <a:ext cx="136620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9" name="Ink 18">
                <a:extLst>
                  <a:ext uri="{FF2B5EF4-FFF2-40B4-BE49-F238E27FC236}">
                    <a16:creationId xmlns:a16="http://schemas.microsoft.com/office/drawing/2014/main" id="{2339F883-72CF-E1F1-42D3-6AEB6D9968B4}"/>
                  </a:ext>
                </a:extLst>
              </p14:cNvPr>
              <p14:cNvContentPartPr/>
              <p14:nvPr/>
            </p14:nvContentPartPr>
            <p14:xfrm>
              <a:off x="3911253" y="4647467"/>
              <a:ext cx="1329480" cy="70560"/>
            </p14:xfrm>
          </p:contentPart>
        </mc:Choice>
        <mc:Fallback xmlns="">
          <p:pic>
            <p:nvPicPr>
              <p:cNvPr id="19" name="Ink 18">
                <a:extLst>
                  <a:ext uri="{FF2B5EF4-FFF2-40B4-BE49-F238E27FC236}">
                    <a16:creationId xmlns:a16="http://schemas.microsoft.com/office/drawing/2014/main" id="{2339F883-72CF-E1F1-42D3-6AEB6D9968B4}"/>
                  </a:ext>
                </a:extLst>
              </p:cNvPr>
              <p:cNvPicPr/>
              <p:nvPr/>
            </p:nvPicPr>
            <p:blipFill>
              <a:blip r:embed="rId29"/>
              <a:stretch>
                <a:fillRect/>
              </a:stretch>
            </p:blipFill>
            <p:spPr>
              <a:xfrm>
                <a:off x="3893613" y="4611827"/>
                <a:ext cx="1365120" cy="142200"/>
              </a:xfrm>
              <a:prstGeom prst="rect">
                <a:avLst/>
              </a:prstGeom>
            </p:spPr>
          </p:pic>
        </mc:Fallback>
      </mc:AlternateContent>
    </p:spTree>
    <p:extLst>
      <p:ext uri="{BB962C8B-B14F-4D97-AF65-F5344CB8AC3E}">
        <p14:creationId xmlns:p14="http://schemas.microsoft.com/office/powerpoint/2010/main" val="1795160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800" b="1" dirty="0">
                <a:solidFill>
                  <a:srgbClr val="C00000"/>
                </a:solidFill>
              </a:rPr>
              <a:t>Predicting Payouts in the 2000s _Fig. 4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66D71068-19D8-FCE8-C3D8-B7F8F0B2602E}"/>
              </a:ext>
            </a:extLst>
          </p:cNvPr>
          <p:cNvPicPr>
            <a:picLocks noChangeAspect="1"/>
          </p:cNvPicPr>
          <p:nvPr/>
        </p:nvPicPr>
        <p:blipFill>
          <a:blip r:embed="rId3"/>
          <a:stretch>
            <a:fillRect/>
          </a:stretch>
        </p:blipFill>
        <p:spPr>
          <a:xfrm>
            <a:off x="314961" y="620027"/>
            <a:ext cx="5333999" cy="3663009"/>
          </a:xfrm>
          <a:prstGeom prst="rect">
            <a:avLst/>
          </a:prstGeom>
        </p:spPr>
      </p:pic>
      <p:pic>
        <p:nvPicPr>
          <p:cNvPr id="7" name="Picture 6">
            <a:extLst>
              <a:ext uri="{FF2B5EF4-FFF2-40B4-BE49-F238E27FC236}">
                <a16:creationId xmlns:a16="http://schemas.microsoft.com/office/drawing/2014/main" id="{9FF394D2-AEC5-45B5-182F-F6EAF175061A}"/>
              </a:ext>
            </a:extLst>
          </p:cNvPr>
          <p:cNvPicPr>
            <a:picLocks noChangeAspect="1"/>
          </p:cNvPicPr>
          <p:nvPr/>
        </p:nvPicPr>
        <p:blipFill>
          <a:blip r:embed="rId4"/>
          <a:stretch>
            <a:fillRect/>
          </a:stretch>
        </p:blipFill>
        <p:spPr>
          <a:xfrm>
            <a:off x="5772044" y="620027"/>
            <a:ext cx="5246793" cy="3663009"/>
          </a:xfrm>
          <a:prstGeom prst="rect">
            <a:avLst/>
          </a:prstGeom>
        </p:spPr>
      </p:pic>
      <p:sp>
        <p:nvSpPr>
          <p:cNvPr id="3" name="TextBox 2">
            <a:extLst>
              <a:ext uri="{FF2B5EF4-FFF2-40B4-BE49-F238E27FC236}">
                <a16:creationId xmlns:a16="http://schemas.microsoft.com/office/drawing/2014/main" id="{D5A84530-853F-F9A6-12DB-CAE8C62A5A9B}"/>
              </a:ext>
            </a:extLst>
          </p:cNvPr>
          <p:cNvSpPr txBox="1"/>
          <p:nvPr/>
        </p:nvSpPr>
        <p:spPr>
          <a:xfrm>
            <a:off x="314962" y="4622800"/>
            <a:ext cx="10844106" cy="1200329"/>
          </a:xfrm>
          <a:prstGeom prst="rect">
            <a:avLst/>
          </a:prstGeom>
          <a:noFill/>
        </p:spPr>
        <p:txBody>
          <a:bodyPr wrap="square" rtlCol="0">
            <a:spAutoFit/>
          </a:bodyPr>
          <a:lstStyle/>
          <a:p>
            <a:r>
              <a:rPr lang="en-US" dirty="0"/>
              <a:t>Panel A uses all firms. On average, the predicted values for the 20 0 0s are close to, but lower than, the actual values. </a:t>
            </a:r>
          </a:p>
          <a:p>
            <a:r>
              <a:rPr lang="en-US" dirty="0"/>
              <a:t>Panel B : an increase in average payout rates is predicted in the 20 0 0s; the predicted net payout rate of </a:t>
            </a:r>
            <a:r>
              <a:rPr lang="en-US" b="1" dirty="0"/>
              <a:t>payers</a:t>
            </a:r>
            <a:r>
              <a:rPr lang="en-US" dirty="0"/>
              <a:t> is below the actual net payout rate every year.</a:t>
            </a:r>
          </a:p>
        </p:txBody>
      </p:sp>
    </p:spTree>
    <p:extLst>
      <p:ext uri="{BB962C8B-B14F-4D97-AF65-F5344CB8AC3E}">
        <p14:creationId xmlns:p14="http://schemas.microsoft.com/office/powerpoint/2010/main" val="1672721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288416" y="101871"/>
            <a:ext cx="9144000" cy="397396"/>
          </a:xfrm>
        </p:spPr>
        <p:txBody>
          <a:bodyPr>
            <a:normAutofit fontScale="90000"/>
          </a:bodyPr>
          <a:lstStyle/>
          <a:p>
            <a:r>
              <a:rPr lang="en-US" sz="2800" b="1" dirty="0">
                <a:solidFill>
                  <a:srgbClr val="C00000"/>
                </a:solidFill>
              </a:rPr>
              <a:t>Predicting Payouts in the 2000s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BE3E5651-956D-A988-0F09-D05F7896F863}"/>
              </a:ext>
            </a:extLst>
          </p:cNvPr>
          <p:cNvPicPr>
            <a:picLocks noChangeAspect="1"/>
          </p:cNvPicPr>
          <p:nvPr/>
        </p:nvPicPr>
        <p:blipFill>
          <a:blip r:embed="rId3"/>
          <a:stretch>
            <a:fillRect/>
          </a:stretch>
        </p:blipFill>
        <p:spPr>
          <a:xfrm>
            <a:off x="67734" y="716836"/>
            <a:ext cx="6392075" cy="4642563"/>
          </a:xfrm>
          <a:prstGeom prst="rect">
            <a:avLst/>
          </a:prstGeom>
        </p:spPr>
      </p:pic>
      <p:sp>
        <p:nvSpPr>
          <p:cNvPr id="4" name="TextBox 3">
            <a:extLst>
              <a:ext uri="{FF2B5EF4-FFF2-40B4-BE49-F238E27FC236}">
                <a16:creationId xmlns:a16="http://schemas.microsoft.com/office/drawing/2014/main" id="{E5CB23B6-688C-A0FA-ECB6-9E7C4044EBBA}"/>
              </a:ext>
            </a:extLst>
          </p:cNvPr>
          <p:cNvSpPr txBox="1"/>
          <p:nvPr/>
        </p:nvSpPr>
        <p:spPr>
          <a:xfrm>
            <a:off x="7222066" y="1778000"/>
            <a:ext cx="3454401" cy="1477328"/>
          </a:xfrm>
          <a:prstGeom prst="rect">
            <a:avLst/>
          </a:prstGeom>
          <a:noFill/>
        </p:spPr>
        <p:txBody>
          <a:bodyPr wrap="square">
            <a:spAutoFit/>
          </a:bodyPr>
          <a:lstStyle/>
          <a:p>
            <a:r>
              <a:rPr lang="en-US" dirty="0"/>
              <a:t>Panel C, shows predicted and actual median payouts. Whereas the model underpredicts the mean, it overpredicts the median in most years. </a:t>
            </a:r>
          </a:p>
        </p:txBody>
      </p:sp>
    </p:spTree>
    <p:extLst>
      <p:ext uri="{BB962C8B-B14F-4D97-AF65-F5344CB8AC3E}">
        <p14:creationId xmlns:p14="http://schemas.microsoft.com/office/powerpoint/2010/main" val="1802307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1" y="5756658"/>
            <a:ext cx="12192000" cy="1123950"/>
          </a:xfrm>
          <a:prstGeom prst="rect">
            <a:avLst/>
          </a:prstGeom>
        </p:spPr>
      </p:pic>
      <p:pic>
        <p:nvPicPr>
          <p:cNvPr id="3" name="Picture 2">
            <a:extLst>
              <a:ext uri="{FF2B5EF4-FFF2-40B4-BE49-F238E27FC236}">
                <a16:creationId xmlns:a16="http://schemas.microsoft.com/office/drawing/2014/main" id="{380F0D2A-1E8C-B585-75F7-CDEF67FF29D9}"/>
              </a:ext>
            </a:extLst>
          </p:cNvPr>
          <p:cNvPicPr>
            <a:picLocks noChangeAspect="1"/>
          </p:cNvPicPr>
          <p:nvPr/>
        </p:nvPicPr>
        <p:blipFill>
          <a:blip r:embed="rId3"/>
          <a:stretch>
            <a:fillRect/>
          </a:stretch>
        </p:blipFill>
        <p:spPr>
          <a:xfrm>
            <a:off x="-30713" y="0"/>
            <a:ext cx="7112233" cy="5881807"/>
          </a:xfrm>
          <a:prstGeom prst="rect">
            <a:avLst/>
          </a:prstGeom>
        </p:spPr>
      </p:pic>
      <p:sp>
        <p:nvSpPr>
          <p:cNvPr id="7" name="TextBox 6">
            <a:extLst>
              <a:ext uri="{FF2B5EF4-FFF2-40B4-BE49-F238E27FC236}">
                <a16:creationId xmlns:a16="http://schemas.microsoft.com/office/drawing/2014/main" id="{FCB68779-F731-AF46-27E9-7DDB234EE987}"/>
              </a:ext>
            </a:extLst>
          </p:cNvPr>
          <p:cNvSpPr txBox="1"/>
          <p:nvPr/>
        </p:nvSpPr>
        <p:spPr>
          <a:xfrm>
            <a:off x="7081520" y="254000"/>
            <a:ext cx="5364480" cy="400110"/>
          </a:xfrm>
          <a:prstGeom prst="rect">
            <a:avLst/>
          </a:prstGeom>
          <a:noFill/>
        </p:spPr>
        <p:txBody>
          <a:bodyPr wrap="square" rtlCol="0">
            <a:spAutoFit/>
          </a:bodyPr>
          <a:lstStyle/>
          <a:p>
            <a:r>
              <a:rPr lang="en-US" sz="2000" b="1" dirty="0">
                <a:solidFill>
                  <a:srgbClr val="FF0000"/>
                </a:solidFill>
              </a:rPr>
              <a:t>Which firm Characteristics matter most?</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BB90D8E-9144-E9C1-A4A9-2161CD31EFB5}"/>
                  </a:ext>
                </a:extLst>
              </p14:cNvPr>
              <p14:cNvContentPartPr/>
              <p14:nvPr/>
            </p14:nvContentPartPr>
            <p14:xfrm>
              <a:off x="4571640" y="1701640"/>
              <a:ext cx="398160" cy="14400"/>
            </p14:xfrm>
          </p:contentPart>
        </mc:Choice>
        <mc:Fallback xmlns="">
          <p:pic>
            <p:nvPicPr>
              <p:cNvPr id="2" name="Ink 1">
                <a:extLst>
                  <a:ext uri="{FF2B5EF4-FFF2-40B4-BE49-F238E27FC236}">
                    <a16:creationId xmlns:a16="http://schemas.microsoft.com/office/drawing/2014/main" id="{8BB90D8E-9144-E9C1-A4A9-2161CD31EFB5}"/>
                  </a:ext>
                </a:extLst>
              </p:cNvPr>
              <p:cNvPicPr/>
              <p:nvPr/>
            </p:nvPicPr>
            <p:blipFill>
              <a:blip r:embed="rId5"/>
              <a:stretch>
                <a:fillRect/>
              </a:stretch>
            </p:blipFill>
            <p:spPr>
              <a:xfrm>
                <a:off x="4553640" y="1665640"/>
                <a:ext cx="4338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9A2E7FA4-8F00-51B6-2612-8392E1F722B9}"/>
                  </a:ext>
                </a:extLst>
              </p14:cNvPr>
              <p14:cNvContentPartPr/>
              <p14:nvPr/>
            </p14:nvContentPartPr>
            <p14:xfrm>
              <a:off x="4495680" y="4025800"/>
              <a:ext cx="458280" cy="1800"/>
            </p14:xfrm>
          </p:contentPart>
        </mc:Choice>
        <mc:Fallback xmlns="">
          <p:pic>
            <p:nvPicPr>
              <p:cNvPr id="6" name="Ink 5">
                <a:extLst>
                  <a:ext uri="{FF2B5EF4-FFF2-40B4-BE49-F238E27FC236}">
                    <a16:creationId xmlns:a16="http://schemas.microsoft.com/office/drawing/2014/main" id="{9A2E7FA4-8F00-51B6-2612-8392E1F722B9}"/>
                  </a:ext>
                </a:extLst>
              </p:cNvPr>
              <p:cNvPicPr/>
              <p:nvPr/>
            </p:nvPicPr>
            <p:blipFill>
              <a:blip r:embed="rId7"/>
              <a:stretch>
                <a:fillRect/>
              </a:stretch>
            </p:blipFill>
            <p:spPr>
              <a:xfrm>
                <a:off x="4478040" y="3989800"/>
                <a:ext cx="49392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458C6ED7-BAEF-EFDC-8673-E4D6E45D73BA}"/>
                  </a:ext>
                </a:extLst>
              </p14:cNvPr>
              <p14:cNvContentPartPr/>
              <p14:nvPr/>
            </p14:nvContentPartPr>
            <p14:xfrm>
              <a:off x="8800920" y="2057320"/>
              <a:ext cx="360" cy="360"/>
            </p14:xfrm>
          </p:contentPart>
        </mc:Choice>
        <mc:Fallback xmlns="">
          <p:pic>
            <p:nvPicPr>
              <p:cNvPr id="10" name="Ink 9">
                <a:extLst>
                  <a:ext uri="{FF2B5EF4-FFF2-40B4-BE49-F238E27FC236}">
                    <a16:creationId xmlns:a16="http://schemas.microsoft.com/office/drawing/2014/main" id="{458C6ED7-BAEF-EFDC-8673-E4D6E45D73BA}"/>
                  </a:ext>
                </a:extLst>
              </p:cNvPr>
              <p:cNvPicPr/>
              <p:nvPr/>
            </p:nvPicPr>
            <p:blipFill>
              <a:blip r:embed="rId9"/>
              <a:stretch>
                <a:fillRect/>
              </a:stretch>
            </p:blipFill>
            <p:spPr>
              <a:xfrm>
                <a:off x="8782920" y="2021320"/>
                <a:ext cx="36000" cy="72000"/>
              </a:xfrm>
              <a:prstGeom prst="rect">
                <a:avLst/>
              </a:prstGeom>
            </p:spPr>
          </p:pic>
        </mc:Fallback>
      </mc:AlternateContent>
      <p:sp>
        <p:nvSpPr>
          <p:cNvPr id="11" name="TextBox 10">
            <a:extLst>
              <a:ext uri="{FF2B5EF4-FFF2-40B4-BE49-F238E27FC236}">
                <a16:creationId xmlns:a16="http://schemas.microsoft.com/office/drawing/2014/main" id="{3D850914-81EC-2C22-85F6-DA0A36F2EDD5}"/>
              </a:ext>
            </a:extLst>
          </p:cNvPr>
          <p:cNvSpPr txBox="1"/>
          <p:nvPr/>
        </p:nvSpPr>
        <p:spPr>
          <a:xfrm>
            <a:off x="7378700" y="976193"/>
            <a:ext cx="4305173" cy="3693319"/>
          </a:xfrm>
          <a:prstGeom prst="rect">
            <a:avLst/>
          </a:prstGeom>
          <a:noFill/>
        </p:spPr>
        <p:txBody>
          <a:bodyPr wrap="square" rtlCol="0">
            <a:spAutoFit/>
          </a:bodyPr>
          <a:lstStyle/>
          <a:p>
            <a:r>
              <a:rPr lang="en-US" dirty="0"/>
              <a:t>Impact=Diff*Coefficient</a:t>
            </a:r>
          </a:p>
          <a:p>
            <a:endParaRPr lang="en-US" dirty="0"/>
          </a:p>
          <a:p>
            <a:r>
              <a:rPr lang="en-US" dirty="0"/>
              <a:t>Panel A</a:t>
            </a:r>
          </a:p>
          <a:p>
            <a:r>
              <a:rPr lang="en-US" dirty="0"/>
              <a:t>the payout rate increases by 8.17 percentage points, and changes in firm characteristics explain an increase of 4.65 percentage points</a:t>
            </a:r>
          </a:p>
          <a:p>
            <a:endParaRPr lang="en-US" dirty="0"/>
          </a:p>
          <a:p>
            <a:r>
              <a:rPr lang="en-US" dirty="0"/>
              <a:t>Panel B</a:t>
            </a:r>
          </a:p>
          <a:p>
            <a:r>
              <a:rPr lang="en-US" dirty="0"/>
              <a:t>the payout rate increases by 14.20 percentage points, and changes in firm characteristics predict a change of 5.07 percentage points</a:t>
            </a:r>
          </a:p>
        </p:txBody>
      </p:sp>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E33CA640-C214-3C60-AE5C-28368898D78E}"/>
                  </a:ext>
                </a:extLst>
              </p14:cNvPr>
              <p14:cNvContentPartPr/>
              <p14:nvPr/>
            </p14:nvContentPartPr>
            <p14:xfrm>
              <a:off x="160773" y="1821293"/>
              <a:ext cx="751320" cy="41760"/>
            </p14:xfrm>
          </p:contentPart>
        </mc:Choice>
        <mc:Fallback xmlns="">
          <p:pic>
            <p:nvPicPr>
              <p:cNvPr id="15" name="Ink 14">
                <a:extLst>
                  <a:ext uri="{FF2B5EF4-FFF2-40B4-BE49-F238E27FC236}">
                    <a16:creationId xmlns:a16="http://schemas.microsoft.com/office/drawing/2014/main" id="{E33CA640-C214-3C60-AE5C-28368898D78E}"/>
                  </a:ext>
                </a:extLst>
              </p:cNvPr>
              <p:cNvPicPr/>
              <p:nvPr/>
            </p:nvPicPr>
            <p:blipFill>
              <a:blip r:embed="rId11"/>
              <a:stretch>
                <a:fillRect/>
              </a:stretch>
            </p:blipFill>
            <p:spPr>
              <a:xfrm>
                <a:off x="142773" y="1785293"/>
                <a:ext cx="78696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8163E286-FB8E-F1F1-E48F-C41ADDB6AB79}"/>
                  </a:ext>
                </a:extLst>
              </p14:cNvPr>
              <p14:cNvContentPartPr/>
              <p14:nvPr/>
            </p14:nvContentPartPr>
            <p14:xfrm>
              <a:off x="169413" y="1947293"/>
              <a:ext cx="360" cy="360"/>
            </p14:xfrm>
          </p:contentPart>
        </mc:Choice>
        <mc:Fallback xmlns="">
          <p:pic>
            <p:nvPicPr>
              <p:cNvPr id="16" name="Ink 15">
                <a:extLst>
                  <a:ext uri="{FF2B5EF4-FFF2-40B4-BE49-F238E27FC236}">
                    <a16:creationId xmlns:a16="http://schemas.microsoft.com/office/drawing/2014/main" id="{8163E286-FB8E-F1F1-E48F-C41ADDB6AB79}"/>
                  </a:ext>
                </a:extLst>
              </p:cNvPr>
              <p:cNvPicPr/>
              <p:nvPr/>
            </p:nvPicPr>
            <p:blipFill>
              <a:blip r:embed="rId13"/>
              <a:stretch>
                <a:fillRect/>
              </a:stretch>
            </p:blipFill>
            <p:spPr>
              <a:xfrm>
                <a:off x="151413" y="191129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BE1B13B8-52C7-9B1E-8DE9-3163E89DDC89}"/>
                  </a:ext>
                </a:extLst>
              </p14:cNvPr>
              <p14:cNvContentPartPr/>
              <p14:nvPr/>
            </p14:nvContentPartPr>
            <p14:xfrm>
              <a:off x="185973" y="2996693"/>
              <a:ext cx="537120" cy="26640"/>
            </p14:xfrm>
          </p:contentPart>
        </mc:Choice>
        <mc:Fallback xmlns="">
          <p:pic>
            <p:nvPicPr>
              <p:cNvPr id="17" name="Ink 16">
                <a:extLst>
                  <a:ext uri="{FF2B5EF4-FFF2-40B4-BE49-F238E27FC236}">
                    <a16:creationId xmlns:a16="http://schemas.microsoft.com/office/drawing/2014/main" id="{BE1B13B8-52C7-9B1E-8DE9-3163E89DDC89}"/>
                  </a:ext>
                </a:extLst>
              </p:cNvPr>
              <p:cNvPicPr/>
              <p:nvPr/>
            </p:nvPicPr>
            <p:blipFill>
              <a:blip r:embed="rId15"/>
              <a:stretch>
                <a:fillRect/>
              </a:stretch>
            </p:blipFill>
            <p:spPr>
              <a:xfrm>
                <a:off x="167973" y="2960693"/>
                <a:ext cx="5727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5804B3F5-4D55-3B26-EB72-93A7BC9927BD}"/>
                  </a:ext>
                </a:extLst>
              </p14:cNvPr>
              <p14:cNvContentPartPr/>
              <p14:nvPr/>
            </p14:nvContentPartPr>
            <p14:xfrm>
              <a:off x="160773" y="1960613"/>
              <a:ext cx="531000" cy="12240"/>
            </p14:xfrm>
          </p:contentPart>
        </mc:Choice>
        <mc:Fallback xmlns="">
          <p:pic>
            <p:nvPicPr>
              <p:cNvPr id="18" name="Ink 17">
                <a:extLst>
                  <a:ext uri="{FF2B5EF4-FFF2-40B4-BE49-F238E27FC236}">
                    <a16:creationId xmlns:a16="http://schemas.microsoft.com/office/drawing/2014/main" id="{5804B3F5-4D55-3B26-EB72-93A7BC9927BD}"/>
                  </a:ext>
                </a:extLst>
              </p:cNvPr>
              <p:cNvPicPr/>
              <p:nvPr/>
            </p:nvPicPr>
            <p:blipFill>
              <a:blip r:embed="rId17"/>
              <a:stretch>
                <a:fillRect/>
              </a:stretch>
            </p:blipFill>
            <p:spPr>
              <a:xfrm>
                <a:off x="142773" y="1924613"/>
                <a:ext cx="5666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A29F14BD-5297-20B7-E6B3-517016DF8F8C}"/>
                  </a:ext>
                </a:extLst>
              </p14:cNvPr>
              <p14:cNvContentPartPr/>
              <p14:nvPr/>
            </p14:nvContentPartPr>
            <p14:xfrm>
              <a:off x="169413" y="3369293"/>
              <a:ext cx="363240" cy="9360"/>
            </p14:xfrm>
          </p:contentPart>
        </mc:Choice>
        <mc:Fallback xmlns="">
          <p:pic>
            <p:nvPicPr>
              <p:cNvPr id="19" name="Ink 18">
                <a:extLst>
                  <a:ext uri="{FF2B5EF4-FFF2-40B4-BE49-F238E27FC236}">
                    <a16:creationId xmlns:a16="http://schemas.microsoft.com/office/drawing/2014/main" id="{A29F14BD-5297-20B7-E6B3-517016DF8F8C}"/>
                  </a:ext>
                </a:extLst>
              </p:cNvPr>
              <p:cNvPicPr/>
              <p:nvPr/>
            </p:nvPicPr>
            <p:blipFill>
              <a:blip r:embed="rId19"/>
              <a:stretch>
                <a:fillRect/>
              </a:stretch>
            </p:blipFill>
            <p:spPr>
              <a:xfrm>
                <a:off x="151413" y="3333293"/>
                <a:ext cx="39888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F9AF2D7A-797D-54B5-2BCA-E631B8605B20}"/>
                  </a:ext>
                </a:extLst>
              </p14:cNvPr>
              <p14:cNvContentPartPr/>
              <p14:nvPr/>
            </p14:nvContentPartPr>
            <p14:xfrm>
              <a:off x="187053" y="3376853"/>
              <a:ext cx="372240" cy="28080"/>
            </p14:xfrm>
          </p:contentPart>
        </mc:Choice>
        <mc:Fallback xmlns="">
          <p:pic>
            <p:nvPicPr>
              <p:cNvPr id="21" name="Ink 20">
                <a:extLst>
                  <a:ext uri="{FF2B5EF4-FFF2-40B4-BE49-F238E27FC236}">
                    <a16:creationId xmlns:a16="http://schemas.microsoft.com/office/drawing/2014/main" id="{F9AF2D7A-797D-54B5-2BCA-E631B8605B20}"/>
                  </a:ext>
                </a:extLst>
              </p:cNvPr>
              <p:cNvPicPr/>
              <p:nvPr/>
            </p:nvPicPr>
            <p:blipFill>
              <a:blip r:embed="rId21"/>
              <a:stretch>
                <a:fillRect/>
              </a:stretch>
            </p:blipFill>
            <p:spPr>
              <a:xfrm>
                <a:off x="169053" y="3341213"/>
                <a:ext cx="40788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 name="Ink 21">
                <a:extLst>
                  <a:ext uri="{FF2B5EF4-FFF2-40B4-BE49-F238E27FC236}">
                    <a16:creationId xmlns:a16="http://schemas.microsoft.com/office/drawing/2014/main" id="{D399DAB9-4B2D-A7BE-7D26-1858D180256E}"/>
                  </a:ext>
                </a:extLst>
              </p14:cNvPr>
              <p14:cNvContentPartPr/>
              <p14:nvPr/>
            </p14:nvContentPartPr>
            <p14:xfrm>
              <a:off x="6678573" y="1811933"/>
              <a:ext cx="60840" cy="1547640"/>
            </p14:xfrm>
          </p:contentPart>
        </mc:Choice>
        <mc:Fallback xmlns="">
          <p:pic>
            <p:nvPicPr>
              <p:cNvPr id="22" name="Ink 21">
                <a:extLst>
                  <a:ext uri="{FF2B5EF4-FFF2-40B4-BE49-F238E27FC236}">
                    <a16:creationId xmlns:a16="http://schemas.microsoft.com/office/drawing/2014/main" id="{D399DAB9-4B2D-A7BE-7D26-1858D180256E}"/>
                  </a:ext>
                </a:extLst>
              </p:cNvPr>
              <p:cNvPicPr/>
              <p:nvPr/>
            </p:nvPicPr>
            <p:blipFill>
              <a:blip r:embed="rId23"/>
              <a:stretch>
                <a:fillRect/>
              </a:stretch>
            </p:blipFill>
            <p:spPr>
              <a:xfrm>
                <a:off x="6660933" y="1775933"/>
                <a:ext cx="96480" cy="1619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36DC2CC5-1C89-266C-A5AB-8D6E0A795A53}"/>
                  </a:ext>
                </a:extLst>
              </p14:cNvPr>
              <p14:cNvContentPartPr/>
              <p14:nvPr/>
            </p14:nvContentPartPr>
            <p14:xfrm>
              <a:off x="6653373" y="4123133"/>
              <a:ext cx="78120" cy="1521360"/>
            </p14:xfrm>
          </p:contentPart>
        </mc:Choice>
        <mc:Fallback xmlns="">
          <p:pic>
            <p:nvPicPr>
              <p:cNvPr id="23" name="Ink 22">
                <a:extLst>
                  <a:ext uri="{FF2B5EF4-FFF2-40B4-BE49-F238E27FC236}">
                    <a16:creationId xmlns:a16="http://schemas.microsoft.com/office/drawing/2014/main" id="{36DC2CC5-1C89-266C-A5AB-8D6E0A795A53}"/>
                  </a:ext>
                </a:extLst>
              </p:cNvPr>
              <p:cNvPicPr/>
              <p:nvPr/>
            </p:nvPicPr>
            <p:blipFill>
              <a:blip r:embed="rId25"/>
              <a:stretch>
                <a:fillRect/>
              </a:stretch>
            </p:blipFill>
            <p:spPr>
              <a:xfrm>
                <a:off x="6635373" y="4087133"/>
                <a:ext cx="113760" cy="1593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8D2E3AE2-F51B-FC2C-9567-7290F60BE8A8}"/>
                  </a:ext>
                </a:extLst>
              </p14:cNvPr>
              <p14:cNvContentPartPr/>
              <p14:nvPr/>
            </p14:nvContentPartPr>
            <p14:xfrm>
              <a:off x="126573" y="4156613"/>
              <a:ext cx="736920" cy="9720"/>
            </p14:xfrm>
          </p:contentPart>
        </mc:Choice>
        <mc:Fallback xmlns="">
          <p:pic>
            <p:nvPicPr>
              <p:cNvPr id="24" name="Ink 23">
                <a:extLst>
                  <a:ext uri="{FF2B5EF4-FFF2-40B4-BE49-F238E27FC236}">
                    <a16:creationId xmlns:a16="http://schemas.microsoft.com/office/drawing/2014/main" id="{8D2E3AE2-F51B-FC2C-9567-7290F60BE8A8}"/>
                  </a:ext>
                </a:extLst>
              </p:cNvPr>
              <p:cNvPicPr/>
              <p:nvPr/>
            </p:nvPicPr>
            <p:blipFill>
              <a:blip r:embed="rId27"/>
              <a:stretch>
                <a:fillRect/>
              </a:stretch>
            </p:blipFill>
            <p:spPr>
              <a:xfrm>
                <a:off x="108933" y="4120973"/>
                <a:ext cx="77256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5" name="Ink 24">
                <a:extLst>
                  <a:ext uri="{FF2B5EF4-FFF2-40B4-BE49-F238E27FC236}">
                    <a16:creationId xmlns:a16="http://schemas.microsoft.com/office/drawing/2014/main" id="{39109963-07C0-FC7A-F0A5-E2EE17AEF0F4}"/>
                  </a:ext>
                </a:extLst>
              </p14:cNvPr>
              <p14:cNvContentPartPr/>
              <p14:nvPr/>
            </p14:nvContentPartPr>
            <p14:xfrm>
              <a:off x="194613" y="5307533"/>
              <a:ext cx="551160" cy="18720"/>
            </p14:xfrm>
          </p:contentPart>
        </mc:Choice>
        <mc:Fallback xmlns="">
          <p:pic>
            <p:nvPicPr>
              <p:cNvPr id="25" name="Ink 24">
                <a:extLst>
                  <a:ext uri="{FF2B5EF4-FFF2-40B4-BE49-F238E27FC236}">
                    <a16:creationId xmlns:a16="http://schemas.microsoft.com/office/drawing/2014/main" id="{39109963-07C0-FC7A-F0A5-E2EE17AEF0F4}"/>
                  </a:ext>
                </a:extLst>
              </p:cNvPr>
              <p:cNvPicPr/>
              <p:nvPr/>
            </p:nvPicPr>
            <p:blipFill>
              <a:blip r:embed="rId29"/>
              <a:stretch>
                <a:fillRect/>
              </a:stretch>
            </p:blipFill>
            <p:spPr>
              <a:xfrm>
                <a:off x="176613" y="5271533"/>
                <a:ext cx="58680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6" name="Ink 25">
                <a:extLst>
                  <a:ext uri="{FF2B5EF4-FFF2-40B4-BE49-F238E27FC236}">
                    <a16:creationId xmlns:a16="http://schemas.microsoft.com/office/drawing/2014/main" id="{CB5E96E1-7687-E5A9-39EE-79248003BF12}"/>
                  </a:ext>
                </a:extLst>
              </p14:cNvPr>
              <p14:cNvContentPartPr/>
              <p14:nvPr/>
            </p14:nvContentPartPr>
            <p14:xfrm>
              <a:off x="185973" y="5714693"/>
              <a:ext cx="396720" cy="34920"/>
            </p14:xfrm>
          </p:contentPart>
        </mc:Choice>
        <mc:Fallback xmlns="">
          <p:pic>
            <p:nvPicPr>
              <p:cNvPr id="26" name="Ink 25">
                <a:extLst>
                  <a:ext uri="{FF2B5EF4-FFF2-40B4-BE49-F238E27FC236}">
                    <a16:creationId xmlns:a16="http://schemas.microsoft.com/office/drawing/2014/main" id="{CB5E96E1-7687-E5A9-39EE-79248003BF12}"/>
                  </a:ext>
                </a:extLst>
              </p:cNvPr>
              <p:cNvPicPr/>
              <p:nvPr/>
            </p:nvPicPr>
            <p:blipFill>
              <a:blip r:embed="rId31"/>
              <a:stretch>
                <a:fillRect/>
              </a:stretch>
            </p:blipFill>
            <p:spPr>
              <a:xfrm>
                <a:off x="167973" y="5679053"/>
                <a:ext cx="43236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E1D4E2DF-171C-723D-A00E-74C845660FE4}"/>
                  </a:ext>
                </a:extLst>
              </p14:cNvPr>
              <p14:cNvContentPartPr/>
              <p14:nvPr/>
            </p14:nvContentPartPr>
            <p14:xfrm>
              <a:off x="169413" y="5164253"/>
              <a:ext cx="933480" cy="68400"/>
            </p14:xfrm>
          </p:contentPart>
        </mc:Choice>
        <mc:Fallback xmlns="">
          <p:pic>
            <p:nvPicPr>
              <p:cNvPr id="27" name="Ink 26">
                <a:extLst>
                  <a:ext uri="{FF2B5EF4-FFF2-40B4-BE49-F238E27FC236}">
                    <a16:creationId xmlns:a16="http://schemas.microsoft.com/office/drawing/2014/main" id="{E1D4E2DF-171C-723D-A00E-74C845660FE4}"/>
                  </a:ext>
                </a:extLst>
              </p:cNvPr>
              <p:cNvPicPr/>
              <p:nvPr/>
            </p:nvPicPr>
            <p:blipFill>
              <a:blip r:embed="rId33"/>
              <a:stretch>
                <a:fillRect/>
              </a:stretch>
            </p:blipFill>
            <p:spPr>
              <a:xfrm>
                <a:off x="151413" y="5128613"/>
                <a:ext cx="96912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5369B1F4-FC05-77FA-ACA9-50AAF1C7532E}"/>
                  </a:ext>
                </a:extLst>
              </p14:cNvPr>
              <p14:cNvContentPartPr/>
              <p14:nvPr/>
            </p14:nvContentPartPr>
            <p14:xfrm>
              <a:off x="743253" y="5206733"/>
              <a:ext cx="416520" cy="9000"/>
            </p14:xfrm>
          </p:contentPart>
        </mc:Choice>
        <mc:Fallback xmlns="">
          <p:pic>
            <p:nvPicPr>
              <p:cNvPr id="28" name="Ink 27">
                <a:extLst>
                  <a:ext uri="{FF2B5EF4-FFF2-40B4-BE49-F238E27FC236}">
                    <a16:creationId xmlns:a16="http://schemas.microsoft.com/office/drawing/2014/main" id="{5369B1F4-FC05-77FA-ACA9-50AAF1C7532E}"/>
                  </a:ext>
                </a:extLst>
              </p:cNvPr>
              <p:cNvPicPr/>
              <p:nvPr/>
            </p:nvPicPr>
            <p:blipFill>
              <a:blip r:embed="rId35"/>
              <a:stretch>
                <a:fillRect/>
              </a:stretch>
            </p:blipFill>
            <p:spPr>
              <a:xfrm>
                <a:off x="725613" y="5170733"/>
                <a:ext cx="452160" cy="80640"/>
              </a:xfrm>
              <a:prstGeom prst="rect">
                <a:avLst/>
              </a:prstGeom>
            </p:spPr>
          </p:pic>
        </mc:Fallback>
      </mc:AlternateContent>
    </p:spTree>
    <p:extLst>
      <p:ext uri="{BB962C8B-B14F-4D97-AF65-F5344CB8AC3E}">
        <p14:creationId xmlns:p14="http://schemas.microsoft.com/office/powerpoint/2010/main" val="2457219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1" y="5756658"/>
            <a:ext cx="12192000" cy="1123950"/>
          </a:xfrm>
          <a:prstGeom prst="rect">
            <a:avLst/>
          </a:prstGeom>
        </p:spPr>
      </p:pic>
      <p:pic>
        <p:nvPicPr>
          <p:cNvPr id="4" name="Picture 3">
            <a:extLst>
              <a:ext uri="{FF2B5EF4-FFF2-40B4-BE49-F238E27FC236}">
                <a16:creationId xmlns:a16="http://schemas.microsoft.com/office/drawing/2014/main" id="{9AE54620-C18D-4671-CA7E-AEFC02432EC8}"/>
              </a:ext>
            </a:extLst>
          </p:cNvPr>
          <p:cNvPicPr>
            <a:picLocks noChangeAspect="1"/>
          </p:cNvPicPr>
          <p:nvPr/>
        </p:nvPicPr>
        <p:blipFill>
          <a:blip r:embed="rId3"/>
          <a:stretch>
            <a:fillRect/>
          </a:stretch>
        </p:blipFill>
        <p:spPr>
          <a:xfrm>
            <a:off x="0" y="0"/>
            <a:ext cx="7135646" cy="6766560"/>
          </a:xfrm>
          <a:prstGeom prst="rect">
            <a:avLst/>
          </a:prstGeom>
        </p:spPr>
      </p:pic>
      <p:sp>
        <p:nvSpPr>
          <p:cNvPr id="3" name="TextBox 2">
            <a:extLst>
              <a:ext uri="{FF2B5EF4-FFF2-40B4-BE49-F238E27FC236}">
                <a16:creationId xmlns:a16="http://schemas.microsoft.com/office/drawing/2014/main" id="{D13630AC-8604-4AA2-5F3F-15F670333086}"/>
              </a:ext>
            </a:extLst>
          </p:cNvPr>
          <p:cNvSpPr txBox="1"/>
          <p:nvPr/>
        </p:nvSpPr>
        <p:spPr>
          <a:xfrm>
            <a:off x="7247467" y="243959"/>
            <a:ext cx="4699000" cy="1754326"/>
          </a:xfrm>
          <a:prstGeom prst="rect">
            <a:avLst/>
          </a:prstGeom>
          <a:noFill/>
        </p:spPr>
        <p:txBody>
          <a:bodyPr wrap="square">
            <a:spAutoFit/>
          </a:bodyPr>
          <a:lstStyle/>
          <a:p>
            <a:r>
              <a:rPr lang="en-US" dirty="0"/>
              <a:t>In Table 5 , we re-estimate the models in columns (3) through (6) of Table 3, but we allow the slopes and the intercepts to change in the 20 0 0s by including period indicator variables and interacting the 20 0 0s indicator with firm characteristics.</a:t>
            </a:r>
          </a:p>
        </p:txBody>
      </p:sp>
      <p:sp>
        <p:nvSpPr>
          <p:cNvPr id="6" name="TextBox 5">
            <a:extLst>
              <a:ext uri="{FF2B5EF4-FFF2-40B4-BE49-F238E27FC236}">
                <a16:creationId xmlns:a16="http://schemas.microsoft.com/office/drawing/2014/main" id="{8D4C84BF-5808-AFEB-EDA9-F67E0674D273}"/>
              </a:ext>
            </a:extLst>
          </p:cNvPr>
          <p:cNvSpPr txBox="1"/>
          <p:nvPr/>
        </p:nvSpPr>
        <p:spPr>
          <a:xfrm>
            <a:off x="7273309" y="2199845"/>
            <a:ext cx="4441363" cy="2031325"/>
          </a:xfrm>
          <a:prstGeom prst="rect">
            <a:avLst/>
          </a:prstGeom>
          <a:noFill/>
        </p:spPr>
        <p:txBody>
          <a:bodyPr wrap="square">
            <a:spAutoFit/>
          </a:bodyPr>
          <a:lstStyle/>
          <a:p>
            <a:r>
              <a:rPr lang="en-US" dirty="0"/>
              <a:t>when interactions with market leverage, log of assets, capital expenditures, cash holdings, and R&amp;D have significant coefficients, the interactions imply changes in these variables have a larger effect in the 20 0 0s on the predicted payout rate than before</a:t>
            </a:r>
          </a:p>
        </p:txBody>
      </p:sp>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45BC2DAF-C186-395C-CA93-07FF8A2E2188}"/>
                  </a:ext>
                </a:extLst>
              </p14:cNvPr>
              <p14:cNvContentPartPr/>
              <p14:nvPr/>
            </p14:nvContentPartPr>
            <p14:xfrm>
              <a:off x="120383" y="1655885"/>
              <a:ext cx="758160" cy="10440"/>
            </p14:xfrm>
          </p:contentPart>
        </mc:Choice>
        <mc:Fallback xmlns="">
          <p:pic>
            <p:nvPicPr>
              <p:cNvPr id="7" name="Ink 6">
                <a:extLst>
                  <a:ext uri="{FF2B5EF4-FFF2-40B4-BE49-F238E27FC236}">
                    <a16:creationId xmlns:a16="http://schemas.microsoft.com/office/drawing/2014/main" id="{45BC2DAF-C186-395C-CA93-07FF8A2E2188}"/>
                  </a:ext>
                </a:extLst>
              </p:cNvPr>
              <p:cNvPicPr/>
              <p:nvPr/>
            </p:nvPicPr>
            <p:blipFill>
              <a:blip r:embed="rId5"/>
              <a:stretch>
                <a:fillRect/>
              </a:stretch>
            </p:blipFill>
            <p:spPr>
              <a:xfrm>
                <a:off x="102743" y="1619885"/>
                <a:ext cx="79380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488B31E7-C3E4-9E90-5A18-188B44976A2A}"/>
                  </a:ext>
                </a:extLst>
              </p14:cNvPr>
              <p14:cNvContentPartPr/>
              <p14:nvPr/>
            </p14:nvContentPartPr>
            <p14:xfrm>
              <a:off x="103103" y="1923365"/>
              <a:ext cx="567000" cy="360"/>
            </p14:xfrm>
          </p:contentPart>
        </mc:Choice>
        <mc:Fallback xmlns="">
          <p:pic>
            <p:nvPicPr>
              <p:cNvPr id="8" name="Ink 7">
                <a:extLst>
                  <a:ext uri="{FF2B5EF4-FFF2-40B4-BE49-F238E27FC236}">
                    <a16:creationId xmlns:a16="http://schemas.microsoft.com/office/drawing/2014/main" id="{488B31E7-C3E4-9E90-5A18-188B44976A2A}"/>
                  </a:ext>
                </a:extLst>
              </p:cNvPr>
              <p:cNvPicPr/>
              <p:nvPr/>
            </p:nvPicPr>
            <p:blipFill>
              <a:blip r:embed="rId7"/>
              <a:stretch>
                <a:fillRect/>
              </a:stretch>
            </p:blipFill>
            <p:spPr>
              <a:xfrm>
                <a:off x="85463" y="1887725"/>
                <a:ext cx="6026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89FBFE89-4C64-94AB-B6C5-EBA846C9CB22}"/>
                  </a:ext>
                </a:extLst>
              </p14:cNvPr>
              <p14:cNvContentPartPr/>
              <p14:nvPr/>
            </p14:nvContentPartPr>
            <p14:xfrm>
              <a:off x="77543" y="3717965"/>
              <a:ext cx="1017360" cy="78840"/>
            </p14:xfrm>
          </p:contentPart>
        </mc:Choice>
        <mc:Fallback xmlns="">
          <p:pic>
            <p:nvPicPr>
              <p:cNvPr id="10" name="Ink 9">
                <a:extLst>
                  <a:ext uri="{FF2B5EF4-FFF2-40B4-BE49-F238E27FC236}">
                    <a16:creationId xmlns:a16="http://schemas.microsoft.com/office/drawing/2014/main" id="{89FBFE89-4C64-94AB-B6C5-EBA846C9CB22}"/>
                  </a:ext>
                </a:extLst>
              </p:cNvPr>
              <p:cNvPicPr/>
              <p:nvPr/>
            </p:nvPicPr>
            <p:blipFill>
              <a:blip r:embed="rId9"/>
              <a:stretch>
                <a:fillRect/>
              </a:stretch>
            </p:blipFill>
            <p:spPr>
              <a:xfrm>
                <a:off x="59543" y="3681965"/>
                <a:ext cx="10530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1B4ABACD-3838-0EC8-0284-999FBFA3D30D}"/>
                  </a:ext>
                </a:extLst>
              </p14:cNvPr>
              <p14:cNvContentPartPr/>
              <p14:nvPr/>
            </p14:nvContentPartPr>
            <p14:xfrm>
              <a:off x="84743" y="4001285"/>
              <a:ext cx="613080" cy="69840"/>
            </p14:xfrm>
          </p:contentPart>
        </mc:Choice>
        <mc:Fallback xmlns="">
          <p:pic>
            <p:nvPicPr>
              <p:cNvPr id="12" name="Ink 11">
                <a:extLst>
                  <a:ext uri="{FF2B5EF4-FFF2-40B4-BE49-F238E27FC236}">
                    <a16:creationId xmlns:a16="http://schemas.microsoft.com/office/drawing/2014/main" id="{1B4ABACD-3838-0EC8-0284-999FBFA3D30D}"/>
                  </a:ext>
                </a:extLst>
              </p:cNvPr>
              <p:cNvPicPr/>
              <p:nvPr/>
            </p:nvPicPr>
            <p:blipFill>
              <a:blip r:embed="rId11"/>
              <a:stretch>
                <a:fillRect/>
              </a:stretch>
            </p:blipFill>
            <p:spPr>
              <a:xfrm>
                <a:off x="67103" y="3965285"/>
                <a:ext cx="6487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A96D9179-82CB-E599-59D6-9E7BA27BC02F}"/>
                  </a:ext>
                </a:extLst>
              </p14:cNvPr>
              <p14:cNvContentPartPr/>
              <p14:nvPr/>
            </p14:nvContentPartPr>
            <p14:xfrm>
              <a:off x="491543" y="3700685"/>
              <a:ext cx="353880" cy="35280"/>
            </p14:xfrm>
          </p:contentPart>
        </mc:Choice>
        <mc:Fallback xmlns="">
          <p:pic>
            <p:nvPicPr>
              <p:cNvPr id="13" name="Ink 12">
                <a:extLst>
                  <a:ext uri="{FF2B5EF4-FFF2-40B4-BE49-F238E27FC236}">
                    <a16:creationId xmlns:a16="http://schemas.microsoft.com/office/drawing/2014/main" id="{A96D9179-82CB-E599-59D6-9E7BA27BC02F}"/>
                  </a:ext>
                </a:extLst>
              </p:cNvPr>
              <p:cNvPicPr/>
              <p:nvPr/>
            </p:nvPicPr>
            <p:blipFill>
              <a:blip r:embed="rId13"/>
              <a:stretch>
                <a:fillRect/>
              </a:stretch>
            </p:blipFill>
            <p:spPr>
              <a:xfrm>
                <a:off x="473903" y="3664685"/>
                <a:ext cx="3895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CAADA2AA-C29E-F592-510A-C25FC0895439}"/>
                  </a:ext>
                </a:extLst>
              </p14:cNvPr>
              <p14:cNvContentPartPr/>
              <p14:nvPr/>
            </p14:nvContentPartPr>
            <p14:xfrm>
              <a:off x="423143" y="3769805"/>
              <a:ext cx="353160" cy="9360"/>
            </p14:xfrm>
          </p:contentPart>
        </mc:Choice>
        <mc:Fallback xmlns="">
          <p:pic>
            <p:nvPicPr>
              <p:cNvPr id="14" name="Ink 13">
                <a:extLst>
                  <a:ext uri="{FF2B5EF4-FFF2-40B4-BE49-F238E27FC236}">
                    <a16:creationId xmlns:a16="http://schemas.microsoft.com/office/drawing/2014/main" id="{CAADA2AA-C29E-F592-510A-C25FC0895439}"/>
                  </a:ext>
                </a:extLst>
              </p:cNvPr>
              <p:cNvPicPr/>
              <p:nvPr/>
            </p:nvPicPr>
            <p:blipFill>
              <a:blip r:embed="rId15"/>
              <a:stretch>
                <a:fillRect/>
              </a:stretch>
            </p:blipFill>
            <p:spPr>
              <a:xfrm>
                <a:off x="405503" y="3733805"/>
                <a:ext cx="38880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6F6CE827-06F5-4C69-BD7E-A9D7B467E527}"/>
                  </a:ext>
                </a:extLst>
              </p14:cNvPr>
              <p14:cNvContentPartPr/>
              <p14:nvPr/>
            </p14:nvContentPartPr>
            <p14:xfrm>
              <a:off x="103463" y="3726245"/>
              <a:ext cx="483120" cy="28440"/>
            </p14:xfrm>
          </p:contentPart>
        </mc:Choice>
        <mc:Fallback xmlns="">
          <p:pic>
            <p:nvPicPr>
              <p:cNvPr id="15" name="Ink 14">
                <a:extLst>
                  <a:ext uri="{FF2B5EF4-FFF2-40B4-BE49-F238E27FC236}">
                    <a16:creationId xmlns:a16="http://schemas.microsoft.com/office/drawing/2014/main" id="{6F6CE827-06F5-4C69-BD7E-A9D7B467E527}"/>
                  </a:ext>
                </a:extLst>
              </p:cNvPr>
              <p:cNvPicPr/>
              <p:nvPr/>
            </p:nvPicPr>
            <p:blipFill>
              <a:blip r:embed="rId17"/>
              <a:stretch>
                <a:fillRect/>
              </a:stretch>
            </p:blipFill>
            <p:spPr>
              <a:xfrm>
                <a:off x="85823" y="3690605"/>
                <a:ext cx="51876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27592363-152E-3AF9-8628-9F2C0FFF9E83}"/>
                  </a:ext>
                </a:extLst>
              </p14:cNvPr>
              <p14:cNvContentPartPr/>
              <p14:nvPr/>
            </p14:nvContentPartPr>
            <p14:xfrm>
              <a:off x="84023" y="2915165"/>
              <a:ext cx="936720" cy="119880"/>
            </p14:xfrm>
          </p:contentPart>
        </mc:Choice>
        <mc:Fallback xmlns="">
          <p:pic>
            <p:nvPicPr>
              <p:cNvPr id="16" name="Ink 15">
                <a:extLst>
                  <a:ext uri="{FF2B5EF4-FFF2-40B4-BE49-F238E27FC236}">
                    <a16:creationId xmlns:a16="http://schemas.microsoft.com/office/drawing/2014/main" id="{27592363-152E-3AF9-8628-9F2C0FFF9E83}"/>
                  </a:ext>
                </a:extLst>
              </p:cNvPr>
              <p:cNvPicPr/>
              <p:nvPr/>
            </p:nvPicPr>
            <p:blipFill>
              <a:blip r:embed="rId19"/>
              <a:stretch>
                <a:fillRect/>
              </a:stretch>
            </p:blipFill>
            <p:spPr>
              <a:xfrm>
                <a:off x="66383" y="2879525"/>
                <a:ext cx="97236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F8FFEA43-E2B1-D750-75CE-B29BF5C884A2}"/>
                  </a:ext>
                </a:extLst>
              </p14:cNvPr>
              <p14:cNvContentPartPr/>
              <p14:nvPr/>
            </p14:nvContentPartPr>
            <p14:xfrm>
              <a:off x="793583" y="2958005"/>
              <a:ext cx="171000" cy="9720"/>
            </p14:xfrm>
          </p:contentPart>
        </mc:Choice>
        <mc:Fallback xmlns="">
          <p:pic>
            <p:nvPicPr>
              <p:cNvPr id="17" name="Ink 16">
                <a:extLst>
                  <a:ext uri="{FF2B5EF4-FFF2-40B4-BE49-F238E27FC236}">
                    <a16:creationId xmlns:a16="http://schemas.microsoft.com/office/drawing/2014/main" id="{F8FFEA43-E2B1-D750-75CE-B29BF5C884A2}"/>
                  </a:ext>
                </a:extLst>
              </p:cNvPr>
              <p:cNvPicPr/>
              <p:nvPr/>
            </p:nvPicPr>
            <p:blipFill>
              <a:blip r:embed="rId21"/>
              <a:stretch>
                <a:fillRect/>
              </a:stretch>
            </p:blipFill>
            <p:spPr>
              <a:xfrm>
                <a:off x="775583" y="2922365"/>
                <a:ext cx="206640" cy="81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18" name="Ink 17">
                <a:extLst>
                  <a:ext uri="{FF2B5EF4-FFF2-40B4-BE49-F238E27FC236}">
                    <a16:creationId xmlns:a16="http://schemas.microsoft.com/office/drawing/2014/main" id="{76240D37-71C5-57A1-C402-7FDB1EF772A0}"/>
                  </a:ext>
                </a:extLst>
              </p14:cNvPr>
              <p14:cNvContentPartPr/>
              <p14:nvPr/>
            </p14:nvContentPartPr>
            <p14:xfrm>
              <a:off x="-362377" y="2164925"/>
              <a:ext cx="360" cy="360"/>
            </p14:xfrm>
          </p:contentPart>
        </mc:Choice>
        <mc:Fallback xmlns="">
          <p:pic>
            <p:nvPicPr>
              <p:cNvPr id="18" name="Ink 17">
                <a:extLst>
                  <a:ext uri="{FF2B5EF4-FFF2-40B4-BE49-F238E27FC236}">
                    <a16:creationId xmlns:a16="http://schemas.microsoft.com/office/drawing/2014/main" id="{76240D37-71C5-57A1-C402-7FDB1EF772A0}"/>
                  </a:ext>
                </a:extLst>
              </p:cNvPr>
              <p:cNvPicPr/>
              <p:nvPr/>
            </p:nvPicPr>
            <p:blipFill>
              <a:blip r:embed="rId23"/>
              <a:stretch>
                <a:fillRect/>
              </a:stretch>
            </p:blipFill>
            <p:spPr>
              <a:xfrm>
                <a:off x="-371017" y="2111285"/>
                <a:ext cx="1800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D1651530-AF01-2C9B-EA20-AFA28C6A470B}"/>
                  </a:ext>
                </a:extLst>
              </p14:cNvPr>
              <p14:cNvContentPartPr/>
              <p14:nvPr/>
            </p14:nvContentPartPr>
            <p14:xfrm>
              <a:off x="112103" y="2163845"/>
              <a:ext cx="888480" cy="36000"/>
            </p14:xfrm>
          </p:contentPart>
        </mc:Choice>
        <mc:Fallback xmlns="">
          <p:pic>
            <p:nvPicPr>
              <p:cNvPr id="21" name="Ink 20">
                <a:extLst>
                  <a:ext uri="{FF2B5EF4-FFF2-40B4-BE49-F238E27FC236}">
                    <a16:creationId xmlns:a16="http://schemas.microsoft.com/office/drawing/2014/main" id="{D1651530-AF01-2C9B-EA20-AFA28C6A470B}"/>
                  </a:ext>
                </a:extLst>
              </p:cNvPr>
              <p:cNvPicPr/>
              <p:nvPr/>
            </p:nvPicPr>
            <p:blipFill>
              <a:blip r:embed="rId25"/>
              <a:stretch>
                <a:fillRect/>
              </a:stretch>
            </p:blipFill>
            <p:spPr>
              <a:xfrm>
                <a:off x="58103" y="2056205"/>
                <a:ext cx="99612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77EBE2FA-ED8F-95CF-B4C1-9D3ABE3579C0}"/>
                  </a:ext>
                </a:extLst>
              </p14:cNvPr>
              <p14:cNvContentPartPr/>
              <p14:nvPr/>
            </p14:nvContentPartPr>
            <p14:xfrm>
              <a:off x="137663" y="2655605"/>
              <a:ext cx="397800" cy="45360"/>
            </p14:xfrm>
          </p:contentPart>
        </mc:Choice>
        <mc:Fallback xmlns="">
          <p:pic>
            <p:nvPicPr>
              <p:cNvPr id="22" name="Ink 21">
                <a:extLst>
                  <a:ext uri="{FF2B5EF4-FFF2-40B4-BE49-F238E27FC236}">
                    <a16:creationId xmlns:a16="http://schemas.microsoft.com/office/drawing/2014/main" id="{77EBE2FA-ED8F-95CF-B4C1-9D3ABE3579C0}"/>
                  </a:ext>
                </a:extLst>
              </p:cNvPr>
              <p:cNvPicPr/>
              <p:nvPr/>
            </p:nvPicPr>
            <p:blipFill>
              <a:blip r:embed="rId27"/>
              <a:stretch>
                <a:fillRect/>
              </a:stretch>
            </p:blipFill>
            <p:spPr>
              <a:xfrm>
                <a:off x="84023" y="2547605"/>
                <a:ext cx="505440" cy="261000"/>
              </a:xfrm>
              <a:prstGeom prst="rect">
                <a:avLst/>
              </a:prstGeom>
            </p:spPr>
          </p:pic>
        </mc:Fallback>
      </mc:AlternateContent>
    </p:spTree>
    <p:extLst>
      <p:ext uri="{BB962C8B-B14F-4D97-AF65-F5344CB8AC3E}">
        <p14:creationId xmlns:p14="http://schemas.microsoft.com/office/powerpoint/2010/main" val="4201203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1" y="5756658"/>
            <a:ext cx="12192000" cy="1123950"/>
          </a:xfrm>
          <a:prstGeom prst="rect">
            <a:avLst/>
          </a:prstGeom>
        </p:spPr>
      </p:pic>
      <p:pic>
        <p:nvPicPr>
          <p:cNvPr id="3" name="Picture 2">
            <a:extLst>
              <a:ext uri="{FF2B5EF4-FFF2-40B4-BE49-F238E27FC236}">
                <a16:creationId xmlns:a16="http://schemas.microsoft.com/office/drawing/2014/main" id="{0731F19B-13F5-9A52-D0EC-0F4B5C081E37}"/>
              </a:ext>
            </a:extLst>
          </p:cNvPr>
          <p:cNvPicPr>
            <a:picLocks noChangeAspect="1"/>
          </p:cNvPicPr>
          <p:nvPr/>
        </p:nvPicPr>
        <p:blipFill>
          <a:blip r:embed="rId3"/>
          <a:stretch>
            <a:fillRect/>
          </a:stretch>
        </p:blipFill>
        <p:spPr>
          <a:xfrm>
            <a:off x="-1" y="-19712"/>
            <a:ext cx="4934313" cy="5526431"/>
          </a:xfrm>
          <a:prstGeom prst="rect">
            <a:avLst/>
          </a:prstGeom>
        </p:spPr>
      </p:pic>
      <p:sp>
        <p:nvSpPr>
          <p:cNvPr id="4" name="TextBox 3">
            <a:extLst>
              <a:ext uri="{FF2B5EF4-FFF2-40B4-BE49-F238E27FC236}">
                <a16:creationId xmlns:a16="http://schemas.microsoft.com/office/drawing/2014/main" id="{D231FD1C-BDD1-CC9C-3CCB-A088E8D33FF3}"/>
              </a:ext>
            </a:extLst>
          </p:cNvPr>
          <p:cNvSpPr txBox="1"/>
          <p:nvPr/>
        </p:nvSpPr>
        <p:spPr>
          <a:xfrm>
            <a:off x="5212080" y="487680"/>
            <a:ext cx="6431280" cy="707886"/>
          </a:xfrm>
          <a:prstGeom prst="rect">
            <a:avLst/>
          </a:prstGeom>
          <a:noFill/>
        </p:spPr>
        <p:txBody>
          <a:bodyPr wrap="square">
            <a:spAutoFit/>
          </a:bodyPr>
          <a:lstStyle/>
          <a:p>
            <a:r>
              <a:rPr lang="en-US" sz="2000" dirty="0"/>
              <a:t>The sensitivity of payouts to FCF is much higher in the 2000s</a:t>
            </a:r>
          </a:p>
        </p:txBody>
      </p:sp>
      <p:sp>
        <p:nvSpPr>
          <p:cNvPr id="5" name="Rectangle 4">
            <a:extLst>
              <a:ext uri="{FF2B5EF4-FFF2-40B4-BE49-F238E27FC236}">
                <a16:creationId xmlns:a16="http://schemas.microsoft.com/office/drawing/2014/main" id="{A89EAC3A-6CCE-31F9-0E76-C4A500394563}"/>
              </a:ext>
            </a:extLst>
          </p:cNvPr>
          <p:cNvSpPr/>
          <p:nvPr/>
        </p:nvSpPr>
        <p:spPr>
          <a:xfrm>
            <a:off x="152400" y="3505200"/>
            <a:ext cx="4551680" cy="7518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7380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11762"/>
            <a:ext cx="9144000" cy="508336"/>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76200" y="685800"/>
            <a:ext cx="11652381" cy="4753947"/>
          </a:xfrm>
        </p:spPr>
        <p:txBody>
          <a:bodyPr>
            <a:normAutofit/>
          </a:bodyPr>
          <a:lstStyle/>
          <a:p>
            <a:pPr marL="571500" indent="-571500" algn="l">
              <a:buFont typeface="Arial" panose="020B0604020202020204" pitchFamily="34" charset="0"/>
              <a:buChar char="•"/>
            </a:pPr>
            <a:r>
              <a:rPr lang="en-US" dirty="0"/>
              <a:t>The average annual inflation-adjusted amount paid out through dividends and repurchases by public industrial firms is more than three times larger from 2000 to 2019 than from 1971 to 1999.</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dirty="0"/>
              <a:t>An increase in aggregate corporate income accounts for 37% of the increase in aggregate annual payouts, and an increase in the payout rate accounts for 63%. </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dirty="0"/>
              <a:t>Firms have higher payout rates in the 2000s not only because they are older, larger, and have more free cash flow, but also because they pay out more of their free cash flow</a:t>
            </a:r>
          </a:p>
          <a:p>
            <a:pPr marL="571500" indent="-571500" algn="l">
              <a:buFont typeface="Arial" panose="020B0604020202020204" pitchFamily="34" charset="0"/>
              <a:buChar char="•"/>
            </a:pPr>
            <a:endParaRPr lang="en-US" dirty="0"/>
          </a:p>
          <a:p>
            <a:pPr marL="571500" indent="-571500" algn="l">
              <a:buFont typeface="Arial" panose="020B0604020202020204" pitchFamily="34" charset="0"/>
              <a:buChar char="•"/>
            </a:pPr>
            <a:r>
              <a:rPr lang="en-US" sz="2000" dirty="0"/>
              <a:t>Firms spend less on capital expenditures in the 2000s than before, and capital expenditures decrease similarly for firms with payouts and for firms without.</a:t>
            </a:r>
            <a:endParaRPr lang="en-US" sz="21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itle 3">
            <a:extLst>
              <a:ext uri="{FF2B5EF4-FFF2-40B4-BE49-F238E27FC236}">
                <a16:creationId xmlns:a16="http://schemas.microsoft.com/office/drawing/2014/main" id="{5A21D306-94C6-13E1-545F-46C526B992F5}"/>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4680</TotalTime>
  <Words>946</Words>
  <Application>Microsoft Office PowerPoint</Application>
  <PresentationFormat>Widescreen</PresentationFormat>
  <Paragraphs>84</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Calisto MT</vt:lpstr>
      <vt:lpstr>Open Sans</vt:lpstr>
      <vt:lpstr>Wingdings 2</vt:lpstr>
      <vt:lpstr>Slate</vt:lpstr>
      <vt:lpstr>Why are corporate payouts so high in the 2000s?</vt:lpstr>
      <vt:lpstr>Research Question:</vt:lpstr>
      <vt:lpstr>Sample</vt:lpstr>
      <vt:lpstr>Aggregate constant dollar payouts</vt:lpstr>
      <vt:lpstr>Aggregate constant dollar payouts</vt:lpstr>
      <vt:lpstr>Table 1 Takeaway</vt:lpstr>
      <vt:lpstr>Aggregate constant dollar payouts</vt:lpstr>
      <vt:lpstr> Variable construction and summary statistics </vt:lpstr>
      <vt:lpstr>Firm payouts and performance</vt:lpstr>
      <vt:lpstr>Firm payouts and performance</vt:lpstr>
      <vt:lpstr>PowerPoint Presentation</vt:lpstr>
      <vt:lpstr>Predicting Payouts in the 2000s _Fig. 4 </vt:lpstr>
      <vt:lpstr>Predicting Payouts in the 2000s</vt:lpstr>
      <vt:lpstr>PowerPoint Presentation</vt:lpstr>
      <vt:lpstr>PowerPoint Presentation</vt:lpstr>
      <vt:lpstr>PowerPoint Presentation</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208</cp:revision>
  <dcterms:created xsi:type="dcterms:W3CDTF">2024-01-18T13:26:59Z</dcterms:created>
  <dcterms:modified xsi:type="dcterms:W3CDTF">2024-09-16T14:43:28Z</dcterms:modified>
</cp:coreProperties>
</file>