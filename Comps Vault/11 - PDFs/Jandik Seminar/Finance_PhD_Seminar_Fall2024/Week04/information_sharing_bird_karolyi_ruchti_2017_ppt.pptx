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315" r:id="rId3"/>
    <p:sldId id="346" r:id="rId4"/>
    <p:sldId id="395" r:id="rId5"/>
    <p:sldId id="397" r:id="rId6"/>
    <p:sldId id="468" r:id="rId7"/>
    <p:sldId id="453" r:id="rId8"/>
    <p:sldId id="469" r:id="rId9"/>
    <p:sldId id="442" r:id="rId10"/>
    <p:sldId id="454" r:id="rId11"/>
    <p:sldId id="444" r:id="rId12"/>
    <p:sldId id="488" r:id="rId13"/>
    <p:sldId id="489" r:id="rId14"/>
    <p:sldId id="455" r:id="rId15"/>
    <p:sldId id="445" r:id="rId16"/>
    <p:sldId id="490" r:id="rId17"/>
    <p:sldId id="456" r:id="rId18"/>
    <p:sldId id="491" r:id="rId19"/>
    <p:sldId id="446" r:id="rId20"/>
    <p:sldId id="487" r:id="rId21"/>
    <p:sldId id="473" r:id="rId22"/>
    <p:sldId id="474" r:id="rId23"/>
    <p:sldId id="492" r:id="rId24"/>
    <p:sldId id="475" r:id="rId25"/>
    <p:sldId id="476" r:id="rId26"/>
    <p:sldId id="477" r:id="rId27"/>
    <p:sldId id="493" r:id="rId28"/>
    <p:sldId id="479" r:id="rId29"/>
    <p:sldId id="494" r:id="rId30"/>
    <p:sldId id="481" r:id="rId31"/>
    <p:sldId id="482" r:id="rId32"/>
    <p:sldId id="467" r:id="rId33"/>
  </p:sldIdLst>
  <p:sldSz cx="9144000" cy="5143500" type="screen16x9"/>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F0ED9B7-CD5E-4565-9CB6-CF7B31D9F05F}">
          <p14:sldIdLst>
            <p14:sldId id="256"/>
            <p14:sldId id="315"/>
            <p14:sldId id="346"/>
            <p14:sldId id="395"/>
            <p14:sldId id="397"/>
            <p14:sldId id="468"/>
            <p14:sldId id="453"/>
            <p14:sldId id="469"/>
            <p14:sldId id="442"/>
            <p14:sldId id="454"/>
            <p14:sldId id="444"/>
            <p14:sldId id="488"/>
            <p14:sldId id="489"/>
            <p14:sldId id="455"/>
            <p14:sldId id="445"/>
            <p14:sldId id="490"/>
            <p14:sldId id="456"/>
            <p14:sldId id="491"/>
            <p14:sldId id="446"/>
            <p14:sldId id="487"/>
            <p14:sldId id="473"/>
            <p14:sldId id="474"/>
            <p14:sldId id="492"/>
            <p14:sldId id="475"/>
            <p14:sldId id="476"/>
            <p14:sldId id="477"/>
            <p14:sldId id="493"/>
            <p14:sldId id="479"/>
            <p14:sldId id="494"/>
            <p14:sldId id="481"/>
            <p14:sldId id="482"/>
            <p14:sldId id="467"/>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C2FB6E-7498-2592-93A0-81FD715D26E9}" v="1862" dt="2024-09-10T13:14:53.9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stin Francis" userId="S::apf006@uark.edu::d9206161-76a2-4d0d-bb71-2bac416203d9" providerId="AD" clId="Web-{C64FB65F-14A5-C573-B804-B8343143B81D}"/>
    <pc:docChg chg="modSld">
      <pc:chgData name="Austin Francis" userId="S::apf006@uark.edu::d9206161-76a2-4d0d-bb71-2bac416203d9" providerId="AD" clId="Web-{C64FB65F-14A5-C573-B804-B8343143B81D}" dt="2024-08-27T13:33:00.034" v="306"/>
      <pc:docMkLst>
        <pc:docMk/>
      </pc:docMkLst>
      <pc:sldChg chg="modNotes">
        <pc:chgData name="Austin Francis" userId="S::apf006@uark.edu::d9206161-76a2-4d0d-bb71-2bac416203d9" providerId="AD" clId="Web-{C64FB65F-14A5-C573-B804-B8343143B81D}" dt="2024-08-27T13:32:01.876" v="300"/>
        <pc:sldMkLst>
          <pc:docMk/>
          <pc:sldMk cId="1873507160" sldId="445"/>
        </pc:sldMkLst>
      </pc:sldChg>
      <pc:sldChg chg="modNotes">
        <pc:chgData name="Austin Francis" userId="S::apf006@uark.edu::d9206161-76a2-4d0d-bb71-2bac416203d9" providerId="AD" clId="Web-{C64FB65F-14A5-C573-B804-B8343143B81D}" dt="2024-08-27T13:32:51.518" v="305"/>
        <pc:sldMkLst>
          <pc:docMk/>
          <pc:sldMk cId="255185723" sldId="446"/>
        </pc:sldMkLst>
      </pc:sldChg>
      <pc:sldChg chg="modNotes">
        <pc:chgData name="Austin Francis" userId="S::apf006@uark.edu::d9206161-76a2-4d0d-bb71-2bac416203d9" providerId="AD" clId="Web-{C64FB65F-14A5-C573-B804-B8343143B81D}" dt="2024-08-27T13:29:05.978" v="223"/>
        <pc:sldMkLst>
          <pc:docMk/>
          <pc:sldMk cId="3278758722" sldId="454"/>
        </pc:sldMkLst>
      </pc:sldChg>
      <pc:sldChg chg="modNotes">
        <pc:chgData name="Austin Francis" userId="S::apf006@uark.edu::d9206161-76a2-4d0d-bb71-2bac416203d9" providerId="AD" clId="Web-{C64FB65F-14A5-C573-B804-B8343143B81D}" dt="2024-08-27T13:29:20.932" v="224"/>
        <pc:sldMkLst>
          <pc:docMk/>
          <pc:sldMk cId="3419803062" sldId="455"/>
        </pc:sldMkLst>
      </pc:sldChg>
      <pc:sldChg chg="modSp">
        <pc:chgData name="Austin Francis" userId="S::apf006@uark.edu::d9206161-76a2-4d0d-bb71-2bac416203d9" providerId="AD" clId="Web-{C64FB65F-14A5-C573-B804-B8343143B81D}" dt="2024-08-27T13:32:47.456" v="304" actId="20577"/>
        <pc:sldMkLst>
          <pc:docMk/>
          <pc:sldMk cId="686375482" sldId="456"/>
        </pc:sldMkLst>
        <pc:spChg chg="mod">
          <ac:chgData name="Austin Francis" userId="S::apf006@uark.edu::d9206161-76a2-4d0d-bb71-2bac416203d9" providerId="AD" clId="Web-{C64FB65F-14A5-C573-B804-B8343143B81D}" dt="2024-08-27T13:32:47.456" v="304" actId="20577"/>
          <ac:spMkLst>
            <pc:docMk/>
            <pc:sldMk cId="686375482" sldId="456"/>
            <ac:spMk id="3" creationId="{FE278BFF-FA8B-34A3-C83B-1D0BFB2544CD}"/>
          </ac:spMkLst>
        </pc:spChg>
      </pc:sldChg>
      <pc:sldChg chg="modNotes">
        <pc:chgData name="Austin Francis" userId="S::apf006@uark.edu::d9206161-76a2-4d0d-bb71-2bac416203d9" providerId="AD" clId="Web-{C64FB65F-14A5-C573-B804-B8343143B81D}" dt="2024-08-27T13:27:04.785" v="222"/>
        <pc:sldMkLst>
          <pc:docMk/>
          <pc:sldMk cId="978978087" sldId="463"/>
        </pc:sldMkLst>
      </pc:sldChg>
      <pc:sldChg chg="modNotes">
        <pc:chgData name="Austin Francis" userId="S::apf006@uark.edu::d9206161-76a2-4d0d-bb71-2bac416203d9" providerId="AD" clId="Web-{C64FB65F-14A5-C573-B804-B8343143B81D}" dt="2024-08-27T13:29:58.620" v="226"/>
        <pc:sldMkLst>
          <pc:docMk/>
          <pc:sldMk cId="475043155" sldId="465"/>
        </pc:sldMkLst>
      </pc:sldChg>
      <pc:sldChg chg="modNotes">
        <pc:chgData name="Austin Francis" userId="S::apf006@uark.edu::d9206161-76a2-4d0d-bb71-2bac416203d9" providerId="AD" clId="Web-{C64FB65F-14A5-C573-B804-B8343143B81D}" dt="2024-08-27T13:33:00.034" v="306"/>
        <pc:sldMkLst>
          <pc:docMk/>
          <pc:sldMk cId="824158794" sldId="466"/>
        </pc:sldMkLst>
      </pc:sldChg>
    </pc:docChg>
  </pc:docChgLst>
  <pc:docChgLst>
    <pc:chgData name="Austin Francis" userId="S::apf006@uark.edu::d9206161-76a2-4d0d-bb71-2bac416203d9" providerId="AD" clId="Web-{80A54EC7-9643-50D2-1530-D33A7DA07A60}"/>
    <pc:docChg chg="addSld modSld modSection">
      <pc:chgData name="Austin Francis" userId="S::apf006@uark.edu::d9206161-76a2-4d0d-bb71-2bac416203d9" providerId="AD" clId="Web-{80A54EC7-9643-50D2-1530-D33A7DA07A60}" dt="2024-08-29T19:33:29.670" v="231" actId="20577"/>
      <pc:docMkLst>
        <pc:docMk/>
      </pc:docMkLst>
      <pc:sldChg chg="modSp">
        <pc:chgData name="Austin Francis" userId="S::apf006@uark.edu::d9206161-76a2-4d0d-bb71-2bac416203d9" providerId="AD" clId="Web-{80A54EC7-9643-50D2-1530-D33A7DA07A60}" dt="2024-08-29T19:11:30.522" v="8" actId="20577"/>
        <pc:sldMkLst>
          <pc:docMk/>
          <pc:sldMk cId="875954484" sldId="256"/>
        </pc:sldMkLst>
        <pc:spChg chg="mod">
          <ac:chgData name="Austin Francis" userId="S::apf006@uark.edu::d9206161-76a2-4d0d-bb71-2bac416203d9" providerId="AD" clId="Web-{80A54EC7-9643-50D2-1530-D33A7DA07A60}" dt="2024-08-29T19:10:06.018" v="1" actId="20577"/>
          <ac:spMkLst>
            <pc:docMk/>
            <pc:sldMk cId="875954484" sldId="256"/>
            <ac:spMk id="2" creationId="{00000000-0000-0000-0000-000000000000}"/>
          </ac:spMkLst>
        </pc:spChg>
        <pc:spChg chg="mod">
          <ac:chgData name="Austin Francis" userId="S::apf006@uark.edu::d9206161-76a2-4d0d-bb71-2bac416203d9" providerId="AD" clId="Web-{80A54EC7-9643-50D2-1530-D33A7DA07A60}" dt="2024-08-29T19:11:30.522" v="8" actId="20577"/>
          <ac:spMkLst>
            <pc:docMk/>
            <pc:sldMk cId="875954484" sldId="256"/>
            <ac:spMk id="3" creationId="{00000000-0000-0000-0000-000000000000}"/>
          </ac:spMkLst>
        </pc:spChg>
      </pc:sldChg>
      <pc:sldChg chg="modSp">
        <pc:chgData name="Austin Francis" userId="S::apf006@uark.edu::d9206161-76a2-4d0d-bb71-2bac416203d9" providerId="AD" clId="Web-{80A54EC7-9643-50D2-1530-D33A7DA07A60}" dt="2024-08-29T19:13:30.198" v="35" actId="20577"/>
        <pc:sldMkLst>
          <pc:docMk/>
          <pc:sldMk cId="718245954" sldId="315"/>
        </pc:sldMkLst>
        <pc:spChg chg="mod">
          <ac:chgData name="Austin Francis" userId="S::apf006@uark.edu::d9206161-76a2-4d0d-bb71-2bac416203d9" providerId="AD" clId="Web-{80A54EC7-9643-50D2-1530-D33A7DA07A60}" dt="2024-08-29T19:13:30.198" v="35" actId="20577"/>
          <ac:spMkLst>
            <pc:docMk/>
            <pc:sldMk cId="718245954" sldId="315"/>
            <ac:spMk id="3" creationId="{EC44ADDE-7BAE-4D27-8839-0025B3A2D42C}"/>
          </ac:spMkLst>
        </pc:spChg>
      </pc:sldChg>
      <pc:sldChg chg="modSp">
        <pc:chgData name="Austin Francis" userId="S::apf006@uark.edu::d9206161-76a2-4d0d-bb71-2bac416203d9" providerId="AD" clId="Web-{80A54EC7-9643-50D2-1530-D33A7DA07A60}" dt="2024-08-29T19:23:01.644" v="124" actId="20577"/>
        <pc:sldMkLst>
          <pc:docMk/>
          <pc:sldMk cId="869680711" sldId="346"/>
        </pc:sldMkLst>
        <pc:spChg chg="mod">
          <ac:chgData name="Austin Francis" userId="S::apf006@uark.edu::d9206161-76a2-4d0d-bb71-2bac416203d9" providerId="AD" clId="Web-{80A54EC7-9643-50D2-1530-D33A7DA07A60}" dt="2024-08-29T19:23:01.644" v="124" actId="20577"/>
          <ac:spMkLst>
            <pc:docMk/>
            <pc:sldMk cId="869680711" sldId="346"/>
            <ac:spMk id="3" creationId="{EC44ADDE-7BAE-4D27-8839-0025B3A2D42C}"/>
          </ac:spMkLst>
        </pc:spChg>
      </pc:sldChg>
      <pc:sldChg chg="modSp">
        <pc:chgData name="Austin Francis" userId="S::apf006@uark.edu::d9206161-76a2-4d0d-bb71-2bac416203d9" providerId="AD" clId="Web-{80A54EC7-9643-50D2-1530-D33A7DA07A60}" dt="2024-08-29T19:26:42.512" v="201" actId="20577"/>
        <pc:sldMkLst>
          <pc:docMk/>
          <pc:sldMk cId="2158989465" sldId="395"/>
        </pc:sldMkLst>
        <pc:spChg chg="mod">
          <ac:chgData name="Austin Francis" userId="S::apf006@uark.edu::d9206161-76a2-4d0d-bb71-2bac416203d9" providerId="AD" clId="Web-{80A54EC7-9643-50D2-1530-D33A7DA07A60}" dt="2024-08-29T19:26:42.512" v="201" actId="20577"/>
          <ac:spMkLst>
            <pc:docMk/>
            <pc:sldMk cId="2158989465" sldId="395"/>
            <ac:spMk id="3" creationId="{EC44ADDE-7BAE-4D27-8839-0025B3A2D42C}"/>
          </ac:spMkLst>
        </pc:spChg>
      </pc:sldChg>
      <pc:sldChg chg="addSp delSp modSp">
        <pc:chgData name="Austin Francis" userId="S::apf006@uark.edu::d9206161-76a2-4d0d-bb71-2bac416203d9" providerId="AD" clId="Web-{80A54EC7-9643-50D2-1530-D33A7DA07A60}" dt="2024-08-29T19:29:47.817" v="212" actId="1076"/>
        <pc:sldMkLst>
          <pc:docMk/>
          <pc:sldMk cId="1660926710" sldId="397"/>
        </pc:sldMkLst>
        <pc:spChg chg="mod">
          <ac:chgData name="Austin Francis" userId="S::apf006@uark.edu::d9206161-76a2-4d0d-bb71-2bac416203d9" providerId="AD" clId="Web-{80A54EC7-9643-50D2-1530-D33A7DA07A60}" dt="2024-08-29T19:28:55.502" v="206" actId="20577"/>
          <ac:spMkLst>
            <pc:docMk/>
            <pc:sldMk cId="1660926710" sldId="397"/>
            <ac:spMk id="2" creationId="{A9A10DC1-DDE1-4347-BDBB-4B2ACA3E8D0F}"/>
          </ac:spMkLst>
        </pc:spChg>
        <pc:spChg chg="add del mod">
          <ac:chgData name="Austin Francis" userId="S::apf006@uark.edu::d9206161-76a2-4d0d-bb71-2bac416203d9" providerId="AD" clId="Web-{80A54EC7-9643-50D2-1530-D33A7DA07A60}" dt="2024-08-29T19:29:38.535" v="208"/>
          <ac:spMkLst>
            <pc:docMk/>
            <pc:sldMk cId="1660926710" sldId="397"/>
            <ac:spMk id="4" creationId="{7CBA53B8-D8AB-836A-DC77-884EF846EF67}"/>
          </ac:spMkLst>
        </pc:spChg>
        <pc:picChg chg="del">
          <ac:chgData name="Austin Francis" userId="S::apf006@uark.edu::d9206161-76a2-4d0d-bb71-2bac416203d9" providerId="AD" clId="Web-{80A54EC7-9643-50D2-1530-D33A7DA07A60}" dt="2024-08-29T19:28:56.612" v="207"/>
          <ac:picMkLst>
            <pc:docMk/>
            <pc:sldMk cId="1660926710" sldId="397"/>
            <ac:picMk id="5" creationId="{20BA4054-CD65-49FC-9221-1F95153AAC08}"/>
          </ac:picMkLst>
        </pc:picChg>
        <pc:picChg chg="add mod ord">
          <ac:chgData name="Austin Francis" userId="S::apf006@uark.edu::d9206161-76a2-4d0d-bb71-2bac416203d9" providerId="AD" clId="Web-{80A54EC7-9643-50D2-1530-D33A7DA07A60}" dt="2024-08-29T19:29:47.817" v="212" actId="1076"/>
          <ac:picMkLst>
            <pc:docMk/>
            <pc:sldMk cId="1660926710" sldId="397"/>
            <ac:picMk id="6" creationId="{ED43E902-377A-235F-E3B7-100A8C5464E7}"/>
          </ac:picMkLst>
        </pc:picChg>
      </pc:sldChg>
      <pc:sldChg chg="addSp delSp modSp add replId">
        <pc:chgData name="Austin Francis" userId="S::apf006@uark.edu::d9206161-76a2-4d0d-bb71-2bac416203d9" providerId="AD" clId="Web-{80A54EC7-9643-50D2-1530-D33A7DA07A60}" dt="2024-08-29T19:31:07.336" v="222" actId="14100"/>
        <pc:sldMkLst>
          <pc:docMk/>
          <pc:sldMk cId="1898961290" sldId="468"/>
        </pc:sldMkLst>
        <pc:spChg chg="add del mod">
          <ac:chgData name="Austin Francis" userId="S::apf006@uark.edu::d9206161-76a2-4d0d-bb71-2bac416203d9" providerId="AD" clId="Web-{80A54EC7-9643-50D2-1530-D33A7DA07A60}" dt="2024-08-29T19:30:37.881" v="215"/>
          <ac:spMkLst>
            <pc:docMk/>
            <pc:sldMk cId="1898961290" sldId="468"/>
            <ac:spMk id="4" creationId="{B3F9E483-551A-C8A6-C12E-A9ACBF7DEB36}"/>
          </ac:spMkLst>
        </pc:spChg>
        <pc:picChg chg="add mod ord">
          <ac:chgData name="Austin Francis" userId="S::apf006@uark.edu::d9206161-76a2-4d0d-bb71-2bac416203d9" providerId="AD" clId="Web-{80A54EC7-9643-50D2-1530-D33A7DA07A60}" dt="2024-08-29T19:30:44.944" v="218" actId="1076"/>
          <ac:picMkLst>
            <pc:docMk/>
            <pc:sldMk cId="1898961290" sldId="468"/>
            <ac:picMk id="5" creationId="{6A989CCB-7B24-D26D-043D-05B8D4181ACB}"/>
          </ac:picMkLst>
        </pc:picChg>
        <pc:picChg chg="del">
          <ac:chgData name="Austin Francis" userId="S::apf006@uark.edu::d9206161-76a2-4d0d-bb71-2bac416203d9" providerId="AD" clId="Web-{80A54EC7-9643-50D2-1530-D33A7DA07A60}" dt="2024-08-29T19:30:35.147" v="214"/>
          <ac:picMkLst>
            <pc:docMk/>
            <pc:sldMk cId="1898961290" sldId="468"/>
            <ac:picMk id="6" creationId="{ED43E902-377A-235F-E3B7-100A8C5464E7}"/>
          </ac:picMkLst>
        </pc:picChg>
        <pc:picChg chg="add mod">
          <ac:chgData name="Austin Francis" userId="S::apf006@uark.edu::d9206161-76a2-4d0d-bb71-2bac416203d9" providerId="AD" clId="Web-{80A54EC7-9643-50D2-1530-D33A7DA07A60}" dt="2024-08-29T19:31:07.336" v="222" actId="14100"/>
          <ac:picMkLst>
            <pc:docMk/>
            <pc:sldMk cId="1898961290" sldId="468"/>
            <ac:picMk id="7" creationId="{3E41F0CE-C17D-5264-3881-DF18D60FDAF3}"/>
          </ac:picMkLst>
        </pc:picChg>
      </pc:sldChg>
      <pc:sldChg chg="modSp new">
        <pc:chgData name="Austin Francis" userId="S::apf006@uark.edu::d9206161-76a2-4d0d-bb71-2bac416203d9" providerId="AD" clId="Web-{80A54EC7-9643-50D2-1530-D33A7DA07A60}" dt="2024-08-29T19:33:29.670" v="231" actId="20577"/>
        <pc:sldMkLst>
          <pc:docMk/>
          <pc:sldMk cId="978402029" sldId="469"/>
        </pc:sldMkLst>
        <pc:spChg chg="mod">
          <ac:chgData name="Austin Francis" userId="S::apf006@uark.edu::d9206161-76a2-4d0d-bb71-2bac416203d9" providerId="AD" clId="Web-{80A54EC7-9643-50D2-1530-D33A7DA07A60}" dt="2024-08-29T19:33:29.670" v="231" actId="20577"/>
          <ac:spMkLst>
            <pc:docMk/>
            <pc:sldMk cId="978402029" sldId="469"/>
            <ac:spMk id="2" creationId="{59219C56-8DF6-8A04-72BA-266E74E89A03}"/>
          </ac:spMkLst>
        </pc:spChg>
      </pc:sldChg>
    </pc:docChg>
  </pc:docChgLst>
  <pc:docChgLst>
    <pc:chgData name="Austin Francis" userId="S::apf006@uark.edu::d9206161-76a2-4d0d-bb71-2bac416203d9" providerId="AD" clId="Web-{EB68F22C-E0BD-BCEE-1501-D62074E7F648}"/>
    <pc:docChg chg="addSld delSld modSld sldOrd modSection">
      <pc:chgData name="Austin Francis" userId="S::apf006@uark.edu::d9206161-76a2-4d0d-bb71-2bac416203d9" providerId="AD" clId="Web-{EB68F22C-E0BD-BCEE-1501-D62074E7F648}" dt="2024-09-03T03:31:40.194" v="1167"/>
      <pc:docMkLst>
        <pc:docMk/>
      </pc:docMkLst>
      <pc:sldChg chg="ord">
        <pc:chgData name="Austin Francis" userId="S::apf006@uark.edu::d9206161-76a2-4d0d-bb71-2bac416203d9" providerId="AD" clId="Web-{EB68F22C-E0BD-BCEE-1501-D62074E7F648}" dt="2024-09-03T03:31:36.678" v="1166"/>
        <pc:sldMkLst>
          <pc:docMk/>
          <pc:sldMk cId="875954484" sldId="256"/>
        </pc:sldMkLst>
      </pc:sldChg>
      <pc:sldChg chg="ord">
        <pc:chgData name="Austin Francis" userId="S::apf006@uark.edu::d9206161-76a2-4d0d-bb71-2bac416203d9" providerId="AD" clId="Web-{EB68F22C-E0BD-BCEE-1501-D62074E7F648}" dt="2024-09-03T03:31:40.194" v="1167"/>
        <pc:sldMkLst>
          <pc:docMk/>
          <pc:sldMk cId="718245954" sldId="315"/>
        </pc:sldMkLst>
      </pc:sldChg>
      <pc:sldChg chg="ord">
        <pc:chgData name="Austin Francis" userId="S::apf006@uark.edu::d9206161-76a2-4d0d-bb71-2bac416203d9" providerId="AD" clId="Web-{EB68F22C-E0BD-BCEE-1501-D62074E7F648}" dt="2024-08-30T17:41:15.333" v="0"/>
        <pc:sldMkLst>
          <pc:docMk/>
          <pc:sldMk cId="869680711" sldId="346"/>
        </pc:sldMkLst>
      </pc:sldChg>
      <pc:sldChg chg="addSp delSp modSp">
        <pc:chgData name="Austin Francis" userId="S::apf006@uark.edu::d9206161-76a2-4d0d-bb71-2bac416203d9" providerId="AD" clId="Web-{EB68F22C-E0BD-BCEE-1501-D62074E7F648}" dt="2024-08-30T18:07:11.168" v="19" actId="14100"/>
        <pc:sldMkLst>
          <pc:docMk/>
          <pc:sldMk cId="1660926710" sldId="397"/>
        </pc:sldMkLst>
        <pc:spChg chg="mod">
          <ac:chgData name="Austin Francis" userId="S::apf006@uark.edu::d9206161-76a2-4d0d-bb71-2bac416203d9" providerId="AD" clId="Web-{EB68F22C-E0BD-BCEE-1501-D62074E7F648}" dt="2024-08-30T18:05:43.415" v="4"/>
          <ac:spMkLst>
            <pc:docMk/>
            <pc:sldMk cId="1660926710" sldId="397"/>
            <ac:spMk id="2" creationId="{A9A10DC1-DDE1-4347-BDBB-4B2ACA3E8D0F}"/>
          </ac:spMkLst>
        </pc:spChg>
        <pc:spChg chg="add del">
          <ac:chgData name="Austin Francis" userId="S::apf006@uark.edu::d9206161-76a2-4d0d-bb71-2bac416203d9" providerId="AD" clId="Web-{EB68F22C-E0BD-BCEE-1501-D62074E7F648}" dt="2024-08-30T18:03:06.643" v="3"/>
          <ac:spMkLst>
            <pc:docMk/>
            <pc:sldMk cId="1660926710" sldId="397"/>
            <ac:spMk id="3" creationId="{8700EE1E-EDB2-8437-63F5-182E74368875}"/>
          </ac:spMkLst>
        </pc:spChg>
        <pc:spChg chg="add mod">
          <ac:chgData name="Austin Francis" userId="S::apf006@uark.edu::d9206161-76a2-4d0d-bb71-2bac416203d9" providerId="AD" clId="Web-{EB68F22C-E0BD-BCEE-1501-D62074E7F648}" dt="2024-08-30T18:06:40.698" v="14"/>
          <ac:spMkLst>
            <pc:docMk/>
            <pc:sldMk cId="1660926710" sldId="397"/>
            <ac:spMk id="4" creationId="{82AC278D-A1B8-76BB-3B68-AA6704406871}"/>
          </ac:spMkLst>
        </pc:spChg>
        <pc:spChg chg="add mod">
          <ac:chgData name="Austin Francis" userId="S::apf006@uark.edu::d9206161-76a2-4d0d-bb71-2bac416203d9" providerId="AD" clId="Web-{EB68F22C-E0BD-BCEE-1501-D62074E7F648}" dt="2024-08-30T18:07:11.168" v="19" actId="14100"/>
          <ac:spMkLst>
            <pc:docMk/>
            <pc:sldMk cId="1660926710" sldId="397"/>
            <ac:spMk id="5" creationId="{BB3E50EF-061C-13A1-7541-C8A2B27147B1}"/>
          </ac:spMkLst>
        </pc:spChg>
        <pc:picChg chg="mod">
          <ac:chgData name="Austin Francis" userId="S::apf006@uark.edu::d9206161-76a2-4d0d-bb71-2bac416203d9" providerId="AD" clId="Web-{EB68F22C-E0BD-BCEE-1501-D62074E7F648}" dt="2024-08-30T18:07:02.746" v="17" actId="1076"/>
          <ac:picMkLst>
            <pc:docMk/>
            <pc:sldMk cId="1660926710" sldId="397"/>
            <ac:picMk id="6" creationId="{ED43E902-377A-235F-E3B7-100A8C5464E7}"/>
          </ac:picMkLst>
        </pc:picChg>
      </pc:sldChg>
      <pc:sldChg chg="addSp delSp modSp">
        <pc:chgData name="Austin Francis" userId="S::apf006@uark.edu::d9206161-76a2-4d0d-bb71-2bac416203d9" providerId="AD" clId="Web-{EB68F22C-E0BD-BCEE-1501-D62074E7F648}" dt="2024-08-30T18:25:21.227" v="407" actId="14100"/>
        <pc:sldMkLst>
          <pc:docMk/>
          <pc:sldMk cId="3921299865" sldId="442"/>
        </pc:sldMkLst>
        <pc:spChg chg="add del mod">
          <ac:chgData name="Austin Francis" userId="S::apf006@uark.edu::d9206161-76a2-4d0d-bb71-2bac416203d9" providerId="AD" clId="Web-{EB68F22C-E0BD-BCEE-1501-D62074E7F648}" dt="2024-08-30T18:13:22.480" v="22"/>
          <ac:spMkLst>
            <pc:docMk/>
            <pc:sldMk cId="3921299865" sldId="442"/>
            <ac:spMk id="4" creationId="{7FEE286E-7423-F2BB-F1CC-1269FF5381E2}"/>
          </ac:spMkLst>
        </pc:spChg>
        <pc:spChg chg="add mod">
          <ac:chgData name="Austin Francis" userId="S::apf006@uark.edu::d9206161-76a2-4d0d-bb71-2bac416203d9" providerId="AD" clId="Web-{EB68F22C-E0BD-BCEE-1501-D62074E7F648}" dt="2024-08-30T18:25:21.227" v="407" actId="14100"/>
          <ac:spMkLst>
            <pc:docMk/>
            <pc:sldMk cId="3921299865" sldId="442"/>
            <ac:spMk id="8" creationId="{9BC0799E-34BE-0A52-639A-817947FE0509}"/>
          </ac:spMkLst>
        </pc:spChg>
        <pc:picChg chg="add mod ord">
          <ac:chgData name="Austin Francis" userId="S::apf006@uark.edu::d9206161-76a2-4d0d-bb71-2bac416203d9" providerId="AD" clId="Web-{EB68F22C-E0BD-BCEE-1501-D62074E7F648}" dt="2024-08-30T18:13:27.730" v="25" actId="1076"/>
          <ac:picMkLst>
            <pc:docMk/>
            <pc:sldMk cId="3921299865" sldId="442"/>
            <ac:picMk id="5" creationId="{43797469-7C97-82BE-AEF2-6EDAC23010A8}"/>
          </ac:picMkLst>
        </pc:picChg>
        <pc:picChg chg="del">
          <ac:chgData name="Austin Francis" userId="S::apf006@uark.edu::d9206161-76a2-4d0d-bb71-2bac416203d9" providerId="AD" clId="Web-{EB68F22C-E0BD-BCEE-1501-D62074E7F648}" dt="2024-08-30T18:12:58.447" v="21"/>
          <ac:picMkLst>
            <pc:docMk/>
            <pc:sldMk cId="3921299865" sldId="442"/>
            <ac:picMk id="6" creationId="{DC1D27A8-7813-CC98-388E-742779FABD0B}"/>
          </ac:picMkLst>
        </pc:picChg>
      </pc:sldChg>
      <pc:sldChg chg="addSp modSp">
        <pc:chgData name="Austin Francis" userId="S::apf006@uark.edu::d9206161-76a2-4d0d-bb71-2bac416203d9" providerId="AD" clId="Web-{EB68F22C-E0BD-BCEE-1501-D62074E7F648}" dt="2024-08-30T18:25:46.227" v="412" actId="14100"/>
        <pc:sldMkLst>
          <pc:docMk/>
          <pc:sldMk cId="1071918637" sldId="444"/>
        </pc:sldMkLst>
        <pc:spChg chg="add mod">
          <ac:chgData name="Austin Francis" userId="S::apf006@uark.edu::d9206161-76a2-4d0d-bb71-2bac416203d9" providerId="AD" clId="Web-{EB68F22C-E0BD-BCEE-1501-D62074E7F648}" dt="2024-08-30T18:25:46.227" v="412" actId="14100"/>
          <ac:spMkLst>
            <pc:docMk/>
            <pc:sldMk cId="1071918637" sldId="444"/>
            <ac:spMk id="4" creationId="{5F657094-2D04-E9C4-D1D3-AE4CA128A281}"/>
          </ac:spMkLst>
        </pc:spChg>
      </pc:sldChg>
      <pc:sldChg chg="addSp modSp">
        <pc:chgData name="Austin Francis" userId="S::apf006@uark.edu::d9206161-76a2-4d0d-bb71-2bac416203d9" providerId="AD" clId="Web-{EB68F22C-E0BD-BCEE-1501-D62074E7F648}" dt="2024-08-30T18:27:36.839" v="416" actId="14100"/>
        <pc:sldMkLst>
          <pc:docMk/>
          <pc:sldMk cId="1873507160" sldId="445"/>
        </pc:sldMkLst>
        <pc:spChg chg="add mod">
          <ac:chgData name="Austin Francis" userId="S::apf006@uark.edu::d9206161-76a2-4d0d-bb71-2bac416203d9" providerId="AD" clId="Web-{EB68F22C-E0BD-BCEE-1501-D62074E7F648}" dt="2024-08-30T18:27:36.839" v="416" actId="14100"/>
          <ac:spMkLst>
            <pc:docMk/>
            <pc:sldMk cId="1873507160" sldId="445"/>
            <ac:spMk id="4" creationId="{38E371B6-7E68-020B-AAC5-C3FCEE3E73F7}"/>
          </ac:spMkLst>
        </pc:spChg>
      </pc:sldChg>
      <pc:sldChg chg="addSp modSp modNotes">
        <pc:chgData name="Austin Francis" userId="S::apf006@uark.edu::d9206161-76a2-4d0d-bb71-2bac416203d9" providerId="AD" clId="Web-{EB68F22C-E0BD-BCEE-1501-D62074E7F648}" dt="2024-08-30T18:35:13.732" v="522"/>
        <pc:sldMkLst>
          <pc:docMk/>
          <pc:sldMk cId="255185723" sldId="446"/>
        </pc:sldMkLst>
        <pc:spChg chg="add mod">
          <ac:chgData name="Austin Francis" userId="S::apf006@uark.edu::d9206161-76a2-4d0d-bb71-2bac416203d9" providerId="AD" clId="Web-{EB68F22C-E0BD-BCEE-1501-D62074E7F648}" dt="2024-08-30T18:31:28.880" v="422" actId="1076"/>
          <ac:spMkLst>
            <pc:docMk/>
            <pc:sldMk cId="255185723" sldId="446"/>
            <ac:spMk id="4" creationId="{E6DD2EAA-DE1F-F64C-5C82-DF6B0A1E5E90}"/>
          </ac:spMkLst>
        </pc:spChg>
      </pc:sldChg>
      <pc:sldChg chg="modSp">
        <pc:chgData name="Austin Francis" userId="S::apf006@uark.edu::d9206161-76a2-4d0d-bb71-2bac416203d9" providerId="AD" clId="Web-{EB68F22C-E0BD-BCEE-1501-D62074E7F648}" dt="2024-08-30T18:17:34.552" v="185" actId="20577"/>
        <pc:sldMkLst>
          <pc:docMk/>
          <pc:sldMk cId="3278758722" sldId="454"/>
        </pc:sldMkLst>
        <pc:spChg chg="mod">
          <ac:chgData name="Austin Francis" userId="S::apf006@uark.edu::d9206161-76a2-4d0d-bb71-2bac416203d9" providerId="AD" clId="Web-{EB68F22C-E0BD-BCEE-1501-D62074E7F648}" dt="2024-08-30T18:17:34.552" v="185" actId="20577"/>
          <ac:spMkLst>
            <pc:docMk/>
            <pc:sldMk cId="3278758722" sldId="454"/>
            <ac:spMk id="4" creationId="{22DDC56A-D7F3-FBC5-8D2F-DA585681679B}"/>
          </ac:spMkLst>
        </pc:spChg>
      </pc:sldChg>
      <pc:sldChg chg="modSp">
        <pc:chgData name="Austin Francis" userId="S::apf006@uark.edu::d9206161-76a2-4d0d-bb71-2bac416203d9" providerId="AD" clId="Web-{EB68F22C-E0BD-BCEE-1501-D62074E7F648}" dt="2024-08-30T18:19:29.556" v="281" actId="20577"/>
        <pc:sldMkLst>
          <pc:docMk/>
          <pc:sldMk cId="3419803062" sldId="455"/>
        </pc:sldMkLst>
        <pc:spChg chg="mod">
          <ac:chgData name="Austin Francis" userId="S::apf006@uark.edu::d9206161-76a2-4d0d-bb71-2bac416203d9" providerId="AD" clId="Web-{EB68F22C-E0BD-BCEE-1501-D62074E7F648}" dt="2024-08-30T18:19:29.556" v="281" actId="20577"/>
          <ac:spMkLst>
            <pc:docMk/>
            <pc:sldMk cId="3419803062" sldId="455"/>
            <ac:spMk id="4" creationId="{22DDC56A-D7F3-FBC5-8D2F-DA585681679B}"/>
          </ac:spMkLst>
        </pc:spChg>
      </pc:sldChg>
      <pc:sldChg chg="modSp">
        <pc:chgData name="Austin Francis" userId="S::apf006@uark.edu::d9206161-76a2-4d0d-bb71-2bac416203d9" providerId="AD" clId="Web-{EB68F22C-E0BD-BCEE-1501-D62074E7F648}" dt="2024-08-30T18:24:48.428" v="401" actId="20577"/>
        <pc:sldMkLst>
          <pc:docMk/>
          <pc:sldMk cId="686375482" sldId="456"/>
        </pc:sldMkLst>
        <pc:spChg chg="mod">
          <ac:chgData name="Austin Francis" userId="S::apf006@uark.edu::d9206161-76a2-4d0d-bb71-2bac416203d9" providerId="AD" clId="Web-{EB68F22C-E0BD-BCEE-1501-D62074E7F648}" dt="2024-08-30T18:24:48.428" v="401" actId="20577"/>
          <ac:spMkLst>
            <pc:docMk/>
            <pc:sldMk cId="686375482" sldId="456"/>
            <ac:spMk id="3" creationId="{FE278BFF-FA8B-34A3-C83B-1D0BFB2544CD}"/>
          </ac:spMkLst>
        </pc:spChg>
      </pc:sldChg>
      <pc:sldChg chg="del">
        <pc:chgData name="Austin Francis" userId="S::apf006@uark.edu::d9206161-76a2-4d0d-bb71-2bac416203d9" providerId="AD" clId="Web-{EB68F22C-E0BD-BCEE-1501-D62074E7F648}" dt="2024-08-30T18:32:01.740" v="429"/>
        <pc:sldMkLst>
          <pc:docMk/>
          <pc:sldMk cId="201112120" sldId="457"/>
        </pc:sldMkLst>
      </pc:sldChg>
      <pc:sldChg chg="del">
        <pc:chgData name="Austin Francis" userId="S::apf006@uark.edu::d9206161-76a2-4d0d-bb71-2bac416203d9" providerId="AD" clId="Web-{EB68F22C-E0BD-BCEE-1501-D62074E7F648}" dt="2024-08-30T18:01:17.951" v="1"/>
        <pc:sldMkLst>
          <pc:docMk/>
          <pc:sldMk cId="978978087" sldId="463"/>
        </pc:sldMkLst>
      </pc:sldChg>
      <pc:sldChg chg="ord modNotes">
        <pc:chgData name="Austin Francis" userId="S::apf006@uark.edu::d9206161-76a2-4d0d-bb71-2bac416203d9" providerId="AD" clId="Web-{EB68F22C-E0BD-BCEE-1501-D62074E7F648}" dt="2024-08-30T18:34:51.106" v="520"/>
        <pc:sldMkLst>
          <pc:docMk/>
          <pc:sldMk cId="4216062859" sldId="472"/>
        </pc:sldMkLst>
      </pc:sldChg>
      <pc:sldChg chg="addSp modSp modNotes">
        <pc:chgData name="Austin Francis" userId="S::apf006@uark.edu::d9206161-76a2-4d0d-bb71-2bac416203d9" providerId="AD" clId="Web-{EB68F22C-E0BD-BCEE-1501-D62074E7F648}" dt="2024-08-30T18:38:57.038" v="609" actId="14100"/>
        <pc:sldMkLst>
          <pc:docMk/>
          <pc:sldMk cId="2060909779" sldId="473"/>
        </pc:sldMkLst>
        <pc:spChg chg="add mod">
          <ac:chgData name="Austin Francis" userId="S::apf006@uark.edu::d9206161-76a2-4d0d-bb71-2bac416203d9" providerId="AD" clId="Web-{EB68F22C-E0BD-BCEE-1501-D62074E7F648}" dt="2024-08-30T18:38:57.038" v="609" actId="14100"/>
          <ac:spMkLst>
            <pc:docMk/>
            <pc:sldMk cId="2060909779" sldId="473"/>
            <ac:spMk id="5" creationId="{1A16C528-0865-1975-7D50-F16ED20AC4EA}"/>
          </ac:spMkLst>
        </pc:spChg>
      </pc:sldChg>
      <pc:sldChg chg="modSp">
        <pc:chgData name="Austin Francis" userId="S::apf006@uark.edu::d9206161-76a2-4d0d-bb71-2bac416203d9" providerId="AD" clId="Web-{EB68F22C-E0BD-BCEE-1501-D62074E7F648}" dt="2024-08-30T18:38:38.943" v="606" actId="20577"/>
        <pc:sldMkLst>
          <pc:docMk/>
          <pc:sldMk cId="2375801828" sldId="474"/>
        </pc:sldMkLst>
        <pc:spChg chg="mod">
          <ac:chgData name="Austin Francis" userId="S::apf006@uark.edu::d9206161-76a2-4d0d-bb71-2bac416203d9" providerId="AD" clId="Web-{EB68F22C-E0BD-BCEE-1501-D62074E7F648}" dt="2024-08-30T18:38:38.943" v="606" actId="20577"/>
          <ac:spMkLst>
            <pc:docMk/>
            <pc:sldMk cId="2375801828" sldId="474"/>
            <ac:spMk id="3" creationId="{67AC8FC0-555E-A909-14FB-9A3F2D8B1D8B}"/>
          </ac:spMkLst>
        </pc:spChg>
      </pc:sldChg>
      <pc:sldChg chg="addSp modSp modNotes">
        <pc:chgData name="Austin Francis" userId="S::apf006@uark.edu::d9206161-76a2-4d0d-bb71-2bac416203d9" providerId="AD" clId="Web-{EB68F22C-E0BD-BCEE-1501-D62074E7F648}" dt="2024-08-30T23:14:01.910" v="853" actId="14100"/>
        <pc:sldMkLst>
          <pc:docMk/>
          <pc:sldMk cId="292909213" sldId="475"/>
        </pc:sldMkLst>
        <pc:spChg chg="add mod">
          <ac:chgData name="Austin Francis" userId="S::apf006@uark.edu::d9206161-76a2-4d0d-bb71-2bac416203d9" providerId="AD" clId="Web-{EB68F22C-E0BD-BCEE-1501-D62074E7F648}" dt="2024-08-30T23:14:01.910" v="853" actId="14100"/>
          <ac:spMkLst>
            <pc:docMk/>
            <pc:sldMk cId="292909213" sldId="475"/>
            <ac:spMk id="5" creationId="{B408C27C-3A54-67E6-44BC-4303A7A3B499}"/>
          </ac:spMkLst>
        </pc:spChg>
      </pc:sldChg>
      <pc:sldChg chg="modSp">
        <pc:chgData name="Austin Francis" userId="S::apf006@uark.edu::d9206161-76a2-4d0d-bb71-2bac416203d9" providerId="AD" clId="Web-{EB68F22C-E0BD-BCEE-1501-D62074E7F648}" dt="2024-08-30T18:42:14.295" v="717" actId="20577"/>
        <pc:sldMkLst>
          <pc:docMk/>
          <pc:sldMk cId="163268738" sldId="476"/>
        </pc:sldMkLst>
        <pc:spChg chg="mod">
          <ac:chgData name="Austin Francis" userId="S::apf006@uark.edu::d9206161-76a2-4d0d-bb71-2bac416203d9" providerId="AD" clId="Web-{EB68F22C-E0BD-BCEE-1501-D62074E7F648}" dt="2024-08-30T18:42:14.295" v="717" actId="20577"/>
          <ac:spMkLst>
            <pc:docMk/>
            <pc:sldMk cId="163268738" sldId="476"/>
            <ac:spMk id="3" creationId="{FBA70239-8221-57C6-1E2C-3DB3A8A7F17C}"/>
          </ac:spMkLst>
        </pc:spChg>
      </pc:sldChg>
      <pc:sldChg chg="addSp modSp">
        <pc:chgData name="Austin Francis" userId="S::apf006@uark.edu::d9206161-76a2-4d0d-bb71-2bac416203d9" providerId="AD" clId="Web-{EB68F22C-E0BD-BCEE-1501-D62074E7F648}" dt="2024-08-30T23:24:43.011" v="863" actId="14100"/>
        <pc:sldMkLst>
          <pc:docMk/>
          <pc:sldMk cId="3053758625" sldId="477"/>
        </pc:sldMkLst>
        <pc:spChg chg="add mod">
          <ac:chgData name="Austin Francis" userId="S::apf006@uark.edu::d9206161-76a2-4d0d-bb71-2bac416203d9" providerId="AD" clId="Web-{EB68F22C-E0BD-BCEE-1501-D62074E7F648}" dt="2024-08-30T23:24:26.339" v="859" actId="14100"/>
          <ac:spMkLst>
            <pc:docMk/>
            <pc:sldMk cId="3053758625" sldId="477"/>
            <ac:spMk id="5" creationId="{64CD6BBA-48EF-6CD1-53EB-5D1A69464A53}"/>
          </ac:spMkLst>
        </pc:spChg>
        <pc:spChg chg="add mod">
          <ac:chgData name="Austin Francis" userId="S::apf006@uark.edu::d9206161-76a2-4d0d-bb71-2bac416203d9" providerId="AD" clId="Web-{EB68F22C-E0BD-BCEE-1501-D62074E7F648}" dt="2024-08-30T23:24:43.011" v="863" actId="14100"/>
          <ac:spMkLst>
            <pc:docMk/>
            <pc:sldMk cId="3053758625" sldId="477"/>
            <ac:spMk id="6" creationId="{A686EC4F-8F3B-0081-1286-7934B4D46FFB}"/>
          </ac:spMkLst>
        </pc:spChg>
      </pc:sldChg>
      <pc:sldChg chg="modSp modNotes">
        <pc:chgData name="Austin Francis" userId="S::apf006@uark.edu::d9206161-76a2-4d0d-bb71-2bac416203d9" providerId="AD" clId="Web-{EB68F22C-E0BD-BCEE-1501-D62074E7F648}" dt="2024-08-30T18:50:02.861" v="848"/>
        <pc:sldMkLst>
          <pc:docMk/>
          <pc:sldMk cId="3801312249" sldId="478"/>
        </pc:sldMkLst>
        <pc:spChg chg="mod">
          <ac:chgData name="Austin Francis" userId="S::apf006@uark.edu::d9206161-76a2-4d0d-bb71-2bac416203d9" providerId="AD" clId="Web-{EB68F22C-E0BD-BCEE-1501-D62074E7F648}" dt="2024-08-30T18:49:51.048" v="846" actId="20577"/>
          <ac:spMkLst>
            <pc:docMk/>
            <pc:sldMk cId="3801312249" sldId="478"/>
            <ac:spMk id="3" creationId="{580D56F8-3314-212C-F6B1-4113566882F0}"/>
          </ac:spMkLst>
        </pc:spChg>
      </pc:sldChg>
      <pc:sldChg chg="addSp delSp modSp modNotes">
        <pc:chgData name="Austin Francis" userId="S::apf006@uark.edu::d9206161-76a2-4d0d-bb71-2bac416203d9" providerId="AD" clId="Web-{EB68F22C-E0BD-BCEE-1501-D62074E7F648}" dt="2024-08-30T23:37:16.433" v="919"/>
        <pc:sldMkLst>
          <pc:docMk/>
          <pc:sldMk cId="59643071" sldId="479"/>
        </pc:sldMkLst>
        <pc:spChg chg="add mod">
          <ac:chgData name="Austin Francis" userId="S::apf006@uark.edu::d9206161-76a2-4d0d-bb71-2bac416203d9" providerId="AD" clId="Web-{EB68F22C-E0BD-BCEE-1501-D62074E7F648}" dt="2024-08-30T23:32:19.570" v="870" actId="14100"/>
          <ac:spMkLst>
            <pc:docMk/>
            <pc:sldMk cId="59643071" sldId="479"/>
            <ac:spMk id="5" creationId="{6E5760EE-F862-E6D0-553E-AC5F3979C91B}"/>
          </ac:spMkLst>
        </pc:spChg>
        <pc:spChg chg="add del mod">
          <ac:chgData name="Austin Francis" userId="S::apf006@uark.edu::d9206161-76a2-4d0d-bb71-2bac416203d9" providerId="AD" clId="Web-{EB68F22C-E0BD-BCEE-1501-D62074E7F648}" dt="2024-08-30T23:36:59.151" v="917"/>
          <ac:spMkLst>
            <pc:docMk/>
            <pc:sldMk cId="59643071" sldId="479"/>
            <ac:spMk id="6" creationId="{28C7BF11-CF57-0CDA-F8C8-8AFF9BC269C4}"/>
          </ac:spMkLst>
        </pc:spChg>
        <pc:picChg chg="mod">
          <ac:chgData name="Austin Francis" userId="S::apf006@uark.edu::d9206161-76a2-4d0d-bb71-2bac416203d9" providerId="AD" clId="Web-{EB68F22C-E0BD-BCEE-1501-D62074E7F648}" dt="2024-08-30T23:32:12.054" v="868" actId="1076"/>
          <ac:picMkLst>
            <pc:docMk/>
            <pc:sldMk cId="59643071" sldId="479"/>
            <ac:picMk id="4" creationId="{E0443DB9-D47B-545E-3248-424DBFC82139}"/>
          </ac:picMkLst>
        </pc:picChg>
      </pc:sldChg>
      <pc:sldChg chg="modSp">
        <pc:chgData name="Austin Francis" userId="S::apf006@uark.edu::d9206161-76a2-4d0d-bb71-2bac416203d9" providerId="AD" clId="Web-{EB68F22C-E0BD-BCEE-1501-D62074E7F648}" dt="2024-08-30T23:36:51.589" v="913" actId="20577"/>
        <pc:sldMkLst>
          <pc:docMk/>
          <pc:sldMk cId="1961816772" sldId="480"/>
        </pc:sldMkLst>
        <pc:spChg chg="mod">
          <ac:chgData name="Austin Francis" userId="S::apf006@uark.edu::d9206161-76a2-4d0d-bb71-2bac416203d9" providerId="AD" clId="Web-{EB68F22C-E0BD-BCEE-1501-D62074E7F648}" dt="2024-08-30T23:36:51.589" v="913" actId="20577"/>
          <ac:spMkLst>
            <pc:docMk/>
            <pc:sldMk cId="1961816772" sldId="480"/>
            <ac:spMk id="5" creationId="{3E03B235-92A8-1BA3-A63C-BAEF68493073}"/>
          </ac:spMkLst>
        </pc:spChg>
      </pc:sldChg>
      <pc:sldChg chg="addSp delSp modSp modNotes">
        <pc:chgData name="Austin Francis" userId="S::apf006@uark.edu::d9206161-76a2-4d0d-bb71-2bac416203d9" providerId="AD" clId="Web-{EB68F22C-E0BD-BCEE-1501-D62074E7F648}" dt="2024-08-30T23:45:58.845" v="1047"/>
        <pc:sldMkLst>
          <pc:docMk/>
          <pc:sldMk cId="4104768236" sldId="481"/>
        </pc:sldMkLst>
        <pc:spChg chg="add mod">
          <ac:chgData name="Austin Francis" userId="S::apf006@uark.edu::d9206161-76a2-4d0d-bb71-2bac416203d9" providerId="AD" clId="Web-{EB68F22C-E0BD-BCEE-1501-D62074E7F648}" dt="2024-08-30T23:43:02.202" v="925" actId="1076"/>
          <ac:spMkLst>
            <pc:docMk/>
            <pc:sldMk cId="4104768236" sldId="481"/>
            <ac:spMk id="5" creationId="{95E047E3-64D1-9A1B-84C6-A5AE5D9AE5E8}"/>
          </ac:spMkLst>
        </pc:spChg>
        <pc:spChg chg="add del mod">
          <ac:chgData name="Austin Francis" userId="S::apf006@uark.edu::d9206161-76a2-4d0d-bb71-2bac416203d9" providerId="AD" clId="Web-{EB68F22C-E0BD-BCEE-1501-D62074E7F648}" dt="2024-08-30T23:45:55.157" v="1046"/>
          <ac:spMkLst>
            <pc:docMk/>
            <pc:sldMk cId="4104768236" sldId="481"/>
            <ac:spMk id="6" creationId="{1FE72504-44C3-190D-9F7E-B9539B64259A}"/>
          </ac:spMkLst>
        </pc:spChg>
      </pc:sldChg>
      <pc:sldChg chg="modSp">
        <pc:chgData name="Austin Francis" userId="S::apf006@uark.edu::d9206161-76a2-4d0d-bb71-2bac416203d9" providerId="AD" clId="Web-{EB68F22C-E0BD-BCEE-1501-D62074E7F648}" dt="2024-08-30T23:45:46.376" v="1042" actId="20577"/>
        <pc:sldMkLst>
          <pc:docMk/>
          <pc:sldMk cId="929529814" sldId="482"/>
        </pc:sldMkLst>
        <pc:spChg chg="mod">
          <ac:chgData name="Austin Francis" userId="S::apf006@uark.edu::d9206161-76a2-4d0d-bb71-2bac416203d9" providerId="AD" clId="Web-{EB68F22C-E0BD-BCEE-1501-D62074E7F648}" dt="2024-08-30T23:45:46.376" v="1042" actId="20577"/>
          <ac:spMkLst>
            <pc:docMk/>
            <pc:sldMk cId="929529814" sldId="482"/>
            <ac:spMk id="3" creationId="{7323381A-6D4C-39C2-3AB5-FB49E60A1D3B}"/>
          </ac:spMkLst>
        </pc:spChg>
      </pc:sldChg>
      <pc:sldChg chg="modSp">
        <pc:chgData name="Austin Francis" userId="S::apf006@uark.edu::d9206161-76a2-4d0d-bb71-2bac416203d9" providerId="AD" clId="Web-{EB68F22C-E0BD-BCEE-1501-D62074E7F648}" dt="2024-08-30T23:47:45.674" v="1082" actId="20577"/>
        <pc:sldMkLst>
          <pc:docMk/>
          <pc:sldMk cId="1279047133" sldId="484"/>
        </pc:sldMkLst>
        <pc:spChg chg="mod">
          <ac:chgData name="Austin Francis" userId="S::apf006@uark.edu::d9206161-76a2-4d0d-bb71-2bac416203d9" providerId="AD" clId="Web-{EB68F22C-E0BD-BCEE-1501-D62074E7F648}" dt="2024-08-30T23:47:45.674" v="1082" actId="20577"/>
          <ac:spMkLst>
            <pc:docMk/>
            <pc:sldMk cId="1279047133" sldId="484"/>
            <ac:spMk id="3" creationId="{1F0E46AD-E6ED-D3BA-8F57-399D9135B398}"/>
          </ac:spMkLst>
        </pc:spChg>
      </pc:sldChg>
      <pc:sldChg chg="addSp delSp modSp">
        <pc:chgData name="Austin Francis" userId="S::apf006@uark.edu::d9206161-76a2-4d0d-bb71-2bac416203d9" providerId="AD" clId="Web-{EB68F22C-E0BD-BCEE-1501-D62074E7F648}" dt="2024-08-30T23:55:38.559" v="1089" actId="14100"/>
        <pc:sldMkLst>
          <pc:docMk/>
          <pc:sldMk cId="3271607978" sldId="485"/>
        </pc:sldMkLst>
        <pc:spChg chg="add del mod">
          <ac:chgData name="Austin Francis" userId="S::apf006@uark.edu::d9206161-76a2-4d0d-bb71-2bac416203d9" providerId="AD" clId="Web-{EB68F22C-E0BD-BCEE-1501-D62074E7F648}" dt="2024-08-30T23:55:17.871" v="1086"/>
          <ac:spMkLst>
            <pc:docMk/>
            <pc:sldMk cId="3271607978" sldId="485"/>
            <ac:spMk id="3" creationId="{455C3944-AC9B-963A-61C6-AC4D48695E7C}"/>
          </ac:spMkLst>
        </pc:spChg>
        <pc:spChg chg="add mod">
          <ac:chgData name="Austin Francis" userId="S::apf006@uark.edu::d9206161-76a2-4d0d-bb71-2bac416203d9" providerId="AD" clId="Web-{EB68F22C-E0BD-BCEE-1501-D62074E7F648}" dt="2024-08-30T23:55:38.559" v="1089" actId="14100"/>
          <ac:spMkLst>
            <pc:docMk/>
            <pc:sldMk cId="3271607978" sldId="485"/>
            <ac:spMk id="6" creationId="{6ED5DED2-61E6-C775-BEA4-4218B7480F1D}"/>
          </ac:spMkLst>
        </pc:spChg>
      </pc:sldChg>
      <pc:sldChg chg="modSp">
        <pc:chgData name="Austin Francis" userId="S::apf006@uark.edu::d9206161-76a2-4d0d-bb71-2bac416203d9" providerId="AD" clId="Web-{EB68F22C-E0BD-BCEE-1501-D62074E7F648}" dt="2024-08-31T00:00:16.734" v="1165" actId="20577"/>
        <pc:sldMkLst>
          <pc:docMk/>
          <pc:sldMk cId="2617688870" sldId="486"/>
        </pc:sldMkLst>
        <pc:spChg chg="mod">
          <ac:chgData name="Austin Francis" userId="S::apf006@uark.edu::d9206161-76a2-4d0d-bb71-2bac416203d9" providerId="AD" clId="Web-{EB68F22C-E0BD-BCEE-1501-D62074E7F648}" dt="2024-08-31T00:00:16.734" v="1165" actId="20577"/>
          <ac:spMkLst>
            <pc:docMk/>
            <pc:sldMk cId="2617688870" sldId="486"/>
            <ac:spMk id="3" creationId="{AC5E2B60-973F-5368-903B-2B0D45DB1C56}"/>
          </ac:spMkLst>
        </pc:spChg>
      </pc:sldChg>
      <pc:sldChg chg="modSp new">
        <pc:chgData name="Austin Francis" userId="S::apf006@uark.edu::d9206161-76a2-4d0d-bb71-2bac416203d9" providerId="AD" clId="Web-{EB68F22C-E0BD-BCEE-1501-D62074E7F648}" dt="2024-08-30T18:34:13.152" v="518" actId="20577"/>
        <pc:sldMkLst>
          <pc:docMk/>
          <pc:sldMk cId="2543566513" sldId="487"/>
        </pc:sldMkLst>
        <pc:spChg chg="mod">
          <ac:chgData name="Austin Francis" userId="S::apf006@uark.edu::d9206161-76a2-4d0d-bb71-2bac416203d9" providerId="AD" clId="Web-{EB68F22C-E0BD-BCEE-1501-D62074E7F648}" dt="2024-08-30T18:33:25.212" v="437" actId="20577"/>
          <ac:spMkLst>
            <pc:docMk/>
            <pc:sldMk cId="2543566513" sldId="487"/>
            <ac:spMk id="2" creationId="{312648A2-0950-9C65-8ED8-0570A9273215}"/>
          </ac:spMkLst>
        </pc:spChg>
        <pc:spChg chg="mod">
          <ac:chgData name="Austin Francis" userId="S::apf006@uark.edu::d9206161-76a2-4d0d-bb71-2bac416203d9" providerId="AD" clId="Web-{EB68F22C-E0BD-BCEE-1501-D62074E7F648}" dt="2024-08-30T18:34:13.152" v="518" actId="20577"/>
          <ac:spMkLst>
            <pc:docMk/>
            <pc:sldMk cId="2543566513" sldId="487"/>
            <ac:spMk id="3" creationId="{E398D4EE-6D9D-ADB3-580D-B44F059C1780}"/>
          </ac:spMkLst>
        </pc:spChg>
      </pc:sldChg>
    </pc:docChg>
  </pc:docChgLst>
  <pc:docChgLst>
    <pc:chgData name="Austin Francis" userId="S::apf006@uark.edu::d9206161-76a2-4d0d-bb71-2bac416203d9" providerId="AD" clId="Web-{18C2FB6E-7498-2592-93A0-81FD715D26E9}"/>
    <pc:docChg chg="addSld delSld modSld modSection">
      <pc:chgData name="Austin Francis" userId="S::apf006@uark.edu::d9206161-76a2-4d0d-bb71-2bac416203d9" providerId="AD" clId="Web-{18C2FB6E-7498-2592-93A0-81FD715D26E9}" dt="2024-09-10T13:19:39.653" v="2043"/>
      <pc:docMkLst>
        <pc:docMk/>
      </pc:docMkLst>
      <pc:sldChg chg="modSp">
        <pc:chgData name="Austin Francis" userId="S::apf006@uark.edu::d9206161-76a2-4d0d-bb71-2bac416203d9" providerId="AD" clId="Web-{18C2FB6E-7498-2592-93A0-81FD715D26E9}" dt="2024-09-09T14:11:48.615" v="80" actId="14100"/>
        <pc:sldMkLst>
          <pc:docMk/>
          <pc:sldMk cId="875954484" sldId="256"/>
        </pc:sldMkLst>
        <pc:spChg chg="mod">
          <ac:chgData name="Austin Francis" userId="S::apf006@uark.edu::d9206161-76a2-4d0d-bb71-2bac416203d9" providerId="AD" clId="Web-{18C2FB6E-7498-2592-93A0-81FD715D26E9}" dt="2024-09-09T14:11:41.161" v="78" actId="1076"/>
          <ac:spMkLst>
            <pc:docMk/>
            <pc:sldMk cId="875954484" sldId="256"/>
            <ac:spMk id="2" creationId="{00000000-0000-0000-0000-000000000000}"/>
          </ac:spMkLst>
        </pc:spChg>
        <pc:spChg chg="mod">
          <ac:chgData name="Austin Francis" userId="S::apf006@uark.edu::d9206161-76a2-4d0d-bb71-2bac416203d9" providerId="AD" clId="Web-{18C2FB6E-7498-2592-93A0-81FD715D26E9}" dt="2024-09-09T14:11:48.615" v="80" actId="14100"/>
          <ac:spMkLst>
            <pc:docMk/>
            <pc:sldMk cId="875954484" sldId="256"/>
            <ac:spMk id="3" creationId="{00000000-0000-0000-0000-000000000000}"/>
          </ac:spMkLst>
        </pc:spChg>
      </pc:sldChg>
      <pc:sldChg chg="modSp">
        <pc:chgData name="Austin Francis" userId="S::apf006@uark.edu::d9206161-76a2-4d0d-bb71-2bac416203d9" providerId="AD" clId="Web-{18C2FB6E-7498-2592-93A0-81FD715D26E9}" dt="2024-09-09T14:15:33.567" v="105" actId="20577"/>
        <pc:sldMkLst>
          <pc:docMk/>
          <pc:sldMk cId="718245954" sldId="315"/>
        </pc:sldMkLst>
        <pc:spChg chg="mod">
          <ac:chgData name="Austin Francis" userId="S::apf006@uark.edu::d9206161-76a2-4d0d-bb71-2bac416203d9" providerId="AD" clId="Web-{18C2FB6E-7498-2592-93A0-81FD715D26E9}" dt="2024-09-09T14:15:33.567" v="105" actId="20577"/>
          <ac:spMkLst>
            <pc:docMk/>
            <pc:sldMk cId="718245954" sldId="315"/>
            <ac:spMk id="3" creationId="{EC44ADDE-7BAE-4D27-8839-0025B3A2D42C}"/>
          </ac:spMkLst>
        </pc:spChg>
      </pc:sldChg>
      <pc:sldChg chg="modSp modNotes">
        <pc:chgData name="Austin Francis" userId="S::apf006@uark.edu::d9206161-76a2-4d0d-bb71-2bac416203d9" providerId="AD" clId="Web-{18C2FB6E-7498-2592-93A0-81FD715D26E9}" dt="2024-09-10T13:14:53.945" v="2041" actId="20577"/>
        <pc:sldMkLst>
          <pc:docMk/>
          <pc:sldMk cId="869680711" sldId="346"/>
        </pc:sldMkLst>
        <pc:spChg chg="mod">
          <ac:chgData name="Austin Francis" userId="S::apf006@uark.edu::d9206161-76a2-4d0d-bb71-2bac416203d9" providerId="AD" clId="Web-{18C2FB6E-7498-2592-93A0-81FD715D26E9}" dt="2024-09-09T14:21:31.918" v="178" actId="1076"/>
          <ac:spMkLst>
            <pc:docMk/>
            <pc:sldMk cId="869680711" sldId="346"/>
            <ac:spMk id="2" creationId="{A9A10DC1-DDE1-4347-BDBB-4B2ACA3E8D0F}"/>
          </ac:spMkLst>
        </pc:spChg>
        <pc:spChg chg="mod">
          <ac:chgData name="Austin Francis" userId="S::apf006@uark.edu::d9206161-76a2-4d0d-bb71-2bac416203d9" providerId="AD" clId="Web-{18C2FB6E-7498-2592-93A0-81FD715D26E9}" dt="2024-09-10T13:14:53.945" v="2041" actId="20577"/>
          <ac:spMkLst>
            <pc:docMk/>
            <pc:sldMk cId="869680711" sldId="346"/>
            <ac:spMk id="3" creationId="{EC44ADDE-7BAE-4D27-8839-0025B3A2D42C}"/>
          </ac:spMkLst>
        </pc:spChg>
      </pc:sldChg>
      <pc:sldChg chg="modSp">
        <pc:chgData name="Austin Francis" userId="S::apf006@uark.edu::d9206161-76a2-4d0d-bb71-2bac416203d9" providerId="AD" clId="Web-{18C2FB6E-7498-2592-93A0-81FD715D26E9}" dt="2024-09-09T14:25:09.979" v="251" actId="20577"/>
        <pc:sldMkLst>
          <pc:docMk/>
          <pc:sldMk cId="2158989465" sldId="395"/>
        </pc:sldMkLst>
        <pc:spChg chg="mod">
          <ac:chgData name="Austin Francis" userId="S::apf006@uark.edu::d9206161-76a2-4d0d-bb71-2bac416203d9" providerId="AD" clId="Web-{18C2FB6E-7498-2592-93A0-81FD715D26E9}" dt="2024-09-09T14:25:09.979" v="251" actId="20577"/>
          <ac:spMkLst>
            <pc:docMk/>
            <pc:sldMk cId="2158989465" sldId="395"/>
            <ac:spMk id="3" creationId="{EC44ADDE-7BAE-4D27-8839-0025B3A2D42C}"/>
          </ac:spMkLst>
        </pc:spChg>
      </pc:sldChg>
      <pc:sldChg chg="addSp delSp modSp modNotes">
        <pc:chgData name="Austin Francis" userId="S::apf006@uark.edu::d9206161-76a2-4d0d-bb71-2bac416203d9" providerId="AD" clId="Web-{18C2FB6E-7498-2592-93A0-81FD715D26E9}" dt="2024-09-09T14:30:03.421" v="279" actId="14100"/>
        <pc:sldMkLst>
          <pc:docMk/>
          <pc:sldMk cId="1660926710" sldId="397"/>
        </pc:sldMkLst>
        <pc:spChg chg="del">
          <ac:chgData name="Austin Francis" userId="S::apf006@uark.edu::d9206161-76a2-4d0d-bb71-2bac416203d9" providerId="AD" clId="Web-{18C2FB6E-7498-2592-93A0-81FD715D26E9}" dt="2024-09-09T14:29:48.123" v="275"/>
          <ac:spMkLst>
            <pc:docMk/>
            <pc:sldMk cId="1660926710" sldId="397"/>
            <ac:spMk id="4" creationId="{82AC278D-A1B8-76BB-3B68-AA6704406871}"/>
          </ac:spMkLst>
        </pc:spChg>
        <pc:spChg chg="mod">
          <ac:chgData name="Austin Francis" userId="S::apf006@uark.edu::d9206161-76a2-4d0d-bb71-2bac416203d9" providerId="AD" clId="Web-{18C2FB6E-7498-2592-93A0-81FD715D26E9}" dt="2024-09-09T14:30:03.421" v="279" actId="14100"/>
          <ac:spMkLst>
            <pc:docMk/>
            <pc:sldMk cId="1660926710" sldId="397"/>
            <ac:spMk id="5" creationId="{BB3E50EF-061C-13A1-7541-C8A2B27147B1}"/>
          </ac:spMkLst>
        </pc:spChg>
        <pc:spChg chg="add del mod">
          <ac:chgData name="Austin Francis" userId="S::apf006@uark.edu::d9206161-76a2-4d0d-bb71-2bac416203d9" providerId="AD" clId="Web-{18C2FB6E-7498-2592-93A0-81FD715D26E9}" dt="2024-09-09T14:25:45.372" v="253"/>
          <ac:spMkLst>
            <pc:docMk/>
            <pc:sldMk cId="1660926710" sldId="397"/>
            <ac:spMk id="7" creationId="{E26930F9-6B48-E503-2706-7E8C5B476954}"/>
          </ac:spMkLst>
        </pc:spChg>
        <pc:picChg chg="del">
          <ac:chgData name="Austin Francis" userId="S::apf006@uark.edu::d9206161-76a2-4d0d-bb71-2bac416203d9" providerId="AD" clId="Web-{18C2FB6E-7498-2592-93A0-81FD715D26E9}" dt="2024-09-09T14:25:28.684" v="252"/>
          <ac:picMkLst>
            <pc:docMk/>
            <pc:sldMk cId="1660926710" sldId="397"/>
            <ac:picMk id="6" creationId="{ED43E902-377A-235F-E3B7-100A8C5464E7}"/>
          </ac:picMkLst>
        </pc:picChg>
        <pc:picChg chg="add mod ord">
          <ac:chgData name="Austin Francis" userId="S::apf006@uark.edu::d9206161-76a2-4d0d-bb71-2bac416203d9" providerId="AD" clId="Web-{18C2FB6E-7498-2592-93A0-81FD715D26E9}" dt="2024-09-09T14:26:09.733" v="263" actId="1076"/>
          <ac:picMkLst>
            <pc:docMk/>
            <pc:sldMk cId="1660926710" sldId="397"/>
            <ac:picMk id="8" creationId="{FF539626-9822-A9D0-1319-26FCECE6CA25}"/>
          </ac:picMkLst>
        </pc:picChg>
      </pc:sldChg>
      <pc:sldChg chg="addSp delSp modSp">
        <pc:chgData name="Austin Francis" userId="S::apf006@uark.edu::d9206161-76a2-4d0d-bb71-2bac416203d9" providerId="AD" clId="Web-{18C2FB6E-7498-2592-93A0-81FD715D26E9}" dt="2024-09-09T14:41:49.545" v="551" actId="14100"/>
        <pc:sldMkLst>
          <pc:docMk/>
          <pc:sldMk cId="3921299865" sldId="442"/>
        </pc:sldMkLst>
        <pc:spChg chg="mod">
          <ac:chgData name="Austin Francis" userId="S::apf006@uark.edu::d9206161-76a2-4d0d-bb71-2bac416203d9" providerId="AD" clId="Web-{18C2FB6E-7498-2592-93A0-81FD715D26E9}" dt="2024-09-09T14:40:39.025" v="543" actId="20577"/>
          <ac:spMkLst>
            <pc:docMk/>
            <pc:sldMk cId="3921299865" sldId="442"/>
            <ac:spMk id="2" creationId="{A9A10DC1-DDE1-4347-BDBB-4B2ACA3E8D0F}"/>
          </ac:spMkLst>
        </pc:spChg>
        <pc:spChg chg="add del mod">
          <ac:chgData name="Austin Francis" userId="S::apf006@uark.edu::d9206161-76a2-4d0d-bb71-2bac416203d9" providerId="AD" clId="Web-{18C2FB6E-7498-2592-93A0-81FD715D26E9}" dt="2024-09-09T14:41:07.995" v="545"/>
          <ac:spMkLst>
            <pc:docMk/>
            <pc:sldMk cId="3921299865" sldId="442"/>
            <ac:spMk id="4" creationId="{1DE7B490-F032-8D20-6E71-BCE4ABEB6B87}"/>
          </ac:spMkLst>
        </pc:spChg>
        <pc:spChg chg="mod">
          <ac:chgData name="Austin Francis" userId="S::apf006@uark.edu::d9206161-76a2-4d0d-bb71-2bac416203d9" providerId="AD" clId="Web-{18C2FB6E-7498-2592-93A0-81FD715D26E9}" dt="2024-09-09T14:41:49.545" v="551" actId="14100"/>
          <ac:spMkLst>
            <pc:docMk/>
            <pc:sldMk cId="3921299865" sldId="442"/>
            <ac:spMk id="8" creationId="{9BC0799E-34BE-0A52-639A-817947FE0509}"/>
          </ac:spMkLst>
        </pc:spChg>
        <pc:picChg chg="del">
          <ac:chgData name="Austin Francis" userId="S::apf006@uark.edu::d9206161-76a2-4d0d-bb71-2bac416203d9" providerId="AD" clId="Web-{18C2FB6E-7498-2592-93A0-81FD715D26E9}" dt="2024-09-09T14:40:41.587" v="544"/>
          <ac:picMkLst>
            <pc:docMk/>
            <pc:sldMk cId="3921299865" sldId="442"/>
            <ac:picMk id="5" creationId="{43797469-7C97-82BE-AEF2-6EDAC23010A8}"/>
          </ac:picMkLst>
        </pc:picChg>
        <pc:picChg chg="add mod ord">
          <ac:chgData name="Austin Francis" userId="S::apf006@uark.edu::d9206161-76a2-4d0d-bb71-2bac416203d9" providerId="AD" clId="Web-{18C2FB6E-7498-2592-93A0-81FD715D26E9}" dt="2024-09-09T14:41:37.528" v="548"/>
          <ac:picMkLst>
            <pc:docMk/>
            <pc:sldMk cId="3921299865" sldId="442"/>
            <ac:picMk id="6" creationId="{57E4F1E1-8895-520B-D817-1B33B85FA8B1}"/>
          </ac:picMkLst>
        </pc:picChg>
      </pc:sldChg>
      <pc:sldChg chg="addSp delSp modSp">
        <pc:chgData name="Austin Francis" userId="S::apf006@uark.edu::d9206161-76a2-4d0d-bb71-2bac416203d9" providerId="AD" clId="Web-{18C2FB6E-7498-2592-93A0-81FD715D26E9}" dt="2024-09-09T14:44:35.118" v="649" actId="14100"/>
        <pc:sldMkLst>
          <pc:docMk/>
          <pc:sldMk cId="1071918637" sldId="444"/>
        </pc:sldMkLst>
        <pc:spChg chg="mod">
          <ac:chgData name="Austin Francis" userId="S::apf006@uark.edu::d9206161-76a2-4d0d-bb71-2bac416203d9" providerId="AD" clId="Web-{18C2FB6E-7498-2592-93A0-81FD715D26E9}" dt="2024-09-09T14:44:06.288" v="641" actId="20577"/>
          <ac:spMkLst>
            <pc:docMk/>
            <pc:sldMk cId="1071918637" sldId="444"/>
            <ac:spMk id="2" creationId="{A9A10DC1-DDE1-4347-BDBB-4B2ACA3E8D0F}"/>
          </ac:spMkLst>
        </pc:spChg>
        <pc:spChg chg="mod">
          <ac:chgData name="Austin Francis" userId="S::apf006@uark.edu::d9206161-76a2-4d0d-bb71-2bac416203d9" providerId="AD" clId="Web-{18C2FB6E-7498-2592-93A0-81FD715D26E9}" dt="2024-09-09T14:44:35.118" v="649" actId="14100"/>
          <ac:spMkLst>
            <pc:docMk/>
            <pc:sldMk cId="1071918637" sldId="444"/>
            <ac:spMk id="4" creationId="{5F657094-2D04-E9C4-D1D3-AE4CA128A281}"/>
          </ac:spMkLst>
        </pc:spChg>
        <pc:spChg chg="add del mod">
          <ac:chgData name="Austin Francis" userId="S::apf006@uark.edu::d9206161-76a2-4d0d-bb71-2bac416203d9" providerId="AD" clId="Web-{18C2FB6E-7498-2592-93A0-81FD715D26E9}" dt="2024-09-09T14:44:06.460" v="642"/>
          <ac:spMkLst>
            <pc:docMk/>
            <pc:sldMk cId="1071918637" sldId="444"/>
            <ac:spMk id="6" creationId="{D80FFC2B-3B67-32EB-D840-6FFB9284C6A5}"/>
          </ac:spMkLst>
        </pc:spChg>
        <pc:picChg chg="del">
          <ac:chgData name="Austin Francis" userId="S::apf006@uark.edu::d9206161-76a2-4d0d-bb71-2bac416203d9" providerId="AD" clId="Web-{18C2FB6E-7498-2592-93A0-81FD715D26E9}" dt="2024-09-09T14:43:19.394" v="620"/>
          <ac:picMkLst>
            <pc:docMk/>
            <pc:sldMk cId="1071918637" sldId="444"/>
            <ac:picMk id="5" creationId="{6580FCAC-CA34-A9DA-5488-C3A0CA6FEA05}"/>
          </ac:picMkLst>
        </pc:picChg>
        <pc:picChg chg="add mod ord">
          <ac:chgData name="Austin Francis" userId="S::apf006@uark.edu::d9206161-76a2-4d0d-bb71-2bac416203d9" providerId="AD" clId="Web-{18C2FB6E-7498-2592-93A0-81FD715D26E9}" dt="2024-09-09T14:44:18.695" v="645"/>
          <ac:picMkLst>
            <pc:docMk/>
            <pc:sldMk cId="1071918637" sldId="444"/>
            <ac:picMk id="7" creationId="{B543689B-3528-D6BD-8786-631DAAA97C24}"/>
          </ac:picMkLst>
        </pc:picChg>
      </pc:sldChg>
      <pc:sldChg chg="addSp delSp modSp modNotes">
        <pc:chgData name="Austin Francis" userId="S::apf006@uark.edu::d9206161-76a2-4d0d-bb71-2bac416203d9" providerId="AD" clId="Web-{18C2FB6E-7498-2592-93A0-81FD715D26E9}" dt="2024-09-09T15:06:50.674" v="806"/>
        <pc:sldMkLst>
          <pc:docMk/>
          <pc:sldMk cId="1873507160" sldId="445"/>
        </pc:sldMkLst>
        <pc:spChg chg="mod">
          <ac:chgData name="Austin Francis" userId="S::apf006@uark.edu::d9206161-76a2-4d0d-bb71-2bac416203d9" providerId="AD" clId="Web-{18C2FB6E-7498-2592-93A0-81FD715D26E9}" dt="2024-09-09T15:00:26.180" v="785" actId="20577"/>
          <ac:spMkLst>
            <pc:docMk/>
            <pc:sldMk cId="1873507160" sldId="445"/>
            <ac:spMk id="2" creationId="{A9A10DC1-DDE1-4347-BDBB-4B2ACA3E8D0F}"/>
          </ac:spMkLst>
        </pc:spChg>
        <pc:spChg chg="mod">
          <ac:chgData name="Austin Francis" userId="S::apf006@uark.edu::d9206161-76a2-4d0d-bb71-2bac416203d9" providerId="AD" clId="Web-{18C2FB6E-7498-2592-93A0-81FD715D26E9}" dt="2024-09-09T15:00:58.073" v="794" actId="14100"/>
          <ac:spMkLst>
            <pc:docMk/>
            <pc:sldMk cId="1873507160" sldId="445"/>
            <ac:spMk id="4" creationId="{38E371B6-7E68-020B-AAC5-C3FCEE3E73F7}"/>
          </ac:spMkLst>
        </pc:spChg>
        <pc:spChg chg="add del mod">
          <ac:chgData name="Austin Francis" userId="S::apf006@uark.edu::d9206161-76a2-4d0d-bb71-2bac416203d9" providerId="AD" clId="Web-{18C2FB6E-7498-2592-93A0-81FD715D26E9}" dt="2024-09-09T14:59:51.506" v="756"/>
          <ac:spMkLst>
            <pc:docMk/>
            <pc:sldMk cId="1873507160" sldId="445"/>
            <ac:spMk id="5" creationId="{F77B0B22-AA5C-1486-6089-12C01E02727D}"/>
          </ac:spMkLst>
        </pc:spChg>
        <pc:spChg chg="add del mod">
          <ac:chgData name="Austin Francis" userId="S::apf006@uark.edu::d9206161-76a2-4d0d-bb71-2bac416203d9" providerId="AD" clId="Web-{18C2FB6E-7498-2592-93A0-81FD715D26E9}" dt="2024-09-09T15:00:27.586" v="786"/>
          <ac:spMkLst>
            <pc:docMk/>
            <pc:sldMk cId="1873507160" sldId="445"/>
            <ac:spMk id="9" creationId="{8A421E2C-3D3C-7197-6430-54853F513B0E}"/>
          </ac:spMkLst>
        </pc:spChg>
        <pc:picChg chg="del">
          <ac:chgData name="Austin Francis" userId="S::apf006@uark.edu::d9206161-76a2-4d0d-bb71-2bac416203d9" providerId="AD" clId="Web-{18C2FB6E-7498-2592-93A0-81FD715D26E9}" dt="2024-09-09T14:59:26.426" v="755"/>
          <ac:picMkLst>
            <pc:docMk/>
            <pc:sldMk cId="1873507160" sldId="445"/>
            <ac:picMk id="6" creationId="{4685A9F3-0956-FB4E-2F1C-ED4F6B6628EC}"/>
          </ac:picMkLst>
        </pc:picChg>
        <pc:picChg chg="add del mod ord">
          <ac:chgData name="Austin Francis" userId="S::apf006@uark.edu::d9206161-76a2-4d0d-bb71-2bac416203d9" providerId="AD" clId="Web-{18C2FB6E-7498-2592-93A0-81FD715D26E9}" dt="2024-09-09T14:59:54.068" v="757"/>
          <ac:picMkLst>
            <pc:docMk/>
            <pc:sldMk cId="1873507160" sldId="445"/>
            <ac:picMk id="7" creationId="{F72AD8DB-0A70-2743-40CB-252951D64C77}"/>
          </ac:picMkLst>
        </pc:picChg>
        <pc:picChg chg="add mod ord">
          <ac:chgData name="Austin Francis" userId="S::apf006@uark.edu::d9206161-76a2-4d0d-bb71-2bac416203d9" providerId="AD" clId="Web-{18C2FB6E-7498-2592-93A0-81FD715D26E9}" dt="2024-09-09T15:00:38.321" v="790"/>
          <ac:picMkLst>
            <pc:docMk/>
            <pc:sldMk cId="1873507160" sldId="445"/>
            <ac:picMk id="10" creationId="{D2765386-1730-5BD3-63EA-0DB90B8D0B34}"/>
          </ac:picMkLst>
        </pc:picChg>
      </pc:sldChg>
      <pc:sldChg chg="addSp delSp modSp modNotes">
        <pc:chgData name="Austin Francis" userId="S::apf006@uark.edu::d9206161-76a2-4d0d-bb71-2bac416203d9" providerId="AD" clId="Web-{18C2FB6E-7498-2592-93A0-81FD715D26E9}" dt="2024-09-09T15:16:32.524" v="964"/>
        <pc:sldMkLst>
          <pc:docMk/>
          <pc:sldMk cId="255185723" sldId="446"/>
        </pc:sldMkLst>
        <pc:spChg chg="mod">
          <ac:chgData name="Austin Francis" userId="S::apf006@uark.edu::d9206161-76a2-4d0d-bb71-2bac416203d9" providerId="AD" clId="Web-{18C2FB6E-7498-2592-93A0-81FD715D26E9}" dt="2024-09-09T15:16:13.601" v="963" actId="20577"/>
          <ac:spMkLst>
            <pc:docMk/>
            <pc:sldMk cId="255185723" sldId="446"/>
            <ac:spMk id="2" creationId="{A9A10DC1-DDE1-4347-BDBB-4B2ACA3E8D0F}"/>
          </ac:spMkLst>
        </pc:spChg>
        <pc:spChg chg="del">
          <ac:chgData name="Austin Francis" userId="S::apf006@uark.edu::d9206161-76a2-4d0d-bb71-2bac416203d9" providerId="AD" clId="Web-{18C2FB6E-7498-2592-93A0-81FD715D26E9}" dt="2024-09-09T15:15:58.444" v="936"/>
          <ac:spMkLst>
            <pc:docMk/>
            <pc:sldMk cId="255185723" sldId="446"/>
            <ac:spMk id="4" creationId="{E6DD2EAA-DE1F-F64C-5C82-DF6B0A1E5E90}"/>
          </ac:spMkLst>
        </pc:spChg>
        <pc:spChg chg="add del mod">
          <ac:chgData name="Austin Francis" userId="S::apf006@uark.edu::d9206161-76a2-4d0d-bb71-2bac416203d9" providerId="AD" clId="Web-{18C2FB6E-7498-2592-93A0-81FD715D26E9}" dt="2024-09-09T15:15:44.552" v="931"/>
          <ac:spMkLst>
            <pc:docMk/>
            <pc:sldMk cId="255185723" sldId="446"/>
            <ac:spMk id="6" creationId="{5290B84C-4E26-36A9-E114-6FE596316CFC}"/>
          </ac:spMkLst>
        </pc:spChg>
        <pc:picChg chg="del">
          <ac:chgData name="Austin Francis" userId="S::apf006@uark.edu::d9206161-76a2-4d0d-bb71-2bac416203d9" providerId="AD" clId="Web-{18C2FB6E-7498-2592-93A0-81FD715D26E9}" dt="2024-09-09T15:15:42.896" v="930"/>
          <ac:picMkLst>
            <pc:docMk/>
            <pc:sldMk cId="255185723" sldId="446"/>
            <ac:picMk id="5" creationId="{C6ED4173-D4D0-12C3-43ED-C707F90D52E7}"/>
          </ac:picMkLst>
        </pc:picChg>
        <pc:picChg chg="add mod ord">
          <ac:chgData name="Austin Francis" userId="S::apf006@uark.edu::d9206161-76a2-4d0d-bb71-2bac416203d9" providerId="AD" clId="Web-{18C2FB6E-7498-2592-93A0-81FD715D26E9}" dt="2024-09-09T15:15:56.209" v="935"/>
          <ac:picMkLst>
            <pc:docMk/>
            <pc:sldMk cId="255185723" sldId="446"/>
            <ac:picMk id="7" creationId="{C96439BE-8C73-C58D-D615-37897FB8B146}"/>
          </ac:picMkLst>
        </pc:picChg>
      </pc:sldChg>
      <pc:sldChg chg="modSp modNotes">
        <pc:chgData name="Austin Francis" userId="S::apf006@uark.edu::d9206161-76a2-4d0d-bb71-2bac416203d9" providerId="AD" clId="Web-{18C2FB6E-7498-2592-93A0-81FD715D26E9}" dt="2024-09-09T14:36:15.836" v="445"/>
        <pc:sldMkLst>
          <pc:docMk/>
          <pc:sldMk cId="4233582726" sldId="453"/>
        </pc:sldMkLst>
        <pc:spChg chg="mod">
          <ac:chgData name="Austin Francis" userId="S::apf006@uark.edu::d9206161-76a2-4d0d-bb71-2bac416203d9" providerId="AD" clId="Web-{18C2FB6E-7498-2592-93A0-81FD715D26E9}" dt="2024-09-09T14:35:05.097" v="443" actId="20577"/>
          <ac:spMkLst>
            <pc:docMk/>
            <pc:sldMk cId="4233582726" sldId="453"/>
            <ac:spMk id="3" creationId="{C57A2EFD-A0BC-81FA-1CC0-C60FF5F3D1CA}"/>
          </ac:spMkLst>
        </pc:spChg>
      </pc:sldChg>
      <pc:sldChg chg="modSp">
        <pc:chgData name="Austin Francis" userId="S::apf006@uark.edu::d9206161-76a2-4d0d-bb71-2bac416203d9" providerId="AD" clId="Web-{18C2FB6E-7498-2592-93A0-81FD715D26E9}" dt="2024-09-09T14:43:17.660" v="619" actId="20577"/>
        <pc:sldMkLst>
          <pc:docMk/>
          <pc:sldMk cId="3278758722" sldId="454"/>
        </pc:sldMkLst>
        <pc:spChg chg="mod">
          <ac:chgData name="Austin Francis" userId="S::apf006@uark.edu::d9206161-76a2-4d0d-bb71-2bac416203d9" providerId="AD" clId="Web-{18C2FB6E-7498-2592-93A0-81FD715D26E9}" dt="2024-09-09T14:43:17.660" v="619" actId="20577"/>
          <ac:spMkLst>
            <pc:docMk/>
            <pc:sldMk cId="3278758722" sldId="454"/>
            <ac:spMk id="4" creationId="{22DDC56A-D7F3-FBC5-8D2F-DA585681679B}"/>
          </ac:spMkLst>
        </pc:spChg>
      </pc:sldChg>
      <pc:sldChg chg="modSp">
        <pc:chgData name="Austin Francis" userId="S::apf006@uark.edu::d9206161-76a2-4d0d-bb71-2bac416203d9" providerId="AD" clId="Web-{18C2FB6E-7498-2592-93A0-81FD715D26E9}" dt="2024-09-09T14:59:17.957" v="754" actId="20577"/>
        <pc:sldMkLst>
          <pc:docMk/>
          <pc:sldMk cId="3419803062" sldId="455"/>
        </pc:sldMkLst>
        <pc:spChg chg="mod">
          <ac:chgData name="Austin Francis" userId="S::apf006@uark.edu::d9206161-76a2-4d0d-bb71-2bac416203d9" providerId="AD" clId="Web-{18C2FB6E-7498-2592-93A0-81FD715D26E9}" dt="2024-09-09T14:59:17.957" v="754" actId="20577"/>
          <ac:spMkLst>
            <pc:docMk/>
            <pc:sldMk cId="3419803062" sldId="455"/>
            <ac:spMk id="4" creationId="{22DDC56A-D7F3-FBC5-8D2F-DA585681679B}"/>
          </ac:spMkLst>
        </pc:spChg>
      </pc:sldChg>
      <pc:sldChg chg="modSp">
        <pc:chgData name="Austin Francis" userId="S::apf006@uark.edu::d9206161-76a2-4d0d-bb71-2bac416203d9" providerId="AD" clId="Web-{18C2FB6E-7498-2592-93A0-81FD715D26E9}" dt="2024-09-09T15:11:13.191" v="875" actId="20577"/>
        <pc:sldMkLst>
          <pc:docMk/>
          <pc:sldMk cId="686375482" sldId="456"/>
        </pc:sldMkLst>
        <pc:spChg chg="mod">
          <ac:chgData name="Austin Francis" userId="S::apf006@uark.edu::d9206161-76a2-4d0d-bb71-2bac416203d9" providerId="AD" clId="Web-{18C2FB6E-7498-2592-93A0-81FD715D26E9}" dt="2024-09-09T15:11:13.191" v="875" actId="20577"/>
          <ac:spMkLst>
            <pc:docMk/>
            <pc:sldMk cId="686375482" sldId="456"/>
            <ac:spMk id="3" creationId="{FE278BFF-FA8B-34A3-C83B-1D0BFB2544CD}"/>
          </ac:spMkLst>
        </pc:spChg>
      </pc:sldChg>
      <pc:sldChg chg="modSp modNotes">
        <pc:chgData name="Austin Francis" userId="S::apf006@uark.edu::d9206161-76a2-4d0d-bb71-2bac416203d9" providerId="AD" clId="Web-{18C2FB6E-7498-2592-93A0-81FD715D26E9}" dt="2024-09-09T16:35:53.131" v="2034" actId="20577"/>
        <pc:sldMkLst>
          <pc:docMk/>
          <pc:sldMk cId="2074764308" sldId="467"/>
        </pc:sldMkLst>
        <pc:spChg chg="mod">
          <ac:chgData name="Austin Francis" userId="S::apf006@uark.edu::d9206161-76a2-4d0d-bb71-2bac416203d9" providerId="AD" clId="Web-{18C2FB6E-7498-2592-93A0-81FD715D26E9}" dt="2024-09-09T16:35:53.131" v="2034" actId="20577"/>
          <ac:spMkLst>
            <pc:docMk/>
            <pc:sldMk cId="2074764308" sldId="467"/>
            <ac:spMk id="3" creationId="{C70C4E4E-EFCF-33E0-033C-D4100F897E0C}"/>
          </ac:spMkLst>
        </pc:spChg>
      </pc:sldChg>
      <pc:sldChg chg="addSp delSp modSp modNotes">
        <pc:chgData name="Austin Francis" userId="S::apf006@uark.edu::d9206161-76a2-4d0d-bb71-2bac416203d9" providerId="AD" clId="Web-{18C2FB6E-7498-2592-93A0-81FD715D26E9}" dt="2024-09-10T13:15:30.823" v="2042"/>
        <pc:sldMkLst>
          <pc:docMk/>
          <pc:sldMk cId="1898961290" sldId="468"/>
        </pc:sldMkLst>
        <pc:spChg chg="mod">
          <ac:chgData name="Austin Francis" userId="S::apf006@uark.edu::d9206161-76a2-4d0d-bb71-2bac416203d9" providerId="AD" clId="Web-{18C2FB6E-7498-2592-93A0-81FD715D26E9}" dt="2024-09-09T14:26:57.158" v="271" actId="1076"/>
          <ac:spMkLst>
            <pc:docMk/>
            <pc:sldMk cId="1898961290" sldId="468"/>
            <ac:spMk id="2" creationId="{A9A10DC1-DDE1-4347-BDBB-4B2ACA3E8D0F}"/>
          </ac:spMkLst>
        </pc:spChg>
        <pc:spChg chg="mod">
          <ac:chgData name="Austin Francis" userId="S::apf006@uark.edu::d9206161-76a2-4d0d-bb71-2bac416203d9" providerId="AD" clId="Web-{18C2FB6E-7498-2592-93A0-81FD715D26E9}" dt="2024-09-09T14:31:12.504" v="284" actId="14100"/>
          <ac:spMkLst>
            <pc:docMk/>
            <pc:sldMk cId="1898961290" sldId="468"/>
            <ac:spMk id="3" creationId="{F03E9BE1-FAA9-3C5B-1284-A981FA8C645D}"/>
          </ac:spMkLst>
        </pc:spChg>
        <pc:spChg chg="add del mod">
          <ac:chgData name="Austin Francis" userId="S::apf006@uark.edu::d9206161-76a2-4d0d-bb71-2bac416203d9" providerId="AD" clId="Web-{18C2FB6E-7498-2592-93A0-81FD715D26E9}" dt="2024-09-09T14:26:49.017" v="267"/>
          <ac:spMkLst>
            <pc:docMk/>
            <pc:sldMk cId="1898961290" sldId="468"/>
            <ac:spMk id="6" creationId="{18BC6256-2B46-BCBB-6941-FF287DCDF116}"/>
          </ac:spMkLst>
        </pc:spChg>
        <pc:picChg chg="del">
          <ac:chgData name="Austin Francis" userId="S::apf006@uark.edu::d9206161-76a2-4d0d-bb71-2bac416203d9" providerId="AD" clId="Web-{18C2FB6E-7498-2592-93A0-81FD715D26E9}" dt="2024-09-09T14:26:27.922" v="265"/>
          <ac:picMkLst>
            <pc:docMk/>
            <pc:sldMk cId="1898961290" sldId="468"/>
            <ac:picMk id="5" creationId="{6A989CCB-7B24-D26D-043D-05B8D4181ACB}"/>
          </ac:picMkLst>
        </pc:picChg>
        <pc:picChg chg="del">
          <ac:chgData name="Austin Francis" userId="S::apf006@uark.edu::d9206161-76a2-4d0d-bb71-2bac416203d9" providerId="AD" clId="Web-{18C2FB6E-7498-2592-93A0-81FD715D26E9}" dt="2024-09-09T14:26:29.469" v="266"/>
          <ac:picMkLst>
            <pc:docMk/>
            <pc:sldMk cId="1898961290" sldId="468"/>
            <ac:picMk id="7" creationId="{3E41F0CE-C17D-5264-3881-DF18D60FDAF3}"/>
          </ac:picMkLst>
        </pc:picChg>
        <pc:picChg chg="add mod ord">
          <ac:chgData name="Austin Francis" userId="S::apf006@uark.edu::d9206161-76a2-4d0d-bb71-2bac416203d9" providerId="AD" clId="Web-{18C2FB6E-7498-2592-93A0-81FD715D26E9}" dt="2024-09-09T14:27:03.721" v="272"/>
          <ac:picMkLst>
            <pc:docMk/>
            <pc:sldMk cId="1898961290" sldId="468"/>
            <ac:picMk id="8" creationId="{B5F353D8-1329-3D21-C318-945EA80F9390}"/>
          </ac:picMkLst>
        </pc:picChg>
      </pc:sldChg>
      <pc:sldChg chg="addSp delSp modSp modNotes">
        <pc:chgData name="Austin Francis" userId="S::apf006@uark.edu::d9206161-76a2-4d0d-bb71-2bac416203d9" providerId="AD" clId="Web-{18C2FB6E-7498-2592-93A0-81FD715D26E9}" dt="2024-09-09T14:40:07.085" v="521"/>
        <pc:sldMkLst>
          <pc:docMk/>
          <pc:sldMk cId="978402029" sldId="469"/>
        </pc:sldMkLst>
        <pc:spChg chg="del mod">
          <ac:chgData name="Austin Francis" userId="S::apf006@uark.edu::d9206161-76a2-4d0d-bb71-2bac416203d9" providerId="AD" clId="Web-{18C2FB6E-7498-2592-93A0-81FD715D26E9}" dt="2024-09-09T14:38:51.893" v="452"/>
          <ac:spMkLst>
            <pc:docMk/>
            <pc:sldMk cId="978402029" sldId="469"/>
            <ac:spMk id="3" creationId="{8A16AEF2-95B3-FFDD-C575-762863A319DA}"/>
          </ac:spMkLst>
        </pc:spChg>
        <pc:picChg chg="add mod ord">
          <ac:chgData name="Austin Francis" userId="S::apf006@uark.edu::d9206161-76a2-4d0d-bb71-2bac416203d9" providerId="AD" clId="Web-{18C2FB6E-7498-2592-93A0-81FD715D26E9}" dt="2024-09-09T14:39:02.956" v="456" actId="1076"/>
          <ac:picMkLst>
            <pc:docMk/>
            <pc:sldMk cId="978402029" sldId="469"/>
            <ac:picMk id="4" creationId="{600B6192-EA39-D03A-13E1-AAB0FD9834A8}"/>
          </ac:picMkLst>
        </pc:picChg>
      </pc:sldChg>
      <pc:sldChg chg="addSp delSp modSp del">
        <pc:chgData name="Austin Francis" userId="S::apf006@uark.edu::d9206161-76a2-4d0d-bb71-2bac416203d9" providerId="AD" clId="Web-{18C2FB6E-7498-2592-93A0-81FD715D26E9}" dt="2024-09-09T14:37:39.247" v="451"/>
        <pc:sldMkLst>
          <pc:docMk/>
          <pc:sldMk cId="2654556775" sldId="470"/>
        </pc:sldMkLst>
        <pc:spChg chg="add mod">
          <ac:chgData name="Austin Francis" userId="S::apf006@uark.edu::d9206161-76a2-4d0d-bb71-2bac416203d9" providerId="AD" clId="Web-{18C2FB6E-7498-2592-93A0-81FD715D26E9}" dt="2024-09-09T14:37:30.544" v="447"/>
          <ac:spMkLst>
            <pc:docMk/>
            <pc:sldMk cId="2654556775" sldId="470"/>
            <ac:spMk id="5" creationId="{A2090131-1FA0-FED6-089B-34F34A7E2FC6}"/>
          </ac:spMkLst>
        </pc:spChg>
        <pc:picChg chg="del">
          <ac:chgData name="Austin Francis" userId="S::apf006@uark.edu::d9206161-76a2-4d0d-bb71-2bac416203d9" providerId="AD" clId="Web-{18C2FB6E-7498-2592-93A0-81FD715D26E9}" dt="2024-09-09T14:37:30.544" v="447"/>
          <ac:picMkLst>
            <pc:docMk/>
            <pc:sldMk cId="2654556775" sldId="470"/>
            <ac:picMk id="4" creationId="{15CC387F-A49C-F9D5-DD1E-EFC3DA55BEAE}"/>
          </ac:picMkLst>
        </pc:picChg>
      </pc:sldChg>
      <pc:sldChg chg="addSp delSp modSp del">
        <pc:chgData name="Austin Francis" userId="S::apf006@uark.edu::d9206161-76a2-4d0d-bb71-2bac416203d9" providerId="AD" clId="Web-{18C2FB6E-7498-2592-93A0-81FD715D26E9}" dt="2024-09-09T14:37:37.529" v="450"/>
        <pc:sldMkLst>
          <pc:docMk/>
          <pc:sldMk cId="3473631934" sldId="471"/>
        </pc:sldMkLst>
        <pc:spChg chg="add mod">
          <ac:chgData name="Austin Francis" userId="S::apf006@uark.edu::d9206161-76a2-4d0d-bb71-2bac416203d9" providerId="AD" clId="Web-{18C2FB6E-7498-2592-93A0-81FD715D26E9}" dt="2024-09-09T14:37:33.638" v="449"/>
          <ac:spMkLst>
            <pc:docMk/>
            <pc:sldMk cId="3473631934" sldId="471"/>
            <ac:spMk id="4" creationId="{6881B09C-B303-522D-1E37-FFA5EC5AAC87}"/>
          </ac:spMkLst>
        </pc:spChg>
        <pc:picChg chg="del">
          <ac:chgData name="Austin Francis" userId="S::apf006@uark.edu::d9206161-76a2-4d0d-bb71-2bac416203d9" providerId="AD" clId="Web-{18C2FB6E-7498-2592-93A0-81FD715D26E9}" dt="2024-09-09T14:37:33.638" v="449"/>
          <ac:picMkLst>
            <pc:docMk/>
            <pc:sldMk cId="3473631934" sldId="471"/>
            <ac:picMk id="6" creationId="{1C809394-16FE-E35A-BE85-265F635C85C4}"/>
          </ac:picMkLst>
        </pc:picChg>
        <pc:picChg chg="del">
          <ac:chgData name="Austin Francis" userId="S::apf006@uark.edu::d9206161-76a2-4d0d-bb71-2bac416203d9" providerId="AD" clId="Web-{18C2FB6E-7498-2592-93A0-81FD715D26E9}" dt="2024-09-09T14:37:32.622" v="448"/>
          <ac:picMkLst>
            <pc:docMk/>
            <pc:sldMk cId="3473631934" sldId="471"/>
            <ac:picMk id="7" creationId="{38A537E5-D9C5-C125-2358-32158F0DE21B}"/>
          </ac:picMkLst>
        </pc:picChg>
      </pc:sldChg>
      <pc:sldChg chg="addSp delSp modSp del">
        <pc:chgData name="Austin Francis" userId="S::apf006@uark.edu::d9206161-76a2-4d0d-bb71-2bac416203d9" providerId="AD" clId="Web-{18C2FB6E-7498-2592-93A0-81FD715D26E9}" dt="2024-09-09T15:22:12.796" v="1051"/>
        <pc:sldMkLst>
          <pc:docMk/>
          <pc:sldMk cId="4216062859" sldId="472"/>
        </pc:sldMkLst>
        <pc:spChg chg="add mod">
          <ac:chgData name="Austin Francis" userId="S::apf006@uark.edu::d9206161-76a2-4d0d-bb71-2bac416203d9" providerId="AD" clId="Web-{18C2FB6E-7498-2592-93A0-81FD715D26E9}" dt="2024-09-09T15:22:09.765" v="1050"/>
          <ac:spMkLst>
            <pc:docMk/>
            <pc:sldMk cId="4216062859" sldId="472"/>
            <ac:spMk id="5" creationId="{91FB79BE-A431-2606-6206-177BDD805B62}"/>
          </ac:spMkLst>
        </pc:spChg>
        <pc:picChg chg="del">
          <ac:chgData name="Austin Francis" userId="S::apf006@uark.edu::d9206161-76a2-4d0d-bb71-2bac416203d9" providerId="AD" clId="Web-{18C2FB6E-7498-2592-93A0-81FD715D26E9}" dt="2024-09-09T15:22:09.765" v="1050"/>
          <ac:picMkLst>
            <pc:docMk/>
            <pc:sldMk cId="4216062859" sldId="472"/>
            <ac:picMk id="4" creationId="{22127FF4-6865-4395-2E3E-A9F575FBB9A7}"/>
          </ac:picMkLst>
        </pc:picChg>
      </pc:sldChg>
      <pc:sldChg chg="addSp delSp modSp">
        <pc:chgData name="Austin Francis" userId="S::apf006@uark.edu::d9206161-76a2-4d0d-bb71-2bac416203d9" providerId="AD" clId="Web-{18C2FB6E-7498-2592-93A0-81FD715D26E9}" dt="2024-09-09T15:24:27.148" v="1086" actId="1076"/>
        <pc:sldMkLst>
          <pc:docMk/>
          <pc:sldMk cId="2060909779" sldId="473"/>
        </pc:sldMkLst>
        <pc:spChg chg="mod">
          <ac:chgData name="Austin Francis" userId="S::apf006@uark.edu::d9206161-76a2-4d0d-bb71-2bac416203d9" providerId="AD" clId="Web-{18C2FB6E-7498-2592-93A0-81FD715D26E9}" dt="2024-09-09T15:23:50.130" v="1082" actId="14100"/>
          <ac:spMkLst>
            <pc:docMk/>
            <pc:sldMk cId="2060909779" sldId="473"/>
            <ac:spMk id="2" creationId="{5FC74615-9BE8-371E-EBF9-71E8417E4A47}"/>
          </ac:spMkLst>
        </pc:spChg>
        <pc:spChg chg="del">
          <ac:chgData name="Austin Francis" userId="S::apf006@uark.edu::d9206161-76a2-4d0d-bb71-2bac416203d9" providerId="AD" clId="Web-{18C2FB6E-7498-2592-93A0-81FD715D26E9}" dt="2024-09-09T15:22:43.064" v="1053"/>
          <ac:spMkLst>
            <pc:docMk/>
            <pc:sldMk cId="2060909779" sldId="473"/>
            <ac:spMk id="5" creationId="{1A16C528-0865-1975-7D50-F16ED20AC4EA}"/>
          </ac:spMkLst>
        </pc:spChg>
        <pc:spChg chg="add del mod">
          <ac:chgData name="Austin Francis" userId="S::apf006@uark.edu::d9206161-76a2-4d0d-bb71-2bac416203d9" providerId="AD" clId="Web-{18C2FB6E-7498-2592-93A0-81FD715D26E9}" dt="2024-09-09T15:24:22.664" v="1083"/>
          <ac:spMkLst>
            <pc:docMk/>
            <pc:sldMk cId="2060909779" sldId="473"/>
            <ac:spMk id="6" creationId="{B140ED93-7EDF-A638-0D0E-03CFF3C24805}"/>
          </ac:spMkLst>
        </pc:spChg>
        <pc:picChg chg="del">
          <ac:chgData name="Austin Francis" userId="S::apf006@uark.edu::d9206161-76a2-4d0d-bb71-2bac416203d9" providerId="AD" clId="Web-{18C2FB6E-7498-2592-93A0-81FD715D26E9}" dt="2024-09-09T15:22:40.438" v="1052"/>
          <ac:picMkLst>
            <pc:docMk/>
            <pc:sldMk cId="2060909779" sldId="473"/>
            <ac:picMk id="4" creationId="{E9D98CF2-B891-A366-2677-91A7EB8F0FE7}"/>
          </ac:picMkLst>
        </pc:picChg>
        <pc:picChg chg="add mod ord">
          <ac:chgData name="Austin Francis" userId="S::apf006@uark.edu::d9206161-76a2-4d0d-bb71-2bac416203d9" providerId="AD" clId="Web-{18C2FB6E-7498-2592-93A0-81FD715D26E9}" dt="2024-09-09T15:24:27.148" v="1086" actId="1076"/>
          <ac:picMkLst>
            <pc:docMk/>
            <pc:sldMk cId="2060909779" sldId="473"/>
            <ac:picMk id="7" creationId="{3C4B1E41-165B-34D9-660D-8E97ED4B983D}"/>
          </ac:picMkLst>
        </pc:picChg>
      </pc:sldChg>
      <pc:sldChg chg="modSp">
        <pc:chgData name="Austin Francis" userId="S::apf006@uark.edu::d9206161-76a2-4d0d-bb71-2bac416203d9" providerId="AD" clId="Web-{18C2FB6E-7498-2592-93A0-81FD715D26E9}" dt="2024-09-09T15:30:52.892" v="1210" actId="20577"/>
        <pc:sldMkLst>
          <pc:docMk/>
          <pc:sldMk cId="2375801828" sldId="474"/>
        </pc:sldMkLst>
        <pc:spChg chg="mod">
          <ac:chgData name="Austin Francis" userId="S::apf006@uark.edu::d9206161-76a2-4d0d-bb71-2bac416203d9" providerId="AD" clId="Web-{18C2FB6E-7498-2592-93A0-81FD715D26E9}" dt="2024-09-09T15:30:52.892" v="1210" actId="20577"/>
          <ac:spMkLst>
            <pc:docMk/>
            <pc:sldMk cId="2375801828" sldId="474"/>
            <ac:spMk id="3" creationId="{67AC8FC0-555E-A909-14FB-9A3F2D8B1D8B}"/>
          </ac:spMkLst>
        </pc:spChg>
      </pc:sldChg>
      <pc:sldChg chg="addSp delSp modSp">
        <pc:chgData name="Austin Francis" userId="S::apf006@uark.edu::d9206161-76a2-4d0d-bb71-2bac416203d9" providerId="AD" clId="Web-{18C2FB6E-7498-2592-93A0-81FD715D26E9}" dt="2024-09-09T15:52:46.759" v="1336" actId="14100"/>
        <pc:sldMkLst>
          <pc:docMk/>
          <pc:sldMk cId="292909213" sldId="475"/>
        </pc:sldMkLst>
        <pc:spChg chg="mod">
          <ac:chgData name="Austin Francis" userId="S::apf006@uark.edu::d9206161-76a2-4d0d-bb71-2bac416203d9" providerId="AD" clId="Web-{18C2FB6E-7498-2592-93A0-81FD715D26E9}" dt="2024-09-09T15:52:46.759" v="1336" actId="14100"/>
          <ac:spMkLst>
            <pc:docMk/>
            <pc:sldMk cId="292909213" sldId="475"/>
            <ac:spMk id="2" creationId="{C59106D1-B197-02AD-F80F-526FD16568E8}"/>
          </ac:spMkLst>
        </pc:spChg>
        <pc:spChg chg="del">
          <ac:chgData name="Austin Francis" userId="S::apf006@uark.edu::d9206161-76a2-4d0d-bb71-2bac416203d9" providerId="AD" clId="Web-{18C2FB6E-7498-2592-93A0-81FD715D26E9}" dt="2024-09-09T15:52:09.819" v="1292"/>
          <ac:spMkLst>
            <pc:docMk/>
            <pc:sldMk cId="292909213" sldId="475"/>
            <ac:spMk id="5" creationId="{B408C27C-3A54-67E6-44BC-4303A7A3B499}"/>
          </ac:spMkLst>
        </pc:spChg>
        <pc:spChg chg="add del mod">
          <ac:chgData name="Austin Francis" userId="S::apf006@uark.edu::d9206161-76a2-4d0d-bb71-2bac416203d9" providerId="AD" clId="Web-{18C2FB6E-7498-2592-93A0-81FD715D26E9}" dt="2024-09-09T15:52:06.116" v="1291"/>
          <ac:spMkLst>
            <pc:docMk/>
            <pc:sldMk cId="292909213" sldId="475"/>
            <ac:spMk id="6" creationId="{EC1FC811-DF36-1440-F368-A148EFB2ECAA}"/>
          </ac:spMkLst>
        </pc:spChg>
        <pc:picChg chg="del">
          <ac:chgData name="Austin Francis" userId="S::apf006@uark.edu::d9206161-76a2-4d0d-bb71-2bac416203d9" providerId="AD" clId="Web-{18C2FB6E-7498-2592-93A0-81FD715D26E9}" dt="2024-09-09T15:52:00.803" v="1290"/>
          <ac:picMkLst>
            <pc:docMk/>
            <pc:sldMk cId="292909213" sldId="475"/>
            <ac:picMk id="4" creationId="{AEF0DFDC-E03C-705B-C49A-0CE600580D39}"/>
          </ac:picMkLst>
        </pc:picChg>
        <pc:picChg chg="add mod ord">
          <ac:chgData name="Austin Francis" userId="S::apf006@uark.edu::d9206161-76a2-4d0d-bb71-2bac416203d9" providerId="AD" clId="Web-{18C2FB6E-7498-2592-93A0-81FD715D26E9}" dt="2024-09-09T15:52:15.601" v="1294" actId="1076"/>
          <ac:picMkLst>
            <pc:docMk/>
            <pc:sldMk cId="292909213" sldId="475"/>
            <ac:picMk id="7" creationId="{282A1841-2FF1-E627-A57E-BEC0ABF4318E}"/>
          </ac:picMkLst>
        </pc:picChg>
      </pc:sldChg>
      <pc:sldChg chg="modSp">
        <pc:chgData name="Austin Francis" userId="S::apf006@uark.edu::d9206161-76a2-4d0d-bb71-2bac416203d9" providerId="AD" clId="Web-{18C2FB6E-7498-2592-93A0-81FD715D26E9}" dt="2024-09-09T15:55:03.440" v="1394" actId="20577"/>
        <pc:sldMkLst>
          <pc:docMk/>
          <pc:sldMk cId="163268738" sldId="476"/>
        </pc:sldMkLst>
        <pc:spChg chg="mod">
          <ac:chgData name="Austin Francis" userId="S::apf006@uark.edu::d9206161-76a2-4d0d-bb71-2bac416203d9" providerId="AD" clId="Web-{18C2FB6E-7498-2592-93A0-81FD715D26E9}" dt="2024-09-09T15:55:03.440" v="1394" actId="20577"/>
          <ac:spMkLst>
            <pc:docMk/>
            <pc:sldMk cId="163268738" sldId="476"/>
            <ac:spMk id="3" creationId="{FBA70239-8221-57C6-1E2C-3DB3A8A7F17C}"/>
          </ac:spMkLst>
        </pc:spChg>
      </pc:sldChg>
      <pc:sldChg chg="addSp delSp modSp modNotes">
        <pc:chgData name="Austin Francis" userId="S::apf006@uark.edu::d9206161-76a2-4d0d-bb71-2bac416203d9" providerId="AD" clId="Web-{18C2FB6E-7498-2592-93A0-81FD715D26E9}" dt="2024-09-09T16:29:32.997" v="1516" actId="20577"/>
        <pc:sldMkLst>
          <pc:docMk/>
          <pc:sldMk cId="3053758625" sldId="477"/>
        </pc:sldMkLst>
        <pc:spChg chg="mod">
          <ac:chgData name="Austin Francis" userId="S::apf006@uark.edu::d9206161-76a2-4d0d-bb71-2bac416203d9" providerId="AD" clId="Web-{18C2FB6E-7498-2592-93A0-81FD715D26E9}" dt="2024-09-09T16:29:32.997" v="1516" actId="20577"/>
          <ac:spMkLst>
            <pc:docMk/>
            <pc:sldMk cId="3053758625" sldId="477"/>
            <ac:spMk id="2" creationId="{A171A6FA-9104-C389-A205-B3B04AADAA8B}"/>
          </ac:spMkLst>
        </pc:spChg>
        <pc:spChg chg="add del mod">
          <ac:chgData name="Austin Francis" userId="S::apf006@uark.edu::d9206161-76a2-4d0d-bb71-2bac416203d9" providerId="AD" clId="Web-{18C2FB6E-7498-2592-93A0-81FD715D26E9}" dt="2024-09-09T15:55:32.598" v="1396"/>
          <ac:spMkLst>
            <pc:docMk/>
            <pc:sldMk cId="3053758625" sldId="477"/>
            <ac:spMk id="7" creationId="{3051E1A9-62A0-68D3-DDCF-89FA9CC1200B}"/>
          </ac:spMkLst>
        </pc:spChg>
        <pc:spChg chg="add del mod">
          <ac:chgData name="Austin Francis" userId="S::apf006@uark.edu::d9206161-76a2-4d0d-bb71-2bac416203d9" providerId="AD" clId="Web-{18C2FB6E-7498-2592-93A0-81FD715D26E9}" dt="2024-09-09T16:10:26.406" v="1400"/>
          <ac:spMkLst>
            <pc:docMk/>
            <pc:sldMk cId="3053758625" sldId="477"/>
            <ac:spMk id="10" creationId="{34FDDC03-1D90-27A7-8E30-7AD6042FC9CE}"/>
          </ac:spMkLst>
        </pc:spChg>
        <pc:picChg chg="del">
          <ac:chgData name="Austin Francis" userId="S::apf006@uark.edu::d9206161-76a2-4d0d-bb71-2bac416203d9" providerId="AD" clId="Web-{18C2FB6E-7498-2592-93A0-81FD715D26E9}" dt="2024-09-09T15:55:16.222" v="1395"/>
          <ac:picMkLst>
            <pc:docMk/>
            <pc:sldMk cId="3053758625" sldId="477"/>
            <ac:picMk id="4" creationId="{74C3EF68-4BDB-6343-998E-6AB7970FA38E}"/>
          </ac:picMkLst>
        </pc:picChg>
        <pc:picChg chg="add del mod ord">
          <ac:chgData name="Austin Francis" userId="S::apf006@uark.edu::d9206161-76a2-4d0d-bb71-2bac416203d9" providerId="AD" clId="Web-{18C2FB6E-7498-2592-93A0-81FD715D26E9}" dt="2024-09-09T16:10:25.078" v="1399"/>
          <ac:picMkLst>
            <pc:docMk/>
            <pc:sldMk cId="3053758625" sldId="477"/>
            <ac:picMk id="8" creationId="{A42241C2-92E5-CCF9-73F4-3A46DA6F3C8C}"/>
          </ac:picMkLst>
        </pc:picChg>
        <pc:picChg chg="add mod ord">
          <ac:chgData name="Austin Francis" userId="S::apf006@uark.edu::d9206161-76a2-4d0d-bb71-2bac416203d9" providerId="AD" clId="Web-{18C2FB6E-7498-2592-93A0-81FD715D26E9}" dt="2024-09-09T16:10:32.266" v="1402" actId="1076"/>
          <ac:picMkLst>
            <pc:docMk/>
            <pc:sldMk cId="3053758625" sldId="477"/>
            <ac:picMk id="11" creationId="{243A6FE0-BF92-AD77-B225-CAED93B55438}"/>
          </ac:picMkLst>
        </pc:picChg>
      </pc:sldChg>
      <pc:sldChg chg="modSp del modNotes">
        <pc:chgData name="Austin Francis" userId="S::apf006@uark.edu::d9206161-76a2-4d0d-bb71-2bac416203d9" providerId="AD" clId="Web-{18C2FB6E-7498-2592-93A0-81FD715D26E9}" dt="2024-09-09T16:31:49.959" v="1685"/>
        <pc:sldMkLst>
          <pc:docMk/>
          <pc:sldMk cId="3801312249" sldId="478"/>
        </pc:sldMkLst>
        <pc:spChg chg="mod">
          <ac:chgData name="Austin Francis" userId="S::apf006@uark.edu::d9206161-76a2-4d0d-bb71-2bac416203d9" providerId="AD" clId="Web-{18C2FB6E-7498-2592-93A0-81FD715D26E9}" dt="2024-09-09T16:25:19.324" v="1474" actId="20577"/>
          <ac:spMkLst>
            <pc:docMk/>
            <pc:sldMk cId="3801312249" sldId="478"/>
            <ac:spMk id="3" creationId="{580D56F8-3314-212C-F6B1-4113566882F0}"/>
          </ac:spMkLst>
        </pc:spChg>
      </pc:sldChg>
      <pc:sldChg chg="addSp delSp modSp modNotes">
        <pc:chgData name="Austin Francis" userId="S::apf006@uark.edu::d9206161-76a2-4d0d-bb71-2bac416203d9" providerId="AD" clId="Web-{18C2FB6E-7498-2592-93A0-81FD715D26E9}" dt="2024-09-09T16:29:45.232" v="1519" actId="20577"/>
        <pc:sldMkLst>
          <pc:docMk/>
          <pc:sldMk cId="59643071" sldId="479"/>
        </pc:sldMkLst>
        <pc:spChg chg="mod">
          <ac:chgData name="Austin Francis" userId="S::apf006@uark.edu::d9206161-76a2-4d0d-bb71-2bac416203d9" providerId="AD" clId="Web-{18C2FB6E-7498-2592-93A0-81FD715D26E9}" dt="2024-09-09T16:29:45.232" v="1519" actId="20577"/>
          <ac:spMkLst>
            <pc:docMk/>
            <pc:sldMk cId="59643071" sldId="479"/>
            <ac:spMk id="2" creationId="{51ADBD37-0207-251E-8548-6DD25D69AB2A}"/>
          </ac:spMkLst>
        </pc:spChg>
        <pc:spChg chg="add del mod">
          <ac:chgData name="Austin Francis" userId="S::apf006@uark.edu::d9206161-76a2-4d0d-bb71-2bac416203d9" providerId="AD" clId="Web-{18C2FB6E-7498-2592-93A0-81FD715D26E9}" dt="2024-09-09T16:24:29.039" v="1437"/>
          <ac:spMkLst>
            <pc:docMk/>
            <pc:sldMk cId="59643071" sldId="479"/>
            <ac:spMk id="6" creationId="{FF8E7C61-8B6B-46E3-DED4-4501835A9FFF}"/>
          </ac:spMkLst>
        </pc:spChg>
        <pc:picChg chg="del">
          <ac:chgData name="Austin Francis" userId="S::apf006@uark.edu::d9206161-76a2-4d0d-bb71-2bac416203d9" providerId="AD" clId="Web-{18C2FB6E-7498-2592-93A0-81FD715D26E9}" dt="2024-09-09T16:24:25.695" v="1436"/>
          <ac:picMkLst>
            <pc:docMk/>
            <pc:sldMk cId="59643071" sldId="479"/>
            <ac:picMk id="4" creationId="{E0443DB9-D47B-545E-3248-424DBFC82139}"/>
          </ac:picMkLst>
        </pc:picChg>
        <pc:picChg chg="add mod ord">
          <ac:chgData name="Austin Francis" userId="S::apf006@uark.edu::d9206161-76a2-4d0d-bb71-2bac416203d9" providerId="AD" clId="Web-{18C2FB6E-7498-2592-93A0-81FD715D26E9}" dt="2024-09-09T16:25:11.120" v="1472" actId="1076"/>
          <ac:picMkLst>
            <pc:docMk/>
            <pc:sldMk cId="59643071" sldId="479"/>
            <ac:picMk id="7" creationId="{C1DF981B-EBFC-FCE3-1A70-FA62F00BCE15}"/>
          </ac:picMkLst>
        </pc:picChg>
      </pc:sldChg>
      <pc:sldChg chg="modSp del">
        <pc:chgData name="Austin Francis" userId="S::apf006@uark.edu::d9206161-76a2-4d0d-bb71-2bac416203d9" providerId="AD" clId="Web-{18C2FB6E-7498-2592-93A0-81FD715D26E9}" dt="2024-09-09T16:32:15.476" v="1687"/>
        <pc:sldMkLst>
          <pc:docMk/>
          <pc:sldMk cId="1961816772" sldId="480"/>
        </pc:sldMkLst>
        <pc:spChg chg="mod">
          <ac:chgData name="Austin Francis" userId="S::apf006@uark.edu::d9206161-76a2-4d0d-bb71-2bac416203d9" providerId="AD" clId="Web-{18C2FB6E-7498-2592-93A0-81FD715D26E9}" dt="2024-09-09T16:25:30.434" v="1477" actId="20577"/>
          <ac:spMkLst>
            <pc:docMk/>
            <pc:sldMk cId="1961816772" sldId="480"/>
            <ac:spMk id="5" creationId="{3E03B235-92A8-1BA3-A63C-BAEF68493073}"/>
          </ac:spMkLst>
        </pc:spChg>
      </pc:sldChg>
      <pc:sldChg chg="addSp delSp modSp modNotes">
        <pc:chgData name="Austin Francis" userId="S::apf006@uark.edu::d9206161-76a2-4d0d-bb71-2bac416203d9" providerId="AD" clId="Web-{18C2FB6E-7498-2592-93A0-81FD715D26E9}" dt="2024-09-10T13:19:39.653" v="2043"/>
        <pc:sldMkLst>
          <pc:docMk/>
          <pc:sldMk cId="4104768236" sldId="481"/>
        </pc:sldMkLst>
        <pc:spChg chg="mod">
          <ac:chgData name="Austin Francis" userId="S::apf006@uark.edu::d9206161-76a2-4d0d-bb71-2bac416203d9" providerId="AD" clId="Web-{18C2FB6E-7498-2592-93A0-81FD715D26E9}" dt="2024-09-09T16:26:12.171" v="1507" actId="14100"/>
          <ac:spMkLst>
            <pc:docMk/>
            <pc:sldMk cId="4104768236" sldId="481"/>
            <ac:spMk id="2" creationId="{51ADBD37-0207-251E-8548-6DD25D69AB2A}"/>
          </ac:spMkLst>
        </pc:spChg>
        <pc:spChg chg="add del mod">
          <ac:chgData name="Austin Francis" userId="S::apf006@uark.edu::d9206161-76a2-4d0d-bb71-2bac416203d9" providerId="AD" clId="Web-{18C2FB6E-7498-2592-93A0-81FD715D26E9}" dt="2024-09-09T16:25:47.310" v="1479"/>
          <ac:spMkLst>
            <pc:docMk/>
            <pc:sldMk cId="4104768236" sldId="481"/>
            <ac:spMk id="6" creationId="{162231BF-8735-E092-7864-3D6370DEC0D7}"/>
          </ac:spMkLst>
        </pc:spChg>
        <pc:picChg chg="del">
          <ac:chgData name="Austin Francis" userId="S::apf006@uark.edu::d9206161-76a2-4d0d-bb71-2bac416203d9" providerId="AD" clId="Web-{18C2FB6E-7498-2592-93A0-81FD715D26E9}" dt="2024-09-09T16:25:45.904" v="1478"/>
          <ac:picMkLst>
            <pc:docMk/>
            <pc:sldMk cId="4104768236" sldId="481"/>
            <ac:picMk id="3" creationId="{7088B1E7-7FEC-2AF4-A482-2447D8CF9B94}"/>
          </ac:picMkLst>
        </pc:picChg>
        <pc:picChg chg="add mod ord">
          <ac:chgData name="Austin Francis" userId="S::apf006@uark.edu::d9206161-76a2-4d0d-bb71-2bac416203d9" providerId="AD" clId="Web-{18C2FB6E-7498-2592-93A0-81FD715D26E9}" dt="2024-09-09T16:25:52.857" v="1482" actId="1076"/>
          <ac:picMkLst>
            <pc:docMk/>
            <pc:sldMk cId="4104768236" sldId="481"/>
            <ac:picMk id="7" creationId="{BE8322BA-7973-C504-9B56-B73478970CA9}"/>
          </ac:picMkLst>
        </pc:picChg>
      </pc:sldChg>
      <pc:sldChg chg="modSp">
        <pc:chgData name="Austin Francis" userId="S::apf006@uark.edu::d9206161-76a2-4d0d-bb71-2bac416203d9" providerId="AD" clId="Web-{18C2FB6E-7498-2592-93A0-81FD715D26E9}" dt="2024-09-09T16:34:24.609" v="1859" actId="20577"/>
        <pc:sldMkLst>
          <pc:docMk/>
          <pc:sldMk cId="929529814" sldId="482"/>
        </pc:sldMkLst>
        <pc:spChg chg="mod">
          <ac:chgData name="Austin Francis" userId="S::apf006@uark.edu::d9206161-76a2-4d0d-bb71-2bac416203d9" providerId="AD" clId="Web-{18C2FB6E-7498-2592-93A0-81FD715D26E9}" dt="2024-09-09T16:34:24.609" v="1859" actId="20577"/>
          <ac:spMkLst>
            <pc:docMk/>
            <pc:sldMk cId="929529814" sldId="482"/>
            <ac:spMk id="3" creationId="{7323381A-6D4C-39C2-3AB5-FB49E60A1D3B}"/>
          </ac:spMkLst>
        </pc:spChg>
      </pc:sldChg>
      <pc:sldChg chg="del">
        <pc:chgData name="Austin Francis" userId="S::apf006@uark.edu::d9206161-76a2-4d0d-bb71-2bac416203d9" providerId="AD" clId="Web-{18C2FB6E-7498-2592-93A0-81FD715D26E9}" dt="2024-09-09T16:26:25.547" v="1509"/>
        <pc:sldMkLst>
          <pc:docMk/>
          <pc:sldMk cId="3523173628" sldId="483"/>
        </pc:sldMkLst>
      </pc:sldChg>
      <pc:sldChg chg="del">
        <pc:chgData name="Austin Francis" userId="S::apf006@uark.edu::d9206161-76a2-4d0d-bb71-2bac416203d9" providerId="AD" clId="Web-{18C2FB6E-7498-2592-93A0-81FD715D26E9}" dt="2024-09-09T16:26:28.625" v="1510"/>
        <pc:sldMkLst>
          <pc:docMk/>
          <pc:sldMk cId="1279047133" sldId="484"/>
        </pc:sldMkLst>
      </pc:sldChg>
      <pc:sldChg chg="del">
        <pc:chgData name="Austin Francis" userId="S::apf006@uark.edu::d9206161-76a2-4d0d-bb71-2bac416203d9" providerId="AD" clId="Web-{18C2FB6E-7498-2592-93A0-81FD715D26E9}" dt="2024-09-09T16:26:30.422" v="1511"/>
        <pc:sldMkLst>
          <pc:docMk/>
          <pc:sldMk cId="3271607978" sldId="485"/>
        </pc:sldMkLst>
      </pc:sldChg>
      <pc:sldChg chg="del">
        <pc:chgData name="Austin Francis" userId="S::apf006@uark.edu::d9206161-76a2-4d0d-bb71-2bac416203d9" providerId="AD" clId="Web-{18C2FB6E-7498-2592-93A0-81FD715D26E9}" dt="2024-09-09T16:26:32.704" v="1512"/>
        <pc:sldMkLst>
          <pc:docMk/>
          <pc:sldMk cId="2617688870" sldId="486"/>
        </pc:sldMkLst>
      </pc:sldChg>
      <pc:sldChg chg="modSp modNotes">
        <pc:chgData name="Austin Francis" userId="S::apf006@uark.edu::d9206161-76a2-4d0d-bb71-2bac416203d9" providerId="AD" clId="Web-{18C2FB6E-7498-2592-93A0-81FD715D26E9}" dt="2024-09-09T15:22:08.155" v="1049"/>
        <pc:sldMkLst>
          <pc:docMk/>
          <pc:sldMk cId="2543566513" sldId="487"/>
        </pc:sldMkLst>
        <pc:spChg chg="mod">
          <ac:chgData name="Austin Francis" userId="S::apf006@uark.edu::d9206161-76a2-4d0d-bb71-2bac416203d9" providerId="AD" clId="Web-{18C2FB6E-7498-2592-93A0-81FD715D26E9}" dt="2024-09-09T15:22:01.498" v="1047" actId="20577"/>
          <ac:spMkLst>
            <pc:docMk/>
            <pc:sldMk cId="2543566513" sldId="487"/>
            <ac:spMk id="3" creationId="{E398D4EE-6D9D-ADB3-580D-B44F059C1780}"/>
          </ac:spMkLst>
        </pc:spChg>
      </pc:sldChg>
      <pc:sldChg chg="addSp delSp modSp add replId">
        <pc:chgData name="Austin Francis" userId="S::apf006@uark.edu::d9206161-76a2-4d0d-bb71-2bac416203d9" providerId="AD" clId="Web-{18C2FB6E-7498-2592-93A0-81FD715D26E9}" dt="2024-09-09T14:46:32.610" v="658" actId="14100"/>
        <pc:sldMkLst>
          <pc:docMk/>
          <pc:sldMk cId="489251837" sldId="488"/>
        </pc:sldMkLst>
        <pc:spChg chg="mod">
          <ac:chgData name="Austin Francis" userId="S::apf006@uark.edu::d9206161-76a2-4d0d-bb71-2bac416203d9" providerId="AD" clId="Web-{18C2FB6E-7498-2592-93A0-81FD715D26E9}" dt="2024-09-09T14:46:32.610" v="658" actId="14100"/>
          <ac:spMkLst>
            <pc:docMk/>
            <pc:sldMk cId="489251837" sldId="488"/>
            <ac:spMk id="4" creationId="{5F657094-2D04-E9C4-D1D3-AE4CA128A281}"/>
          </ac:spMkLst>
        </pc:spChg>
        <pc:spChg chg="add del mod">
          <ac:chgData name="Austin Francis" userId="S::apf006@uark.edu::d9206161-76a2-4d0d-bb71-2bac416203d9" providerId="AD" clId="Web-{18C2FB6E-7498-2592-93A0-81FD715D26E9}" dt="2024-09-09T14:46:15.406" v="652"/>
          <ac:spMkLst>
            <pc:docMk/>
            <pc:sldMk cId="489251837" sldId="488"/>
            <ac:spMk id="5" creationId="{2A2D900F-7FB3-72D5-1694-0BF1E3F03915}"/>
          </ac:spMkLst>
        </pc:spChg>
        <pc:picChg chg="add mod ord">
          <ac:chgData name="Austin Francis" userId="S::apf006@uark.edu::d9206161-76a2-4d0d-bb71-2bac416203d9" providerId="AD" clId="Web-{18C2FB6E-7498-2592-93A0-81FD715D26E9}" dt="2024-09-09T14:46:23.797" v="656"/>
          <ac:picMkLst>
            <pc:docMk/>
            <pc:sldMk cId="489251837" sldId="488"/>
            <ac:picMk id="6" creationId="{6EAFBE16-CD79-5D4D-FB5F-6BAB751414E5}"/>
          </ac:picMkLst>
        </pc:picChg>
        <pc:picChg chg="del">
          <ac:chgData name="Austin Francis" userId="S::apf006@uark.edu::d9206161-76a2-4d0d-bb71-2bac416203d9" providerId="AD" clId="Web-{18C2FB6E-7498-2592-93A0-81FD715D26E9}" dt="2024-09-09T14:46:03.296" v="651"/>
          <ac:picMkLst>
            <pc:docMk/>
            <pc:sldMk cId="489251837" sldId="488"/>
            <ac:picMk id="7" creationId="{B543689B-3528-D6BD-8786-631DAAA97C24}"/>
          </ac:picMkLst>
        </pc:picChg>
      </pc:sldChg>
      <pc:sldChg chg="addSp delSp modSp add replId">
        <pc:chgData name="Austin Francis" userId="S::apf006@uark.edu::d9206161-76a2-4d0d-bb71-2bac416203d9" providerId="AD" clId="Web-{18C2FB6E-7498-2592-93A0-81FD715D26E9}" dt="2024-09-09T14:47:43.271" v="668" actId="1076"/>
        <pc:sldMkLst>
          <pc:docMk/>
          <pc:sldMk cId="2906193862" sldId="489"/>
        </pc:sldMkLst>
        <pc:spChg chg="mod">
          <ac:chgData name="Austin Francis" userId="S::apf006@uark.edu::d9206161-76a2-4d0d-bb71-2bac416203d9" providerId="AD" clId="Web-{18C2FB6E-7498-2592-93A0-81FD715D26E9}" dt="2024-09-09T14:47:43.271" v="668" actId="1076"/>
          <ac:spMkLst>
            <pc:docMk/>
            <pc:sldMk cId="2906193862" sldId="489"/>
            <ac:spMk id="4" creationId="{5F657094-2D04-E9C4-D1D3-AE4CA128A281}"/>
          </ac:spMkLst>
        </pc:spChg>
        <pc:spChg chg="add del mod">
          <ac:chgData name="Austin Francis" userId="S::apf006@uark.edu::d9206161-76a2-4d0d-bb71-2bac416203d9" providerId="AD" clId="Web-{18C2FB6E-7498-2592-93A0-81FD715D26E9}" dt="2024-09-09T14:47:33.473" v="663"/>
          <ac:spMkLst>
            <pc:docMk/>
            <pc:sldMk cId="2906193862" sldId="489"/>
            <ac:spMk id="5" creationId="{0EF74B7A-D54E-9F10-77E8-BED56B73CFF6}"/>
          </ac:spMkLst>
        </pc:spChg>
        <pc:picChg chg="del">
          <ac:chgData name="Austin Francis" userId="S::apf006@uark.edu::d9206161-76a2-4d0d-bb71-2bac416203d9" providerId="AD" clId="Web-{18C2FB6E-7498-2592-93A0-81FD715D26E9}" dt="2024-09-09T14:47:15.550" v="660"/>
          <ac:picMkLst>
            <pc:docMk/>
            <pc:sldMk cId="2906193862" sldId="489"/>
            <ac:picMk id="6" creationId="{6EAFBE16-CD79-5D4D-FB5F-6BAB751414E5}"/>
          </ac:picMkLst>
        </pc:picChg>
        <pc:picChg chg="add mod ord">
          <ac:chgData name="Austin Francis" userId="S::apf006@uark.edu::d9206161-76a2-4d0d-bb71-2bac416203d9" providerId="AD" clId="Web-{18C2FB6E-7498-2592-93A0-81FD715D26E9}" dt="2024-09-09T14:47:40.021" v="667"/>
          <ac:picMkLst>
            <pc:docMk/>
            <pc:sldMk cId="2906193862" sldId="489"/>
            <ac:picMk id="7" creationId="{EDF20BA8-CB9C-112B-EC38-A71F85E7E2C1}"/>
          </ac:picMkLst>
        </pc:picChg>
      </pc:sldChg>
      <pc:sldChg chg="addSp delSp modSp add replId modNotes">
        <pc:chgData name="Austin Francis" userId="S::apf006@uark.edu::d9206161-76a2-4d0d-bb71-2bac416203d9" providerId="AD" clId="Web-{18C2FB6E-7498-2592-93A0-81FD715D26E9}" dt="2024-09-09T15:06:45.579" v="805"/>
        <pc:sldMkLst>
          <pc:docMk/>
          <pc:sldMk cId="175905657" sldId="490"/>
        </pc:sldMkLst>
        <pc:spChg chg="mod">
          <ac:chgData name="Austin Francis" userId="S::apf006@uark.edu::d9206161-76a2-4d0d-bb71-2bac416203d9" providerId="AD" clId="Web-{18C2FB6E-7498-2592-93A0-81FD715D26E9}" dt="2024-09-09T15:03:58.272" v="804" actId="14100"/>
          <ac:spMkLst>
            <pc:docMk/>
            <pc:sldMk cId="175905657" sldId="490"/>
            <ac:spMk id="4" creationId="{38E371B6-7E68-020B-AAC5-C3FCEE3E73F7}"/>
          </ac:spMkLst>
        </pc:spChg>
        <pc:spChg chg="add del mod">
          <ac:chgData name="Austin Francis" userId="S::apf006@uark.edu::d9206161-76a2-4d0d-bb71-2bac416203d9" providerId="AD" clId="Web-{18C2FB6E-7498-2592-93A0-81FD715D26E9}" dt="2024-09-09T15:03:34.692" v="797"/>
          <ac:spMkLst>
            <pc:docMk/>
            <pc:sldMk cId="175905657" sldId="490"/>
            <ac:spMk id="5" creationId="{C36B64FE-066F-A57A-5C08-868468563B73}"/>
          </ac:spMkLst>
        </pc:spChg>
        <pc:picChg chg="add mod ord">
          <ac:chgData name="Austin Francis" userId="S::apf006@uark.edu::d9206161-76a2-4d0d-bb71-2bac416203d9" providerId="AD" clId="Web-{18C2FB6E-7498-2592-93A0-81FD715D26E9}" dt="2024-09-09T15:03:52.865" v="802" actId="1076"/>
          <ac:picMkLst>
            <pc:docMk/>
            <pc:sldMk cId="175905657" sldId="490"/>
            <ac:picMk id="6" creationId="{74617DB4-D9B4-F512-B15B-BF0507EAE0D1}"/>
          </ac:picMkLst>
        </pc:picChg>
        <pc:picChg chg="del">
          <ac:chgData name="Austin Francis" userId="S::apf006@uark.edu::d9206161-76a2-4d0d-bb71-2bac416203d9" providerId="AD" clId="Web-{18C2FB6E-7498-2592-93A0-81FD715D26E9}" dt="2024-09-09T15:03:33.395" v="796"/>
          <ac:picMkLst>
            <pc:docMk/>
            <pc:sldMk cId="175905657" sldId="490"/>
            <ac:picMk id="10" creationId="{D2765386-1730-5BD3-63EA-0DB90B8D0B34}"/>
          </ac:picMkLst>
        </pc:picChg>
      </pc:sldChg>
      <pc:sldChg chg="add del replId">
        <pc:chgData name="Austin Francis" userId="S::apf006@uark.edu::d9206161-76a2-4d0d-bb71-2bac416203d9" providerId="AD" clId="Web-{18C2FB6E-7498-2592-93A0-81FD715D26E9}" dt="2024-09-09T14:47:23.067" v="662"/>
        <pc:sldMkLst>
          <pc:docMk/>
          <pc:sldMk cId="3590432588" sldId="490"/>
        </pc:sldMkLst>
      </pc:sldChg>
      <pc:sldChg chg="addSp delSp modSp new modNotes">
        <pc:chgData name="Austin Francis" userId="S::apf006@uark.edu::d9206161-76a2-4d0d-bb71-2bac416203d9" providerId="AD" clId="Web-{18C2FB6E-7498-2592-93A0-81FD715D26E9}" dt="2024-09-09T15:15:18.050" v="929"/>
        <pc:sldMkLst>
          <pc:docMk/>
          <pc:sldMk cId="3343229959" sldId="491"/>
        </pc:sldMkLst>
        <pc:spChg chg="mod">
          <ac:chgData name="Austin Francis" userId="S::apf006@uark.edu::d9206161-76a2-4d0d-bb71-2bac416203d9" providerId="AD" clId="Web-{18C2FB6E-7498-2592-93A0-81FD715D26E9}" dt="2024-09-09T15:12:07.303" v="885" actId="20577"/>
          <ac:spMkLst>
            <pc:docMk/>
            <pc:sldMk cId="3343229959" sldId="491"/>
            <ac:spMk id="2" creationId="{0FB71B54-6A32-EBD2-3520-B3F4AC24244B}"/>
          </ac:spMkLst>
        </pc:spChg>
        <pc:spChg chg="del">
          <ac:chgData name="Austin Francis" userId="S::apf006@uark.edu::d9206161-76a2-4d0d-bb71-2bac416203d9" providerId="AD" clId="Web-{18C2FB6E-7498-2592-93A0-81FD715D26E9}" dt="2024-09-09T15:12:17.070" v="886"/>
          <ac:spMkLst>
            <pc:docMk/>
            <pc:sldMk cId="3343229959" sldId="491"/>
            <ac:spMk id="3" creationId="{3F3A5818-6F98-595A-F607-B6C8909A95AB}"/>
          </ac:spMkLst>
        </pc:spChg>
        <pc:picChg chg="add mod ord">
          <ac:chgData name="Austin Francis" userId="S::apf006@uark.edu::d9206161-76a2-4d0d-bb71-2bac416203d9" providerId="AD" clId="Web-{18C2FB6E-7498-2592-93A0-81FD715D26E9}" dt="2024-09-09T15:12:24.648" v="889" actId="1076"/>
          <ac:picMkLst>
            <pc:docMk/>
            <pc:sldMk cId="3343229959" sldId="491"/>
            <ac:picMk id="4" creationId="{1CA21C14-3B80-FCA6-00FE-C2148B5D4BE3}"/>
          </ac:picMkLst>
        </pc:picChg>
      </pc:sldChg>
      <pc:sldChg chg="addSp delSp modSp new modNotes">
        <pc:chgData name="Austin Francis" userId="S::apf006@uark.edu::d9206161-76a2-4d0d-bb71-2bac416203d9" providerId="AD" clId="Web-{18C2FB6E-7498-2592-93A0-81FD715D26E9}" dt="2024-09-09T15:43:11.659" v="1289"/>
        <pc:sldMkLst>
          <pc:docMk/>
          <pc:sldMk cId="145398586" sldId="492"/>
        </pc:sldMkLst>
        <pc:spChg chg="mod">
          <ac:chgData name="Austin Francis" userId="S::apf006@uark.edu::d9206161-76a2-4d0d-bb71-2bac416203d9" providerId="AD" clId="Web-{18C2FB6E-7498-2592-93A0-81FD715D26E9}" dt="2024-09-09T15:31:13.284" v="1221" actId="20577"/>
          <ac:spMkLst>
            <pc:docMk/>
            <pc:sldMk cId="145398586" sldId="492"/>
            <ac:spMk id="2" creationId="{455A92BC-C406-EA0B-AF2E-F5B6D644D6CF}"/>
          </ac:spMkLst>
        </pc:spChg>
        <pc:spChg chg="del">
          <ac:chgData name="Austin Francis" userId="S::apf006@uark.edu::d9206161-76a2-4d0d-bb71-2bac416203d9" providerId="AD" clId="Web-{18C2FB6E-7498-2592-93A0-81FD715D26E9}" dt="2024-09-09T15:31:14.566" v="1222"/>
          <ac:spMkLst>
            <pc:docMk/>
            <pc:sldMk cId="145398586" sldId="492"/>
            <ac:spMk id="3" creationId="{81522C2B-AAC8-0326-93A2-454CDED9DB73}"/>
          </ac:spMkLst>
        </pc:spChg>
        <pc:picChg chg="add mod ord">
          <ac:chgData name="Austin Francis" userId="S::apf006@uark.edu::d9206161-76a2-4d0d-bb71-2bac416203d9" providerId="AD" clId="Web-{18C2FB6E-7498-2592-93A0-81FD715D26E9}" dt="2024-09-09T15:31:22.988" v="1225" actId="1076"/>
          <ac:picMkLst>
            <pc:docMk/>
            <pc:sldMk cId="145398586" sldId="492"/>
            <ac:picMk id="4" creationId="{D4C2B16D-445D-FEDC-3D25-94407B319A27}"/>
          </ac:picMkLst>
        </pc:picChg>
      </pc:sldChg>
      <pc:sldChg chg="modSp new">
        <pc:chgData name="Austin Francis" userId="S::apf006@uark.edu::d9206161-76a2-4d0d-bb71-2bac416203d9" providerId="AD" clId="Web-{18C2FB6E-7498-2592-93A0-81FD715D26E9}" dt="2024-09-09T16:31:47.021" v="1684" actId="20577"/>
        <pc:sldMkLst>
          <pc:docMk/>
          <pc:sldMk cId="4051849833" sldId="493"/>
        </pc:sldMkLst>
        <pc:spChg chg="mod">
          <ac:chgData name="Austin Francis" userId="S::apf006@uark.edu::d9206161-76a2-4d0d-bb71-2bac416203d9" providerId="AD" clId="Web-{18C2FB6E-7498-2592-93A0-81FD715D26E9}" dt="2024-09-09T16:30:11.452" v="1525" actId="20577"/>
          <ac:spMkLst>
            <pc:docMk/>
            <pc:sldMk cId="4051849833" sldId="493"/>
            <ac:spMk id="2" creationId="{1FA72867-B6BD-6C9C-9075-6FE68BE6BC75}"/>
          </ac:spMkLst>
        </pc:spChg>
        <pc:spChg chg="mod">
          <ac:chgData name="Austin Francis" userId="S::apf006@uark.edu::d9206161-76a2-4d0d-bb71-2bac416203d9" providerId="AD" clId="Web-{18C2FB6E-7498-2592-93A0-81FD715D26E9}" dt="2024-09-09T16:31:47.021" v="1684" actId="20577"/>
          <ac:spMkLst>
            <pc:docMk/>
            <pc:sldMk cId="4051849833" sldId="493"/>
            <ac:spMk id="3" creationId="{E61F219B-329E-C7D7-F310-A2282DB098EB}"/>
          </ac:spMkLst>
        </pc:spChg>
      </pc:sldChg>
      <pc:sldChg chg="modSp new">
        <pc:chgData name="Austin Francis" userId="S::apf006@uark.edu::d9206161-76a2-4d0d-bb71-2bac416203d9" providerId="AD" clId="Web-{18C2FB6E-7498-2592-93A0-81FD715D26E9}" dt="2024-09-09T16:32:53.400" v="1781" actId="20577"/>
        <pc:sldMkLst>
          <pc:docMk/>
          <pc:sldMk cId="2713292739" sldId="494"/>
        </pc:sldMkLst>
        <pc:spChg chg="mod">
          <ac:chgData name="Austin Francis" userId="S::apf006@uark.edu::d9206161-76a2-4d0d-bb71-2bac416203d9" providerId="AD" clId="Web-{18C2FB6E-7498-2592-93A0-81FD715D26E9}" dt="2024-09-09T16:32:23.070" v="1701" actId="20577"/>
          <ac:spMkLst>
            <pc:docMk/>
            <pc:sldMk cId="2713292739" sldId="494"/>
            <ac:spMk id="2" creationId="{3E9BC5F6-F903-C574-5CD2-9328D1B96A03}"/>
          </ac:spMkLst>
        </pc:spChg>
        <pc:spChg chg="mod">
          <ac:chgData name="Austin Francis" userId="S::apf006@uark.edu::d9206161-76a2-4d0d-bb71-2bac416203d9" providerId="AD" clId="Web-{18C2FB6E-7498-2592-93A0-81FD715D26E9}" dt="2024-09-09T16:32:53.400" v="1781" actId="20577"/>
          <ac:spMkLst>
            <pc:docMk/>
            <pc:sldMk cId="2713292739" sldId="494"/>
            <ac:spMk id="3" creationId="{EC7E1205-447F-B1A0-9671-5CE0889E90FE}"/>
          </ac:spMkLst>
        </pc:spChg>
      </pc:sldChg>
    </pc:docChg>
  </pc:docChgLst>
  <pc:docChgLst>
    <pc:chgData name="Austin Francis" userId="S::apf006@uark.edu::d9206161-76a2-4d0d-bb71-2bac416203d9" providerId="AD" clId="Web-{3C9AD1C9-A966-AECC-0F34-2A2AA67F666F}"/>
    <pc:docChg chg="addSld delSld modSld modSection">
      <pc:chgData name="Austin Francis" userId="S::apf006@uark.edu::d9206161-76a2-4d0d-bb71-2bac416203d9" providerId="AD" clId="Web-{3C9AD1C9-A966-AECC-0F34-2A2AA67F666F}" dt="2024-08-30T15:51:42.092" v="612" actId="20577"/>
      <pc:docMkLst>
        <pc:docMk/>
      </pc:docMkLst>
      <pc:sldChg chg="addSp delSp modSp">
        <pc:chgData name="Austin Francis" userId="S::apf006@uark.edu::d9206161-76a2-4d0d-bb71-2bac416203d9" providerId="AD" clId="Web-{3C9AD1C9-A966-AECC-0F34-2A2AA67F666F}" dt="2024-08-30T15:31:56.246" v="279" actId="1076"/>
        <pc:sldMkLst>
          <pc:docMk/>
          <pc:sldMk cId="3921299865" sldId="442"/>
        </pc:sldMkLst>
        <pc:spChg chg="mod">
          <ac:chgData name="Austin Francis" userId="S::apf006@uark.edu::d9206161-76a2-4d0d-bb71-2bac416203d9" providerId="AD" clId="Web-{3C9AD1C9-A966-AECC-0F34-2A2AA67F666F}" dt="2024-08-30T15:31:32.433" v="273" actId="20577"/>
          <ac:spMkLst>
            <pc:docMk/>
            <pc:sldMk cId="3921299865" sldId="442"/>
            <ac:spMk id="2" creationId="{A9A10DC1-DDE1-4347-BDBB-4B2ACA3E8D0F}"/>
          </ac:spMkLst>
        </pc:spChg>
        <pc:spChg chg="add del mod">
          <ac:chgData name="Austin Francis" userId="S::apf006@uark.edu::d9206161-76a2-4d0d-bb71-2bac416203d9" providerId="AD" clId="Web-{3C9AD1C9-A966-AECC-0F34-2A2AA67F666F}" dt="2024-08-30T15:31:47.605" v="275"/>
          <ac:spMkLst>
            <pc:docMk/>
            <pc:sldMk cId="3921299865" sldId="442"/>
            <ac:spMk id="4" creationId="{48650C23-E4F8-3EB9-5F2C-D0DB017C3940}"/>
          </ac:spMkLst>
        </pc:spChg>
        <pc:picChg chg="del">
          <ac:chgData name="Austin Francis" userId="S::apf006@uark.edu::d9206161-76a2-4d0d-bb71-2bac416203d9" providerId="AD" clId="Web-{3C9AD1C9-A966-AECC-0F34-2A2AA67F666F}" dt="2024-08-30T15:31:33.370" v="274"/>
          <ac:picMkLst>
            <pc:docMk/>
            <pc:sldMk cId="3921299865" sldId="442"/>
            <ac:picMk id="5" creationId="{0B38C5F0-113D-FC2E-5C30-1105358B4506}"/>
          </ac:picMkLst>
        </pc:picChg>
        <pc:picChg chg="add mod ord">
          <ac:chgData name="Austin Francis" userId="S::apf006@uark.edu::d9206161-76a2-4d0d-bb71-2bac416203d9" providerId="AD" clId="Web-{3C9AD1C9-A966-AECC-0F34-2A2AA67F666F}" dt="2024-08-30T15:31:56.246" v="279" actId="1076"/>
          <ac:picMkLst>
            <pc:docMk/>
            <pc:sldMk cId="3921299865" sldId="442"/>
            <ac:picMk id="6" creationId="{DC1D27A8-7813-CC98-388E-742779FABD0B}"/>
          </ac:picMkLst>
        </pc:picChg>
      </pc:sldChg>
      <pc:sldChg chg="addSp delSp modSp">
        <pc:chgData name="Austin Francis" userId="S::apf006@uark.edu::d9206161-76a2-4d0d-bb71-2bac416203d9" providerId="AD" clId="Web-{3C9AD1C9-A966-AECC-0F34-2A2AA67F666F}" dt="2024-08-30T15:33:14.656" v="304" actId="1076"/>
        <pc:sldMkLst>
          <pc:docMk/>
          <pc:sldMk cId="1071918637" sldId="444"/>
        </pc:sldMkLst>
        <pc:spChg chg="mod">
          <ac:chgData name="Austin Francis" userId="S::apf006@uark.edu::d9206161-76a2-4d0d-bb71-2bac416203d9" providerId="AD" clId="Web-{3C9AD1C9-A966-AECC-0F34-2A2AA67F666F}" dt="2024-08-30T15:33:14.656" v="304" actId="1076"/>
          <ac:spMkLst>
            <pc:docMk/>
            <pc:sldMk cId="1071918637" sldId="444"/>
            <ac:spMk id="2" creationId="{A9A10DC1-DDE1-4347-BDBB-4B2ACA3E8D0F}"/>
          </ac:spMkLst>
        </pc:spChg>
        <pc:spChg chg="add del mod">
          <ac:chgData name="Austin Francis" userId="S::apf006@uark.edu::d9206161-76a2-4d0d-bb71-2bac416203d9" providerId="AD" clId="Web-{3C9AD1C9-A966-AECC-0F34-2A2AA67F666F}" dt="2024-08-30T15:32:55.218" v="299"/>
          <ac:spMkLst>
            <pc:docMk/>
            <pc:sldMk cId="1071918637" sldId="444"/>
            <ac:spMk id="4" creationId="{228D8915-1D45-051B-ED82-E012C01F6719}"/>
          </ac:spMkLst>
        </pc:spChg>
        <pc:picChg chg="add mod ord">
          <ac:chgData name="Austin Francis" userId="S::apf006@uark.edu::d9206161-76a2-4d0d-bb71-2bac416203d9" providerId="AD" clId="Web-{3C9AD1C9-A966-AECC-0F34-2A2AA67F666F}" dt="2024-08-30T15:33:10.624" v="303" actId="1076"/>
          <ac:picMkLst>
            <pc:docMk/>
            <pc:sldMk cId="1071918637" sldId="444"/>
            <ac:picMk id="5" creationId="{6580FCAC-CA34-A9DA-5488-C3A0CA6FEA05}"/>
          </ac:picMkLst>
        </pc:picChg>
        <pc:picChg chg="del">
          <ac:chgData name="Austin Francis" userId="S::apf006@uark.edu::d9206161-76a2-4d0d-bb71-2bac416203d9" providerId="AD" clId="Web-{3C9AD1C9-A966-AECC-0F34-2A2AA67F666F}" dt="2024-08-30T15:32:40.670" v="298"/>
          <ac:picMkLst>
            <pc:docMk/>
            <pc:sldMk cId="1071918637" sldId="444"/>
            <ac:picMk id="10" creationId="{D703C038-9576-E14C-B5E1-BC7A91D779FB}"/>
          </ac:picMkLst>
        </pc:picChg>
      </pc:sldChg>
      <pc:sldChg chg="addSp delSp modSp">
        <pc:chgData name="Austin Francis" userId="S::apf006@uark.edu::d9206161-76a2-4d0d-bb71-2bac416203d9" providerId="AD" clId="Web-{3C9AD1C9-A966-AECC-0F34-2A2AA67F666F}" dt="2024-08-30T15:34:13.205" v="323" actId="1076"/>
        <pc:sldMkLst>
          <pc:docMk/>
          <pc:sldMk cId="1873507160" sldId="445"/>
        </pc:sldMkLst>
        <pc:spChg chg="mod">
          <ac:chgData name="Austin Francis" userId="S::apf006@uark.edu::d9206161-76a2-4d0d-bb71-2bac416203d9" providerId="AD" clId="Web-{3C9AD1C9-A966-AECC-0F34-2A2AA67F666F}" dt="2024-08-30T15:33:47.204" v="318" actId="20577"/>
          <ac:spMkLst>
            <pc:docMk/>
            <pc:sldMk cId="1873507160" sldId="445"/>
            <ac:spMk id="2" creationId="{A9A10DC1-DDE1-4347-BDBB-4B2ACA3E8D0F}"/>
          </ac:spMkLst>
        </pc:spChg>
        <pc:spChg chg="add del mod">
          <ac:chgData name="Austin Francis" userId="S::apf006@uark.edu::d9206161-76a2-4d0d-bb71-2bac416203d9" providerId="AD" clId="Web-{3C9AD1C9-A966-AECC-0F34-2A2AA67F666F}" dt="2024-08-30T15:34:04.142" v="320"/>
          <ac:spMkLst>
            <pc:docMk/>
            <pc:sldMk cId="1873507160" sldId="445"/>
            <ac:spMk id="4" creationId="{B8412AD4-4329-40B0-AD72-0821E0467C0A}"/>
          </ac:spMkLst>
        </pc:spChg>
        <pc:picChg chg="del">
          <ac:chgData name="Austin Francis" userId="S::apf006@uark.edu::d9206161-76a2-4d0d-bb71-2bac416203d9" providerId="AD" clId="Web-{3C9AD1C9-A966-AECC-0F34-2A2AA67F666F}" dt="2024-08-30T15:33:49.110" v="319"/>
          <ac:picMkLst>
            <pc:docMk/>
            <pc:sldMk cId="1873507160" sldId="445"/>
            <ac:picMk id="5" creationId="{68B1A232-F8CB-8409-3581-F8FEDAAD17B1}"/>
          </ac:picMkLst>
        </pc:picChg>
        <pc:picChg chg="add mod ord">
          <ac:chgData name="Austin Francis" userId="S::apf006@uark.edu::d9206161-76a2-4d0d-bb71-2bac416203d9" providerId="AD" clId="Web-{3C9AD1C9-A966-AECC-0F34-2A2AA67F666F}" dt="2024-08-30T15:34:13.205" v="323" actId="1076"/>
          <ac:picMkLst>
            <pc:docMk/>
            <pc:sldMk cId="1873507160" sldId="445"/>
            <ac:picMk id="6" creationId="{4685A9F3-0956-FB4E-2F1C-ED4F6B6628EC}"/>
          </ac:picMkLst>
        </pc:picChg>
      </pc:sldChg>
      <pc:sldChg chg="addSp delSp modSp">
        <pc:chgData name="Austin Francis" userId="S::apf006@uark.edu::d9206161-76a2-4d0d-bb71-2bac416203d9" providerId="AD" clId="Web-{3C9AD1C9-A966-AECC-0F34-2A2AA67F666F}" dt="2024-08-30T15:36:17.257" v="351" actId="1076"/>
        <pc:sldMkLst>
          <pc:docMk/>
          <pc:sldMk cId="255185723" sldId="446"/>
        </pc:sldMkLst>
        <pc:spChg chg="mod">
          <ac:chgData name="Austin Francis" userId="S::apf006@uark.edu::d9206161-76a2-4d0d-bb71-2bac416203d9" providerId="AD" clId="Web-{3C9AD1C9-A966-AECC-0F34-2A2AA67F666F}" dt="2024-08-30T15:36:08.538" v="346" actId="1076"/>
          <ac:spMkLst>
            <pc:docMk/>
            <pc:sldMk cId="255185723" sldId="446"/>
            <ac:spMk id="2" creationId="{A9A10DC1-DDE1-4347-BDBB-4B2ACA3E8D0F}"/>
          </ac:spMkLst>
        </pc:spChg>
        <pc:spChg chg="add del mod">
          <ac:chgData name="Austin Francis" userId="S::apf006@uark.edu::d9206161-76a2-4d0d-bb71-2bac416203d9" providerId="AD" clId="Web-{3C9AD1C9-A966-AECC-0F34-2A2AA67F666F}" dt="2024-08-30T15:35:51.850" v="341"/>
          <ac:spMkLst>
            <pc:docMk/>
            <pc:sldMk cId="255185723" sldId="446"/>
            <ac:spMk id="4" creationId="{FC4F26AB-DD61-59C9-1B1E-0B92F303F454}"/>
          </ac:spMkLst>
        </pc:spChg>
        <pc:picChg chg="add mod ord">
          <ac:chgData name="Austin Francis" userId="S::apf006@uark.edu::d9206161-76a2-4d0d-bb71-2bac416203d9" providerId="AD" clId="Web-{3C9AD1C9-A966-AECC-0F34-2A2AA67F666F}" dt="2024-08-30T15:36:17.257" v="351" actId="1076"/>
          <ac:picMkLst>
            <pc:docMk/>
            <pc:sldMk cId="255185723" sldId="446"/>
            <ac:picMk id="5" creationId="{C6ED4173-D4D0-12C3-43ED-C707F90D52E7}"/>
          </ac:picMkLst>
        </pc:picChg>
        <pc:picChg chg="del">
          <ac:chgData name="Austin Francis" userId="S::apf006@uark.edu::d9206161-76a2-4d0d-bb71-2bac416203d9" providerId="AD" clId="Web-{3C9AD1C9-A966-AECC-0F34-2A2AA67F666F}" dt="2024-08-30T15:35:06.957" v="340"/>
          <ac:picMkLst>
            <pc:docMk/>
            <pc:sldMk cId="255185723" sldId="446"/>
            <ac:picMk id="6" creationId="{193A2B50-5242-4000-DBFC-2BDFF77D839F}"/>
          </ac:picMkLst>
        </pc:picChg>
      </pc:sldChg>
      <pc:sldChg chg="modSp modNotes">
        <pc:chgData name="Austin Francis" userId="S::apf006@uark.edu::d9206161-76a2-4d0d-bb71-2bac416203d9" providerId="AD" clId="Web-{3C9AD1C9-A966-AECC-0F34-2A2AA67F666F}" dt="2024-08-30T15:23:46.257" v="160"/>
        <pc:sldMkLst>
          <pc:docMk/>
          <pc:sldMk cId="4233582726" sldId="453"/>
        </pc:sldMkLst>
        <pc:spChg chg="mod">
          <ac:chgData name="Austin Francis" userId="S::apf006@uark.edu::d9206161-76a2-4d0d-bb71-2bac416203d9" providerId="AD" clId="Web-{3C9AD1C9-A966-AECC-0F34-2A2AA67F666F}" dt="2024-08-30T15:20:05.873" v="152"/>
          <ac:spMkLst>
            <pc:docMk/>
            <pc:sldMk cId="4233582726" sldId="453"/>
            <ac:spMk id="3" creationId="{C57A2EFD-A0BC-81FA-1CC0-C60FF5F3D1CA}"/>
          </ac:spMkLst>
        </pc:spChg>
      </pc:sldChg>
      <pc:sldChg chg="modSp">
        <pc:chgData name="Austin Francis" userId="S::apf006@uark.edu::d9206161-76a2-4d0d-bb71-2bac416203d9" providerId="AD" clId="Web-{3C9AD1C9-A966-AECC-0F34-2A2AA67F666F}" dt="2024-08-30T15:34:29.550" v="326" actId="20577"/>
        <pc:sldMkLst>
          <pc:docMk/>
          <pc:sldMk cId="3419803062" sldId="455"/>
        </pc:sldMkLst>
        <pc:spChg chg="mod">
          <ac:chgData name="Austin Francis" userId="S::apf006@uark.edu::d9206161-76a2-4d0d-bb71-2bac416203d9" providerId="AD" clId="Web-{3C9AD1C9-A966-AECC-0F34-2A2AA67F666F}" dt="2024-08-30T15:34:29.550" v="326" actId="20577"/>
          <ac:spMkLst>
            <pc:docMk/>
            <pc:sldMk cId="3419803062" sldId="455"/>
            <ac:spMk id="4" creationId="{22DDC56A-D7F3-FBC5-8D2F-DA585681679B}"/>
          </ac:spMkLst>
        </pc:spChg>
      </pc:sldChg>
      <pc:sldChg chg="modSp">
        <pc:chgData name="Austin Francis" userId="S::apf006@uark.edu::d9206161-76a2-4d0d-bb71-2bac416203d9" providerId="AD" clId="Web-{3C9AD1C9-A966-AECC-0F34-2A2AA67F666F}" dt="2024-08-30T15:34:35.628" v="328" actId="20577"/>
        <pc:sldMkLst>
          <pc:docMk/>
          <pc:sldMk cId="686375482" sldId="456"/>
        </pc:sldMkLst>
        <pc:spChg chg="mod">
          <ac:chgData name="Austin Francis" userId="S::apf006@uark.edu::d9206161-76a2-4d0d-bb71-2bac416203d9" providerId="AD" clId="Web-{3C9AD1C9-A966-AECC-0F34-2A2AA67F666F}" dt="2024-08-30T15:34:35.628" v="328" actId="20577"/>
          <ac:spMkLst>
            <pc:docMk/>
            <pc:sldMk cId="686375482" sldId="456"/>
            <ac:spMk id="3" creationId="{FE278BFF-FA8B-34A3-C83B-1D0BFB2544CD}"/>
          </ac:spMkLst>
        </pc:spChg>
      </pc:sldChg>
      <pc:sldChg chg="modSp">
        <pc:chgData name="Austin Francis" userId="S::apf006@uark.edu::d9206161-76a2-4d0d-bb71-2bac416203d9" providerId="AD" clId="Web-{3C9AD1C9-A966-AECC-0F34-2A2AA67F666F}" dt="2024-08-30T15:36:37.477" v="354" actId="20577"/>
        <pc:sldMkLst>
          <pc:docMk/>
          <pc:sldMk cId="201112120" sldId="457"/>
        </pc:sldMkLst>
        <pc:spChg chg="mod">
          <ac:chgData name="Austin Francis" userId="S::apf006@uark.edu::d9206161-76a2-4d0d-bb71-2bac416203d9" providerId="AD" clId="Web-{3C9AD1C9-A966-AECC-0F34-2A2AA67F666F}" dt="2024-08-30T15:36:37.477" v="354" actId="20577"/>
          <ac:spMkLst>
            <pc:docMk/>
            <pc:sldMk cId="201112120" sldId="457"/>
            <ac:spMk id="3" creationId="{799C04E8-AC9D-FFEC-9CD5-82C52CAC320B}"/>
          </ac:spMkLst>
        </pc:spChg>
      </pc:sldChg>
      <pc:sldChg chg="delSp modSp">
        <pc:chgData name="Austin Francis" userId="S::apf006@uark.edu::d9206161-76a2-4d0d-bb71-2bac416203d9" providerId="AD" clId="Web-{3C9AD1C9-A966-AECC-0F34-2A2AA67F666F}" dt="2024-08-30T14:59:20.118" v="2" actId="20577"/>
        <pc:sldMkLst>
          <pc:docMk/>
          <pc:sldMk cId="978978087" sldId="463"/>
        </pc:sldMkLst>
        <pc:spChg chg="mod">
          <ac:chgData name="Austin Francis" userId="S::apf006@uark.edu::d9206161-76a2-4d0d-bb71-2bac416203d9" providerId="AD" clId="Web-{3C9AD1C9-A966-AECC-0F34-2A2AA67F666F}" dt="2024-08-30T14:59:20.118" v="2" actId="20577"/>
          <ac:spMkLst>
            <pc:docMk/>
            <pc:sldMk cId="978978087" sldId="463"/>
            <ac:spMk id="3" creationId="{C14AECF1-4AD3-C012-18D8-19AE4056440F}"/>
          </ac:spMkLst>
        </pc:spChg>
        <pc:picChg chg="del">
          <ac:chgData name="Austin Francis" userId="S::apf006@uark.edu::d9206161-76a2-4d0d-bb71-2bac416203d9" providerId="AD" clId="Web-{3C9AD1C9-A966-AECC-0F34-2A2AA67F666F}" dt="2024-08-30T14:59:17.477" v="1"/>
          <ac:picMkLst>
            <pc:docMk/>
            <pc:sldMk cId="978978087" sldId="463"/>
            <ac:picMk id="4" creationId="{6171A86D-43C4-4DD0-8D25-AB55A18C097A}"/>
          </ac:picMkLst>
        </pc:picChg>
        <pc:picChg chg="del">
          <ac:chgData name="Austin Francis" userId="S::apf006@uark.edu::d9206161-76a2-4d0d-bb71-2bac416203d9" providerId="AD" clId="Web-{3C9AD1C9-A966-AECC-0F34-2A2AA67F666F}" dt="2024-08-30T14:59:16.759" v="0"/>
          <ac:picMkLst>
            <pc:docMk/>
            <pc:sldMk cId="978978087" sldId="463"/>
            <ac:picMk id="5" creationId="{8D4DA63A-CB66-5AE0-FAFC-43A63F8C1E62}"/>
          </ac:picMkLst>
        </pc:picChg>
      </pc:sldChg>
      <pc:sldChg chg="del">
        <pc:chgData name="Austin Francis" userId="S::apf006@uark.edu::d9206161-76a2-4d0d-bb71-2bac416203d9" providerId="AD" clId="Web-{3C9AD1C9-A966-AECC-0F34-2A2AA67F666F}" dt="2024-08-30T15:33:27.188" v="305"/>
        <pc:sldMkLst>
          <pc:docMk/>
          <pc:sldMk cId="2873402699" sldId="464"/>
        </pc:sldMkLst>
      </pc:sldChg>
      <pc:sldChg chg="addSp delSp modSp del">
        <pc:chgData name="Austin Francis" userId="S::apf006@uark.edu::d9206161-76a2-4d0d-bb71-2bac416203d9" providerId="AD" clId="Web-{3C9AD1C9-A966-AECC-0F34-2A2AA67F666F}" dt="2024-08-30T15:34:26.503" v="325"/>
        <pc:sldMkLst>
          <pc:docMk/>
          <pc:sldMk cId="475043155" sldId="465"/>
        </pc:sldMkLst>
        <pc:spChg chg="add mod">
          <ac:chgData name="Austin Francis" userId="S::apf006@uark.edu::d9206161-76a2-4d0d-bb71-2bac416203d9" providerId="AD" clId="Web-{3C9AD1C9-A966-AECC-0F34-2A2AA67F666F}" dt="2024-08-30T15:34:23.502" v="324"/>
          <ac:spMkLst>
            <pc:docMk/>
            <pc:sldMk cId="475043155" sldId="465"/>
            <ac:spMk id="4" creationId="{3618F29D-ACC4-19FC-9A3D-A1C7821334A4}"/>
          </ac:spMkLst>
        </pc:spChg>
        <pc:picChg chg="del">
          <ac:chgData name="Austin Francis" userId="S::apf006@uark.edu::d9206161-76a2-4d0d-bb71-2bac416203d9" providerId="AD" clId="Web-{3C9AD1C9-A966-AECC-0F34-2A2AA67F666F}" dt="2024-08-30T15:34:23.502" v="324"/>
          <ac:picMkLst>
            <pc:docMk/>
            <pc:sldMk cId="475043155" sldId="465"/>
            <ac:picMk id="6" creationId="{FE551F57-43CB-9D2B-76DA-88E09B13ECA3}"/>
          </ac:picMkLst>
        </pc:picChg>
      </pc:sldChg>
      <pc:sldChg chg="del">
        <pc:chgData name="Austin Francis" userId="S::apf006@uark.edu::d9206161-76a2-4d0d-bb71-2bac416203d9" providerId="AD" clId="Web-{3C9AD1C9-A966-AECC-0F34-2A2AA67F666F}" dt="2024-08-30T15:36:32.742" v="352"/>
        <pc:sldMkLst>
          <pc:docMk/>
          <pc:sldMk cId="824158794" sldId="466"/>
        </pc:sldMkLst>
      </pc:sldChg>
      <pc:sldChg chg="modSp">
        <pc:chgData name="Austin Francis" userId="S::apf006@uark.edu::d9206161-76a2-4d0d-bb71-2bac416203d9" providerId="AD" clId="Web-{3C9AD1C9-A966-AECC-0F34-2A2AA67F666F}" dt="2024-08-30T15:51:42.092" v="612" actId="20577"/>
        <pc:sldMkLst>
          <pc:docMk/>
          <pc:sldMk cId="2074764308" sldId="467"/>
        </pc:sldMkLst>
        <pc:spChg chg="mod">
          <ac:chgData name="Austin Francis" userId="S::apf006@uark.edu::d9206161-76a2-4d0d-bb71-2bac416203d9" providerId="AD" clId="Web-{3C9AD1C9-A966-AECC-0F34-2A2AA67F666F}" dt="2024-08-30T15:51:42.092" v="612" actId="20577"/>
          <ac:spMkLst>
            <pc:docMk/>
            <pc:sldMk cId="2074764308" sldId="467"/>
            <ac:spMk id="3" creationId="{C70C4E4E-EFCF-33E0-033C-D4100F897E0C}"/>
          </ac:spMkLst>
        </pc:spChg>
      </pc:sldChg>
      <pc:sldChg chg="modNotes">
        <pc:chgData name="Austin Francis" userId="S::apf006@uark.edu::d9206161-76a2-4d0d-bb71-2bac416203d9" providerId="AD" clId="Web-{3C9AD1C9-A966-AECC-0F34-2A2AA67F666F}" dt="2024-08-30T15:21:05.485" v="155"/>
        <pc:sldMkLst>
          <pc:docMk/>
          <pc:sldMk cId="1898961290" sldId="468"/>
        </pc:sldMkLst>
      </pc:sldChg>
      <pc:sldChg chg="modSp">
        <pc:chgData name="Austin Francis" userId="S::apf006@uark.edu::d9206161-76a2-4d0d-bb71-2bac416203d9" providerId="AD" clId="Web-{3C9AD1C9-A966-AECC-0F34-2A2AA67F666F}" dt="2024-08-30T15:25:03.432" v="246" actId="20577"/>
        <pc:sldMkLst>
          <pc:docMk/>
          <pc:sldMk cId="978402029" sldId="469"/>
        </pc:sldMkLst>
        <pc:spChg chg="mod">
          <ac:chgData name="Austin Francis" userId="S::apf006@uark.edu::d9206161-76a2-4d0d-bb71-2bac416203d9" providerId="AD" clId="Web-{3C9AD1C9-A966-AECC-0F34-2A2AA67F666F}" dt="2024-08-30T15:25:03.432" v="246" actId="20577"/>
          <ac:spMkLst>
            <pc:docMk/>
            <pc:sldMk cId="978402029" sldId="469"/>
            <ac:spMk id="3" creationId="{8A16AEF2-95B3-FFDD-C575-762863A319DA}"/>
          </ac:spMkLst>
        </pc:spChg>
      </pc:sldChg>
      <pc:sldChg chg="addSp delSp modSp add replId">
        <pc:chgData name="Austin Francis" userId="S::apf006@uark.edu::d9206161-76a2-4d0d-bb71-2bac416203d9" providerId="AD" clId="Web-{3C9AD1C9-A966-AECC-0F34-2A2AA67F666F}" dt="2024-08-30T15:25:19.964" v="252" actId="1076"/>
        <pc:sldMkLst>
          <pc:docMk/>
          <pc:sldMk cId="2654556775" sldId="470"/>
        </pc:sldMkLst>
        <pc:spChg chg="del mod">
          <ac:chgData name="Austin Francis" userId="S::apf006@uark.edu::d9206161-76a2-4d0d-bb71-2bac416203d9" providerId="AD" clId="Web-{3C9AD1C9-A966-AECC-0F34-2A2AA67F666F}" dt="2024-08-30T15:25:12.823" v="250"/>
          <ac:spMkLst>
            <pc:docMk/>
            <pc:sldMk cId="2654556775" sldId="470"/>
            <ac:spMk id="3" creationId="{8A16AEF2-95B3-FFDD-C575-762863A319DA}"/>
          </ac:spMkLst>
        </pc:spChg>
        <pc:picChg chg="add mod ord">
          <ac:chgData name="Austin Francis" userId="S::apf006@uark.edu::d9206161-76a2-4d0d-bb71-2bac416203d9" providerId="AD" clId="Web-{3C9AD1C9-A966-AECC-0F34-2A2AA67F666F}" dt="2024-08-30T15:25:19.964" v="252" actId="1076"/>
          <ac:picMkLst>
            <pc:docMk/>
            <pc:sldMk cId="2654556775" sldId="470"/>
            <ac:picMk id="4" creationId="{15CC387F-A49C-F9D5-DD1E-EFC3DA55BEAE}"/>
          </ac:picMkLst>
        </pc:picChg>
      </pc:sldChg>
      <pc:sldChg chg="addSp delSp modSp add replId">
        <pc:chgData name="Austin Francis" userId="S::apf006@uark.edu::d9206161-76a2-4d0d-bb71-2bac416203d9" providerId="AD" clId="Web-{3C9AD1C9-A966-AECC-0F34-2A2AA67F666F}" dt="2024-08-30T15:27:41.595" v="262" actId="14100"/>
        <pc:sldMkLst>
          <pc:docMk/>
          <pc:sldMk cId="3473631934" sldId="471"/>
        </pc:sldMkLst>
        <pc:spChg chg="add del mod">
          <ac:chgData name="Austin Francis" userId="S::apf006@uark.edu::d9206161-76a2-4d0d-bb71-2bac416203d9" providerId="AD" clId="Web-{3C9AD1C9-A966-AECC-0F34-2A2AA67F666F}" dt="2024-08-30T15:27:05.687" v="255"/>
          <ac:spMkLst>
            <pc:docMk/>
            <pc:sldMk cId="3473631934" sldId="471"/>
            <ac:spMk id="5" creationId="{BA847356-D5CD-ACA4-1771-322206C7AF13}"/>
          </ac:spMkLst>
        </pc:spChg>
        <pc:picChg chg="del">
          <ac:chgData name="Austin Francis" userId="S::apf006@uark.edu::d9206161-76a2-4d0d-bb71-2bac416203d9" providerId="AD" clId="Web-{3C9AD1C9-A966-AECC-0F34-2A2AA67F666F}" dt="2024-08-30T15:26:51.296" v="254"/>
          <ac:picMkLst>
            <pc:docMk/>
            <pc:sldMk cId="3473631934" sldId="471"/>
            <ac:picMk id="4" creationId="{15CC387F-A49C-F9D5-DD1E-EFC3DA55BEAE}"/>
          </ac:picMkLst>
        </pc:picChg>
        <pc:picChg chg="add mod ord">
          <ac:chgData name="Austin Francis" userId="S::apf006@uark.edu::d9206161-76a2-4d0d-bb71-2bac416203d9" providerId="AD" clId="Web-{3C9AD1C9-A966-AECC-0F34-2A2AA67F666F}" dt="2024-08-30T15:27:15.282" v="259" actId="1076"/>
          <ac:picMkLst>
            <pc:docMk/>
            <pc:sldMk cId="3473631934" sldId="471"/>
            <ac:picMk id="6" creationId="{1C809394-16FE-E35A-BE85-265F635C85C4}"/>
          </ac:picMkLst>
        </pc:picChg>
        <pc:picChg chg="add mod">
          <ac:chgData name="Austin Francis" userId="S::apf006@uark.edu::d9206161-76a2-4d0d-bb71-2bac416203d9" providerId="AD" clId="Web-{3C9AD1C9-A966-AECC-0F34-2A2AA67F666F}" dt="2024-08-30T15:27:41.595" v="262" actId="14100"/>
          <ac:picMkLst>
            <pc:docMk/>
            <pc:sldMk cId="3473631934" sldId="471"/>
            <ac:picMk id="7" creationId="{38A537E5-D9C5-C125-2358-32158F0DE21B}"/>
          </ac:picMkLst>
        </pc:picChg>
      </pc:sldChg>
      <pc:sldChg chg="addSp delSp modSp new">
        <pc:chgData name="Austin Francis" userId="S::apf006@uark.edu::d9206161-76a2-4d0d-bb71-2bac416203d9" providerId="AD" clId="Web-{3C9AD1C9-A966-AECC-0F34-2A2AA67F666F}" dt="2024-08-30T15:37:35.401" v="360" actId="1076"/>
        <pc:sldMkLst>
          <pc:docMk/>
          <pc:sldMk cId="4216062859" sldId="472"/>
        </pc:sldMkLst>
        <pc:spChg chg="del">
          <ac:chgData name="Austin Francis" userId="S::apf006@uark.edu::d9206161-76a2-4d0d-bb71-2bac416203d9" providerId="AD" clId="Web-{3C9AD1C9-A966-AECC-0F34-2A2AA67F666F}" dt="2024-08-30T15:37:14.103" v="356"/>
          <ac:spMkLst>
            <pc:docMk/>
            <pc:sldMk cId="4216062859" sldId="472"/>
            <ac:spMk id="3" creationId="{18698333-CEF0-5779-FB26-CABEA7F92B86}"/>
          </ac:spMkLst>
        </pc:spChg>
        <pc:picChg chg="add mod ord">
          <ac:chgData name="Austin Francis" userId="S::apf006@uark.edu::d9206161-76a2-4d0d-bb71-2bac416203d9" providerId="AD" clId="Web-{3C9AD1C9-A966-AECC-0F34-2A2AA67F666F}" dt="2024-08-30T15:37:35.401" v="360" actId="1076"/>
          <ac:picMkLst>
            <pc:docMk/>
            <pc:sldMk cId="4216062859" sldId="472"/>
            <ac:picMk id="4" creationId="{22127FF4-6865-4395-2E3E-A9F575FBB9A7}"/>
          </ac:picMkLst>
        </pc:picChg>
      </pc:sldChg>
      <pc:sldChg chg="addSp delSp modSp new">
        <pc:chgData name="Austin Francis" userId="S::apf006@uark.edu::d9206161-76a2-4d0d-bb71-2bac416203d9" providerId="AD" clId="Web-{3C9AD1C9-A966-AECC-0F34-2A2AA67F666F}" dt="2024-08-30T15:38:34.950" v="393" actId="1076"/>
        <pc:sldMkLst>
          <pc:docMk/>
          <pc:sldMk cId="2060909779" sldId="473"/>
        </pc:sldMkLst>
        <pc:spChg chg="mod">
          <ac:chgData name="Austin Francis" userId="S::apf006@uark.edu::d9206161-76a2-4d0d-bb71-2bac416203d9" providerId="AD" clId="Web-{3C9AD1C9-A966-AECC-0F34-2A2AA67F666F}" dt="2024-08-30T15:38:29.341" v="391" actId="1076"/>
          <ac:spMkLst>
            <pc:docMk/>
            <pc:sldMk cId="2060909779" sldId="473"/>
            <ac:spMk id="2" creationId="{5FC74615-9BE8-371E-EBF9-71E8417E4A47}"/>
          </ac:spMkLst>
        </pc:spChg>
        <pc:spChg chg="del">
          <ac:chgData name="Austin Francis" userId="S::apf006@uark.edu::d9206161-76a2-4d0d-bb71-2bac416203d9" providerId="AD" clId="Web-{3C9AD1C9-A966-AECC-0F34-2A2AA67F666F}" dt="2024-08-30T15:38:23.653" v="389"/>
          <ac:spMkLst>
            <pc:docMk/>
            <pc:sldMk cId="2060909779" sldId="473"/>
            <ac:spMk id="3" creationId="{36430E6A-8FE2-1609-940C-5197080B4016}"/>
          </ac:spMkLst>
        </pc:spChg>
        <pc:picChg chg="add mod ord">
          <ac:chgData name="Austin Francis" userId="S::apf006@uark.edu::d9206161-76a2-4d0d-bb71-2bac416203d9" providerId="AD" clId="Web-{3C9AD1C9-A966-AECC-0F34-2A2AA67F666F}" dt="2024-08-30T15:38:34.950" v="393" actId="1076"/>
          <ac:picMkLst>
            <pc:docMk/>
            <pc:sldMk cId="2060909779" sldId="473"/>
            <ac:picMk id="4" creationId="{E9D98CF2-B891-A366-2677-91A7EB8F0FE7}"/>
          </ac:picMkLst>
        </pc:picChg>
      </pc:sldChg>
      <pc:sldChg chg="modSp new">
        <pc:chgData name="Austin Francis" userId="S::apf006@uark.edu::d9206161-76a2-4d0d-bb71-2bac416203d9" providerId="AD" clId="Web-{3C9AD1C9-A966-AECC-0F34-2A2AA67F666F}" dt="2024-08-30T15:39:38.406" v="401" actId="20577"/>
        <pc:sldMkLst>
          <pc:docMk/>
          <pc:sldMk cId="2375801828" sldId="474"/>
        </pc:sldMkLst>
        <pc:spChg chg="mod">
          <ac:chgData name="Austin Francis" userId="S::apf006@uark.edu::d9206161-76a2-4d0d-bb71-2bac416203d9" providerId="AD" clId="Web-{3C9AD1C9-A966-AECC-0F34-2A2AA67F666F}" dt="2024-08-30T15:39:38.406" v="401" actId="20577"/>
          <ac:spMkLst>
            <pc:docMk/>
            <pc:sldMk cId="2375801828" sldId="474"/>
            <ac:spMk id="2" creationId="{01893BED-C20E-9153-E266-BBEC9090913A}"/>
          </ac:spMkLst>
        </pc:spChg>
      </pc:sldChg>
      <pc:sldChg chg="addSp delSp modSp new">
        <pc:chgData name="Austin Francis" userId="S::apf006@uark.edu::d9206161-76a2-4d0d-bb71-2bac416203d9" providerId="AD" clId="Web-{3C9AD1C9-A966-AECC-0F34-2A2AA67F666F}" dt="2024-08-30T15:40:39.627" v="438" actId="1076"/>
        <pc:sldMkLst>
          <pc:docMk/>
          <pc:sldMk cId="292909213" sldId="475"/>
        </pc:sldMkLst>
        <pc:spChg chg="mod">
          <ac:chgData name="Austin Francis" userId="S::apf006@uark.edu::d9206161-76a2-4d0d-bb71-2bac416203d9" providerId="AD" clId="Web-{3C9AD1C9-A966-AECC-0F34-2A2AA67F666F}" dt="2024-08-30T15:40:37.002" v="437" actId="1076"/>
          <ac:spMkLst>
            <pc:docMk/>
            <pc:sldMk cId="292909213" sldId="475"/>
            <ac:spMk id="2" creationId="{C59106D1-B197-02AD-F80F-526FD16568E8}"/>
          </ac:spMkLst>
        </pc:spChg>
        <pc:spChg chg="del">
          <ac:chgData name="Austin Francis" userId="S::apf006@uark.edu::d9206161-76a2-4d0d-bb71-2bac416203d9" providerId="AD" clId="Web-{3C9AD1C9-A966-AECC-0F34-2A2AA67F666F}" dt="2024-08-30T15:40:30.377" v="434"/>
          <ac:spMkLst>
            <pc:docMk/>
            <pc:sldMk cId="292909213" sldId="475"/>
            <ac:spMk id="3" creationId="{437C98AD-E930-1983-2CBD-3F42E389E664}"/>
          </ac:spMkLst>
        </pc:spChg>
        <pc:picChg chg="add mod ord">
          <ac:chgData name="Austin Francis" userId="S::apf006@uark.edu::d9206161-76a2-4d0d-bb71-2bac416203d9" providerId="AD" clId="Web-{3C9AD1C9-A966-AECC-0F34-2A2AA67F666F}" dt="2024-08-30T15:40:39.627" v="438" actId="1076"/>
          <ac:picMkLst>
            <pc:docMk/>
            <pc:sldMk cId="292909213" sldId="475"/>
            <ac:picMk id="4" creationId="{AEF0DFDC-E03C-705B-C49A-0CE600580D39}"/>
          </ac:picMkLst>
        </pc:picChg>
      </pc:sldChg>
      <pc:sldChg chg="modSp new">
        <pc:chgData name="Austin Francis" userId="S::apf006@uark.edu::d9206161-76a2-4d0d-bb71-2bac416203d9" providerId="AD" clId="Web-{3C9AD1C9-A966-AECC-0F34-2A2AA67F666F}" dt="2024-08-30T15:40:07.501" v="433" actId="20577"/>
        <pc:sldMkLst>
          <pc:docMk/>
          <pc:sldMk cId="163268738" sldId="476"/>
        </pc:sldMkLst>
        <pc:spChg chg="mod">
          <ac:chgData name="Austin Francis" userId="S::apf006@uark.edu::d9206161-76a2-4d0d-bb71-2bac416203d9" providerId="AD" clId="Web-{3C9AD1C9-A966-AECC-0F34-2A2AA67F666F}" dt="2024-08-30T15:40:07.501" v="433" actId="20577"/>
          <ac:spMkLst>
            <pc:docMk/>
            <pc:sldMk cId="163268738" sldId="476"/>
            <ac:spMk id="2" creationId="{3E340659-B3D3-29DF-53EE-248C8EE577DA}"/>
          </ac:spMkLst>
        </pc:spChg>
      </pc:sldChg>
      <pc:sldChg chg="addSp delSp modSp new">
        <pc:chgData name="Austin Francis" userId="S::apf006@uark.edu::d9206161-76a2-4d0d-bb71-2bac416203d9" providerId="AD" clId="Web-{3C9AD1C9-A966-AECC-0F34-2A2AA67F666F}" dt="2024-08-30T15:41:52.990" v="479" actId="1076"/>
        <pc:sldMkLst>
          <pc:docMk/>
          <pc:sldMk cId="3053758625" sldId="477"/>
        </pc:sldMkLst>
        <pc:spChg chg="mod">
          <ac:chgData name="Austin Francis" userId="S::apf006@uark.edu::d9206161-76a2-4d0d-bb71-2bac416203d9" providerId="AD" clId="Web-{3C9AD1C9-A966-AECC-0F34-2A2AA67F666F}" dt="2024-08-30T15:41:24.082" v="475" actId="1076"/>
          <ac:spMkLst>
            <pc:docMk/>
            <pc:sldMk cId="3053758625" sldId="477"/>
            <ac:spMk id="2" creationId="{A171A6FA-9104-C389-A205-B3B04AADAA8B}"/>
          </ac:spMkLst>
        </pc:spChg>
        <pc:spChg chg="del">
          <ac:chgData name="Austin Francis" userId="S::apf006@uark.edu::d9206161-76a2-4d0d-bb71-2bac416203d9" providerId="AD" clId="Web-{3C9AD1C9-A966-AECC-0F34-2A2AA67F666F}" dt="2024-08-30T15:41:42.911" v="476"/>
          <ac:spMkLst>
            <pc:docMk/>
            <pc:sldMk cId="3053758625" sldId="477"/>
            <ac:spMk id="3" creationId="{A3991AD6-7E17-ED18-1BD1-57BD09A27067}"/>
          </ac:spMkLst>
        </pc:spChg>
        <pc:picChg chg="add mod ord">
          <ac:chgData name="Austin Francis" userId="S::apf006@uark.edu::d9206161-76a2-4d0d-bb71-2bac416203d9" providerId="AD" clId="Web-{3C9AD1C9-A966-AECC-0F34-2A2AA67F666F}" dt="2024-08-30T15:41:52.990" v="479" actId="1076"/>
          <ac:picMkLst>
            <pc:docMk/>
            <pc:sldMk cId="3053758625" sldId="477"/>
            <ac:picMk id="4" creationId="{74C3EF68-4BDB-6343-998E-6AB7970FA38E}"/>
          </ac:picMkLst>
        </pc:picChg>
      </pc:sldChg>
      <pc:sldChg chg="modSp new">
        <pc:chgData name="Austin Francis" userId="S::apf006@uark.edu::d9206161-76a2-4d0d-bb71-2bac416203d9" providerId="AD" clId="Web-{3C9AD1C9-A966-AECC-0F34-2A2AA67F666F}" dt="2024-08-30T15:43:03.680" v="482" actId="20577"/>
        <pc:sldMkLst>
          <pc:docMk/>
          <pc:sldMk cId="3801312249" sldId="478"/>
        </pc:sldMkLst>
        <pc:spChg chg="mod">
          <ac:chgData name="Austin Francis" userId="S::apf006@uark.edu::d9206161-76a2-4d0d-bb71-2bac416203d9" providerId="AD" clId="Web-{3C9AD1C9-A966-AECC-0F34-2A2AA67F666F}" dt="2024-08-30T15:43:03.680" v="482" actId="20577"/>
          <ac:spMkLst>
            <pc:docMk/>
            <pc:sldMk cId="3801312249" sldId="478"/>
            <ac:spMk id="2" creationId="{4D106E87-8000-FE78-B6AD-0F76991A260C}"/>
          </ac:spMkLst>
        </pc:spChg>
      </pc:sldChg>
      <pc:sldChg chg="addSp delSp modSp new">
        <pc:chgData name="Austin Francis" userId="S::apf006@uark.edu::d9206161-76a2-4d0d-bb71-2bac416203d9" providerId="AD" clId="Web-{3C9AD1C9-A966-AECC-0F34-2A2AA67F666F}" dt="2024-08-30T15:44:09.277" v="513" actId="1076"/>
        <pc:sldMkLst>
          <pc:docMk/>
          <pc:sldMk cId="59643071" sldId="479"/>
        </pc:sldMkLst>
        <pc:spChg chg="mod">
          <ac:chgData name="Austin Francis" userId="S::apf006@uark.edu::d9206161-76a2-4d0d-bb71-2bac416203d9" providerId="AD" clId="Web-{3C9AD1C9-A966-AECC-0F34-2A2AA67F666F}" dt="2024-08-30T15:43:58.417" v="510" actId="1076"/>
          <ac:spMkLst>
            <pc:docMk/>
            <pc:sldMk cId="59643071" sldId="479"/>
            <ac:spMk id="2" creationId="{51ADBD37-0207-251E-8548-6DD25D69AB2A}"/>
          </ac:spMkLst>
        </pc:spChg>
        <pc:spChg chg="del">
          <ac:chgData name="Austin Francis" userId="S::apf006@uark.edu::d9206161-76a2-4d0d-bb71-2bac416203d9" providerId="AD" clId="Web-{3C9AD1C9-A966-AECC-0F34-2A2AA67F666F}" dt="2024-08-30T15:43:46.119" v="506"/>
          <ac:spMkLst>
            <pc:docMk/>
            <pc:sldMk cId="59643071" sldId="479"/>
            <ac:spMk id="3" creationId="{D329619D-0C4E-89DE-11F7-3BA6D6D52EFE}"/>
          </ac:spMkLst>
        </pc:spChg>
        <pc:picChg chg="add mod ord">
          <ac:chgData name="Austin Francis" userId="S::apf006@uark.edu::d9206161-76a2-4d0d-bb71-2bac416203d9" providerId="AD" clId="Web-{3C9AD1C9-A966-AECC-0F34-2A2AA67F666F}" dt="2024-08-30T15:44:09.277" v="513" actId="1076"/>
          <ac:picMkLst>
            <pc:docMk/>
            <pc:sldMk cId="59643071" sldId="479"/>
            <ac:picMk id="4" creationId="{E0443DB9-D47B-545E-3248-424DBFC82139}"/>
          </ac:picMkLst>
        </pc:picChg>
      </pc:sldChg>
      <pc:sldChg chg="addSp delSp modSp add replId">
        <pc:chgData name="Austin Francis" userId="S::apf006@uark.edu::d9206161-76a2-4d0d-bb71-2bac416203d9" providerId="AD" clId="Web-{3C9AD1C9-A966-AECC-0F34-2A2AA67F666F}" dt="2024-08-30T15:44:50.122" v="520" actId="20577"/>
        <pc:sldMkLst>
          <pc:docMk/>
          <pc:sldMk cId="1961816772" sldId="480"/>
        </pc:sldMkLst>
        <pc:spChg chg="mod">
          <ac:chgData name="Austin Francis" userId="S::apf006@uark.edu::d9206161-76a2-4d0d-bb71-2bac416203d9" providerId="AD" clId="Web-{3C9AD1C9-A966-AECC-0F34-2A2AA67F666F}" dt="2024-08-30T15:44:50.122" v="520" actId="20577"/>
          <ac:spMkLst>
            <pc:docMk/>
            <pc:sldMk cId="1961816772" sldId="480"/>
            <ac:spMk id="2" creationId="{51ADBD37-0207-251E-8548-6DD25D69AB2A}"/>
          </ac:spMkLst>
        </pc:spChg>
        <pc:spChg chg="add mod">
          <ac:chgData name="Austin Francis" userId="S::apf006@uark.edu::d9206161-76a2-4d0d-bb71-2bac416203d9" providerId="AD" clId="Web-{3C9AD1C9-A966-AECC-0F34-2A2AA67F666F}" dt="2024-08-30T15:44:24.605" v="515"/>
          <ac:spMkLst>
            <pc:docMk/>
            <pc:sldMk cId="1961816772" sldId="480"/>
            <ac:spMk id="5" creationId="{3E03B235-92A8-1BA3-A63C-BAEF68493073}"/>
          </ac:spMkLst>
        </pc:spChg>
        <pc:picChg chg="del">
          <ac:chgData name="Austin Francis" userId="S::apf006@uark.edu::d9206161-76a2-4d0d-bb71-2bac416203d9" providerId="AD" clId="Web-{3C9AD1C9-A966-AECC-0F34-2A2AA67F666F}" dt="2024-08-30T15:44:24.605" v="515"/>
          <ac:picMkLst>
            <pc:docMk/>
            <pc:sldMk cId="1961816772" sldId="480"/>
            <ac:picMk id="4" creationId="{E0443DB9-D47B-545E-3248-424DBFC82139}"/>
          </ac:picMkLst>
        </pc:picChg>
      </pc:sldChg>
      <pc:sldChg chg="addSp delSp modSp add replId">
        <pc:chgData name="Austin Francis" userId="S::apf006@uark.edu::d9206161-76a2-4d0d-bb71-2bac416203d9" providerId="AD" clId="Web-{3C9AD1C9-A966-AECC-0F34-2A2AA67F666F}" dt="2024-08-30T15:48:57.773" v="552" actId="1076"/>
        <pc:sldMkLst>
          <pc:docMk/>
          <pc:sldMk cId="4104768236" sldId="481"/>
        </pc:sldMkLst>
        <pc:spChg chg="mod">
          <ac:chgData name="Austin Francis" userId="S::apf006@uark.edu::d9206161-76a2-4d0d-bb71-2bac416203d9" providerId="AD" clId="Web-{3C9AD1C9-A966-AECC-0F34-2A2AA67F666F}" dt="2024-08-30T15:45:34.171" v="543" actId="20577"/>
          <ac:spMkLst>
            <pc:docMk/>
            <pc:sldMk cId="4104768236" sldId="481"/>
            <ac:spMk id="2" creationId="{51ADBD37-0207-251E-8548-6DD25D69AB2A}"/>
          </ac:spMkLst>
        </pc:spChg>
        <pc:spChg chg="del">
          <ac:chgData name="Austin Francis" userId="S::apf006@uark.edu::d9206161-76a2-4d0d-bb71-2bac416203d9" providerId="AD" clId="Web-{3C9AD1C9-A966-AECC-0F34-2A2AA67F666F}" dt="2024-08-30T15:45:35.389" v="544"/>
          <ac:spMkLst>
            <pc:docMk/>
            <pc:sldMk cId="4104768236" sldId="481"/>
            <ac:spMk id="5" creationId="{3E03B235-92A8-1BA3-A63C-BAEF68493073}"/>
          </ac:spMkLst>
        </pc:spChg>
        <pc:picChg chg="add mod ord">
          <ac:chgData name="Austin Francis" userId="S::apf006@uark.edu::d9206161-76a2-4d0d-bb71-2bac416203d9" providerId="AD" clId="Web-{3C9AD1C9-A966-AECC-0F34-2A2AA67F666F}" dt="2024-08-30T15:48:57.773" v="552" actId="1076"/>
          <ac:picMkLst>
            <pc:docMk/>
            <pc:sldMk cId="4104768236" sldId="481"/>
            <ac:picMk id="3" creationId="{7088B1E7-7FEC-2AF4-A482-2447D8CF9B94}"/>
          </ac:picMkLst>
        </pc:picChg>
      </pc:sldChg>
      <pc:sldChg chg="modSp new">
        <pc:chgData name="Austin Francis" userId="S::apf006@uark.edu::d9206161-76a2-4d0d-bb71-2bac416203d9" providerId="AD" clId="Web-{3C9AD1C9-A966-AECC-0F34-2A2AA67F666F}" dt="2024-08-30T15:49:06.867" v="564" actId="20577"/>
        <pc:sldMkLst>
          <pc:docMk/>
          <pc:sldMk cId="929529814" sldId="482"/>
        </pc:sldMkLst>
        <pc:spChg chg="mod">
          <ac:chgData name="Austin Francis" userId="S::apf006@uark.edu::d9206161-76a2-4d0d-bb71-2bac416203d9" providerId="AD" clId="Web-{3C9AD1C9-A966-AECC-0F34-2A2AA67F666F}" dt="2024-08-30T15:49:06.867" v="564" actId="20577"/>
          <ac:spMkLst>
            <pc:docMk/>
            <pc:sldMk cId="929529814" sldId="482"/>
            <ac:spMk id="2" creationId="{F6B17F53-B206-D06D-32CD-8106C04A1EE9}"/>
          </ac:spMkLst>
        </pc:spChg>
      </pc:sldChg>
      <pc:sldChg chg="add del replId">
        <pc:chgData name="Austin Francis" userId="S::apf006@uark.edu::d9206161-76a2-4d0d-bb71-2bac416203d9" providerId="AD" clId="Web-{3C9AD1C9-A966-AECC-0F34-2A2AA67F666F}" dt="2024-08-30T15:48:50.585" v="550"/>
        <pc:sldMkLst>
          <pc:docMk/>
          <pc:sldMk cId="2763699966" sldId="482"/>
        </pc:sldMkLst>
      </pc:sldChg>
      <pc:sldChg chg="addSp delSp modSp new">
        <pc:chgData name="Austin Francis" userId="S::apf006@uark.edu::d9206161-76a2-4d0d-bb71-2bac416203d9" providerId="AD" clId="Web-{3C9AD1C9-A966-AECC-0F34-2A2AA67F666F}" dt="2024-08-30T15:49:58.306" v="581" actId="1076"/>
        <pc:sldMkLst>
          <pc:docMk/>
          <pc:sldMk cId="3523173628" sldId="483"/>
        </pc:sldMkLst>
        <pc:spChg chg="mod">
          <ac:chgData name="Austin Francis" userId="S::apf006@uark.edu::d9206161-76a2-4d0d-bb71-2bac416203d9" providerId="AD" clId="Web-{3C9AD1C9-A966-AECC-0F34-2A2AA67F666F}" dt="2024-08-30T15:49:53.306" v="579" actId="1076"/>
          <ac:spMkLst>
            <pc:docMk/>
            <pc:sldMk cId="3523173628" sldId="483"/>
            <ac:spMk id="2" creationId="{3504C1B8-421C-C9F3-268B-0FFF4F3CA1BE}"/>
          </ac:spMkLst>
        </pc:spChg>
        <pc:spChg chg="del">
          <ac:chgData name="Austin Francis" userId="S::apf006@uark.edu::d9206161-76a2-4d0d-bb71-2bac416203d9" providerId="AD" clId="Web-{3C9AD1C9-A966-AECC-0F34-2A2AA67F666F}" dt="2024-08-30T15:49:48.384" v="577"/>
          <ac:spMkLst>
            <pc:docMk/>
            <pc:sldMk cId="3523173628" sldId="483"/>
            <ac:spMk id="3" creationId="{1F0E46AD-E6ED-D3BA-8F57-399D9135B398}"/>
          </ac:spMkLst>
        </pc:spChg>
        <pc:picChg chg="add mod ord">
          <ac:chgData name="Austin Francis" userId="S::apf006@uark.edu::d9206161-76a2-4d0d-bb71-2bac416203d9" providerId="AD" clId="Web-{3C9AD1C9-A966-AECC-0F34-2A2AA67F666F}" dt="2024-08-30T15:49:58.306" v="581" actId="1076"/>
          <ac:picMkLst>
            <pc:docMk/>
            <pc:sldMk cId="3523173628" sldId="483"/>
            <ac:picMk id="4" creationId="{BBBCDB3D-2F0E-3C25-E7BE-2C2587BD510F}"/>
          </ac:picMkLst>
        </pc:picChg>
      </pc:sldChg>
      <pc:sldChg chg="modSp add replId">
        <pc:chgData name="Austin Francis" userId="S::apf006@uark.edu::d9206161-76a2-4d0d-bb71-2bac416203d9" providerId="AD" clId="Web-{3C9AD1C9-A966-AECC-0F34-2A2AA67F666F}" dt="2024-08-30T15:49:29.321" v="576" actId="20577"/>
        <pc:sldMkLst>
          <pc:docMk/>
          <pc:sldMk cId="1279047133" sldId="484"/>
        </pc:sldMkLst>
        <pc:spChg chg="mod">
          <ac:chgData name="Austin Francis" userId="S::apf006@uark.edu::d9206161-76a2-4d0d-bb71-2bac416203d9" providerId="AD" clId="Web-{3C9AD1C9-A966-AECC-0F34-2A2AA67F666F}" dt="2024-08-30T15:49:29.321" v="576" actId="20577"/>
          <ac:spMkLst>
            <pc:docMk/>
            <pc:sldMk cId="1279047133" sldId="484"/>
            <ac:spMk id="2" creationId="{3504C1B8-421C-C9F3-268B-0FFF4F3CA1BE}"/>
          </ac:spMkLst>
        </pc:spChg>
      </pc:sldChg>
      <pc:sldChg chg="addSp delSp modSp new">
        <pc:chgData name="Austin Francis" userId="S::apf006@uark.edu::d9206161-76a2-4d0d-bb71-2bac416203d9" providerId="AD" clId="Web-{3C9AD1C9-A966-AECC-0F34-2A2AA67F666F}" dt="2024-08-30T15:51:13.778" v="611" actId="20577"/>
        <pc:sldMkLst>
          <pc:docMk/>
          <pc:sldMk cId="3271607978" sldId="485"/>
        </pc:sldMkLst>
        <pc:spChg chg="mod">
          <ac:chgData name="Austin Francis" userId="S::apf006@uark.edu::d9206161-76a2-4d0d-bb71-2bac416203d9" providerId="AD" clId="Web-{3C9AD1C9-A966-AECC-0F34-2A2AA67F666F}" dt="2024-08-30T15:51:13.778" v="611" actId="20577"/>
          <ac:spMkLst>
            <pc:docMk/>
            <pc:sldMk cId="3271607978" sldId="485"/>
            <ac:spMk id="2" creationId="{56531061-A357-CC84-C2B6-39C2FDD6D7BA}"/>
          </ac:spMkLst>
        </pc:spChg>
        <pc:spChg chg="del">
          <ac:chgData name="Austin Francis" userId="S::apf006@uark.edu::d9206161-76a2-4d0d-bb71-2bac416203d9" providerId="AD" clId="Web-{3C9AD1C9-A966-AECC-0F34-2A2AA67F666F}" dt="2024-08-30T15:50:37.292" v="594"/>
          <ac:spMkLst>
            <pc:docMk/>
            <pc:sldMk cId="3271607978" sldId="485"/>
            <ac:spMk id="3" creationId="{AC5E2B60-973F-5368-903B-2B0D45DB1C56}"/>
          </ac:spMkLst>
        </pc:spChg>
        <pc:picChg chg="add mod ord">
          <ac:chgData name="Austin Francis" userId="S::apf006@uark.edu::d9206161-76a2-4d0d-bb71-2bac416203d9" providerId="AD" clId="Web-{3C9AD1C9-A966-AECC-0F34-2A2AA67F666F}" dt="2024-08-30T15:50:44.449" v="597" actId="1076"/>
          <ac:picMkLst>
            <pc:docMk/>
            <pc:sldMk cId="3271607978" sldId="485"/>
            <ac:picMk id="4" creationId="{50778521-EC3B-6BE6-B72C-BF5E1A2090CF}"/>
          </ac:picMkLst>
        </pc:picChg>
      </pc:sldChg>
      <pc:sldChg chg="modSp add replId">
        <pc:chgData name="Austin Francis" userId="S::apf006@uark.edu::d9206161-76a2-4d0d-bb71-2bac416203d9" providerId="AD" clId="Web-{3C9AD1C9-A966-AECC-0F34-2A2AA67F666F}" dt="2024-08-30T15:50:22.714" v="593" actId="20577"/>
        <pc:sldMkLst>
          <pc:docMk/>
          <pc:sldMk cId="2617688870" sldId="486"/>
        </pc:sldMkLst>
        <pc:spChg chg="mod">
          <ac:chgData name="Austin Francis" userId="S::apf006@uark.edu::d9206161-76a2-4d0d-bb71-2bac416203d9" providerId="AD" clId="Web-{3C9AD1C9-A966-AECC-0F34-2A2AA67F666F}" dt="2024-08-30T15:50:22.714" v="593" actId="20577"/>
          <ac:spMkLst>
            <pc:docMk/>
            <pc:sldMk cId="2617688870" sldId="486"/>
            <ac:spMk id="2" creationId="{56531061-A357-CC84-C2B6-39C2FDD6D7BA}"/>
          </ac:spMkLst>
        </pc:spChg>
      </pc:sldChg>
    </pc:docChg>
  </pc:docChgLst>
  <pc:docChgLst>
    <pc:chgData name="Austin Francis" userId="S::apf006@uark.edu::d9206161-76a2-4d0d-bb71-2bac416203d9" providerId="AD" clId="Web-{FE8ECAFB-A058-C08A-418F-5FDF4215FA31}"/>
    <pc:docChg chg="addSld delSld modSld sldOrd modSection">
      <pc:chgData name="Austin Francis" userId="S::apf006@uark.edu::d9206161-76a2-4d0d-bb71-2bac416203d9" providerId="AD" clId="Web-{FE8ECAFB-A058-C08A-418F-5FDF4215FA31}" dt="2024-08-23T21:57:21.186" v="1433" actId="20577"/>
      <pc:docMkLst>
        <pc:docMk/>
      </pc:docMkLst>
      <pc:sldChg chg="modSp">
        <pc:chgData name="Austin Francis" userId="S::apf006@uark.edu::d9206161-76a2-4d0d-bb71-2bac416203d9" providerId="AD" clId="Web-{FE8ECAFB-A058-C08A-418F-5FDF4215FA31}" dt="2024-08-23T21:57:21.186" v="1433" actId="20577"/>
        <pc:sldMkLst>
          <pc:docMk/>
          <pc:sldMk cId="3066262826" sldId="384"/>
        </pc:sldMkLst>
        <pc:spChg chg="mod">
          <ac:chgData name="Austin Francis" userId="S::apf006@uark.edu::d9206161-76a2-4d0d-bb71-2bac416203d9" providerId="AD" clId="Web-{FE8ECAFB-A058-C08A-418F-5FDF4215FA31}" dt="2024-08-23T21:57:21.186" v="1433" actId="20577"/>
          <ac:spMkLst>
            <pc:docMk/>
            <pc:sldMk cId="3066262826" sldId="384"/>
            <ac:spMk id="6" creationId="{78B0190A-318C-428F-AC44-193FA1E8EE6D}"/>
          </ac:spMkLst>
        </pc:spChg>
      </pc:sldChg>
      <pc:sldChg chg="del">
        <pc:chgData name="Austin Francis" userId="S::apf006@uark.edu::d9206161-76a2-4d0d-bb71-2bac416203d9" providerId="AD" clId="Web-{FE8ECAFB-A058-C08A-418F-5FDF4215FA31}" dt="2024-08-22T19:13:35.518" v="2"/>
        <pc:sldMkLst>
          <pc:docMk/>
          <pc:sldMk cId="961413874" sldId="419"/>
        </pc:sldMkLst>
      </pc:sldChg>
      <pc:sldChg chg="del">
        <pc:chgData name="Austin Francis" userId="S::apf006@uark.edu::d9206161-76a2-4d0d-bb71-2bac416203d9" providerId="AD" clId="Web-{FE8ECAFB-A058-C08A-418F-5FDF4215FA31}" dt="2024-08-22T19:13:36.018" v="3"/>
        <pc:sldMkLst>
          <pc:docMk/>
          <pc:sldMk cId="3641142653" sldId="420"/>
        </pc:sldMkLst>
      </pc:sldChg>
      <pc:sldChg chg="del">
        <pc:chgData name="Austin Francis" userId="S::apf006@uark.edu::d9206161-76a2-4d0d-bb71-2bac416203d9" providerId="AD" clId="Web-{FE8ECAFB-A058-C08A-418F-5FDF4215FA31}" dt="2024-08-22T19:13:37.988" v="5"/>
        <pc:sldMkLst>
          <pc:docMk/>
          <pc:sldMk cId="2831240196" sldId="421"/>
        </pc:sldMkLst>
      </pc:sldChg>
      <pc:sldChg chg="del">
        <pc:chgData name="Austin Francis" userId="S::apf006@uark.edu::d9206161-76a2-4d0d-bb71-2bac416203d9" providerId="AD" clId="Web-{FE8ECAFB-A058-C08A-418F-5FDF4215FA31}" dt="2024-08-22T19:13:39.424" v="7"/>
        <pc:sldMkLst>
          <pc:docMk/>
          <pc:sldMk cId="2294991768" sldId="422"/>
        </pc:sldMkLst>
      </pc:sldChg>
      <pc:sldChg chg="del">
        <pc:chgData name="Austin Francis" userId="S::apf006@uark.edu::d9206161-76a2-4d0d-bb71-2bac416203d9" providerId="AD" clId="Web-{FE8ECAFB-A058-C08A-418F-5FDF4215FA31}" dt="2024-08-22T19:13:40.003" v="8"/>
        <pc:sldMkLst>
          <pc:docMk/>
          <pc:sldMk cId="3810101679" sldId="423"/>
        </pc:sldMkLst>
      </pc:sldChg>
      <pc:sldChg chg="del">
        <pc:chgData name="Austin Francis" userId="S::apf006@uark.edu::d9206161-76a2-4d0d-bb71-2bac416203d9" providerId="AD" clId="Web-{FE8ECAFB-A058-C08A-418F-5FDF4215FA31}" dt="2024-08-22T19:13:41.175" v="9"/>
        <pc:sldMkLst>
          <pc:docMk/>
          <pc:sldMk cId="1845505338" sldId="424"/>
        </pc:sldMkLst>
      </pc:sldChg>
      <pc:sldChg chg="del">
        <pc:chgData name="Austin Francis" userId="S::apf006@uark.edu::d9206161-76a2-4d0d-bb71-2bac416203d9" providerId="AD" clId="Web-{FE8ECAFB-A058-C08A-418F-5FDF4215FA31}" dt="2024-08-22T19:13:42.440" v="10"/>
        <pc:sldMkLst>
          <pc:docMk/>
          <pc:sldMk cId="23978395" sldId="425"/>
        </pc:sldMkLst>
      </pc:sldChg>
      <pc:sldChg chg="del">
        <pc:chgData name="Austin Francis" userId="S::apf006@uark.edu::d9206161-76a2-4d0d-bb71-2bac416203d9" providerId="AD" clId="Web-{FE8ECAFB-A058-C08A-418F-5FDF4215FA31}" dt="2024-08-22T19:13:43.628" v="11"/>
        <pc:sldMkLst>
          <pc:docMk/>
          <pc:sldMk cId="788537137" sldId="426"/>
        </pc:sldMkLst>
      </pc:sldChg>
      <pc:sldChg chg="del">
        <pc:chgData name="Austin Francis" userId="S::apf006@uark.edu::d9206161-76a2-4d0d-bb71-2bac416203d9" providerId="AD" clId="Web-{FE8ECAFB-A058-C08A-418F-5FDF4215FA31}" dt="2024-08-22T19:13:44.847" v="12"/>
        <pc:sldMkLst>
          <pc:docMk/>
          <pc:sldMk cId="1488549890" sldId="427"/>
        </pc:sldMkLst>
      </pc:sldChg>
      <pc:sldChg chg="del">
        <pc:chgData name="Austin Francis" userId="S::apf006@uark.edu::d9206161-76a2-4d0d-bb71-2bac416203d9" providerId="AD" clId="Web-{FE8ECAFB-A058-C08A-418F-5FDF4215FA31}" dt="2024-08-22T19:13:45.815" v="13"/>
        <pc:sldMkLst>
          <pc:docMk/>
          <pc:sldMk cId="3726266920" sldId="428"/>
        </pc:sldMkLst>
      </pc:sldChg>
      <pc:sldChg chg="del">
        <pc:chgData name="Austin Francis" userId="S::apf006@uark.edu::d9206161-76a2-4d0d-bb71-2bac416203d9" providerId="AD" clId="Web-{FE8ECAFB-A058-C08A-418F-5FDF4215FA31}" dt="2024-08-22T19:13:46.722" v="14"/>
        <pc:sldMkLst>
          <pc:docMk/>
          <pc:sldMk cId="1168077990" sldId="429"/>
        </pc:sldMkLst>
      </pc:sldChg>
      <pc:sldChg chg="del">
        <pc:chgData name="Austin Francis" userId="S::apf006@uark.edu::d9206161-76a2-4d0d-bb71-2bac416203d9" providerId="AD" clId="Web-{FE8ECAFB-A058-C08A-418F-5FDF4215FA31}" dt="2024-08-22T19:13:47.425" v="15"/>
        <pc:sldMkLst>
          <pc:docMk/>
          <pc:sldMk cId="4139846211" sldId="431"/>
        </pc:sldMkLst>
      </pc:sldChg>
      <pc:sldChg chg="del">
        <pc:chgData name="Austin Francis" userId="S::apf006@uark.edu::d9206161-76a2-4d0d-bb71-2bac416203d9" providerId="AD" clId="Web-{FE8ECAFB-A058-C08A-418F-5FDF4215FA31}" dt="2024-08-22T19:13:48.222" v="16"/>
        <pc:sldMkLst>
          <pc:docMk/>
          <pc:sldMk cId="4207043543" sldId="432"/>
        </pc:sldMkLst>
      </pc:sldChg>
      <pc:sldChg chg="del">
        <pc:chgData name="Austin Francis" userId="S::apf006@uark.edu::d9206161-76a2-4d0d-bb71-2bac416203d9" providerId="AD" clId="Web-{FE8ECAFB-A058-C08A-418F-5FDF4215FA31}" dt="2024-08-22T19:13:48.894" v="17"/>
        <pc:sldMkLst>
          <pc:docMk/>
          <pc:sldMk cId="3676278994" sldId="433"/>
        </pc:sldMkLst>
      </pc:sldChg>
      <pc:sldChg chg="del">
        <pc:chgData name="Austin Francis" userId="S::apf006@uark.edu::d9206161-76a2-4d0d-bb71-2bac416203d9" providerId="AD" clId="Web-{FE8ECAFB-A058-C08A-418F-5FDF4215FA31}" dt="2024-08-22T19:13:49.597" v="18"/>
        <pc:sldMkLst>
          <pc:docMk/>
          <pc:sldMk cId="451926200" sldId="434"/>
        </pc:sldMkLst>
      </pc:sldChg>
      <pc:sldChg chg="del">
        <pc:chgData name="Austin Francis" userId="S::apf006@uark.edu::d9206161-76a2-4d0d-bb71-2bac416203d9" providerId="AD" clId="Web-{FE8ECAFB-A058-C08A-418F-5FDF4215FA31}" dt="2024-08-22T19:13:52.503" v="20"/>
        <pc:sldMkLst>
          <pc:docMk/>
          <pc:sldMk cId="1484798657" sldId="435"/>
        </pc:sldMkLst>
      </pc:sldChg>
      <pc:sldChg chg="del">
        <pc:chgData name="Austin Francis" userId="S::apf006@uark.edu::d9206161-76a2-4d0d-bb71-2bac416203d9" providerId="AD" clId="Web-{FE8ECAFB-A058-C08A-418F-5FDF4215FA31}" dt="2024-08-22T19:13:50.441" v="19"/>
        <pc:sldMkLst>
          <pc:docMk/>
          <pc:sldMk cId="87993756" sldId="436"/>
        </pc:sldMkLst>
      </pc:sldChg>
      <pc:sldChg chg="del">
        <pc:chgData name="Austin Francis" userId="S::apf006@uark.edu::d9206161-76a2-4d0d-bb71-2bac416203d9" providerId="AD" clId="Web-{FE8ECAFB-A058-C08A-418F-5FDF4215FA31}" dt="2024-08-22T19:13:21.002" v="1"/>
        <pc:sldMkLst>
          <pc:docMk/>
          <pc:sldMk cId="20748548" sldId="437"/>
        </pc:sldMkLst>
      </pc:sldChg>
      <pc:sldChg chg="del">
        <pc:chgData name="Austin Francis" userId="S::apf006@uark.edu::d9206161-76a2-4d0d-bb71-2bac416203d9" providerId="AD" clId="Web-{FE8ECAFB-A058-C08A-418F-5FDF4215FA31}" dt="2024-08-22T19:13:17.846" v="0"/>
        <pc:sldMkLst>
          <pc:docMk/>
          <pc:sldMk cId="1772826417" sldId="438"/>
        </pc:sldMkLst>
      </pc:sldChg>
      <pc:sldChg chg="del">
        <pc:chgData name="Austin Francis" userId="S::apf006@uark.edu::d9206161-76a2-4d0d-bb71-2bac416203d9" providerId="AD" clId="Web-{FE8ECAFB-A058-C08A-418F-5FDF4215FA31}" dt="2024-08-22T19:13:37.315" v="4"/>
        <pc:sldMkLst>
          <pc:docMk/>
          <pc:sldMk cId="856224077" sldId="439"/>
        </pc:sldMkLst>
      </pc:sldChg>
      <pc:sldChg chg="del">
        <pc:chgData name="Austin Francis" userId="S::apf006@uark.edu::d9206161-76a2-4d0d-bb71-2bac416203d9" providerId="AD" clId="Web-{FE8ECAFB-A058-C08A-418F-5FDF4215FA31}" dt="2024-08-22T19:13:38.721" v="6"/>
        <pc:sldMkLst>
          <pc:docMk/>
          <pc:sldMk cId="2514446288" sldId="440"/>
        </pc:sldMkLst>
      </pc:sldChg>
      <pc:sldChg chg="modSp new">
        <pc:chgData name="Austin Francis" userId="S::apf006@uark.edu::d9206161-76a2-4d0d-bb71-2bac416203d9" providerId="AD" clId="Web-{FE8ECAFB-A058-C08A-418F-5FDF4215FA31}" dt="2024-08-22T19:36:36.585" v="356" actId="20577"/>
        <pc:sldMkLst>
          <pc:docMk/>
          <pc:sldMk cId="4233582726" sldId="453"/>
        </pc:sldMkLst>
        <pc:spChg chg="mod">
          <ac:chgData name="Austin Francis" userId="S::apf006@uark.edu::d9206161-76a2-4d0d-bb71-2bac416203d9" providerId="AD" clId="Web-{FE8ECAFB-A058-C08A-418F-5FDF4215FA31}" dt="2024-08-22T19:19:13.031" v="30" actId="20577"/>
          <ac:spMkLst>
            <pc:docMk/>
            <pc:sldMk cId="4233582726" sldId="453"/>
            <ac:spMk id="2" creationId="{046264F8-2588-11AC-4B49-3C96314C6727}"/>
          </ac:spMkLst>
        </pc:spChg>
        <pc:spChg chg="mod">
          <ac:chgData name="Austin Francis" userId="S::apf006@uark.edu::d9206161-76a2-4d0d-bb71-2bac416203d9" providerId="AD" clId="Web-{FE8ECAFB-A058-C08A-418F-5FDF4215FA31}" dt="2024-08-22T19:36:36.585" v="356" actId="20577"/>
          <ac:spMkLst>
            <pc:docMk/>
            <pc:sldMk cId="4233582726" sldId="453"/>
            <ac:spMk id="3" creationId="{C57A2EFD-A0BC-81FA-1CC0-C60FF5F3D1CA}"/>
          </ac:spMkLst>
        </pc:spChg>
      </pc:sldChg>
      <pc:sldChg chg="addSp delSp modSp add replId">
        <pc:chgData name="Austin Francis" userId="S::apf006@uark.edu::d9206161-76a2-4d0d-bb71-2bac416203d9" providerId="AD" clId="Web-{FE8ECAFB-A058-C08A-418F-5FDF4215FA31}" dt="2024-08-22T19:40:13.890" v="521" actId="20577"/>
        <pc:sldMkLst>
          <pc:docMk/>
          <pc:sldMk cId="3278758722" sldId="454"/>
        </pc:sldMkLst>
        <pc:spChg chg="mod">
          <ac:chgData name="Austin Francis" userId="S::apf006@uark.edu::d9206161-76a2-4d0d-bb71-2bac416203d9" providerId="AD" clId="Web-{FE8ECAFB-A058-C08A-418F-5FDF4215FA31}" dt="2024-08-22T19:34:39.893" v="326" actId="20577"/>
          <ac:spMkLst>
            <pc:docMk/>
            <pc:sldMk cId="3278758722" sldId="454"/>
            <ac:spMk id="2" creationId="{A9A10DC1-DDE1-4347-BDBB-4B2ACA3E8D0F}"/>
          </ac:spMkLst>
        </pc:spChg>
        <pc:spChg chg="add mod">
          <ac:chgData name="Austin Francis" userId="S::apf006@uark.edu::d9206161-76a2-4d0d-bb71-2bac416203d9" providerId="AD" clId="Web-{FE8ECAFB-A058-C08A-418F-5FDF4215FA31}" dt="2024-08-22T19:40:13.890" v="521" actId="20577"/>
          <ac:spMkLst>
            <pc:docMk/>
            <pc:sldMk cId="3278758722" sldId="454"/>
            <ac:spMk id="4" creationId="{22DDC56A-D7F3-FBC5-8D2F-DA585681679B}"/>
          </ac:spMkLst>
        </pc:spChg>
        <pc:picChg chg="del">
          <ac:chgData name="Austin Francis" userId="S::apf006@uark.edu::d9206161-76a2-4d0d-bb71-2bac416203d9" providerId="AD" clId="Web-{FE8ECAFB-A058-C08A-418F-5FDF4215FA31}" dt="2024-08-22T19:34:28.111" v="314"/>
          <ac:picMkLst>
            <pc:docMk/>
            <pc:sldMk cId="3278758722" sldId="454"/>
            <ac:picMk id="6" creationId="{D245BDB9-C476-80C7-D479-B011205E8B8A}"/>
          </ac:picMkLst>
        </pc:picChg>
      </pc:sldChg>
      <pc:sldChg chg="modSp add ord replId">
        <pc:chgData name="Austin Francis" userId="S::apf006@uark.edu::d9206161-76a2-4d0d-bb71-2bac416203d9" providerId="AD" clId="Web-{FE8ECAFB-A058-C08A-418F-5FDF4215FA31}" dt="2024-08-22T20:01:38.844" v="706" actId="20577"/>
        <pc:sldMkLst>
          <pc:docMk/>
          <pc:sldMk cId="3419803062" sldId="455"/>
        </pc:sldMkLst>
        <pc:spChg chg="mod">
          <ac:chgData name="Austin Francis" userId="S::apf006@uark.edu::d9206161-76a2-4d0d-bb71-2bac416203d9" providerId="AD" clId="Web-{FE8ECAFB-A058-C08A-418F-5FDF4215FA31}" dt="2024-08-22T19:40:32.437" v="525" actId="20577"/>
          <ac:spMkLst>
            <pc:docMk/>
            <pc:sldMk cId="3419803062" sldId="455"/>
            <ac:spMk id="2" creationId="{A9A10DC1-DDE1-4347-BDBB-4B2ACA3E8D0F}"/>
          </ac:spMkLst>
        </pc:spChg>
        <pc:spChg chg="mod">
          <ac:chgData name="Austin Francis" userId="S::apf006@uark.edu::d9206161-76a2-4d0d-bb71-2bac416203d9" providerId="AD" clId="Web-{FE8ECAFB-A058-C08A-418F-5FDF4215FA31}" dt="2024-08-22T20:01:38.844" v="706" actId="20577"/>
          <ac:spMkLst>
            <pc:docMk/>
            <pc:sldMk cId="3419803062" sldId="455"/>
            <ac:spMk id="4" creationId="{22DDC56A-D7F3-FBC5-8D2F-DA585681679B}"/>
          </ac:spMkLst>
        </pc:spChg>
      </pc:sldChg>
      <pc:sldChg chg="modSp new">
        <pc:chgData name="Austin Francis" userId="S::apf006@uark.edu::d9206161-76a2-4d0d-bb71-2bac416203d9" providerId="AD" clId="Web-{FE8ECAFB-A058-C08A-418F-5FDF4215FA31}" dt="2024-08-22T20:04:48.445" v="783" actId="20577"/>
        <pc:sldMkLst>
          <pc:docMk/>
          <pc:sldMk cId="686375482" sldId="456"/>
        </pc:sldMkLst>
        <pc:spChg chg="mod">
          <ac:chgData name="Austin Francis" userId="S::apf006@uark.edu::d9206161-76a2-4d0d-bb71-2bac416203d9" providerId="AD" clId="Web-{FE8ECAFB-A058-C08A-418F-5FDF4215FA31}" dt="2024-08-22T20:04:17.271" v="721" actId="20577"/>
          <ac:spMkLst>
            <pc:docMk/>
            <pc:sldMk cId="686375482" sldId="456"/>
            <ac:spMk id="2" creationId="{458806F7-E015-3400-3C17-82867A787420}"/>
          </ac:spMkLst>
        </pc:spChg>
        <pc:spChg chg="mod">
          <ac:chgData name="Austin Francis" userId="S::apf006@uark.edu::d9206161-76a2-4d0d-bb71-2bac416203d9" providerId="AD" clId="Web-{FE8ECAFB-A058-C08A-418F-5FDF4215FA31}" dt="2024-08-22T20:04:48.445" v="783" actId="20577"/>
          <ac:spMkLst>
            <pc:docMk/>
            <pc:sldMk cId="686375482" sldId="456"/>
            <ac:spMk id="3" creationId="{FE278BFF-FA8B-34A3-C83B-1D0BFB2544CD}"/>
          </ac:spMkLst>
        </pc:spChg>
      </pc:sldChg>
      <pc:sldChg chg="modSp new">
        <pc:chgData name="Austin Francis" userId="S::apf006@uark.edu::d9206161-76a2-4d0d-bb71-2bac416203d9" providerId="AD" clId="Web-{FE8ECAFB-A058-C08A-418F-5FDF4215FA31}" dt="2024-08-23T14:50:53.480" v="908" actId="20577"/>
        <pc:sldMkLst>
          <pc:docMk/>
          <pc:sldMk cId="201112120" sldId="457"/>
        </pc:sldMkLst>
        <pc:spChg chg="mod">
          <ac:chgData name="Austin Francis" userId="S::apf006@uark.edu::d9206161-76a2-4d0d-bb71-2bac416203d9" providerId="AD" clId="Web-{FE8ECAFB-A058-C08A-418F-5FDF4215FA31}" dt="2024-08-22T21:31:40.466" v="797" actId="20577"/>
          <ac:spMkLst>
            <pc:docMk/>
            <pc:sldMk cId="201112120" sldId="457"/>
            <ac:spMk id="2" creationId="{4CC6AE64-9E65-7404-0DA6-EA20FA7F3E1D}"/>
          </ac:spMkLst>
        </pc:spChg>
        <pc:spChg chg="mod">
          <ac:chgData name="Austin Francis" userId="S::apf006@uark.edu::d9206161-76a2-4d0d-bb71-2bac416203d9" providerId="AD" clId="Web-{FE8ECAFB-A058-C08A-418F-5FDF4215FA31}" dt="2024-08-23T14:50:53.480" v="908" actId="20577"/>
          <ac:spMkLst>
            <pc:docMk/>
            <pc:sldMk cId="201112120" sldId="457"/>
            <ac:spMk id="3" creationId="{799C04E8-AC9D-FFEC-9CD5-82C52CAC320B}"/>
          </ac:spMkLst>
        </pc:spChg>
      </pc:sldChg>
      <pc:sldChg chg="add del replId">
        <pc:chgData name="Austin Francis" userId="S::apf006@uark.edu::d9206161-76a2-4d0d-bb71-2bac416203d9" providerId="AD" clId="Web-{FE8ECAFB-A058-C08A-418F-5FDF4215FA31}" dt="2024-08-22T21:29:20.290" v="785"/>
        <pc:sldMkLst>
          <pc:docMk/>
          <pc:sldMk cId="3761543633" sldId="457"/>
        </pc:sldMkLst>
      </pc:sldChg>
      <pc:sldChg chg="modSp new">
        <pc:chgData name="Austin Francis" userId="S::apf006@uark.edu::d9206161-76a2-4d0d-bb71-2bac416203d9" providerId="AD" clId="Web-{FE8ECAFB-A058-C08A-418F-5FDF4215FA31}" dt="2024-08-23T15:10:57.674" v="1008" actId="20577"/>
        <pc:sldMkLst>
          <pc:docMk/>
          <pc:sldMk cId="2668269484" sldId="458"/>
        </pc:sldMkLst>
        <pc:spChg chg="mod">
          <ac:chgData name="Austin Francis" userId="S::apf006@uark.edu::d9206161-76a2-4d0d-bb71-2bac416203d9" providerId="AD" clId="Web-{FE8ECAFB-A058-C08A-418F-5FDF4215FA31}" dt="2024-08-23T14:53:41.783" v="922" actId="20577"/>
          <ac:spMkLst>
            <pc:docMk/>
            <pc:sldMk cId="2668269484" sldId="458"/>
            <ac:spMk id="2" creationId="{4FBD732C-678A-0062-4DDD-88C4D4C578B7}"/>
          </ac:spMkLst>
        </pc:spChg>
        <pc:spChg chg="mod">
          <ac:chgData name="Austin Francis" userId="S::apf006@uark.edu::d9206161-76a2-4d0d-bb71-2bac416203d9" providerId="AD" clId="Web-{FE8ECAFB-A058-C08A-418F-5FDF4215FA31}" dt="2024-08-23T15:10:57.674" v="1008" actId="20577"/>
          <ac:spMkLst>
            <pc:docMk/>
            <pc:sldMk cId="2668269484" sldId="458"/>
            <ac:spMk id="3" creationId="{8D297B84-C146-3112-A7D3-3C250BE8DEF4}"/>
          </ac:spMkLst>
        </pc:spChg>
      </pc:sldChg>
      <pc:sldChg chg="addSp delSp modSp add replId">
        <pc:chgData name="Austin Francis" userId="S::apf006@uark.edu::d9206161-76a2-4d0d-bb71-2bac416203d9" providerId="AD" clId="Web-{FE8ECAFB-A058-C08A-418F-5FDF4215FA31}" dt="2024-08-23T15:17:07.332" v="1012" actId="1076"/>
        <pc:sldMkLst>
          <pc:docMk/>
          <pc:sldMk cId="3071430942" sldId="459"/>
        </pc:sldMkLst>
        <pc:spChg chg="add del mod">
          <ac:chgData name="Austin Francis" userId="S::apf006@uark.edu::d9206161-76a2-4d0d-bb71-2bac416203d9" providerId="AD" clId="Web-{FE8ECAFB-A058-C08A-418F-5FDF4215FA31}" dt="2024-08-23T15:17:01.660" v="1011"/>
          <ac:spMkLst>
            <pc:docMk/>
            <pc:sldMk cId="3071430942" sldId="459"/>
            <ac:spMk id="4" creationId="{45A57062-0E38-D5ED-321A-6AE4D2948AC6}"/>
          </ac:spMkLst>
        </pc:spChg>
        <pc:picChg chg="del">
          <ac:chgData name="Austin Francis" userId="S::apf006@uark.edu::d9206161-76a2-4d0d-bb71-2bac416203d9" providerId="AD" clId="Web-{FE8ECAFB-A058-C08A-418F-5FDF4215FA31}" dt="2024-08-23T15:16:59.348" v="1010"/>
          <ac:picMkLst>
            <pc:docMk/>
            <pc:sldMk cId="3071430942" sldId="459"/>
            <ac:picMk id="5" creationId="{EAFC242B-0AF1-64D7-ACAD-7AE192FA141F}"/>
          </ac:picMkLst>
        </pc:picChg>
        <pc:picChg chg="add mod ord">
          <ac:chgData name="Austin Francis" userId="S::apf006@uark.edu::d9206161-76a2-4d0d-bb71-2bac416203d9" providerId="AD" clId="Web-{FE8ECAFB-A058-C08A-418F-5FDF4215FA31}" dt="2024-08-23T15:17:07.332" v="1012" actId="1076"/>
          <ac:picMkLst>
            <pc:docMk/>
            <pc:sldMk cId="3071430942" sldId="459"/>
            <ac:picMk id="6" creationId="{9964891D-146C-70FA-D530-E35C75DF3123}"/>
          </ac:picMkLst>
        </pc:picChg>
      </pc:sldChg>
      <pc:sldChg chg="modSp add replId">
        <pc:chgData name="Austin Francis" userId="S::apf006@uark.edu::d9206161-76a2-4d0d-bb71-2bac416203d9" providerId="AD" clId="Web-{FE8ECAFB-A058-C08A-418F-5FDF4215FA31}" dt="2024-08-23T15:22:31.959" v="1138" actId="20577"/>
        <pc:sldMkLst>
          <pc:docMk/>
          <pc:sldMk cId="1184469485" sldId="460"/>
        </pc:sldMkLst>
        <pc:spChg chg="mod">
          <ac:chgData name="Austin Francis" userId="S::apf006@uark.edu::d9206161-76a2-4d0d-bb71-2bac416203d9" providerId="AD" clId="Web-{FE8ECAFB-A058-C08A-418F-5FDF4215FA31}" dt="2024-08-23T15:22:31.959" v="1138" actId="20577"/>
          <ac:spMkLst>
            <pc:docMk/>
            <pc:sldMk cId="1184469485" sldId="460"/>
            <ac:spMk id="3" creationId="{8D297B84-C146-3112-A7D3-3C250BE8DEF4}"/>
          </ac:spMkLst>
        </pc:spChg>
      </pc:sldChg>
      <pc:sldChg chg="modSp new">
        <pc:chgData name="Austin Francis" userId="S::apf006@uark.edu::d9206161-76a2-4d0d-bb71-2bac416203d9" providerId="AD" clId="Web-{FE8ECAFB-A058-C08A-418F-5FDF4215FA31}" dt="2024-08-23T15:32:21.197" v="1257" actId="20577"/>
        <pc:sldMkLst>
          <pc:docMk/>
          <pc:sldMk cId="215721517" sldId="461"/>
        </pc:sldMkLst>
        <pc:spChg chg="mod">
          <ac:chgData name="Austin Francis" userId="S::apf006@uark.edu::d9206161-76a2-4d0d-bb71-2bac416203d9" providerId="AD" clId="Web-{FE8ECAFB-A058-C08A-418F-5FDF4215FA31}" dt="2024-08-23T15:29:49.931" v="1153" actId="20577"/>
          <ac:spMkLst>
            <pc:docMk/>
            <pc:sldMk cId="215721517" sldId="461"/>
            <ac:spMk id="2" creationId="{E6630525-3628-FE09-37E9-14C5082D7CFA}"/>
          </ac:spMkLst>
        </pc:spChg>
        <pc:spChg chg="mod">
          <ac:chgData name="Austin Francis" userId="S::apf006@uark.edu::d9206161-76a2-4d0d-bb71-2bac416203d9" providerId="AD" clId="Web-{FE8ECAFB-A058-C08A-418F-5FDF4215FA31}" dt="2024-08-23T15:32:21.197" v="1257" actId="20577"/>
          <ac:spMkLst>
            <pc:docMk/>
            <pc:sldMk cId="215721517" sldId="461"/>
            <ac:spMk id="3" creationId="{049D466A-2C57-8D75-B703-CF1A861BA836}"/>
          </ac:spMkLst>
        </pc:spChg>
      </pc:sldChg>
      <pc:sldChg chg="modSp new">
        <pc:chgData name="Austin Francis" userId="S::apf006@uark.edu::d9206161-76a2-4d0d-bb71-2bac416203d9" providerId="AD" clId="Web-{FE8ECAFB-A058-C08A-418F-5FDF4215FA31}" dt="2024-08-23T15:34:32.776" v="1368" actId="20577"/>
        <pc:sldMkLst>
          <pc:docMk/>
          <pc:sldMk cId="3621315794" sldId="462"/>
        </pc:sldMkLst>
        <pc:spChg chg="mod">
          <ac:chgData name="Austin Francis" userId="S::apf006@uark.edu::d9206161-76a2-4d0d-bb71-2bac416203d9" providerId="AD" clId="Web-{FE8ECAFB-A058-C08A-418F-5FDF4215FA31}" dt="2024-08-23T15:32:33.041" v="1264" actId="20577"/>
          <ac:spMkLst>
            <pc:docMk/>
            <pc:sldMk cId="3621315794" sldId="462"/>
            <ac:spMk id="2" creationId="{88EDE6D9-6A86-F746-5426-A892C594EFDD}"/>
          </ac:spMkLst>
        </pc:spChg>
        <pc:spChg chg="mod">
          <ac:chgData name="Austin Francis" userId="S::apf006@uark.edu::d9206161-76a2-4d0d-bb71-2bac416203d9" providerId="AD" clId="Web-{FE8ECAFB-A058-C08A-418F-5FDF4215FA31}" dt="2024-08-23T15:34:32.776" v="1368" actId="20577"/>
          <ac:spMkLst>
            <pc:docMk/>
            <pc:sldMk cId="3621315794" sldId="462"/>
            <ac:spMk id="3" creationId="{FB61FB6D-F052-C974-A580-8BA88597BC72}"/>
          </ac:spMkLst>
        </pc:spChg>
      </pc:sldChg>
    </pc:docChg>
  </pc:docChgLst>
  <pc:docChgLst>
    <pc:chgData name="Austin Francis" userId="S::apf006@uark.edu::d9206161-76a2-4d0d-bb71-2bac416203d9" providerId="AD" clId="Web-{63CA3052-DA26-DD79-DCD9-DC46D438CF09}"/>
    <pc:docChg chg="addSld delSld modSld modSection">
      <pc:chgData name="Austin Francis" userId="S::apf006@uark.edu::d9206161-76a2-4d0d-bb71-2bac416203d9" providerId="AD" clId="Web-{63CA3052-DA26-DD79-DCD9-DC46D438CF09}" dt="2024-08-26T15:20:27.259" v="1355" actId="20577"/>
      <pc:docMkLst>
        <pc:docMk/>
      </pc:docMkLst>
      <pc:sldChg chg="modSp">
        <pc:chgData name="Austin Francis" userId="S::apf006@uark.edu::d9206161-76a2-4d0d-bb71-2bac416203d9" providerId="AD" clId="Web-{63CA3052-DA26-DD79-DCD9-DC46D438CF09}" dt="2024-08-23T22:26:52.616" v="23" actId="20577"/>
        <pc:sldMkLst>
          <pc:docMk/>
          <pc:sldMk cId="875954484" sldId="256"/>
        </pc:sldMkLst>
        <pc:spChg chg="mod">
          <ac:chgData name="Austin Francis" userId="S::apf006@uark.edu::d9206161-76a2-4d0d-bb71-2bac416203d9" providerId="AD" clId="Web-{63CA3052-DA26-DD79-DCD9-DC46D438CF09}" dt="2024-08-23T22:25:43.082" v="0" actId="20577"/>
          <ac:spMkLst>
            <pc:docMk/>
            <pc:sldMk cId="875954484" sldId="256"/>
            <ac:spMk id="2" creationId="{00000000-0000-0000-0000-000000000000}"/>
          </ac:spMkLst>
        </pc:spChg>
        <pc:spChg chg="mod">
          <ac:chgData name="Austin Francis" userId="S::apf006@uark.edu::d9206161-76a2-4d0d-bb71-2bac416203d9" providerId="AD" clId="Web-{63CA3052-DA26-DD79-DCD9-DC46D438CF09}" dt="2024-08-23T22:26:52.616" v="23" actId="20577"/>
          <ac:spMkLst>
            <pc:docMk/>
            <pc:sldMk cId="875954484" sldId="256"/>
            <ac:spMk id="3" creationId="{00000000-0000-0000-0000-000000000000}"/>
          </ac:spMkLst>
        </pc:spChg>
      </pc:sldChg>
      <pc:sldChg chg="modSp">
        <pc:chgData name="Austin Francis" userId="S::apf006@uark.edu::d9206161-76a2-4d0d-bb71-2bac416203d9" providerId="AD" clId="Web-{63CA3052-DA26-DD79-DCD9-DC46D438CF09}" dt="2024-08-23T22:30:55.327" v="52" actId="20577"/>
        <pc:sldMkLst>
          <pc:docMk/>
          <pc:sldMk cId="718245954" sldId="315"/>
        </pc:sldMkLst>
        <pc:spChg chg="mod">
          <ac:chgData name="Austin Francis" userId="S::apf006@uark.edu::d9206161-76a2-4d0d-bb71-2bac416203d9" providerId="AD" clId="Web-{63CA3052-DA26-DD79-DCD9-DC46D438CF09}" dt="2024-08-23T22:30:55.327" v="52" actId="20577"/>
          <ac:spMkLst>
            <pc:docMk/>
            <pc:sldMk cId="718245954" sldId="315"/>
            <ac:spMk id="3" creationId="{EC44ADDE-7BAE-4D27-8839-0025B3A2D42C}"/>
          </ac:spMkLst>
        </pc:spChg>
      </pc:sldChg>
      <pc:sldChg chg="modSp">
        <pc:chgData name="Austin Francis" userId="S::apf006@uark.edu::d9206161-76a2-4d0d-bb71-2bac416203d9" providerId="AD" clId="Web-{63CA3052-DA26-DD79-DCD9-DC46D438CF09}" dt="2024-08-23T22:41:39.224" v="223" actId="20577"/>
        <pc:sldMkLst>
          <pc:docMk/>
          <pc:sldMk cId="869680711" sldId="346"/>
        </pc:sldMkLst>
        <pc:spChg chg="mod">
          <ac:chgData name="Austin Francis" userId="S::apf006@uark.edu::d9206161-76a2-4d0d-bb71-2bac416203d9" providerId="AD" clId="Web-{63CA3052-DA26-DD79-DCD9-DC46D438CF09}" dt="2024-08-23T22:41:39.224" v="223" actId="20577"/>
          <ac:spMkLst>
            <pc:docMk/>
            <pc:sldMk cId="869680711" sldId="346"/>
            <ac:spMk id="3" creationId="{EC44ADDE-7BAE-4D27-8839-0025B3A2D42C}"/>
          </ac:spMkLst>
        </pc:spChg>
      </pc:sldChg>
      <pc:sldChg chg="modSp add del">
        <pc:chgData name="Austin Francis" userId="S::apf006@uark.edu::d9206161-76a2-4d0d-bb71-2bac416203d9" providerId="AD" clId="Web-{63CA3052-DA26-DD79-DCD9-DC46D438CF09}" dt="2024-08-26T15:19:11.349" v="1215"/>
        <pc:sldMkLst>
          <pc:docMk/>
          <pc:sldMk cId="3066262826" sldId="384"/>
        </pc:sldMkLst>
        <pc:spChg chg="mod">
          <ac:chgData name="Austin Francis" userId="S::apf006@uark.edu::d9206161-76a2-4d0d-bb71-2bac416203d9" providerId="AD" clId="Web-{63CA3052-DA26-DD79-DCD9-DC46D438CF09}" dt="2024-08-26T14:25:08.416" v="542" actId="20577"/>
          <ac:spMkLst>
            <pc:docMk/>
            <pc:sldMk cId="3066262826" sldId="384"/>
            <ac:spMk id="6" creationId="{78B0190A-318C-428F-AC44-193FA1E8EE6D}"/>
          </ac:spMkLst>
        </pc:spChg>
      </pc:sldChg>
      <pc:sldChg chg="modSp">
        <pc:chgData name="Austin Francis" userId="S::apf006@uark.edu::d9206161-76a2-4d0d-bb71-2bac416203d9" providerId="AD" clId="Web-{63CA3052-DA26-DD79-DCD9-DC46D438CF09}" dt="2024-08-23T22:53:14.076" v="310" actId="20577"/>
        <pc:sldMkLst>
          <pc:docMk/>
          <pc:sldMk cId="2158989465" sldId="395"/>
        </pc:sldMkLst>
        <pc:spChg chg="mod">
          <ac:chgData name="Austin Francis" userId="S::apf006@uark.edu::d9206161-76a2-4d0d-bb71-2bac416203d9" providerId="AD" clId="Web-{63CA3052-DA26-DD79-DCD9-DC46D438CF09}" dt="2024-08-23T22:53:14.076" v="310" actId="20577"/>
          <ac:spMkLst>
            <pc:docMk/>
            <pc:sldMk cId="2158989465" sldId="395"/>
            <ac:spMk id="3" creationId="{EC44ADDE-7BAE-4D27-8839-0025B3A2D42C}"/>
          </ac:spMkLst>
        </pc:spChg>
      </pc:sldChg>
      <pc:sldChg chg="addSp delSp modSp modNotes">
        <pc:chgData name="Austin Francis" userId="S::apf006@uark.edu::d9206161-76a2-4d0d-bb71-2bac416203d9" providerId="AD" clId="Web-{63CA3052-DA26-DD79-DCD9-DC46D438CF09}" dt="2024-08-23T23:14:14.078" v="425"/>
        <pc:sldMkLst>
          <pc:docMk/>
          <pc:sldMk cId="1660926710" sldId="397"/>
        </pc:sldMkLst>
        <pc:spChg chg="mod">
          <ac:chgData name="Austin Francis" userId="S::apf006@uark.edu::d9206161-76a2-4d0d-bb71-2bac416203d9" providerId="AD" clId="Web-{63CA3052-DA26-DD79-DCD9-DC46D438CF09}" dt="2024-08-23T23:10:08.741" v="391" actId="1076"/>
          <ac:spMkLst>
            <pc:docMk/>
            <pc:sldMk cId="1660926710" sldId="397"/>
            <ac:spMk id="2" creationId="{A9A10DC1-DDE1-4347-BDBB-4B2ACA3E8D0F}"/>
          </ac:spMkLst>
        </pc:spChg>
        <pc:spChg chg="add del mod">
          <ac:chgData name="Austin Francis" userId="S::apf006@uark.edu::d9206161-76a2-4d0d-bb71-2bac416203d9" providerId="AD" clId="Web-{63CA3052-DA26-DD79-DCD9-DC46D438CF09}" dt="2024-08-23T23:09:42.100" v="387"/>
          <ac:spMkLst>
            <pc:docMk/>
            <pc:sldMk cId="1660926710" sldId="397"/>
            <ac:spMk id="4" creationId="{6AB537E5-8058-E1EF-7A3D-4F99903D42C1}"/>
          </ac:spMkLst>
        </pc:spChg>
        <pc:picChg chg="add mod ord">
          <ac:chgData name="Austin Francis" userId="S::apf006@uark.edu::d9206161-76a2-4d0d-bb71-2bac416203d9" providerId="AD" clId="Web-{63CA3052-DA26-DD79-DCD9-DC46D438CF09}" dt="2024-08-23T23:10:11.085" v="392" actId="1076"/>
          <ac:picMkLst>
            <pc:docMk/>
            <pc:sldMk cId="1660926710" sldId="397"/>
            <ac:picMk id="5" creationId="{20BA4054-CD65-49FC-9221-1F95153AAC08}"/>
          </ac:picMkLst>
        </pc:picChg>
        <pc:picChg chg="del">
          <ac:chgData name="Austin Francis" userId="S::apf006@uark.edu::d9206161-76a2-4d0d-bb71-2bac416203d9" providerId="AD" clId="Web-{63CA3052-DA26-DD79-DCD9-DC46D438CF09}" dt="2024-08-23T23:05:59.873" v="374"/>
          <ac:picMkLst>
            <pc:docMk/>
            <pc:sldMk cId="1660926710" sldId="397"/>
            <ac:picMk id="6" creationId="{9AEFFBE4-B4EF-5F56-5F73-B6433144C00C}"/>
          </ac:picMkLst>
        </pc:picChg>
      </pc:sldChg>
      <pc:sldChg chg="del">
        <pc:chgData name="Austin Francis" userId="S::apf006@uark.edu::d9206161-76a2-4d0d-bb71-2bac416203d9" providerId="AD" clId="Web-{63CA3052-DA26-DD79-DCD9-DC46D438CF09}" dt="2024-08-23T23:14:16.594" v="426"/>
        <pc:sldMkLst>
          <pc:docMk/>
          <pc:sldMk cId="85289448" sldId="441"/>
        </pc:sldMkLst>
      </pc:sldChg>
      <pc:sldChg chg="addSp delSp modSp modNotes">
        <pc:chgData name="Austin Francis" userId="S::apf006@uark.edu::d9206161-76a2-4d0d-bb71-2bac416203d9" providerId="AD" clId="Web-{63CA3052-DA26-DD79-DCD9-DC46D438CF09}" dt="2024-08-23T23:18:09.215" v="444"/>
        <pc:sldMkLst>
          <pc:docMk/>
          <pc:sldMk cId="3921299865" sldId="442"/>
        </pc:sldMkLst>
        <pc:spChg chg="mod">
          <ac:chgData name="Austin Francis" userId="S::apf006@uark.edu::d9206161-76a2-4d0d-bb71-2bac416203d9" providerId="AD" clId="Web-{63CA3052-DA26-DD79-DCD9-DC46D438CF09}" dt="2024-08-23T23:17:39.636" v="438" actId="20577"/>
          <ac:spMkLst>
            <pc:docMk/>
            <pc:sldMk cId="3921299865" sldId="442"/>
            <ac:spMk id="2" creationId="{A9A10DC1-DDE1-4347-BDBB-4B2ACA3E8D0F}"/>
          </ac:spMkLst>
        </pc:spChg>
        <pc:spChg chg="add del mod">
          <ac:chgData name="Austin Francis" userId="S::apf006@uark.edu::d9206161-76a2-4d0d-bb71-2bac416203d9" providerId="AD" clId="Web-{63CA3052-DA26-DD79-DCD9-DC46D438CF09}" dt="2024-08-23T23:17:54.746" v="440"/>
          <ac:spMkLst>
            <pc:docMk/>
            <pc:sldMk cId="3921299865" sldId="442"/>
            <ac:spMk id="4" creationId="{C03B535B-303E-9E45-3E9A-24478ADCA0DC}"/>
          </ac:spMkLst>
        </pc:spChg>
        <pc:picChg chg="add mod ord">
          <ac:chgData name="Austin Francis" userId="S::apf006@uark.edu::d9206161-76a2-4d0d-bb71-2bac416203d9" providerId="AD" clId="Web-{63CA3052-DA26-DD79-DCD9-DC46D438CF09}" dt="2024-08-23T23:18:03.121" v="443" actId="1076"/>
          <ac:picMkLst>
            <pc:docMk/>
            <pc:sldMk cId="3921299865" sldId="442"/>
            <ac:picMk id="5" creationId="{0B38C5F0-113D-FC2E-5C30-1105358B4506}"/>
          </ac:picMkLst>
        </pc:picChg>
        <pc:picChg chg="del">
          <ac:chgData name="Austin Francis" userId="S::apf006@uark.edu::d9206161-76a2-4d0d-bb71-2bac416203d9" providerId="AD" clId="Web-{63CA3052-DA26-DD79-DCD9-DC46D438CF09}" dt="2024-08-23T23:17:41.230" v="439"/>
          <ac:picMkLst>
            <pc:docMk/>
            <pc:sldMk cId="3921299865" sldId="442"/>
            <ac:picMk id="6" creationId="{D245BDB9-C476-80C7-D479-B011205E8B8A}"/>
          </ac:picMkLst>
        </pc:picChg>
      </pc:sldChg>
      <pc:sldChg chg="addSp delSp modSp modNotes">
        <pc:chgData name="Austin Francis" userId="S::apf006@uark.edu::d9206161-76a2-4d0d-bb71-2bac416203d9" providerId="AD" clId="Web-{63CA3052-DA26-DD79-DCD9-DC46D438CF09}" dt="2024-08-23T23:21:37.019" v="472" actId="1076"/>
        <pc:sldMkLst>
          <pc:docMk/>
          <pc:sldMk cId="1071918637" sldId="444"/>
        </pc:sldMkLst>
        <pc:spChg chg="mod">
          <ac:chgData name="Austin Francis" userId="S::apf006@uark.edu::d9206161-76a2-4d0d-bb71-2bac416203d9" providerId="AD" clId="Web-{63CA3052-DA26-DD79-DCD9-DC46D438CF09}" dt="2024-08-23T23:21:15.721" v="464" actId="20577"/>
          <ac:spMkLst>
            <pc:docMk/>
            <pc:sldMk cId="1071918637" sldId="444"/>
            <ac:spMk id="2" creationId="{A9A10DC1-DDE1-4347-BDBB-4B2ACA3E8D0F}"/>
          </ac:spMkLst>
        </pc:spChg>
        <pc:spChg chg="add del mod">
          <ac:chgData name="Austin Francis" userId="S::apf006@uark.edu::d9206161-76a2-4d0d-bb71-2bac416203d9" providerId="AD" clId="Web-{63CA3052-DA26-DD79-DCD9-DC46D438CF09}" dt="2024-08-23T23:21:16.472" v="465"/>
          <ac:spMkLst>
            <pc:docMk/>
            <pc:sldMk cId="1071918637" sldId="444"/>
            <ac:spMk id="4" creationId="{D21A52C0-E483-6F3C-ABDE-D73926085F12}"/>
          </ac:spMkLst>
        </pc:spChg>
        <pc:spChg chg="add del mod">
          <ac:chgData name="Austin Francis" userId="S::apf006@uark.edu::d9206161-76a2-4d0d-bb71-2bac416203d9" providerId="AD" clId="Web-{63CA3052-DA26-DD79-DCD9-DC46D438CF09}" dt="2024-08-23T23:21:35.269" v="471"/>
          <ac:spMkLst>
            <pc:docMk/>
            <pc:sldMk cId="1071918637" sldId="444"/>
            <ac:spMk id="9" creationId="{7759EF57-BD46-CDAC-D723-655102056A54}"/>
          </ac:spMkLst>
        </pc:spChg>
        <pc:picChg chg="del">
          <ac:chgData name="Austin Francis" userId="S::apf006@uark.edu::d9206161-76a2-4d0d-bb71-2bac416203d9" providerId="AD" clId="Web-{63CA3052-DA26-DD79-DCD9-DC46D438CF09}" dt="2024-08-23T23:19:51.890" v="445"/>
          <ac:picMkLst>
            <pc:docMk/>
            <pc:sldMk cId="1071918637" sldId="444"/>
            <ac:picMk id="5" creationId="{5CED2E20-1786-4212-F47D-82E9007D2028}"/>
          </ac:picMkLst>
        </pc:picChg>
        <pc:picChg chg="add del mod ord">
          <ac:chgData name="Austin Francis" userId="S::apf006@uark.edu::d9206161-76a2-4d0d-bb71-2bac416203d9" providerId="AD" clId="Web-{63CA3052-DA26-DD79-DCD9-DC46D438CF09}" dt="2024-08-23T23:21:22.019" v="470"/>
          <ac:picMkLst>
            <pc:docMk/>
            <pc:sldMk cId="1071918637" sldId="444"/>
            <ac:picMk id="6" creationId="{16E53AA9-2F31-6508-5EB9-9116DCFC43B2}"/>
          </ac:picMkLst>
        </pc:picChg>
        <pc:picChg chg="del">
          <ac:chgData name="Austin Francis" userId="S::apf006@uark.edu::d9206161-76a2-4d0d-bb71-2bac416203d9" providerId="AD" clId="Web-{63CA3052-DA26-DD79-DCD9-DC46D438CF09}" dt="2024-08-23T23:19:52.578" v="446"/>
          <ac:picMkLst>
            <pc:docMk/>
            <pc:sldMk cId="1071918637" sldId="444"/>
            <ac:picMk id="7" creationId="{C1BC1DC2-9E35-AE23-48EF-B9AB725AC397}"/>
          </ac:picMkLst>
        </pc:picChg>
        <pc:picChg chg="add mod ord">
          <ac:chgData name="Austin Francis" userId="S::apf006@uark.edu::d9206161-76a2-4d0d-bb71-2bac416203d9" providerId="AD" clId="Web-{63CA3052-DA26-DD79-DCD9-DC46D438CF09}" dt="2024-08-23T23:21:37.019" v="472" actId="1076"/>
          <ac:picMkLst>
            <pc:docMk/>
            <pc:sldMk cId="1071918637" sldId="444"/>
            <ac:picMk id="10" creationId="{D703C038-9576-E14C-B5E1-BC7A91D779FB}"/>
          </ac:picMkLst>
        </pc:picChg>
      </pc:sldChg>
      <pc:sldChg chg="addSp delSp modSp">
        <pc:chgData name="Austin Francis" userId="S::apf006@uark.edu::d9206161-76a2-4d0d-bb71-2bac416203d9" providerId="AD" clId="Web-{63CA3052-DA26-DD79-DCD9-DC46D438CF09}" dt="2024-08-26T14:21:28.690" v="498" actId="1076"/>
        <pc:sldMkLst>
          <pc:docMk/>
          <pc:sldMk cId="1873507160" sldId="445"/>
        </pc:sldMkLst>
        <pc:spChg chg="mod">
          <ac:chgData name="Austin Francis" userId="S::apf006@uark.edu::d9206161-76a2-4d0d-bb71-2bac416203d9" providerId="AD" clId="Web-{63CA3052-DA26-DD79-DCD9-DC46D438CF09}" dt="2024-08-26T14:21:23.752" v="495" actId="20577"/>
          <ac:spMkLst>
            <pc:docMk/>
            <pc:sldMk cId="1873507160" sldId="445"/>
            <ac:spMk id="2" creationId="{A9A10DC1-DDE1-4347-BDBB-4B2ACA3E8D0F}"/>
          </ac:spMkLst>
        </pc:spChg>
        <pc:spChg chg="add del mod">
          <ac:chgData name="Austin Francis" userId="S::apf006@uark.edu::d9206161-76a2-4d0d-bb71-2bac416203d9" providerId="AD" clId="Web-{63CA3052-DA26-DD79-DCD9-DC46D438CF09}" dt="2024-08-26T14:21:26.611" v="497"/>
          <ac:spMkLst>
            <pc:docMk/>
            <pc:sldMk cId="1873507160" sldId="445"/>
            <ac:spMk id="4" creationId="{FD7696ED-BA33-704F-2466-8A7D3F510CE0}"/>
          </ac:spMkLst>
        </pc:spChg>
        <pc:picChg chg="add mod ord">
          <ac:chgData name="Austin Francis" userId="S::apf006@uark.edu::d9206161-76a2-4d0d-bb71-2bac416203d9" providerId="AD" clId="Web-{63CA3052-DA26-DD79-DCD9-DC46D438CF09}" dt="2024-08-26T14:21:28.690" v="498" actId="1076"/>
          <ac:picMkLst>
            <pc:docMk/>
            <pc:sldMk cId="1873507160" sldId="445"/>
            <ac:picMk id="5" creationId="{68B1A232-F8CB-8409-3581-F8FEDAAD17B1}"/>
          </ac:picMkLst>
        </pc:picChg>
        <pc:picChg chg="del">
          <ac:chgData name="Austin Francis" userId="S::apf006@uark.edu::d9206161-76a2-4d0d-bb71-2bac416203d9" providerId="AD" clId="Web-{63CA3052-DA26-DD79-DCD9-DC46D438CF09}" dt="2024-08-26T14:21:24.846" v="496"/>
          <ac:picMkLst>
            <pc:docMk/>
            <pc:sldMk cId="1873507160" sldId="445"/>
            <ac:picMk id="6" creationId="{7EB43F5E-51FA-97F1-38E5-3C61F9650255}"/>
          </ac:picMkLst>
        </pc:picChg>
      </pc:sldChg>
      <pc:sldChg chg="addSp delSp modSp">
        <pc:chgData name="Austin Francis" userId="S::apf006@uark.edu::d9206161-76a2-4d0d-bb71-2bac416203d9" providerId="AD" clId="Web-{63CA3052-DA26-DD79-DCD9-DC46D438CF09}" dt="2024-08-26T14:23:06.802" v="523" actId="1076"/>
        <pc:sldMkLst>
          <pc:docMk/>
          <pc:sldMk cId="255185723" sldId="446"/>
        </pc:sldMkLst>
        <pc:spChg chg="mod">
          <ac:chgData name="Austin Francis" userId="S::apf006@uark.edu::d9206161-76a2-4d0d-bb71-2bac416203d9" providerId="AD" clId="Web-{63CA3052-DA26-DD79-DCD9-DC46D438CF09}" dt="2024-08-26T14:22:41.536" v="520" actId="20577"/>
          <ac:spMkLst>
            <pc:docMk/>
            <pc:sldMk cId="255185723" sldId="446"/>
            <ac:spMk id="2" creationId="{A9A10DC1-DDE1-4347-BDBB-4B2ACA3E8D0F}"/>
          </ac:spMkLst>
        </pc:spChg>
        <pc:spChg chg="add del mod">
          <ac:chgData name="Austin Francis" userId="S::apf006@uark.edu::d9206161-76a2-4d0d-bb71-2bac416203d9" providerId="AD" clId="Web-{63CA3052-DA26-DD79-DCD9-DC46D438CF09}" dt="2024-08-26T14:23:02.974" v="522"/>
          <ac:spMkLst>
            <pc:docMk/>
            <pc:sldMk cId="255185723" sldId="446"/>
            <ac:spMk id="4" creationId="{7F2979FB-749F-421F-B005-CBF6E7C37C88}"/>
          </ac:spMkLst>
        </pc:spChg>
        <pc:picChg chg="del">
          <ac:chgData name="Austin Francis" userId="S::apf006@uark.edu::d9206161-76a2-4d0d-bb71-2bac416203d9" providerId="AD" clId="Web-{63CA3052-DA26-DD79-DCD9-DC46D438CF09}" dt="2024-08-26T14:22:47.599" v="521"/>
          <ac:picMkLst>
            <pc:docMk/>
            <pc:sldMk cId="255185723" sldId="446"/>
            <ac:picMk id="5" creationId="{A1060D54-6EB4-99A4-A563-AE06D8D19025}"/>
          </ac:picMkLst>
        </pc:picChg>
        <pc:picChg chg="add mod ord">
          <ac:chgData name="Austin Francis" userId="S::apf006@uark.edu::d9206161-76a2-4d0d-bb71-2bac416203d9" providerId="AD" clId="Web-{63CA3052-DA26-DD79-DCD9-DC46D438CF09}" dt="2024-08-26T14:23:06.802" v="523" actId="1076"/>
          <ac:picMkLst>
            <pc:docMk/>
            <pc:sldMk cId="255185723" sldId="446"/>
            <ac:picMk id="6" creationId="{193A2B50-5242-4000-DBFC-2BDFF77D839F}"/>
          </ac:picMkLst>
        </pc:picChg>
      </pc:sldChg>
      <pc:sldChg chg="del">
        <pc:chgData name="Austin Francis" userId="S::apf006@uark.edu::d9206161-76a2-4d0d-bb71-2bac416203d9" providerId="AD" clId="Web-{63CA3052-DA26-DD79-DCD9-DC46D438CF09}" dt="2024-08-26T14:24:04.836" v="531"/>
        <pc:sldMkLst>
          <pc:docMk/>
          <pc:sldMk cId="3171331945" sldId="447"/>
        </pc:sldMkLst>
      </pc:sldChg>
      <pc:sldChg chg="del">
        <pc:chgData name="Austin Francis" userId="S::apf006@uark.edu::d9206161-76a2-4d0d-bb71-2bac416203d9" providerId="AD" clId="Web-{63CA3052-DA26-DD79-DCD9-DC46D438CF09}" dt="2024-08-26T14:24:06.257" v="532"/>
        <pc:sldMkLst>
          <pc:docMk/>
          <pc:sldMk cId="1677918249" sldId="448"/>
        </pc:sldMkLst>
      </pc:sldChg>
      <pc:sldChg chg="del">
        <pc:chgData name="Austin Francis" userId="S::apf006@uark.edu::d9206161-76a2-4d0d-bb71-2bac416203d9" providerId="AD" clId="Web-{63CA3052-DA26-DD79-DCD9-DC46D438CF09}" dt="2024-08-26T14:24:08.851" v="536"/>
        <pc:sldMkLst>
          <pc:docMk/>
          <pc:sldMk cId="3283057294" sldId="449"/>
        </pc:sldMkLst>
      </pc:sldChg>
      <pc:sldChg chg="del">
        <pc:chgData name="Austin Francis" userId="S::apf006@uark.edu::d9206161-76a2-4d0d-bb71-2bac416203d9" providerId="AD" clId="Web-{63CA3052-DA26-DD79-DCD9-DC46D438CF09}" dt="2024-08-26T14:24:09.508" v="537"/>
        <pc:sldMkLst>
          <pc:docMk/>
          <pc:sldMk cId="2580859544" sldId="450"/>
        </pc:sldMkLst>
      </pc:sldChg>
      <pc:sldChg chg="del">
        <pc:chgData name="Austin Francis" userId="S::apf006@uark.edu::d9206161-76a2-4d0d-bb71-2bac416203d9" providerId="AD" clId="Web-{63CA3052-DA26-DD79-DCD9-DC46D438CF09}" dt="2024-08-26T14:24:10.133" v="538"/>
        <pc:sldMkLst>
          <pc:docMk/>
          <pc:sldMk cId="3512462835" sldId="451"/>
        </pc:sldMkLst>
      </pc:sldChg>
      <pc:sldChg chg="del">
        <pc:chgData name="Austin Francis" userId="S::apf006@uark.edu::d9206161-76a2-4d0d-bb71-2bac416203d9" providerId="AD" clId="Web-{63CA3052-DA26-DD79-DCD9-DC46D438CF09}" dt="2024-08-26T14:24:11.101" v="540"/>
        <pc:sldMkLst>
          <pc:docMk/>
          <pc:sldMk cId="3190394525" sldId="452"/>
        </pc:sldMkLst>
      </pc:sldChg>
      <pc:sldChg chg="modSp">
        <pc:chgData name="Austin Francis" userId="S::apf006@uark.edu::d9206161-76a2-4d0d-bb71-2bac416203d9" providerId="AD" clId="Web-{63CA3052-DA26-DD79-DCD9-DC46D438CF09}" dt="2024-08-26T14:33:21.699" v="603" actId="20577"/>
        <pc:sldMkLst>
          <pc:docMk/>
          <pc:sldMk cId="4233582726" sldId="453"/>
        </pc:sldMkLst>
        <pc:spChg chg="mod">
          <ac:chgData name="Austin Francis" userId="S::apf006@uark.edu::d9206161-76a2-4d0d-bb71-2bac416203d9" providerId="AD" clId="Web-{63CA3052-DA26-DD79-DCD9-DC46D438CF09}" dt="2024-08-26T14:33:21.699" v="603" actId="20577"/>
          <ac:spMkLst>
            <pc:docMk/>
            <pc:sldMk cId="4233582726" sldId="453"/>
            <ac:spMk id="3" creationId="{C57A2EFD-A0BC-81FA-1CC0-C60FF5F3D1CA}"/>
          </ac:spMkLst>
        </pc:spChg>
      </pc:sldChg>
      <pc:sldChg chg="modSp">
        <pc:chgData name="Austin Francis" userId="S::apf006@uark.edu::d9206161-76a2-4d0d-bb71-2bac416203d9" providerId="AD" clId="Web-{63CA3052-DA26-DD79-DCD9-DC46D438CF09}" dt="2024-08-26T14:35:28.078" v="682" actId="20577"/>
        <pc:sldMkLst>
          <pc:docMk/>
          <pc:sldMk cId="3278758722" sldId="454"/>
        </pc:sldMkLst>
        <pc:spChg chg="mod">
          <ac:chgData name="Austin Francis" userId="S::apf006@uark.edu::d9206161-76a2-4d0d-bb71-2bac416203d9" providerId="AD" clId="Web-{63CA3052-DA26-DD79-DCD9-DC46D438CF09}" dt="2024-08-26T14:35:28.078" v="682" actId="20577"/>
          <ac:spMkLst>
            <pc:docMk/>
            <pc:sldMk cId="3278758722" sldId="454"/>
            <ac:spMk id="4" creationId="{22DDC56A-D7F3-FBC5-8D2F-DA585681679B}"/>
          </ac:spMkLst>
        </pc:spChg>
      </pc:sldChg>
      <pc:sldChg chg="modSp">
        <pc:chgData name="Austin Francis" userId="S::apf006@uark.edu::d9206161-76a2-4d0d-bb71-2bac416203d9" providerId="AD" clId="Web-{63CA3052-DA26-DD79-DCD9-DC46D438CF09}" dt="2024-08-26T14:42:57.782" v="721" actId="20577"/>
        <pc:sldMkLst>
          <pc:docMk/>
          <pc:sldMk cId="3419803062" sldId="455"/>
        </pc:sldMkLst>
        <pc:spChg chg="mod">
          <ac:chgData name="Austin Francis" userId="S::apf006@uark.edu::d9206161-76a2-4d0d-bb71-2bac416203d9" providerId="AD" clId="Web-{63CA3052-DA26-DD79-DCD9-DC46D438CF09}" dt="2024-08-26T14:42:57.782" v="721" actId="20577"/>
          <ac:spMkLst>
            <pc:docMk/>
            <pc:sldMk cId="3419803062" sldId="455"/>
            <ac:spMk id="4" creationId="{22DDC56A-D7F3-FBC5-8D2F-DA585681679B}"/>
          </ac:spMkLst>
        </pc:spChg>
      </pc:sldChg>
      <pc:sldChg chg="modSp">
        <pc:chgData name="Austin Francis" userId="S::apf006@uark.edu::d9206161-76a2-4d0d-bb71-2bac416203d9" providerId="AD" clId="Web-{63CA3052-DA26-DD79-DCD9-DC46D438CF09}" dt="2024-08-26T14:49:18.811" v="1017" actId="1076"/>
        <pc:sldMkLst>
          <pc:docMk/>
          <pc:sldMk cId="686375482" sldId="456"/>
        </pc:sldMkLst>
        <pc:spChg chg="mod">
          <ac:chgData name="Austin Francis" userId="S::apf006@uark.edu::d9206161-76a2-4d0d-bb71-2bac416203d9" providerId="AD" clId="Web-{63CA3052-DA26-DD79-DCD9-DC46D438CF09}" dt="2024-08-26T14:49:18.811" v="1017" actId="1076"/>
          <ac:spMkLst>
            <pc:docMk/>
            <pc:sldMk cId="686375482" sldId="456"/>
            <ac:spMk id="3" creationId="{FE278BFF-FA8B-34A3-C83B-1D0BFB2544CD}"/>
          </ac:spMkLst>
        </pc:spChg>
      </pc:sldChg>
      <pc:sldChg chg="modSp">
        <pc:chgData name="Austin Francis" userId="S::apf006@uark.edu::d9206161-76a2-4d0d-bb71-2bac416203d9" providerId="AD" clId="Web-{63CA3052-DA26-DD79-DCD9-DC46D438CF09}" dt="2024-08-26T15:18:59.521" v="1213" actId="20577"/>
        <pc:sldMkLst>
          <pc:docMk/>
          <pc:sldMk cId="201112120" sldId="457"/>
        </pc:sldMkLst>
        <pc:spChg chg="mod">
          <ac:chgData name="Austin Francis" userId="S::apf006@uark.edu::d9206161-76a2-4d0d-bb71-2bac416203d9" providerId="AD" clId="Web-{63CA3052-DA26-DD79-DCD9-DC46D438CF09}" dt="2024-08-26T15:18:59.521" v="1213" actId="20577"/>
          <ac:spMkLst>
            <pc:docMk/>
            <pc:sldMk cId="201112120" sldId="457"/>
            <ac:spMk id="3" creationId="{799C04E8-AC9D-FFEC-9CD5-82C52CAC320B}"/>
          </ac:spMkLst>
        </pc:spChg>
      </pc:sldChg>
      <pc:sldChg chg="del">
        <pc:chgData name="Austin Francis" userId="S::apf006@uark.edu::d9206161-76a2-4d0d-bb71-2bac416203d9" providerId="AD" clId="Web-{63CA3052-DA26-DD79-DCD9-DC46D438CF09}" dt="2024-08-26T14:24:07.539" v="534"/>
        <pc:sldMkLst>
          <pc:docMk/>
          <pc:sldMk cId="2668269484" sldId="458"/>
        </pc:sldMkLst>
      </pc:sldChg>
      <pc:sldChg chg="del">
        <pc:chgData name="Austin Francis" userId="S::apf006@uark.edu::d9206161-76a2-4d0d-bb71-2bac416203d9" providerId="AD" clId="Web-{63CA3052-DA26-DD79-DCD9-DC46D438CF09}" dt="2024-08-26T14:24:06.914" v="533"/>
        <pc:sldMkLst>
          <pc:docMk/>
          <pc:sldMk cId="3071430942" sldId="459"/>
        </pc:sldMkLst>
      </pc:sldChg>
      <pc:sldChg chg="del">
        <pc:chgData name="Austin Francis" userId="S::apf006@uark.edu::d9206161-76a2-4d0d-bb71-2bac416203d9" providerId="AD" clId="Web-{63CA3052-DA26-DD79-DCD9-DC46D438CF09}" dt="2024-08-26T14:24:07.961" v="535"/>
        <pc:sldMkLst>
          <pc:docMk/>
          <pc:sldMk cId="1184469485" sldId="460"/>
        </pc:sldMkLst>
      </pc:sldChg>
      <pc:sldChg chg="del">
        <pc:chgData name="Austin Francis" userId="S::apf006@uark.edu::d9206161-76a2-4d0d-bb71-2bac416203d9" providerId="AD" clId="Web-{63CA3052-DA26-DD79-DCD9-DC46D438CF09}" dt="2024-08-26T14:24:10.539" v="539"/>
        <pc:sldMkLst>
          <pc:docMk/>
          <pc:sldMk cId="215721517" sldId="461"/>
        </pc:sldMkLst>
      </pc:sldChg>
      <pc:sldChg chg="del">
        <pc:chgData name="Austin Francis" userId="S::apf006@uark.edu::d9206161-76a2-4d0d-bb71-2bac416203d9" providerId="AD" clId="Web-{63CA3052-DA26-DD79-DCD9-DC46D438CF09}" dt="2024-08-26T14:23:54.101" v="528"/>
        <pc:sldMkLst>
          <pc:docMk/>
          <pc:sldMk cId="3621315794" sldId="462"/>
        </pc:sldMkLst>
      </pc:sldChg>
      <pc:sldChg chg="addSp modSp new modNotes">
        <pc:chgData name="Austin Francis" userId="S::apf006@uark.edu::d9206161-76a2-4d0d-bb71-2bac416203d9" providerId="AD" clId="Web-{63CA3052-DA26-DD79-DCD9-DC46D438CF09}" dt="2024-08-23T23:05:18.075" v="372" actId="1076"/>
        <pc:sldMkLst>
          <pc:docMk/>
          <pc:sldMk cId="978978087" sldId="463"/>
        </pc:sldMkLst>
        <pc:spChg chg="mod">
          <ac:chgData name="Austin Francis" userId="S::apf006@uark.edu::d9206161-76a2-4d0d-bb71-2bac416203d9" providerId="AD" clId="Web-{63CA3052-DA26-DD79-DCD9-DC46D438CF09}" dt="2024-08-23T22:54:19.250" v="323" actId="20577"/>
          <ac:spMkLst>
            <pc:docMk/>
            <pc:sldMk cId="978978087" sldId="463"/>
            <ac:spMk id="2" creationId="{FD0BFFDF-3957-68FC-4516-0B21A8BD2938}"/>
          </ac:spMkLst>
        </pc:spChg>
        <pc:spChg chg="mod">
          <ac:chgData name="Austin Francis" userId="S::apf006@uark.edu::d9206161-76a2-4d0d-bb71-2bac416203d9" providerId="AD" clId="Web-{63CA3052-DA26-DD79-DCD9-DC46D438CF09}" dt="2024-08-23T22:58:28.509" v="331" actId="20577"/>
          <ac:spMkLst>
            <pc:docMk/>
            <pc:sldMk cId="978978087" sldId="463"/>
            <ac:spMk id="3" creationId="{C14AECF1-4AD3-C012-18D8-19AE4056440F}"/>
          </ac:spMkLst>
        </pc:spChg>
        <pc:picChg chg="add mod">
          <ac:chgData name="Austin Francis" userId="S::apf006@uark.edu::d9206161-76a2-4d0d-bb71-2bac416203d9" providerId="AD" clId="Web-{63CA3052-DA26-DD79-DCD9-DC46D438CF09}" dt="2024-08-23T22:58:39.400" v="335" actId="1076"/>
          <ac:picMkLst>
            <pc:docMk/>
            <pc:sldMk cId="978978087" sldId="463"/>
            <ac:picMk id="4" creationId="{6171A86D-43C4-4DD0-8D25-AB55A18C097A}"/>
          </ac:picMkLst>
        </pc:picChg>
        <pc:picChg chg="add mod">
          <ac:chgData name="Austin Francis" userId="S::apf006@uark.edu::d9206161-76a2-4d0d-bb71-2bac416203d9" providerId="AD" clId="Web-{63CA3052-DA26-DD79-DCD9-DC46D438CF09}" dt="2024-08-23T23:05:18.075" v="372" actId="1076"/>
          <ac:picMkLst>
            <pc:docMk/>
            <pc:sldMk cId="978978087" sldId="463"/>
            <ac:picMk id="5" creationId="{8D4DA63A-CB66-5AE0-FAFC-43A63F8C1E62}"/>
          </ac:picMkLst>
        </pc:picChg>
      </pc:sldChg>
      <pc:sldChg chg="addSp delSp modSp add replId">
        <pc:chgData name="Austin Francis" userId="S::apf006@uark.edu::d9206161-76a2-4d0d-bb71-2bac416203d9" providerId="AD" clId="Web-{63CA3052-DA26-DD79-DCD9-DC46D438CF09}" dt="2024-08-23T23:22:01.036" v="476" actId="1076"/>
        <pc:sldMkLst>
          <pc:docMk/>
          <pc:sldMk cId="2873402699" sldId="464"/>
        </pc:sldMkLst>
        <pc:spChg chg="add del mod">
          <ac:chgData name="Austin Francis" userId="S::apf006@uark.edu::d9206161-76a2-4d0d-bb71-2bac416203d9" providerId="AD" clId="Web-{63CA3052-DA26-DD79-DCD9-DC46D438CF09}" dt="2024-08-23T23:21:58.848" v="475"/>
          <ac:spMkLst>
            <pc:docMk/>
            <pc:sldMk cId="2873402699" sldId="464"/>
            <ac:spMk id="4" creationId="{9999C8B1-4FB6-67C7-0524-477547DF7277}"/>
          </ac:spMkLst>
        </pc:spChg>
        <pc:picChg chg="add mod ord">
          <ac:chgData name="Austin Francis" userId="S::apf006@uark.edu::d9206161-76a2-4d0d-bb71-2bac416203d9" providerId="AD" clId="Web-{63CA3052-DA26-DD79-DCD9-DC46D438CF09}" dt="2024-08-23T23:22:01.036" v="476" actId="1076"/>
          <ac:picMkLst>
            <pc:docMk/>
            <pc:sldMk cId="2873402699" sldId="464"/>
            <ac:picMk id="5" creationId="{714A5814-4707-C224-DC0E-2D1E41B445F4}"/>
          </ac:picMkLst>
        </pc:picChg>
        <pc:picChg chg="del">
          <ac:chgData name="Austin Francis" userId="S::apf006@uark.edu::d9206161-76a2-4d0d-bb71-2bac416203d9" providerId="AD" clId="Web-{63CA3052-DA26-DD79-DCD9-DC46D438CF09}" dt="2024-08-23T23:21:57.395" v="474"/>
          <ac:picMkLst>
            <pc:docMk/>
            <pc:sldMk cId="2873402699" sldId="464"/>
            <ac:picMk id="10" creationId="{D703C038-9576-E14C-B5E1-BC7A91D779FB}"/>
          </ac:picMkLst>
        </pc:picChg>
      </pc:sldChg>
      <pc:sldChg chg="addSp delSp modSp add replId">
        <pc:chgData name="Austin Francis" userId="S::apf006@uark.edu::d9206161-76a2-4d0d-bb71-2bac416203d9" providerId="AD" clId="Web-{63CA3052-DA26-DD79-DCD9-DC46D438CF09}" dt="2024-08-26T14:21:58.191" v="502" actId="1076"/>
        <pc:sldMkLst>
          <pc:docMk/>
          <pc:sldMk cId="475043155" sldId="465"/>
        </pc:sldMkLst>
        <pc:spChg chg="add del mod">
          <ac:chgData name="Austin Francis" userId="S::apf006@uark.edu::d9206161-76a2-4d0d-bb71-2bac416203d9" providerId="AD" clId="Web-{63CA3052-DA26-DD79-DCD9-DC46D438CF09}" dt="2024-08-26T14:21:55.628" v="501"/>
          <ac:spMkLst>
            <pc:docMk/>
            <pc:sldMk cId="475043155" sldId="465"/>
            <ac:spMk id="4" creationId="{50B74F21-E1CD-C026-FE80-F84ADD6F340B}"/>
          </ac:spMkLst>
        </pc:spChg>
        <pc:picChg chg="del">
          <ac:chgData name="Austin Francis" userId="S::apf006@uark.edu::d9206161-76a2-4d0d-bb71-2bac416203d9" providerId="AD" clId="Web-{63CA3052-DA26-DD79-DCD9-DC46D438CF09}" dt="2024-08-26T14:21:37.455" v="500"/>
          <ac:picMkLst>
            <pc:docMk/>
            <pc:sldMk cId="475043155" sldId="465"/>
            <ac:picMk id="5" creationId="{68B1A232-F8CB-8409-3581-F8FEDAAD17B1}"/>
          </ac:picMkLst>
        </pc:picChg>
        <pc:picChg chg="add mod ord">
          <ac:chgData name="Austin Francis" userId="S::apf006@uark.edu::d9206161-76a2-4d0d-bb71-2bac416203d9" providerId="AD" clId="Web-{63CA3052-DA26-DD79-DCD9-DC46D438CF09}" dt="2024-08-26T14:21:58.191" v="502" actId="1076"/>
          <ac:picMkLst>
            <pc:docMk/>
            <pc:sldMk cId="475043155" sldId="465"/>
            <ac:picMk id="6" creationId="{FE551F57-43CB-9D2B-76DA-88E09B13ECA3}"/>
          </ac:picMkLst>
        </pc:picChg>
      </pc:sldChg>
      <pc:sldChg chg="addSp delSp modSp add replId">
        <pc:chgData name="Austin Francis" userId="S::apf006@uark.edu::d9206161-76a2-4d0d-bb71-2bac416203d9" providerId="AD" clId="Web-{63CA3052-DA26-DD79-DCD9-DC46D438CF09}" dt="2024-08-26T14:23:33.881" v="527" actId="1076"/>
        <pc:sldMkLst>
          <pc:docMk/>
          <pc:sldMk cId="824158794" sldId="466"/>
        </pc:sldMkLst>
        <pc:spChg chg="add del mod">
          <ac:chgData name="Austin Francis" userId="S::apf006@uark.edu::d9206161-76a2-4d0d-bb71-2bac416203d9" providerId="AD" clId="Web-{63CA3052-DA26-DD79-DCD9-DC46D438CF09}" dt="2024-08-26T14:23:30.944" v="526"/>
          <ac:spMkLst>
            <pc:docMk/>
            <pc:sldMk cId="824158794" sldId="466"/>
            <ac:spMk id="4" creationId="{11288725-AA35-1109-1077-25892298B666}"/>
          </ac:spMkLst>
        </pc:spChg>
        <pc:picChg chg="add mod ord">
          <ac:chgData name="Austin Francis" userId="S::apf006@uark.edu::d9206161-76a2-4d0d-bb71-2bac416203d9" providerId="AD" clId="Web-{63CA3052-DA26-DD79-DCD9-DC46D438CF09}" dt="2024-08-26T14:23:33.881" v="527" actId="1076"/>
          <ac:picMkLst>
            <pc:docMk/>
            <pc:sldMk cId="824158794" sldId="466"/>
            <ac:picMk id="5" creationId="{11F38937-C519-EF82-CC96-C3A6AF462C43}"/>
          </ac:picMkLst>
        </pc:picChg>
        <pc:picChg chg="del">
          <ac:chgData name="Austin Francis" userId="S::apf006@uark.edu::d9206161-76a2-4d0d-bb71-2bac416203d9" providerId="AD" clId="Web-{63CA3052-DA26-DD79-DCD9-DC46D438CF09}" dt="2024-08-26T14:23:15.974" v="525"/>
          <ac:picMkLst>
            <pc:docMk/>
            <pc:sldMk cId="824158794" sldId="466"/>
            <ac:picMk id="6" creationId="{193A2B50-5242-4000-DBFC-2BDFF77D839F}"/>
          </ac:picMkLst>
        </pc:picChg>
      </pc:sldChg>
      <pc:sldChg chg="modSp new">
        <pc:chgData name="Austin Francis" userId="S::apf006@uark.edu::d9206161-76a2-4d0d-bb71-2bac416203d9" providerId="AD" clId="Web-{63CA3052-DA26-DD79-DCD9-DC46D438CF09}" dt="2024-08-26T15:20:27.259" v="1355" actId="20577"/>
        <pc:sldMkLst>
          <pc:docMk/>
          <pc:sldMk cId="2074764308" sldId="467"/>
        </pc:sldMkLst>
        <pc:spChg chg="mod">
          <ac:chgData name="Austin Francis" userId="S::apf006@uark.edu::d9206161-76a2-4d0d-bb71-2bac416203d9" providerId="AD" clId="Web-{63CA3052-DA26-DD79-DCD9-DC46D438CF09}" dt="2024-08-26T15:19:15.568" v="1225" actId="20577"/>
          <ac:spMkLst>
            <pc:docMk/>
            <pc:sldMk cId="2074764308" sldId="467"/>
            <ac:spMk id="2" creationId="{5DD2B3E3-A2BF-E7C3-A054-67EA46499E20}"/>
          </ac:spMkLst>
        </pc:spChg>
        <pc:spChg chg="mod">
          <ac:chgData name="Austin Francis" userId="S::apf006@uark.edu::d9206161-76a2-4d0d-bb71-2bac416203d9" providerId="AD" clId="Web-{63CA3052-DA26-DD79-DCD9-DC46D438CF09}" dt="2024-08-26T15:20:27.259" v="1355" actId="20577"/>
          <ac:spMkLst>
            <pc:docMk/>
            <pc:sldMk cId="2074764308" sldId="467"/>
            <ac:spMk id="3" creationId="{C70C4E4E-EFCF-33E0-033C-D4100F897E0C}"/>
          </ac:spMkLst>
        </pc:spChg>
      </pc:sldChg>
    </pc:docChg>
  </pc:docChgLst>
  <pc:docChgLst>
    <pc:chgData name="Austin Francis" userId="d9206161-76a2-4d0d-bb71-2bac416203d9" providerId="ADAL" clId="{575FAE71-7301-445B-A2F7-CBF723CAF6AF}"/>
    <pc:docChg chg="undo custSel modSld">
      <pc:chgData name="Austin Francis" userId="d9206161-76a2-4d0d-bb71-2bac416203d9" providerId="ADAL" clId="{575FAE71-7301-445B-A2F7-CBF723CAF6AF}" dt="2024-09-03T14:27:52.935" v="1246" actId="1076"/>
      <pc:docMkLst>
        <pc:docMk/>
      </pc:docMkLst>
      <pc:sldChg chg="modSp mod">
        <pc:chgData name="Austin Francis" userId="d9206161-76a2-4d0d-bb71-2bac416203d9" providerId="ADAL" clId="{575FAE71-7301-445B-A2F7-CBF723CAF6AF}" dt="2024-09-03T14:27:52.935" v="1246" actId="1076"/>
        <pc:sldMkLst>
          <pc:docMk/>
          <pc:sldMk cId="869680711" sldId="346"/>
        </pc:sldMkLst>
        <pc:spChg chg="mod">
          <ac:chgData name="Austin Francis" userId="d9206161-76a2-4d0d-bb71-2bac416203d9" providerId="ADAL" clId="{575FAE71-7301-445B-A2F7-CBF723CAF6AF}" dt="2024-09-03T14:27:52.935" v="1246" actId="1076"/>
          <ac:spMkLst>
            <pc:docMk/>
            <pc:sldMk cId="869680711" sldId="346"/>
            <ac:spMk id="2" creationId="{A9A10DC1-DDE1-4347-BDBB-4B2ACA3E8D0F}"/>
          </ac:spMkLst>
        </pc:spChg>
        <pc:spChg chg="mod">
          <ac:chgData name="Austin Francis" userId="d9206161-76a2-4d0d-bb71-2bac416203d9" providerId="ADAL" clId="{575FAE71-7301-445B-A2F7-CBF723CAF6AF}" dt="2024-09-03T14:27:49.177" v="1245" actId="1076"/>
          <ac:spMkLst>
            <pc:docMk/>
            <pc:sldMk cId="869680711" sldId="346"/>
            <ac:spMk id="3" creationId="{EC44ADDE-7BAE-4D27-8839-0025B3A2D42C}"/>
          </ac:spMkLst>
        </pc:spChg>
      </pc:sldChg>
      <pc:sldChg chg="modNotesTx">
        <pc:chgData name="Austin Francis" userId="d9206161-76a2-4d0d-bb71-2bac416203d9" providerId="ADAL" clId="{575FAE71-7301-445B-A2F7-CBF723CAF6AF}" dt="2024-09-03T12:28:10.457" v="209" actId="20577"/>
        <pc:sldMkLst>
          <pc:docMk/>
          <pc:sldMk cId="1660926710" sldId="397"/>
        </pc:sldMkLst>
      </pc:sldChg>
      <pc:sldChg chg="modNotesTx">
        <pc:chgData name="Austin Francis" userId="d9206161-76a2-4d0d-bb71-2bac416203d9" providerId="ADAL" clId="{575FAE71-7301-445B-A2F7-CBF723CAF6AF}" dt="2024-09-03T12:40:52.970" v="624" actId="20577"/>
        <pc:sldMkLst>
          <pc:docMk/>
          <pc:sldMk cId="1873507160" sldId="445"/>
        </pc:sldMkLst>
      </pc:sldChg>
      <pc:sldChg chg="modSp mod">
        <pc:chgData name="Austin Francis" userId="d9206161-76a2-4d0d-bb71-2bac416203d9" providerId="ADAL" clId="{575FAE71-7301-445B-A2F7-CBF723CAF6AF}" dt="2024-09-03T12:37:37.212" v="419" actId="20577"/>
        <pc:sldMkLst>
          <pc:docMk/>
          <pc:sldMk cId="3278758722" sldId="454"/>
        </pc:sldMkLst>
        <pc:spChg chg="mod">
          <ac:chgData name="Austin Francis" userId="d9206161-76a2-4d0d-bb71-2bac416203d9" providerId="ADAL" clId="{575FAE71-7301-445B-A2F7-CBF723CAF6AF}" dt="2024-09-03T12:37:37.212" v="419" actId="20577"/>
          <ac:spMkLst>
            <pc:docMk/>
            <pc:sldMk cId="3278758722" sldId="454"/>
            <ac:spMk id="4" creationId="{22DDC56A-D7F3-FBC5-8D2F-DA585681679B}"/>
          </ac:spMkLst>
        </pc:spChg>
      </pc:sldChg>
      <pc:sldChg chg="modSp mod">
        <pc:chgData name="Austin Francis" userId="d9206161-76a2-4d0d-bb71-2bac416203d9" providerId="ADAL" clId="{575FAE71-7301-445B-A2F7-CBF723CAF6AF}" dt="2024-09-03T12:39:32.121" v="511" actId="20577"/>
        <pc:sldMkLst>
          <pc:docMk/>
          <pc:sldMk cId="3419803062" sldId="455"/>
        </pc:sldMkLst>
        <pc:spChg chg="mod">
          <ac:chgData name="Austin Francis" userId="d9206161-76a2-4d0d-bb71-2bac416203d9" providerId="ADAL" clId="{575FAE71-7301-445B-A2F7-CBF723CAF6AF}" dt="2024-09-03T12:39:32.121" v="511" actId="20577"/>
          <ac:spMkLst>
            <pc:docMk/>
            <pc:sldMk cId="3419803062" sldId="455"/>
            <ac:spMk id="4" creationId="{22DDC56A-D7F3-FBC5-8D2F-DA585681679B}"/>
          </ac:spMkLst>
        </pc:spChg>
      </pc:sldChg>
      <pc:sldChg chg="modNotesTx">
        <pc:chgData name="Austin Francis" userId="d9206161-76a2-4d0d-bb71-2bac416203d9" providerId="ADAL" clId="{575FAE71-7301-445B-A2F7-CBF723CAF6AF}" dt="2024-09-03T12:42:08.829" v="734" actId="20577"/>
        <pc:sldMkLst>
          <pc:docMk/>
          <pc:sldMk cId="686375482" sldId="456"/>
        </pc:sldMkLst>
      </pc:sldChg>
      <pc:sldChg chg="modSp mod modNotesTx">
        <pc:chgData name="Austin Francis" userId="d9206161-76a2-4d0d-bb71-2bac416203d9" providerId="ADAL" clId="{575FAE71-7301-445B-A2F7-CBF723CAF6AF}" dt="2024-09-03T12:53:59.230" v="1244" actId="1076"/>
        <pc:sldMkLst>
          <pc:docMk/>
          <pc:sldMk cId="2074764308" sldId="467"/>
        </pc:sldMkLst>
        <pc:spChg chg="mod">
          <ac:chgData name="Austin Francis" userId="d9206161-76a2-4d0d-bb71-2bac416203d9" providerId="ADAL" clId="{575FAE71-7301-445B-A2F7-CBF723CAF6AF}" dt="2024-09-03T12:53:59.230" v="1244" actId="1076"/>
          <ac:spMkLst>
            <pc:docMk/>
            <pc:sldMk cId="2074764308" sldId="467"/>
            <ac:spMk id="2" creationId="{5DD2B3E3-A2BF-E7C3-A054-67EA46499E20}"/>
          </ac:spMkLst>
        </pc:spChg>
        <pc:spChg chg="mod">
          <ac:chgData name="Austin Francis" userId="d9206161-76a2-4d0d-bb71-2bac416203d9" providerId="ADAL" clId="{575FAE71-7301-445B-A2F7-CBF723CAF6AF}" dt="2024-09-03T12:53:56.740" v="1243" actId="1076"/>
          <ac:spMkLst>
            <pc:docMk/>
            <pc:sldMk cId="2074764308" sldId="467"/>
            <ac:spMk id="3" creationId="{C70C4E4E-EFCF-33E0-033C-D4100F897E0C}"/>
          </ac:spMkLst>
        </pc:spChg>
      </pc:sldChg>
      <pc:sldChg chg="addSp modSp mod modNotesTx">
        <pc:chgData name="Austin Francis" userId="d9206161-76a2-4d0d-bb71-2bac416203d9" providerId="ADAL" clId="{575FAE71-7301-445B-A2F7-CBF723CAF6AF}" dt="2024-09-03T12:32:44.757" v="300" actId="14100"/>
        <pc:sldMkLst>
          <pc:docMk/>
          <pc:sldMk cId="1898961290" sldId="468"/>
        </pc:sldMkLst>
        <pc:spChg chg="add mod">
          <ac:chgData name="Austin Francis" userId="d9206161-76a2-4d0d-bb71-2bac416203d9" providerId="ADAL" clId="{575FAE71-7301-445B-A2F7-CBF723CAF6AF}" dt="2024-09-03T12:32:44.757" v="300" actId="14100"/>
          <ac:spMkLst>
            <pc:docMk/>
            <pc:sldMk cId="1898961290" sldId="468"/>
            <ac:spMk id="3" creationId="{F03E9BE1-FAA9-3C5B-1284-A981FA8C645D}"/>
          </ac:spMkLst>
        </pc:spChg>
      </pc:sldChg>
      <pc:sldChg chg="modNotesTx">
        <pc:chgData name="Austin Francis" userId="d9206161-76a2-4d0d-bb71-2bac416203d9" providerId="ADAL" clId="{575FAE71-7301-445B-A2F7-CBF723CAF6AF}" dt="2024-09-03T12:34:37.868" v="417" actId="20577"/>
        <pc:sldMkLst>
          <pc:docMk/>
          <pc:sldMk cId="3473631934" sldId="471"/>
        </pc:sldMkLst>
      </pc:sldChg>
      <pc:sldChg chg="modNotesTx">
        <pc:chgData name="Austin Francis" userId="d9206161-76a2-4d0d-bb71-2bac416203d9" providerId="ADAL" clId="{575FAE71-7301-445B-A2F7-CBF723CAF6AF}" dt="2024-09-03T12:46:06.734" v="870" actId="20577"/>
        <pc:sldMkLst>
          <pc:docMk/>
          <pc:sldMk cId="3053758625" sldId="477"/>
        </pc:sldMkLst>
      </pc:sldChg>
      <pc:sldChg chg="modNotesTx">
        <pc:chgData name="Austin Francis" userId="d9206161-76a2-4d0d-bb71-2bac416203d9" providerId="ADAL" clId="{575FAE71-7301-445B-A2F7-CBF723CAF6AF}" dt="2024-09-03T12:51:08.036" v="896" actId="20577"/>
        <pc:sldMkLst>
          <pc:docMk/>
          <pc:sldMk cId="3271607978" sldId="485"/>
        </pc:sldMkLst>
      </pc:sldChg>
      <pc:sldChg chg="modSp mod">
        <pc:chgData name="Austin Francis" userId="d9206161-76a2-4d0d-bb71-2bac416203d9" providerId="ADAL" clId="{575FAE71-7301-445B-A2F7-CBF723CAF6AF}" dt="2024-09-03T12:43:41.860" v="735" actId="313"/>
        <pc:sldMkLst>
          <pc:docMk/>
          <pc:sldMk cId="2543566513" sldId="487"/>
        </pc:sldMkLst>
        <pc:spChg chg="mod">
          <ac:chgData name="Austin Francis" userId="d9206161-76a2-4d0d-bb71-2bac416203d9" providerId="ADAL" clId="{575FAE71-7301-445B-A2F7-CBF723CAF6AF}" dt="2024-09-03T12:43:41.860" v="735" actId="313"/>
          <ac:spMkLst>
            <pc:docMk/>
            <pc:sldMk cId="2543566513" sldId="487"/>
            <ac:spMk id="3" creationId="{E398D4EE-6D9D-ADB3-580D-B44F059C1780}"/>
          </ac:spMkLst>
        </pc:spChg>
      </pc:sldChg>
    </pc:docChg>
  </pc:docChgLst>
  <pc:docChgLst>
    <pc:chgData name="Austin Francis" userId="S::apf006@uark.edu::d9206161-76a2-4d0d-bb71-2bac416203d9" providerId="AD" clId="Web-{50C42D9F-3692-C4D6-B051-5DD044A9DE6E}"/>
    <pc:docChg chg="addSld delSld modSld modSection">
      <pc:chgData name="Austin Francis" userId="S::apf006@uark.edu::d9206161-76a2-4d0d-bb71-2bac416203d9" providerId="AD" clId="Web-{50C42D9F-3692-C4D6-B051-5DD044A9DE6E}" dt="2024-08-22T18:09:33.607" v="934" actId="1076"/>
      <pc:docMkLst>
        <pc:docMk/>
      </pc:docMkLst>
      <pc:sldChg chg="modSp">
        <pc:chgData name="Austin Francis" userId="S::apf006@uark.edu::d9206161-76a2-4d0d-bb71-2bac416203d9" providerId="AD" clId="Web-{50C42D9F-3692-C4D6-B051-5DD044A9DE6E}" dt="2024-08-22T17:18:05.132" v="83" actId="20577"/>
        <pc:sldMkLst>
          <pc:docMk/>
          <pc:sldMk cId="875954484" sldId="256"/>
        </pc:sldMkLst>
        <pc:spChg chg="mod">
          <ac:chgData name="Austin Francis" userId="S::apf006@uark.edu::d9206161-76a2-4d0d-bb71-2bac416203d9" providerId="AD" clId="Web-{50C42D9F-3692-C4D6-B051-5DD044A9DE6E}" dt="2024-08-22T17:18:05.132" v="83" actId="20577"/>
          <ac:spMkLst>
            <pc:docMk/>
            <pc:sldMk cId="875954484" sldId="256"/>
            <ac:spMk id="2" creationId="{00000000-0000-0000-0000-000000000000}"/>
          </ac:spMkLst>
        </pc:spChg>
        <pc:spChg chg="mod">
          <ac:chgData name="Austin Francis" userId="S::apf006@uark.edu::d9206161-76a2-4d0d-bb71-2bac416203d9" providerId="AD" clId="Web-{50C42D9F-3692-C4D6-B051-5DD044A9DE6E}" dt="2024-08-22T17:13:43.560" v="82" actId="20577"/>
          <ac:spMkLst>
            <pc:docMk/>
            <pc:sldMk cId="875954484" sldId="256"/>
            <ac:spMk id="3" creationId="{00000000-0000-0000-0000-000000000000}"/>
          </ac:spMkLst>
        </pc:spChg>
      </pc:sldChg>
      <pc:sldChg chg="modSp">
        <pc:chgData name="Austin Francis" userId="S::apf006@uark.edu::d9206161-76a2-4d0d-bb71-2bac416203d9" providerId="AD" clId="Web-{50C42D9F-3692-C4D6-B051-5DD044A9DE6E}" dt="2024-08-22T17:18:51.946" v="127" actId="20577"/>
        <pc:sldMkLst>
          <pc:docMk/>
          <pc:sldMk cId="718245954" sldId="315"/>
        </pc:sldMkLst>
        <pc:spChg chg="mod">
          <ac:chgData name="Austin Francis" userId="S::apf006@uark.edu::d9206161-76a2-4d0d-bb71-2bac416203d9" providerId="AD" clId="Web-{50C42D9F-3692-C4D6-B051-5DD044A9DE6E}" dt="2024-08-22T17:18:51.946" v="127" actId="20577"/>
          <ac:spMkLst>
            <pc:docMk/>
            <pc:sldMk cId="718245954" sldId="315"/>
            <ac:spMk id="3" creationId="{EC44ADDE-7BAE-4D27-8839-0025B3A2D42C}"/>
          </ac:spMkLst>
        </pc:spChg>
      </pc:sldChg>
      <pc:sldChg chg="modSp">
        <pc:chgData name="Austin Francis" userId="S::apf006@uark.edu::d9206161-76a2-4d0d-bb71-2bac416203d9" providerId="AD" clId="Web-{50C42D9F-3692-C4D6-B051-5DD044A9DE6E}" dt="2024-08-22T17:35:27.843" v="372" actId="20577"/>
        <pc:sldMkLst>
          <pc:docMk/>
          <pc:sldMk cId="869680711" sldId="346"/>
        </pc:sldMkLst>
        <pc:spChg chg="mod">
          <ac:chgData name="Austin Francis" userId="S::apf006@uark.edu::d9206161-76a2-4d0d-bb71-2bac416203d9" providerId="AD" clId="Web-{50C42D9F-3692-C4D6-B051-5DD044A9DE6E}" dt="2024-08-22T17:35:27.843" v="372" actId="20577"/>
          <ac:spMkLst>
            <pc:docMk/>
            <pc:sldMk cId="869680711" sldId="346"/>
            <ac:spMk id="3" creationId="{EC44ADDE-7BAE-4D27-8839-0025B3A2D42C}"/>
          </ac:spMkLst>
        </pc:spChg>
      </pc:sldChg>
      <pc:sldChg chg="modSp">
        <pc:chgData name="Austin Francis" userId="S::apf006@uark.edu::d9206161-76a2-4d0d-bb71-2bac416203d9" providerId="AD" clId="Web-{50C42D9F-3692-C4D6-B051-5DD044A9DE6E}" dt="2024-08-22T17:40:00.275" v="498" actId="20577"/>
        <pc:sldMkLst>
          <pc:docMk/>
          <pc:sldMk cId="2158989465" sldId="395"/>
        </pc:sldMkLst>
        <pc:spChg chg="mod">
          <ac:chgData name="Austin Francis" userId="S::apf006@uark.edu::d9206161-76a2-4d0d-bb71-2bac416203d9" providerId="AD" clId="Web-{50C42D9F-3692-C4D6-B051-5DD044A9DE6E}" dt="2024-08-22T17:40:00.275" v="498" actId="20577"/>
          <ac:spMkLst>
            <pc:docMk/>
            <pc:sldMk cId="2158989465" sldId="395"/>
            <ac:spMk id="3" creationId="{EC44ADDE-7BAE-4D27-8839-0025B3A2D42C}"/>
          </ac:spMkLst>
        </pc:spChg>
      </pc:sldChg>
      <pc:sldChg chg="addSp delSp modSp">
        <pc:chgData name="Austin Francis" userId="S::apf006@uark.edu::d9206161-76a2-4d0d-bb71-2bac416203d9" providerId="AD" clId="Web-{50C42D9F-3692-C4D6-B051-5DD044A9DE6E}" dt="2024-08-22T17:41:31.013" v="539" actId="20577"/>
        <pc:sldMkLst>
          <pc:docMk/>
          <pc:sldMk cId="1660926710" sldId="397"/>
        </pc:sldMkLst>
        <pc:spChg chg="mod">
          <ac:chgData name="Austin Francis" userId="S::apf006@uark.edu::d9206161-76a2-4d0d-bb71-2bac416203d9" providerId="AD" clId="Web-{50C42D9F-3692-C4D6-B051-5DD044A9DE6E}" dt="2024-08-22T17:41:31.013" v="539" actId="20577"/>
          <ac:spMkLst>
            <pc:docMk/>
            <pc:sldMk cId="1660926710" sldId="397"/>
            <ac:spMk id="2" creationId="{A9A10DC1-DDE1-4347-BDBB-4B2ACA3E8D0F}"/>
          </ac:spMkLst>
        </pc:spChg>
        <pc:spChg chg="add del mod">
          <ac:chgData name="Austin Francis" userId="S::apf006@uark.edu::d9206161-76a2-4d0d-bb71-2bac416203d9" providerId="AD" clId="Web-{50C42D9F-3692-C4D6-B051-5DD044A9DE6E}" dt="2024-08-22T17:41:10.325" v="500"/>
          <ac:spMkLst>
            <pc:docMk/>
            <pc:sldMk cId="1660926710" sldId="397"/>
            <ac:spMk id="4" creationId="{5F25AFC7-0A28-E146-3AD1-4B84B3AC68E6}"/>
          </ac:spMkLst>
        </pc:spChg>
        <pc:picChg chg="del">
          <ac:chgData name="Austin Francis" userId="S::apf006@uark.edu::d9206161-76a2-4d0d-bb71-2bac416203d9" providerId="AD" clId="Web-{50C42D9F-3692-C4D6-B051-5DD044A9DE6E}" dt="2024-08-22T17:41:07.465" v="499"/>
          <ac:picMkLst>
            <pc:docMk/>
            <pc:sldMk cId="1660926710" sldId="397"/>
            <ac:picMk id="5" creationId="{B7675B4C-990C-4647-A34D-205983A6E971}"/>
          </ac:picMkLst>
        </pc:picChg>
        <pc:picChg chg="add mod ord">
          <ac:chgData name="Austin Francis" userId="S::apf006@uark.edu::d9206161-76a2-4d0d-bb71-2bac416203d9" providerId="AD" clId="Web-{50C42D9F-3692-C4D6-B051-5DD044A9DE6E}" dt="2024-08-22T17:41:16.856" v="502" actId="14100"/>
          <ac:picMkLst>
            <pc:docMk/>
            <pc:sldMk cId="1660926710" sldId="397"/>
            <ac:picMk id="6" creationId="{9AEFFBE4-B4EF-5F56-5F73-B6433144C00C}"/>
          </ac:picMkLst>
        </pc:picChg>
      </pc:sldChg>
      <pc:sldChg chg="addSp delSp modSp add replId">
        <pc:chgData name="Austin Francis" userId="S::apf006@uark.edu::d9206161-76a2-4d0d-bb71-2bac416203d9" providerId="AD" clId="Web-{50C42D9F-3692-C4D6-B051-5DD044A9DE6E}" dt="2024-08-22T17:42:52.125" v="548" actId="1076"/>
        <pc:sldMkLst>
          <pc:docMk/>
          <pc:sldMk cId="85289448" sldId="441"/>
        </pc:sldMkLst>
        <pc:spChg chg="add del mod">
          <ac:chgData name="Austin Francis" userId="S::apf006@uark.edu::d9206161-76a2-4d0d-bb71-2bac416203d9" providerId="AD" clId="Web-{50C42D9F-3692-C4D6-B051-5DD044A9DE6E}" dt="2024-08-22T17:42:39.094" v="542"/>
          <ac:spMkLst>
            <pc:docMk/>
            <pc:sldMk cId="85289448" sldId="441"/>
            <ac:spMk id="4" creationId="{491019D8-2453-5C70-AD5D-40EAEA1F2A6B}"/>
          </ac:spMkLst>
        </pc:spChg>
        <pc:picChg chg="add mod ord">
          <ac:chgData name="Austin Francis" userId="S::apf006@uark.edu::d9206161-76a2-4d0d-bb71-2bac416203d9" providerId="AD" clId="Web-{50C42D9F-3692-C4D6-B051-5DD044A9DE6E}" dt="2024-08-22T17:42:52.125" v="548" actId="1076"/>
          <ac:picMkLst>
            <pc:docMk/>
            <pc:sldMk cId="85289448" sldId="441"/>
            <ac:picMk id="5" creationId="{AE03653D-20A0-BCB0-E406-967F2C03CB77}"/>
          </ac:picMkLst>
        </pc:picChg>
        <pc:picChg chg="del">
          <ac:chgData name="Austin Francis" userId="S::apf006@uark.edu::d9206161-76a2-4d0d-bb71-2bac416203d9" providerId="AD" clId="Web-{50C42D9F-3692-C4D6-B051-5DD044A9DE6E}" dt="2024-08-22T17:42:37.375" v="541"/>
          <ac:picMkLst>
            <pc:docMk/>
            <pc:sldMk cId="85289448" sldId="441"/>
            <ac:picMk id="6" creationId="{9AEFFBE4-B4EF-5F56-5F73-B6433144C00C}"/>
          </ac:picMkLst>
        </pc:picChg>
      </pc:sldChg>
      <pc:sldChg chg="addSp delSp modSp add replId">
        <pc:chgData name="Austin Francis" userId="S::apf006@uark.edu::d9206161-76a2-4d0d-bb71-2bac416203d9" providerId="AD" clId="Web-{50C42D9F-3692-C4D6-B051-5DD044A9DE6E}" dt="2024-08-22T17:46:51.306" v="616" actId="1076"/>
        <pc:sldMkLst>
          <pc:docMk/>
          <pc:sldMk cId="3921299865" sldId="442"/>
        </pc:sldMkLst>
        <pc:spChg chg="mod">
          <ac:chgData name="Austin Francis" userId="S::apf006@uark.edu::d9206161-76a2-4d0d-bb71-2bac416203d9" providerId="AD" clId="Web-{50C42D9F-3692-C4D6-B051-5DD044A9DE6E}" dt="2024-08-22T17:46:15.946" v="609" actId="14100"/>
          <ac:spMkLst>
            <pc:docMk/>
            <pc:sldMk cId="3921299865" sldId="442"/>
            <ac:spMk id="2" creationId="{A9A10DC1-DDE1-4347-BDBB-4B2ACA3E8D0F}"/>
          </ac:spMkLst>
        </pc:spChg>
        <pc:spChg chg="add del mod">
          <ac:chgData name="Austin Francis" userId="S::apf006@uark.edu::d9206161-76a2-4d0d-bb71-2bac416203d9" providerId="AD" clId="Web-{50C42D9F-3692-C4D6-B051-5DD044A9DE6E}" dt="2024-08-22T17:46:35.446" v="611"/>
          <ac:spMkLst>
            <pc:docMk/>
            <pc:sldMk cId="3921299865" sldId="442"/>
            <ac:spMk id="4" creationId="{AAB1AD00-74B4-A94C-42A6-98452F7A9C80}"/>
          </ac:spMkLst>
        </pc:spChg>
        <pc:picChg chg="del">
          <ac:chgData name="Austin Francis" userId="S::apf006@uark.edu::d9206161-76a2-4d0d-bb71-2bac416203d9" providerId="AD" clId="Web-{50C42D9F-3692-C4D6-B051-5DD044A9DE6E}" dt="2024-08-22T17:46:17.946" v="610"/>
          <ac:picMkLst>
            <pc:docMk/>
            <pc:sldMk cId="3921299865" sldId="442"/>
            <ac:picMk id="5" creationId="{AE03653D-20A0-BCB0-E406-967F2C03CB77}"/>
          </ac:picMkLst>
        </pc:picChg>
        <pc:picChg chg="add mod ord">
          <ac:chgData name="Austin Francis" userId="S::apf006@uark.edu::d9206161-76a2-4d0d-bb71-2bac416203d9" providerId="AD" clId="Web-{50C42D9F-3692-C4D6-B051-5DD044A9DE6E}" dt="2024-08-22T17:46:51.306" v="616" actId="1076"/>
          <ac:picMkLst>
            <pc:docMk/>
            <pc:sldMk cId="3921299865" sldId="442"/>
            <ac:picMk id="6" creationId="{D245BDB9-C476-80C7-D479-B011205E8B8A}"/>
          </ac:picMkLst>
        </pc:picChg>
      </pc:sldChg>
      <pc:sldChg chg="add del replId">
        <pc:chgData name="Austin Francis" userId="S::apf006@uark.edu::d9206161-76a2-4d0d-bb71-2bac416203d9" providerId="AD" clId="Web-{50C42D9F-3692-C4D6-B051-5DD044A9DE6E}" dt="2024-08-22T17:55:16.310" v="705"/>
        <pc:sldMkLst>
          <pc:docMk/>
          <pc:sldMk cId="2812226804" sldId="443"/>
        </pc:sldMkLst>
      </pc:sldChg>
      <pc:sldChg chg="addSp delSp modSp add replId">
        <pc:chgData name="Austin Francis" userId="S::apf006@uark.edu::d9206161-76a2-4d0d-bb71-2bac416203d9" providerId="AD" clId="Web-{50C42D9F-3692-C4D6-B051-5DD044A9DE6E}" dt="2024-08-22T17:52:18.490" v="653" actId="20577"/>
        <pc:sldMkLst>
          <pc:docMk/>
          <pc:sldMk cId="1071918637" sldId="444"/>
        </pc:sldMkLst>
        <pc:spChg chg="mod">
          <ac:chgData name="Austin Francis" userId="S::apf006@uark.edu::d9206161-76a2-4d0d-bb71-2bac416203d9" providerId="AD" clId="Web-{50C42D9F-3692-C4D6-B051-5DD044A9DE6E}" dt="2024-08-22T17:52:18.490" v="653" actId="20577"/>
          <ac:spMkLst>
            <pc:docMk/>
            <pc:sldMk cId="1071918637" sldId="444"/>
            <ac:spMk id="2" creationId="{A9A10DC1-DDE1-4347-BDBB-4B2ACA3E8D0F}"/>
          </ac:spMkLst>
        </pc:spChg>
        <pc:spChg chg="add del mod">
          <ac:chgData name="Austin Francis" userId="S::apf006@uark.edu::d9206161-76a2-4d0d-bb71-2bac416203d9" providerId="AD" clId="Web-{50C42D9F-3692-C4D6-B051-5DD044A9DE6E}" dt="2024-08-22T17:49:19.156" v="642"/>
          <ac:spMkLst>
            <pc:docMk/>
            <pc:sldMk cId="1071918637" sldId="444"/>
            <ac:spMk id="4" creationId="{197777BF-D5FF-637E-958E-B13176DEB6C2}"/>
          </ac:spMkLst>
        </pc:spChg>
        <pc:picChg chg="add mod ord">
          <ac:chgData name="Austin Francis" userId="S::apf006@uark.edu::d9206161-76a2-4d0d-bb71-2bac416203d9" providerId="AD" clId="Web-{50C42D9F-3692-C4D6-B051-5DD044A9DE6E}" dt="2024-08-22T17:49:25.640" v="645" actId="1076"/>
          <ac:picMkLst>
            <pc:docMk/>
            <pc:sldMk cId="1071918637" sldId="444"/>
            <ac:picMk id="5" creationId="{5CED2E20-1786-4212-F47D-82E9007D2028}"/>
          </ac:picMkLst>
        </pc:picChg>
        <pc:picChg chg="del">
          <ac:chgData name="Austin Francis" userId="S::apf006@uark.edu::d9206161-76a2-4d0d-bb71-2bac416203d9" providerId="AD" clId="Web-{50C42D9F-3692-C4D6-B051-5DD044A9DE6E}" dt="2024-08-22T17:48:50.123" v="641"/>
          <ac:picMkLst>
            <pc:docMk/>
            <pc:sldMk cId="1071918637" sldId="444"/>
            <ac:picMk id="6" creationId="{D245BDB9-C476-80C7-D479-B011205E8B8A}"/>
          </ac:picMkLst>
        </pc:picChg>
        <pc:picChg chg="add mod">
          <ac:chgData name="Austin Francis" userId="S::apf006@uark.edu::d9206161-76a2-4d0d-bb71-2bac416203d9" providerId="AD" clId="Web-{50C42D9F-3692-C4D6-B051-5DD044A9DE6E}" dt="2024-08-22T17:50:33.002" v="651" actId="1076"/>
          <ac:picMkLst>
            <pc:docMk/>
            <pc:sldMk cId="1071918637" sldId="444"/>
            <ac:picMk id="7" creationId="{C1BC1DC2-9E35-AE23-48EF-B9AB725AC397}"/>
          </ac:picMkLst>
        </pc:picChg>
      </pc:sldChg>
      <pc:sldChg chg="addSp delSp modSp add replId">
        <pc:chgData name="Austin Francis" userId="S::apf006@uark.edu::d9206161-76a2-4d0d-bb71-2bac416203d9" providerId="AD" clId="Web-{50C42D9F-3692-C4D6-B051-5DD044A9DE6E}" dt="2024-08-22T17:54:43.183" v="704" actId="20577"/>
        <pc:sldMkLst>
          <pc:docMk/>
          <pc:sldMk cId="1873507160" sldId="445"/>
        </pc:sldMkLst>
        <pc:spChg chg="mod">
          <ac:chgData name="Austin Francis" userId="S::apf006@uark.edu::d9206161-76a2-4d0d-bb71-2bac416203d9" providerId="AD" clId="Web-{50C42D9F-3692-C4D6-B051-5DD044A9DE6E}" dt="2024-08-22T17:54:43.183" v="704" actId="20577"/>
          <ac:spMkLst>
            <pc:docMk/>
            <pc:sldMk cId="1873507160" sldId="445"/>
            <ac:spMk id="2" creationId="{A9A10DC1-DDE1-4347-BDBB-4B2ACA3E8D0F}"/>
          </ac:spMkLst>
        </pc:spChg>
        <pc:spChg chg="add del mod">
          <ac:chgData name="Austin Francis" userId="S::apf006@uark.edu::d9206161-76a2-4d0d-bb71-2bac416203d9" providerId="AD" clId="Web-{50C42D9F-3692-C4D6-B051-5DD044A9DE6E}" dt="2024-08-22T17:53:02.726" v="657"/>
          <ac:spMkLst>
            <pc:docMk/>
            <pc:sldMk cId="1873507160" sldId="445"/>
            <ac:spMk id="4" creationId="{DF2FAE59-D15A-8BBA-2361-F405A8F43847}"/>
          </ac:spMkLst>
        </pc:spChg>
        <pc:picChg chg="del">
          <ac:chgData name="Austin Francis" userId="S::apf006@uark.edu::d9206161-76a2-4d0d-bb71-2bac416203d9" providerId="AD" clId="Web-{50C42D9F-3692-C4D6-B051-5DD044A9DE6E}" dt="2024-08-22T17:52:56.992" v="655"/>
          <ac:picMkLst>
            <pc:docMk/>
            <pc:sldMk cId="1873507160" sldId="445"/>
            <ac:picMk id="5" creationId="{5CED2E20-1786-4212-F47D-82E9007D2028}"/>
          </ac:picMkLst>
        </pc:picChg>
        <pc:picChg chg="add mod ord">
          <ac:chgData name="Austin Francis" userId="S::apf006@uark.edu::d9206161-76a2-4d0d-bb71-2bac416203d9" providerId="AD" clId="Web-{50C42D9F-3692-C4D6-B051-5DD044A9DE6E}" dt="2024-08-22T17:53:22.102" v="662" actId="1076"/>
          <ac:picMkLst>
            <pc:docMk/>
            <pc:sldMk cId="1873507160" sldId="445"/>
            <ac:picMk id="6" creationId="{7EB43F5E-51FA-97F1-38E5-3C61F9650255}"/>
          </ac:picMkLst>
        </pc:picChg>
        <pc:picChg chg="del">
          <ac:chgData name="Austin Francis" userId="S::apf006@uark.edu::d9206161-76a2-4d0d-bb71-2bac416203d9" providerId="AD" clId="Web-{50C42D9F-3692-C4D6-B051-5DD044A9DE6E}" dt="2024-08-22T17:53:00.711" v="656"/>
          <ac:picMkLst>
            <pc:docMk/>
            <pc:sldMk cId="1873507160" sldId="445"/>
            <ac:picMk id="7" creationId="{C1BC1DC2-9E35-AE23-48EF-B9AB725AC397}"/>
          </ac:picMkLst>
        </pc:picChg>
      </pc:sldChg>
      <pc:sldChg chg="addSp delSp modSp add replId">
        <pc:chgData name="Austin Francis" userId="S::apf006@uark.edu::d9206161-76a2-4d0d-bb71-2bac416203d9" providerId="AD" clId="Web-{50C42D9F-3692-C4D6-B051-5DD044A9DE6E}" dt="2024-08-22T17:57:42.581" v="749" actId="1076"/>
        <pc:sldMkLst>
          <pc:docMk/>
          <pc:sldMk cId="255185723" sldId="446"/>
        </pc:sldMkLst>
        <pc:spChg chg="mod">
          <ac:chgData name="Austin Francis" userId="S::apf006@uark.edu::d9206161-76a2-4d0d-bb71-2bac416203d9" providerId="AD" clId="Web-{50C42D9F-3692-C4D6-B051-5DD044A9DE6E}" dt="2024-08-22T17:57:07.861" v="742" actId="20577"/>
          <ac:spMkLst>
            <pc:docMk/>
            <pc:sldMk cId="255185723" sldId="446"/>
            <ac:spMk id="2" creationId="{A9A10DC1-DDE1-4347-BDBB-4B2ACA3E8D0F}"/>
          </ac:spMkLst>
        </pc:spChg>
        <pc:spChg chg="add del mod">
          <ac:chgData name="Austin Francis" userId="S::apf006@uark.edu::d9206161-76a2-4d0d-bb71-2bac416203d9" providerId="AD" clId="Web-{50C42D9F-3692-C4D6-B051-5DD044A9DE6E}" dt="2024-08-22T17:57:25.268" v="744"/>
          <ac:spMkLst>
            <pc:docMk/>
            <pc:sldMk cId="255185723" sldId="446"/>
            <ac:spMk id="4" creationId="{2EAA6113-09E6-D552-E84A-A6E65E8F08D9}"/>
          </ac:spMkLst>
        </pc:spChg>
        <pc:picChg chg="add mod ord">
          <ac:chgData name="Austin Francis" userId="S::apf006@uark.edu::d9206161-76a2-4d0d-bb71-2bac416203d9" providerId="AD" clId="Web-{50C42D9F-3692-C4D6-B051-5DD044A9DE6E}" dt="2024-08-22T17:57:42.581" v="749" actId="1076"/>
          <ac:picMkLst>
            <pc:docMk/>
            <pc:sldMk cId="255185723" sldId="446"/>
            <ac:picMk id="5" creationId="{A1060D54-6EB4-99A4-A563-AE06D8D19025}"/>
          </ac:picMkLst>
        </pc:picChg>
        <pc:picChg chg="del">
          <ac:chgData name="Austin Francis" userId="S::apf006@uark.edu::d9206161-76a2-4d0d-bb71-2bac416203d9" providerId="AD" clId="Web-{50C42D9F-3692-C4D6-B051-5DD044A9DE6E}" dt="2024-08-22T17:57:10.126" v="743"/>
          <ac:picMkLst>
            <pc:docMk/>
            <pc:sldMk cId="255185723" sldId="446"/>
            <ac:picMk id="6" creationId="{7EB43F5E-51FA-97F1-38E5-3C61F9650255}"/>
          </ac:picMkLst>
        </pc:picChg>
      </pc:sldChg>
      <pc:sldChg chg="addSp delSp modSp add replId">
        <pc:chgData name="Austin Francis" userId="S::apf006@uark.edu::d9206161-76a2-4d0d-bb71-2bac416203d9" providerId="AD" clId="Web-{50C42D9F-3692-C4D6-B051-5DD044A9DE6E}" dt="2024-08-22T17:58:29.661" v="758" actId="1076"/>
        <pc:sldMkLst>
          <pc:docMk/>
          <pc:sldMk cId="3171331945" sldId="447"/>
        </pc:sldMkLst>
        <pc:spChg chg="add del mod">
          <ac:chgData name="Austin Francis" userId="S::apf006@uark.edu::d9206161-76a2-4d0d-bb71-2bac416203d9" providerId="AD" clId="Web-{50C42D9F-3692-C4D6-B051-5DD044A9DE6E}" dt="2024-08-22T17:58:11.285" v="752"/>
          <ac:spMkLst>
            <pc:docMk/>
            <pc:sldMk cId="3171331945" sldId="447"/>
            <ac:spMk id="4" creationId="{FCF7CF29-A971-B771-7349-0A3AC104B489}"/>
          </ac:spMkLst>
        </pc:spChg>
        <pc:picChg chg="del">
          <ac:chgData name="Austin Francis" userId="S::apf006@uark.edu::d9206161-76a2-4d0d-bb71-2bac416203d9" providerId="AD" clId="Web-{50C42D9F-3692-C4D6-B051-5DD044A9DE6E}" dt="2024-08-22T17:57:55.097" v="751"/>
          <ac:picMkLst>
            <pc:docMk/>
            <pc:sldMk cId="3171331945" sldId="447"/>
            <ac:picMk id="5" creationId="{A1060D54-6EB4-99A4-A563-AE06D8D19025}"/>
          </ac:picMkLst>
        </pc:picChg>
        <pc:picChg chg="add mod ord">
          <ac:chgData name="Austin Francis" userId="S::apf006@uark.edu::d9206161-76a2-4d0d-bb71-2bac416203d9" providerId="AD" clId="Web-{50C42D9F-3692-C4D6-B051-5DD044A9DE6E}" dt="2024-08-22T17:58:29.661" v="758" actId="1076"/>
          <ac:picMkLst>
            <pc:docMk/>
            <pc:sldMk cId="3171331945" sldId="447"/>
            <ac:picMk id="6" creationId="{21510298-7969-CFD3-5AE5-BF62A5E7E5E4}"/>
          </ac:picMkLst>
        </pc:picChg>
      </pc:sldChg>
      <pc:sldChg chg="addSp delSp modSp add replId">
        <pc:chgData name="Austin Francis" userId="S::apf006@uark.edu::d9206161-76a2-4d0d-bb71-2bac416203d9" providerId="AD" clId="Web-{50C42D9F-3692-C4D6-B051-5DD044A9DE6E}" dt="2024-08-22T18:00:38.619" v="783" actId="1076"/>
        <pc:sldMkLst>
          <pc:docMk/>
          <pc:sldMk cId="1677918249" sldId="448"/>
        </pc:sldMkLst>
        <pc:spChg chg="mod">
          <ac:chgData name="Austin Francis" userId="S::apf006@uark.edu::d9206161-76a2-4d0d-bb71-2bac416203d9" providerId="AD" clId="Web-{50C42D9F-3692-C4D6-B051-5DD044A9DE6E}" dt="2024-08-22T18:00:09.743" v="778" actId="20577"/>
          <ac:spMkLst>
            <pc:docMk/>
            <pc:sldMk cId="1677918249" sldId="448"/>
            <ac:spMk id="2" creationId="{A9A10DC1-DDE1-4347-BDBB-4B2ACA3E8D0F}"/>
          </ac:spMkLst>
        </pc:spChg>
        <pc:spChg chg="add del mod">
          <ac:chgData name="Austin Francis" userId="S::apf006@uark.edu::d9206161-76a2-4d0d-bb71-2bac416203d9" providerId="AD" clId="Web-{50C42D9F-3692-C4D6-B051-5DD044A9DE6E}" dt="2024-08-22T18:00:27.759" v="780"/>
          <ac:spMkLst>
            <pc:docMk/>
            <pc:sldMk cId="1677918249" sldId="448"/>
            <ac:spMk id="4" creationId="{29291333-5A37-55DF-E89D-60DB7CAB6738}"/>
          </ac:spMkLst>
        </pc:spChg>
        <pc:picChg chg="add mod ord">
          <ac:chgData name="Austin Francis" userId="S::apf006@uark.edu::d9206161-76a2-4d0d-bb71-2bac416203d9" providerId="AD" clId="Web-{50C42D9F-3692-C4D6-B051-5DD044A9DE6E}" dt="2024-08-22T18:00:38.619" v="783" actId="1076"/>
          <ac:picMkLst>
            <pc:docMk/>
            <pc:sldMk cId="1677918249" sldId="448"/>
            <ac:picMk id="5" creationId="{EAFC242B-0AF1-64D7-ACAD-7AE192FA141F}"/>
          </ac:picMkLst>
        </pc:picChg>
        <pc:picChg chg="del">
          <ac:chgData name="Austin Francis" userId="S::apf006@uark.edu::d9206161-76a2-4d0d-bb71-2bac416203d9" providerId="AD" clId="Web-{50C42D9F-3692-C4D6-B051-5DD044A9DE6E}" dt="2024-08-22T18:00:13.040" v="779"/>
          <ac:picMkLst>
            <pc:docMk/>
            <pc:sldMk cId="1677918249" sldId="448"/>
            <ac:picMk id="6" creationId="{21510298-7969-CFD3-5AE5-BF62A5E7E5E4}"/>
          </ac:picMkLst>
        </pc:picChg>
      </pc:sldChg>
      <pc:sldChg chg="addSp delSp modSp add replId">
        <pc:chgData name="Austin Francis" userId="S::apf006@uark.edu::d9206161-76a2-4d0d-bb71-2bac416203d9" providerId="AD" clId="Web-{50C42D9F-3692-C4D6-B051-5DD044A9DE6E}" dt="2024-08-22T18:04:46.769" v="863" actId="1076"/>
        <pc:sldMkLst>
          <pc:docMk/>
          <pc:sldMk cId="3283057294" sldId="449"/>
        </pc:sldMkLst>
        <pc:spChg chg="mod">
          <ac:chgData name="Austin Francis" userId="S::apf006@uark.edu::d9206161-76a2-4d0d-bb71-2bac416203d9" providerId="AD" clId="Web-{50C42D9F-3692-C4D6-B051-5DD044A9DE6E}" dt="2024-08-22T18:04:35.128" v="858" actId="20577"/>
          <ac:spMkLst>
            <pc:docMk/>
            <pc:sldMk cId="3283057294" sldId="449"/>
            <ac:spMk id="2" creationId="{A9A10DC1-DDE1-4347-BDBB-4B2ACA3E8D0F}"/>
          </ac:spMkLst>
        </pc:spChg>
        <pc:spChg chg="add del mod">
          <ac:chgData name="Austin Francis" userId="S::apf006@uark.edu::d9206161-76a2-4d0d-bb71-2bac416203d9" providerId="AD" clId="Web-{50C42D9F-3692-C4D6-B051-5DD044A9DE6E}" dt="2024-08-22T18:01:16.761" v="789"/>
          <ac:spMkLst>
            <pc:docMk/>
            <pc:sldMk cId="3283057294" sldId="449"/>
            <ac:spMk id="6" creationId="{4CA6A0E0-BC8C-A877-D3DF-78155BCBBDEB}"/>
          </ac:spMkLst>
        </pc:spChg>
        <pc:picChg chg="add del mod">
          <ac:chgData name="Austin Francis" userId="S::apf006@uark.edu::d9206161-76a2-4d0d-bb71-2bac416203d9" providerId="AD" clId="Web-{50C42D9F-3692-C4D6-B051-5DD044A9DE6E}" dt="2024-08-22T18:04:36.831" v="859"/>
          <ac:picMkLst>
            <pc:docMk/>
            <pc:sldMk cId="3283057294" sldId="449"/>
            <ac:picMk id="3" creationId="{B7CB12AA-9EEC-5941-CC47-C316C0FF8442}"/>
          </ac:picMkLst>
        </pc:picChg>
        <pc:picChg chg="del">
          <ac:chgData name="Austin Francis" userId="S::apf006@uark.edu::d9206161-76a2-4d0d-bb71-2bac416203d9" providerId="AD" clId="Web-{50C42D9F-3692-C4D6-B051-5DD044A9DE6E}" dt="2024-08-22T18:01:01.635" v="786"/>
          <ac:picMkLst>
            <pc:docMk/>
            <pc:sldMk cId="3283057294" sldId="449"/>
            <ac:picMk id="5" creationId="{EAFC242B-0AF1-64D7-ACAD-7AE192FA141F}"/>
          </ac:picMkLst>
        </pc:picChg>
        <pc:picChg chg="add mod">
          <ac:chgData name="Austin Francis" userId="S::apf006@uark.edu::d9206161-76a2-4d0d-bb71-2bac416203d9" providerId="AD" clId="Web-{50C42D9F-3692-C4D6-B051-5DD044A9DE6E}" dt="2024-08-22T18:04:46.769" v="863" actId="1076"/>
          <ac:picMkLst>
            <pc:docMk/>
            <pc:sldMk cId="3283057294" sldId="449"/>
            <ac:picMk id="7" creationId="{EAA2E322-1475-166C-D420-DAE947C2101E}"/>
          </ac:picMkLst>
        </pc:picChg>
      </pc:sldChg>
      <pc:sldChg chg="addSp delSp modSp add del replId">
        <pc:chgData name="Austin Francis" userId="S::apf006@uark.edu::d9206161-76a2-4d0d-bb71-2bac416203d9" providerId="AD" clId="Web-{50C42D9F-3692-C4D6-B051-5DD044A9DE6E}" dt="2024-08-22T18:01:50.231" v="794"/>
        <pc:sldMkLst>
          <pc:docMk/>
          <pc:sldMk cId="1180406736" sldId="450"/>
        </pc:sldMkLst>
        <pc:spChg chg="add del">
          <ac:chgData name="Austin Francis" userId="S::apf006@uark.edu::d9206161-76a2-4d0d-bb71-2bac416203d9" providerId="AD" clId="Web-{50C42D9F-3692-C4D6-B051-5DD044A9DE6E}" dt="2024-08-22T18:01:49.231" v="793"/>
          <ac:spMkLst>
            <pc:docMk/>
            <pc:sldMk cId="1180406736" sldId="450"/>
            <ac:spMk id="2" creationId="{A9A10DC1-DDE1-4347-BDBB-4B2ACA3E8D0F}"/>
          </ac:spMkLst>
        </pc:spChg>
        <pc:spChg chg="add del mod">
          <ac:chgData name="Austin Francis" userId="S::apf006@uark.edu::d9206161-76a2-4d0d-bb71-2bac416203d9" providerId="AD" clId="Web-{50C42D9F-3692-C4D6-B051-5DD044A9DE6E}" dt="2024-08-22T18:01:49.231" v="793"/>
          <ac:spMkLst>
            <pc:docMk/>
            <pc:sldMk cId="1180406736" sldId="450"/>
            <ac:spMk id="5" creationId="{9DF45C6C-8DBC-B6FF-4CD8-21271CB07187}"/>
          </ac:spMkLst>
        </pc:spChg>
      </pc:sldChg>
      <pc:sldChg chg="add replId">
        <pc:chgData name="Austin Francis" userId="S::apf006@uark.edu::d9206161-76a2-4d0d-bb71-2bac416203d9" providerId="AD" clId="Web-{50C42D9F-3692-C4D6-B051-5DD044A9DE6E}" dt="2024-08-22T18:05:41.630" v="864"/>
        <pc:sldMkLst>
          <pc:docMk/>
          <pc:sldMk cId="2580859544" sldId="450"/>
        </pc:sldMkLst>
      </pc:sldChg>
      <pc:sldChg chg="addSp delSp modSp add replId">
        <pc:chgData name="Austin Francis" userId="S::apf006@uark.edu::d9206161-76a2-4d0d-bb71-2bac416203d9" providerId="AD" clId="Web-{50C42D9F-3692-C4D6-B051-5DD044A9DE6E}" dt="2024-08-22T18:06:10.678" v="870" actId="1076"/>
        <pc:sldMkLst>
          <pc:docMk/>
          <pc:sldMk cId="3512462835" sldId="451"/>
        </pc:sldMkLst>
        <pc:picChg chg="add mod">
          <ac:chgData name="Austin Francis" userId="S::apf006@uark.edu::d9206161-76a2-4d0d-bb71-2bac416203d9" providerId="AD" clId="Web-{50C42D9F-3692-C4D6-B051-5DD044A9DE6E}" dt="2024-08-22T18:06:10.678" v="870" actId="1076"/>
          <ac:picMkLst>
            <pc:docMk/>
            <pc:sldMk cId="3512462835" sldId="451"/>
            <ac:picMk id="3" creationId="{5397A63A-6B28-DB95-D47E-77FD92658E80}"/>
          </ac:picMkLst>
        </pc:picChg>
        <pc:picChg chg="del">
          <ac:chgData name="Austin Francis" userId="S::apf006@uark.edu::d9206161-76a2-4d0d-bb71-2bac416203d9" providerId="AD" clId="Web-{50C42D9F-3692-C4D6-B051-5DD044A9DE6E}" dt="2024-08-22T18:06:03.334" v="866"/>
          <ac:picMkLst>
            <pc:docMk/>
            <pc:sldMk cId="3512462835" sldId="451"/>
            <ac:picMk id="7" creationId="{EAA2E322-1475-166C-D420-DAE947C2101E}"/>
          </ac:picMkLst>
        </pc:picChg>
      </pc:sldChg>
      <pc:sldChg chg="addSp delSp modSp add replId">
        <pc:chgData name="Austin Francis" userId="S::apf006@uark.edu::d9206161-76a2-4d0d-bb71-2bac416203d9" providerId="AD" clId="Web-{50C42D9F-3692-C4D6-B051-5DD044A9DE6E}" dt="2024-08-22T18:09:33.607" v="934" actId="1076"/>
        <pc:sldMkLst>
          <pc:docMk/>
          <pc:sldMk cId="3190394525" sldId="452"/>
        </pc:sldMkLst>
        <pc:spChg chg="mod">
          <ac:chgData name="Austin Francis" userId="S::apf006@uark.edu::d9206161-76a2-4d0d-bb71-2bac416203d9" providerId="AD" clId="Web-{50C42D9F-3692-C4D6-B051-5DD044A9DE6E}" dt="2024-08-22T18:07:45.088" v="916" actId="20577"/>
          <ac:spMkLst>
            <pc:docMk/>
            <pc:sldMk cId="3190394525" sldId="452"/>
            <ac:spMk id="2" creationId="{A9A10DC1-DDE1-4347-BDBB-4B2ACA3E8D0F}"/>
          </ac:spMkLst>
        </pc:spChg>
        <pc:picChg chg="del">
          <ac:chgData name="Austin Francis" userId="S::apf006@uark.edu::d9206161-76a2-4d0d-bb71-2bac416203d9" providerId="AD" clId="Web-{50C42D9F-3692-C4D6-B051-5DD044A9DE6E}" dt="2024-08-22T18:07:46.135" v="917"/>
          <ac:picMkLst>
            <pc:docMk/>
            <pc:sldMk cId="3190394525" sldId="452"/>
            <ac:picMk id="3" creationId="{5397A63A-6B28-DB95-D47E-77FD92658E80}"/>
          </ac:picMkLst>
        </pc:picChg>
        <pc:picChg chg="add del mod">
          <ac:chgData name="Austin Francis" userId="S::apf006@uark.edu::d9206161-76a2-4d0d-bb71-2bac416203d9" providerId="AD" clId="Web-{50C42D9F-3692-C4D6-B051-5DD044A9DE6E}" dt="2024-08-22T18:07:57.369" v="919"/>
          <ac:picMkLst>
            <pc:docMk/>
            <pc:sldMk cId="3190394525" sldId="452"/>
            <ac:picMk id="4" creationId="{305DAF12-94BD-681E-971B-65CE7184CEBA}"/>
          </ac:picMkLst>
        </pc:picChg>
        <pc:picChg chg="add mod">
          <ac:chgData name="Austin Francis" userId="S::apf006@uark.edu::d9206161-76a2-4d0d-bb71-2bac416203d9" providerId="AD" clId="Web-{50C42D9F-3692-C4D6-B051-5DD044A9DE6E}" dt="2024-08-22T18:08:24.699" v="925" actId="1076"/>
          <ac:picMkLst>
            <pc:docMk/>
            <pc:sldMk cId="3190394525" sldId="452"/>
            <ac:picMk id="5" creationId="{5D197B4A-D153-72BA-15AD-1D45E513EF41}"/>
          </ac:picMkLst>
        </pc:picChg>
        <pc:picChg chg="add mod">
          <ac:chgData name="Austin Francis" userId="S::apf006@uark.edu::d9206161-76a2-4d0d-bb71-2bac416203d9" providerId="AD" clId="Web-{50C42D9F-3692-C4D6-B051-5DD044A9DE6E}" dt="2024-08-22T18:09:33.607" v="934" actId="1076"/>
          <ac:picMkLst>
            <pc:docMk/>
            <pc:sldMk cId="3190394525" sldId="452"/>
            <ac:picMk id="6" creationId="{5BF142B4-3F3E-0374-6368-D5D93098CA1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44" tIns="48323" rIns="96644" bIns="48323" rtlCol="0"/>
          <a:lstStyle>
            <a:lvl1pPr algn="l">
              <a:defRPr sz="12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44" tIns="48323" rIns="96644" bIns="48323" rtlCol="0"/>
          <a:lstStyle>
            <a:lvl1pPr algn="r">
              <a:defRPr sz="1200"/>
            </a:lvl1pPr>
          </a:lstStyle>
          <a:p>
            <a:fld id="{77EE0671-D154-4A0D-90F0-4F99050D0CF0}" type="datetimeFigureOut">
              <a:rPr lang="en-US" smtClean="0"/>
              <a:t>9/10/2024</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44" tIns="48323" rIns="96644" bIns="48323"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44" tIns="48323" rIns="96644" bIns="48323"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6644" tIns="48323" rIns="96644" bIns="48323"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44" tIns="48323" rIns="96644" bIns="48323" rtlCol="0" anchor="b"/>
          <a:lstStyle>
            <a:lvl1pPr algn="r">
              <a:defRPr sz="1200"/>
            </a:lvl1pPr>
          </a:lstStyle>
          <a:p>
            <a:fld id="{55CCDD01-DD87-4F55-A952-E63114553089}" type="slidenum">
              <a:rPr lang="en-US" smtClean="0"/>
              <a:t>‹#›</a:t>
            </a:fld>
            <a:endParaRPr lang="en-US"/>
          </a:p>
        </p:txBody>
      </p:sp>
    </p:spTree>
    <p:extLst>
      <p:ext uri="{BB962C8B-B14F-4D97-AF65-F5344CB8AC3E}">
        <p14:creationId xmlns:p14="http://schemas.microsoft.com/office/powerpoint/2010/main" val="1739130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5CCDD01-DD87-4F55-A952-E63114553089}" type="slidenum">
              <a:rPr lang="en-US" smtClean="0"/>
              <a:t>2</a:t>
            </a:fld>
            <a:endParaRPr lang="en-US"/>
          </a:p>
        </p:txBody>
      </p:sp>
    </p:spTree>
    <p:extLst>
      <p:ext uri="{BB962C8B-B14F-4D97-AF65-F5344CB8AC3E}">
        <p14:creationId xmlns:p14="http://schemas.microsoft.com/office/powerpoint/2010/main" val="1203571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Relationship lenders often acquire private information about borrowers, creating an information asymmetry that makes it costly for borrowers to switch lenders. This allows relationship lenders to increase loan spreads and hold up borrowers</a:t>
            </a:r>
          </a:p>
          <a:p>
            <a:endParaRPr lang="en-US" dirty="0">
              <a:ea typeface="Calibri"/>
              <a:cs typeface="Calibri"/>
            </a:endParaRPr>
          </a:p>
          <a:p>
            <a:r>
              <a:rPr lang="en-US" dirty="0"/>
              <a:t>Potential outside lenders face a winner’s curse when competing to lend to a borrower with an incumbent lender, as the outside lenders are less informed </a:t>
            </a:r>
          </a:p>
          <a:p>
            <a:endParaRPr lang="en-US" dirty="0">
              <a:ea typeface="Calibri"/>
              <a:cs typeface="Calibri"/>
            </a:endParaRPr>
          </a:p>
          <a:p>
            <a:r>
              <a:rPr lang="en-US" dirty="0"/>
              <a:t>Borrowers respond to information asymmetry by publicly sharing information, which reduces loan spreads by increasing lender competition</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3</a:t>
            </a:fld>
            <a:endParaRPr lang="en-US"/>
          </a:p>
        </p:txBody>
      </p:sp>
    </p:spTree>
    <p:extLst>
      <p:ext uri="{BB962C8B-B14F-4D97-AF65-F5344CB8AC3E}">
        <p14:creationId xmlns:p14="http://schemas.microsoft.com/office/powerpoint/2010/main" val="1213616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a:p>
        </p:txBody>
      </p:sp>
      <p:sp>
        <p:nvSpPr>
          <p:cNvPr id="4" name="Slide Number Placeholder 3"/>
          <p:cNvSpPr>
            <a:spLocks noGrp="1"/>
          </p:cNvSpPr>
          <p:nvPr>
            <p:ph type="sldNum" sz="quarter" idx="5"/>
          </p:nvPr>
        </p:nvSpPr>
        <p:spPr/>
        <p:txBody>
          <a:bodyPr/>
          <a:lstStyle/>
          <a:p>
            <a:fld id="{55CCDD01-DD87-4F55-A952-E63114553089}" type="slidenum">
              <a:rPr lang="en-US" smtClean="0"/>
              <a:t>4</a:t>
            </a:fld>
            <a:endParaRPr lang="en-US"/>
          </a:p>
        </p:txBody>
      </p:sp>
    </p:spTree>
    <p:extLst>
      <p:ext uri="{BB962C8B-B14F-4D97-AF65-F5344CB8AC3E}">
        <p14:creationId xmlns:p14="http://schemas.microsoft.com/office/powerpoint/2010/main" val="37772187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5</a:t>
            </a:fld>
            <a:endParaRPr lang="en-US"/>
          </a:p>
        </p:txBody>
      </p:sp>
    </p:spTree>
    <p:extLst>
      <p:ext uri="{BB962C8B-B14F-4D97-AF65-F5344CB8AC3E}">
        <p14:creationId xmlns:p14="http://schemas.microsoft.com/office/powerpoint/2010/main" val="33507403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6</a:t>
            </a:fld>
            <a:endParaRPr lang="en-US"/>
          </a:p>
        </p:txBody>
      </p:sp>
    </p:spTree>
    <p:extLst>
      <p:ext uri="{BB962C8B-B14F-4D97-AF65-F5344CB8AC3E}">
        <p14:creationId xmlns:p14="http://schemas.microsoft.com/office/powerpoint/2010/main" val="21997440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b="1"/>
              <a:t>Higher spreads</a:t>
            </a:r>
            <a:r>
              <a:rPr lang="en-US"/>
              <a:t> (343 bps for disclosers vs. 282 bps for non-disclosers).</a:t>
            </a:r>
          </a:p>
          <a:p>
            <a:pPr marL="171450" indent="-171450">
              <a:buFont typeface="Arial"/>
              <a:buChar char="•"/>
            </a:pPr>
            <a:r>
              <a:rPr lang="en-US" b="1" dirty="0"/>
              <a:t>Larger loan amounts</a:t>
            </a:r>
            <a:r>
              <a:rPr lang="en-US" dirty="0"/>
              <a:t> ($146 million for disclosers vs. $106 million for non-disclosers).</a:t>
            </a:r>
            <a:endParaRPr lang="en-US" dirty="0">
              <a:ea typeface="Calibri"/>
              <a:cs typeface="Calibri"/>
            </a:endParaRPr>
          </a:p>
          <a:p>
            <a:pPr marL="171450" indent="-171450">
              <a:buFont typeface="Arial"/>
              <a:buChar char="•"/>
            </a:pPr>
            <a:r>
              <a:rPr lang="en-US" b="1" dirty="0"/>
              <a:t>Longer maturity</a:t>
            </a:r>
            <a:r>
              <a:rPr lang="en-US" dirty="0"/>
              <a:t> (68 months for disclosers vs. 49 months for non-disclosers).</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7</a:t>
            </a:fld>
            <a:endParaRPr lang="en-US"/>
          </a:p>
        </p:txBody>
      </p:sp>
    </p:spTree>
    <p:extLst>
      <p:ext uri="{BB962C8B-B14F-4D97-AF65-F5344CB8AC3E}">
        <p14:creationId xmlns:p14="http://schemas.microsoft.com/office/powerpoint/2010/main" val="19985647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Disclose = dummy variable </a:t>
            </a:r>
          </a:p>
          <a:p>
            <a:endParaRPr lang="en-US" dirty="0">
              <a:ea typeface="Calibri"/>
              <a:cs typeface="Calibri"/>
            </a:endParaRPr>
          </a:p>
          <a:p>
            <a:r>
              <a:rPr lang="en-US">
                <a:ea typeface="Calibri"/>
                <a:cs typeface="Calibri"/>
              </a:rPr>
              <a:t>X = loan controls from loan agreement</a:t>
            </a:r>
          </a:p>
          <a:p>
            <a:endParaRPr lang="en-US" dirty="0">
              <a:ea typeface="Calibri"/>
              <a:cs typeface="Calibri"/>
            </a:endParaRPr>
          </a:p>
          <a:p>
            <a:r>
              <a:rPr lang="en-US" dirty="0">
                <a:ea typeface="Calibri"/>
                <a:cs typeface="Calibri"/>
              </a:rPr>
              <a:t>W = borrower fixed effects </a:t>
            </a:r>
          </a:p>
          <a:p>
            <a:endParaRPr lang="en-US" dirty="0">
              <a:ea typeface="Calibri"/>
              <a:cs typeface="Calibri"/>
            </a:endParaRPr>
          </a:p>
          <a:p>
            <a:r>
              <a:rPr lang="en-US" dirty="0">
                <a:ea typeface="Calibri"/>
                <a:cs typeface="Calibri"/>
              </a:rPr>
              <a:t>U = lender fixed effects </a:t>
            </a:r>
          </a:p>
          <a:p>
            <a:endParaRPr lang="en-US" dirty="0">
              <a:ea typeface="Calibri"/>
              <a:cs typeface="Calibri"/>
            </a:endParaRPr>
          </a:p>
          <a:p>
            <a:r>
              <a:rPr lang="en-US" dirty="0">
                <a:ea typeface="Calibri"/>
                <a:cs typeface="Calibri"/>
              </a:rPr>
              <a:t>V = year fixed effects </a:t>
            </a:r>
          </a:p>
        </p:txBody>
      </p:sp>
      <p:sp>
        <p:nvSpPr>
          <p:cNvPr id="4" name="Slide Number Placeholder 3"/>
          <p:cNvSpPr>
            <a:spLocks noGrp="1"/>
          </p:cNvSpPr>
          <p:nvPr>
            <p:ph type="sldNum" sz="quarter" idx="5"/>
          </p:nvPr>
        </p:nvSpPr>
        <p:spPr/>
        <p:txBody>
          <a:bodyPr/>
          <a:lstStyle/>
          <a:p>
            <a:fld id="{55CCDD01-DD87-4F55-A952-E63114553089}" type="slidenum">
              <a:rPr lang="en-US" smtClean="0"/>
              <a:t>8</a:t>
            </a:fld>
            <a:endParaRPr lang="en-US"/>
          </a:p>
        </p:txBody>
      </p:sp>
    </p:spTree>
    <p:extLst>
      <p:ext uri="{BB962C8B-B14F-4D97-AF65-F5344CB8AC3E}">
        <p14:creationId xmlns:p14="http://schemas.microsoft.com/office/powerpoint/2010/main" val="17949499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5CCDD01-DD87-4F55-A952-E63114553089}" type="slidenum">
              <a:rPr lang="en-US" smtClean="0"/>
              <a:t>9</a:t>
            </a:fld>
            <a:endParaRPr lang="en-US"/>
          </a:p>
        </p:txBody>
      </p:sp>
    </p:spTree>
    <p:extLst>
      <p:ext uri="{BB962C8B-B14F-4D97-AF65-F5344CB8AC3E}">
        <p14:creationId xmlns:p14="http://schemas.microsoft.com/office/powerpoint/2010/main" val="37368092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5CCDD01-DD87-4F55-A952-E63114553089}" type="slidenum">
              <a:rPr lang="en-US" smtClean="0"/>
              <a:t>10</a:t>
            </a:fld>
            <a:endParaRPr lang="en-US"/>
          </a:p>
        </p:txBody>
      </p:sp>
    </p:spTree>
    <p:extLst>
      <p:ext uri="{BB962C8B-B14F-4D97-AF65-F5344CB8AC3E}">
        <p14:creationId xmlns:p14="http://schemas.microsoft.com/office/powerpoint/2010/main" val="5742192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11</a:t>
            </a:fld>
            <a:endParaRPr lang="en-US"/>
          </a:p>
        </p:txBody>
      </p:sp>
    </p:spTree>
    <p:extLst>
      <p:ext uri="{BB962C8B-B14F-4D97-AF65-F5344CB8AC3E}">
        <p14:creationId xmlns:p14="http://schemas.microsoft.com/office/powerpoint/2010/main" val="9341068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12</a:t>
            </a:fld>
            <a:endParaRPr lang="en-US"/>
          </a:p>
        </p:txBody>
      </p:sp>
    </p:spTree>
    <p:extLst>
      <p:ext uri="{BB962C8B-B14F-4D97-AF65-F5344CB8AC3E}">
        <p14:creationId xmlns:p14="http://schemas.microsoft.com/office/powerpoint/2010/main" val="35962391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13</a:t>
            </a:fld>
            <a:endParaRPr lang="en-US"/>
          </a:p>
        </p:txBody>
      </p:sp>
    </p:spTree>
    <p:extLst>
      <p:ext uri="{BB962C8B-B14F-4D97-AF65-F5344CB8AC3E}">
        <p14:creationId xmlns:p14="http://schemas.microsoft.com/office/powerpoint/2010/main" val="14518583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5CCDD01-DD87-4F55-A952-E63114553089}" type="slidenum">
              <a:rPr lang="en-US" smtClean="0"/>
              <a:t>14</a:t>
            </a:fld>
            <a:endParaRPr lang="en-US"/>
          </a:p>
        </p:txBody>
      </p:sp>
    </p:spTree>
    <p:extLst>
      <p:ext uri="{BB962C8B-B14F-4D97-AF65-F5344CB8AC3E}">
        <p14:creationId xmlns:p14="http://schemas.microsoft.com/office/powerpoint/2010/main" val="31166821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15</a:t>
            </a:fld>
            <a:endParaRPr lang="en-US"/>
          </a:p>
        </p:txBody>
      </p:sp>
    </p:spTree>
    <p:extLst>
      <p:ext uri="{BB962C8B-B14F-4D97-AF65-F5344CB8AC3E}">
        <p14:creationId xmlns:p14="http://schemas.microsoft.com/office/powerpoint/2010/main" val="23237019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16</a:t>
            </a:fld>
            <a:endParaRPr lang="en-US"/>
          </a:p>
        </p:txBody>
      </p:sp>
    </p:spTree>
    <p:extLst>
      <p:ext uri="{BB962C8B-B14F-4D97-AF65-F5344CB8AC3E}">
        <p14:creationId xmlns:p14="http://schemas.microsoft.com/office/powerpoint/2010/main" val="9913381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Debt is issued at a lower rate due to the hypothesis that debt becomes more expensive and is rationed. </a:t>
            </a:r>
          </a:p>
        </p:txBody>
      </p:sp>
      <p:sp>
        <p:nvSpPr>
          <p:cNvPr id="4" name="Slide Number Placeholder 3"/>
          <p:cNvSpPr>
            <a:spLocks noGrp="1"/>
          </p:cNvSpPr>
          <p:nvPr>
            <p:ph type="sldNum" sz="quarter" idx="5"/>
          </p:nvPr>
        </p:nvSpPr>
        <p:spPr/>
        <p:txBody>
          <a:bodyPr/>
          <a:lstStyle/>
          <a:p>
            <a:fld id="{55CCDD01-DD87-4F55-A952-E63114553089}" type="slidenum">
              <a:rPr lang="en-US" smtClean="0"/>
              <a:t>17</a:t>
            </a:fld>
            <a:endParaRPr lang="en-US"/>
          </a:p>
        </p:txBody>
      </p:sp>
    </p:spTree>
    <p:extLst>
      <p:ext uri="{BB962C8B-B14F-4D97-AF65-F5344CB8AC3E}">
        <p14:creationId xmlns:p14="http://schemas.microsoft.com/office/powerpoint/2010/main" val="40014748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Cost benefit is one of the several measures of the cost or benefits of disclosure </a:t>
            </a:r>
          </a:p>
          <a:p>
            <a:endParaRPr lang="en-US" dirty="0">
              <a:ea typeface="Calibri"/>
              <a:cs typeface="Calibri"/>
            </a:endParaRPr>
          </a:p>
          <a:p>
            <a:r>
              <a:rPr lang="en-US" dirty="0">
                <a:ea typeface="Calibri"/>
                <a:cs typeface="Calibri"/>
              </a:rPr>
              <a:t>X = set of loan controls</a:t>
            </a:r>
          </a:p>
        </p:txBody>
      </p:sp>
      <p:sp>
        <p:nvSpPr>
          <p:cNvPr id="4" name="Slide Number Placeholder 3"/>
          <p:cNvSpPr>
            <a:spLocks noGrp="1"/>
          </p:cNvSpPr>
          <p:nvPr>
            <p:ph type="sldNum" sz="quarter" idx="5"/>
          </p:nvPr>
        </p:nvSpPr>
        <p:spPr/>
        <p:txBody>
          <a:bodyPr/>
          <a:lstStyle/>
          <a:p>
            <a:fld id="{55CCDD01-DD87-4F55-A952-E63114553089}" type="slidenum">
              <a:rPr lang="en-US" smtClean="0"/>
              <a:t>18</a:t>
            </a:fld>
            <a:endParaRPr lang="en-US"/>
          </a:p>
        </p:txBody>
      </p:sp>
    </p:spTree>
    <p:extLst>
      <p:ext uri="{BB962C8B-B14F-4D97-AF65-F5344CB8AC3E}">
        <p14:creationId xmlns:p14="http://schemas.microsoft.com/office/powerpoint/2010/main" val="10798960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19</a:t>
            </a:fld>
            <a:endParaRPr lang="en-US"/>
          </a:p>
        </p:txBody>
      </p:sp>
    </p:spTree>
    <p:extLst>
      <p:ext uri="{BB962C8B-B14F-4D97-AF65-F5344CB8AC3E}">
        <p14:creationId xmlns:p14="http://schemas.microsoft.com/office/powerpoint/2010/main" val="6644038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b="1"/>
              <a:t>R&amp;D Intensity (Column 1):</a:t>
            </a:r>
            <a:r>
              <a:rPr lang="en-US"/>
              <a:t> Higher R&amp;D intensity, which implies greater proprietary costs, is associated with less disclosure. This suggests that innovative firms with significant research and development efforts are more cautious about sharing information due to concerns about competition.</a:t>
            </a:r>
          </a:p>
          <a:p>
            <a:pPr marL="285750" indent="-285750">
              <a:buFont typeface="Arial"/>
              <a:buChar char="•"/>
            </a:pPr>
            <a:r>
              <a:rPr lang="en-US" b="1"/>
              <a:t>Industry Concentration (Column 2):</a:t>
            </a:r>
            <a:r>
              <a:rPr lang="en-US"/>
              <a:t> Firms in industries with higher concentration, as measured by the Herfindahl-Hirschman Index (HHI), are less likely to disclose information. This indicates that firms with more market power or monopoly-like status avoid sharing information to protect competitive advantages.</a:t>
            </a:r>
          </a:p>
          <a:p>
            <a:pPr marL="285750" indent="-285750">
              <a:buFont typeface="Arial"/>
              <a:buChar char="•"/>
            </a:pPr>
            <a:r>
              <a:rPr lang="en-US" b="1" dirty="0"/>
              <a:t>Number of Competitors (Column 3):</a:t>
            </a:r>
            <a:r>
              <a:rPr lang="en-US" dirty="0"/>
              <a:t> A greater number of competitors in an industry increases the likelihood of disclosure, as firms are more willing to share information in more competitive environments where sharing may help secure favorable loan terms.</a:t>
            </a:r>
            <a:endParaRPr lang="en-US" dirty="0">
              <a:ea typeface="Calibri"/>
              <a:cs typeface="Calibri"/>
            </a:endParaRPr>
          </a:p>
          <a:p>
            <a:pPr marL="285750" indent="-285750">
              <a:buFont typeface="Arial"/>
              <a:buChar char="•"/>
            </a:pPr>
            <a:r>
              <a:rPr lang="en-US" b="1" dirty="0"/>
              <a:t>Margin Persistence (Column 4):</a:t>
            </a:r>
            <a:r>
              <a:rPr lang="en-US" dirty="0"/>
              <a:t> Firms in industries with more stable profit margins are less likely to disclose information. This suggests that in industries where profitability is predictable, firms are more cautious about sharing information that could benefit competitors.</a:t>
            </a:r>
            <a:endParaRPr lang="en-US" dirty="0">
              <a:ea typeface="Calibri"/>
              <a:cs typeface="Calibri"/>
            </a:endParaRPr>
          </a:p>
          <a:p>
            <a:pPr marL="285750" indent="-285750">
              <a:buFont typeface="Arial"/>
              <a:buChar char="•"/>
            </a:pPr>
            <a:r>
              <a:rPr lang="en-US" b="1" dirty="0"/>
              <a:t>Profit Margin (Column 5):</a:t>
            </a:r>
            <a:r>
              <a:rPr lang="en-US" dirty="0"/>
              <a:t> Higher profit margins are associated with more disclosure. Firms in high-margin industries may have more favorable information to share, which could lead to better loan terms.</a:t>
            </a:r>
            <a:endParaRPr lang="en-US" dirty="0">
              <a:ea typeface="Calibri"/>
              <a:cs typeface="Calibri"/>
            </a:endParaRPr>
          </a:p>
          <a:p>
            <a:pPr marL="285750" indent="-285750">
              <a:buFont typeface="Arial"/>
              <a:buChar char="•"/>
            </a:pPr>
            <a:r>
              <a:rPr lang="en-US" b="1" dirty="0"/>
              <a:t>Average Growth (Column 6):</a:t>
            </a:r>
            <a:r>
              <a:rPr lang="en-US" dirty="0"/>
              <a:t> Firms in industries with higher sales growth are more likely to disclose. This could reflect a willingness to share positive financial news to obtain better financing.</a:t>
            </a:r>
            <a:endParaRPr lang="en-US" dirty="0">
              <a:ea typeface="Calibri"/>
              <a:cs typeface="Calibri"/>
            </a:endParaRPr>
          </a:p>
          <a:p>
            <a:pPr marL="285750" indent="-285750">
              <a:buFont typeface="Arial"/>
              <a:buChar char="•"/>
            </a:pPr>
            <a:r>
              <a:rPr lang="en-US" b="1" dirty="0"/>
              <a:t>Growth Dispersion (Column 7):</a:t>
            </a:r>
            <a:r>
              <a:rPr lang="en-US" dirty="0"/>
              <a:t> Higher variability in industry sales growth leads to more disclosure, suggesting that firms use disclosure to distinguish themselves in volatile industries.</a:t>
            </a:r>
            <a:endParaRPr lang="en-US" dirty="0">
              <a:ea typeface="Calibri"/>
              <a:cs typeface="Calibri"/>
            </a:endParaRPr>
          </a:p>
          <a:p>
            <a:pPr marL="285750" indent="-285750">
              <a:buFont typeface="Arial"/>
              <a:buChar char="•"/>
            </a:pPr>
            <a:r>
              <a:rPr lang="en-US" b="1" dirty="0"/>
              <a:t>Litigation Risk (Column 8):</a:t>
            </a:r>
            <a:r>
              <a:rPr lang="en-US" dirty="0"/>
              <a:t> Firms in high litigation-risk industries are less likely to share information. The potential legal consequences of disclosing sensitive financial data outweigh the benefits of voluntary disclosure in these industries.</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20</a:t>
            </a:fld>
            <a:endParaRPr lang="en-US"/>
          </a:p>
        </p:txBody>
      </p:sp>
    </p:spTree>
    <p:extLst>
      <p:ext uri="{BB962C8B-B14F-4D97-AF65-F5344CB8AC3E}">
        <p14:creationId xmlns:p14="http://schemas.microsoft.com/office/powerpoint/2010/main" val="37470025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21</a:t>
            </a:fld>
            <a:endParaRPr lang="en-US"/>
          </a:p>
        </p:txBody>
      </p:sp>
    </p:spTree>
    <p:extLst>
      <p:ext uri="{BB962C8B-B14F-4D97-AF65-F5344CB8AC3E}">
        <p14:creationId xmlns:p14="http://schemas.microsoft.com/office/powerpoint/2010/main" val="1673863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Time to IPO controls for changes in firms characteristics as they approach the IPO </a:t>
            </a:r>
            <a:br>
              <a:rPr lang="en-US" dirty="0">
                <a:ea typeface="Calibri"/>
                <a:cs typeface="+mn-lt"/>
              </a:rPr>
            </a:br>
            <a:br>
              <a:rPr lang="en-US" dirty="0">
                <a:ea typeface="Calibri"/>
                <a:cs typeface="+mn-lt"/>
              </a:rPr>
            </a:br>
            <a:r>
              <a:rPr lang="en-US" dirty="0">
                <a:ea typeface="Calibri"/>
                <a:cs typeface="Calibri"/>
              </a:rPr>
              <a:t>TMAX is the total time spent as a private firm </a:t>
            </a:r>
          </a:p>
          <a:p>
            <a:endParaRPr lang="en-US" dirty="0">
              <a:ea typeface="Calibri"/>
              <a:cs typeface="Calibri"/>
            </a:endParaRPr>
          </a:p>
          <a:p>
            <a:r>
              <a:rPr lang="en-US" dirty="0">
                <a:ea typeface="Calibri"/>
                <a:cs typeface="Calibri"/>
              </a:rPr>
              <a:t>X = </a:t>
            </a:r>
            <a:r>
              <a:rPr lang="en-US" dirty="0" err="1">
                <a:ea typeface="Calibri"/>
                <a:cs typeface="Calibri"/>
              </a:rPr>
              <a:t>laon</a:t>
            </a:r>
            <a:r>
              <a:rPr lang="en-US" dirty="0">
                <a:ea typeface="Calibri"/>
                <a:cs typeface="Calibri"/>
              </a:rPr>
              <a:t> fixed effects?</a:t>
            </a:r>
          </a:p>
        </p:txBody>
      </p:sp>
      <p:sp>
        <p:nvSpPr>
          <p:cNvPr id="4" name="Slide Number Placeholder 3"/>
          <p:cNvSpPr>
            <a:spLocks noGrp="1"/>
          </p:cNvSpPr>
          <p:nvPr>
            <p:ph type="sldNum" sz="quarter" idx="5"/>
          </p:nvPr>
        </p:nvSpPr>
        <p:spPr/>
        <p:txBody>
          <a:bodyPr/>
          <a:lstStyle/>
          <a:p>
            <a:fld id="{55CCDD01-DD87-4F55-A952-E63114553089}" type="slidenum">
              <a:rPr lang="en-US" smtClean="0"/>
              <a:t>23</a:t>
            </a:fld>
            <a:endParaRPr lang="en-US"/>
          </a:p>
        </p:txBody>
      </p:sp>
    </p:spTree>
    <p:extLst>
      <p:ext uri="{BB962C8B-B14F-4D97-AF65-F5344CB8AC3E}">
        <p14:creationId xmlns:p14="http://schemas.microsoft.com/office/powerpoint/2010/main" val="36632362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Book leverage. </a:t>
            </a:r>
          </a:p>
        </p:txBody>
      </p:sp>
      <p:sp>
        <p:nvSpPr>
          <p:cNvPr id="4" name="Slide Number Placeholder 3"/>
          <p:cNvSpPr>
            <a:spLocks noGrp="1"/>
          </p:cNvSpPr>
          <p:nvPr>
            <p:ph type="sldNum" sz="quarter" idx="5"/>
          </p:nvPr>
        </p:nvSpPr>
        <p:spPr/>
        <p:txBody>
          <a:bodyPr/>
          <a:lstStyle/>
          <a:p>
            <a:fld id="{55CCDD01-DD87-4F55-A952-E63114553089}" type="slidenum">
              <a:rPr lang="en-US" smtClean="0"/>
              <a:t>24</a:t>
            </a:fld>
            <a:endParaRPr lang="en-US"/>
          </a:p>
        </p:txBody>
      </p:sp>
    </p:spTree>
    <p:extLst>
      <p:ext uri="{BB962C8B-B14F-4D97-AF65-F5344CB8AC3E}">
        <p14:creationId xmlns:p14="http://schemas.microsoft.com/office/powerpoint/2010/main" val="15743257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26</a:t>
            </a:fld>
            <a:endParaRPr lang="en-US"/>
          </a:p>
        </p:txBody>
      </p:sp>
    </p:spTree>
    <p:extLst>
      <p:ext uri="{BB962C8B-B14F-4D97-AF65-F5344CB8AC3E}">
        <p14:creationId xmlns:p14="http://schemas.microsoft.com/office/powerpoint/2010/main" val="10097505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28</a:t>
            </a:fld>
            <a:endParaRPr lang="en-US"/>
          </a:p>
        </p:txBody>
      </p:sp>
    </p:spTree>
    <p:extLst>
      <p:ext uri="{BB962C8B-B14F-4D97-AF65-F5344CB8AC3E}">
        <p14:creationId xmlns:p14="http://schemas.microsoft.com/office/powerpoint/2010/main" val="37690024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30</a:t>
            </a:fld>
            <a:endParaRPr lang="en-US"/>
          </a:p>
        </p:txBody>
      </p:sp>
    </p:spTree>
    <p:extLst>
      <p:ext uri="{BB962C8B-B14F-4D97-AF65-F5344CB8AC3E}">
        <p14:creationId xmlns:p14="http://schemas.microsoft.com/office/powerpoint/2010/main" val="14353618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32</a:t>
            </a:fld>
            <a:endParaRPr lang="en-US"/>
          </a:p>
        </p:txBody>
      </p:sp>
    </p:spTree>
    <p:extLst>
      <p:ext uri="{BB962C8B-B14F-4D97-AF65-F5344CB8AC3E}">
        <p14:creationId xmlns:p14="http://schemas.microsoft.com/office/powerpoint/2010/main" val="40799829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4E038BA-856D-E640-9AF0-8E7AA133C933}" type="datetimeFigureOut">
              <a:rPr lang="en-US" smtClean="0"/>
              <a:t>9/10/2024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1524648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9/10/2024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012273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4E038BA-856D-E640-9AF0-8E7AA133C933}" type="datetimeFigureOut">
              <a:rPr lang="en-US" smtClean="0"/>
              <a:t>9/10/2024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303031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4E038BA-856D-E640-9AF0-8E7AA133C933}" type="datetimeFigureOut">
              <a:rPr lang="en-US" smtClean="0"/>
              <a:t>9/10/2024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585448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4E038BA-856D-E640-9AF0-8E7AA133C933}" type="datetimeFigureOut">
              <a:rPr lang="en-US" smtClean="0"/>
              <a:t>9/10/2024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870676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4E038BA-856D-E640-9AF0-8E7AA133C933}" type="datetimeFigureOut">
              <a:rPr lang="en-US" smtClean="0"/>
              <a:t>9/10/2024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1008595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E038BA-856D-E640-9AF0-8E7AA133C933}" type="datetimeFigureOut">
              <a:rPr lang="en-US" smtClean="0"/>
              <a:t>9/10/2024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218653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9/10/2024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20688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9/10/2024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571403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9/10/2024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510983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9/10/2024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4003078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Untitled-4.pn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4397736"/>
            <a:ext cx="9153144" cy="757423"/>
          </a:xfrm>
          <a:prstGeom prst="rect">
            <a:avLst/>
          </a:prstGeom>
        </p:spPr>
      </p:pic>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34E038BA-856D-E640-9AF0-8E7AA133C933}" type="datetimeFigureOut">
              <a:rPr lang="en-US" smtClean="0"/>
              <a:t>9/10/2024</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870BBC46-B35C-FC4A-B901-4F9F5D11ECB6}" type="slidenum">
              <a:rPr lang="en-US" smtClean="0"/>
              <a:t>‹#›</a:t>
            </a:fld>
            <a:endParaRPr lang="en-US"/>
          </a:p>
        </p:txBody>
      </p:sp>
    </p:spTree>
    <p:extLst>
      <p:ext uri="{BB962C8B-B14F-4D97-AF65-F5344CB8AC3E}">
        <p14:creationId xmlns:p14="http://schemas.microsoft.com/office/powerpoint/2010/main" val="35373879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38264"/>
            <a:ext cx="7772400" cy="1102519"/>
          </a:xfrm>
        </p:spPr>
        <p:txBody>
          <a:bodyPr>
            <a:normAutofit fontScale="90000"/>
          </a:bodyPr>
          <a:lstStyle/>
          <a:p>
            <a:r>
              <a:rPr lang="en-US" sz="3600" dirty="0">
                <a:ea typeface="+mj-lt"/>
                <a:cs typeface="+mj-lt"/>
              </a:rPr>
              <a:t>Information Sharing, Holdup, And External Finance: Evidence from Private Firms</a:t>
            </a:r>
          </a:p>
        </p:txBody>
      </p:sp>
      <p:sp>
        <p:nvSpPr>
          <p:cNvPr id="3" name="Subtitle 2"/>
          <p:cNvSpPr>
            <a:spLocks noGrp="1"/>
          </p:cNvSpPr>
          <p:nvPr>
            <p:ph type="subTitle" idx="1"/>
          </p:nvPr>
        </p:nvSpPr>
        <p:spPr>
          <a:xfrm>
            <a:off x="1073150" y="1589529"/>
            <a:ext cx="6997700" cy="2639787"/>
          </a:xfrm>
        </p:spPr>
        <p:txBody>
          <a:bodyPr vert="horz" lIns="91440" tIns="45720" rIns="91440" bIns="45720" rtlCol="0" anchor="t">
            <a:normAutofit fontScale="47500" lnSpcReduction="20000"/>
          </a:bodyPr>
          <a:lstStyle/>
          <a:p>
            <a:endParaRPr lang="en-US" sz="2900" b="1" dirty="0">
              <a:solidFill>
                <a:schemeClr val="tx1"/>
              </a:solidFill>
              <a:latin typeface="+mj-lt"/>
              <a:ea typeface="Calibri"/>
              <a:cs typeface="Times New Roman" panose="02020603050405020304" pitchFamily="18" charset="0"/>
            </a:endParaRPr>
          </a:p>
          <a:p>
            <a:r>
              <a:rPr lang="en-US" sz="2900" b="1" dirty="0">
                <a:solidFill>
                  <a:schemeClr val="tx1"/>
                </a:solidFill>
                <a:ea typeface="Calibri"/>
                <a:cs typeface="Calibri"/>
              </a:rPr>
              <a:t>Andrew Bird </a:t>
            </a:r>
            <a:br>
              <a:rPr lang="en-US" sz="2900" dirty="0">
                <a:solidFill>
                  <a:schemeClr val="tx1"/>
                </a:solidFill>
                <a:ea typeface="Calibri"/>
                <a:cs typeface="Calibri"/>
              </a:rPr>
            </a:br>
            <a:r>
              <a:rPr lang="en-US" sz="2900" dirty="0">
                <a:solidFill>
                  <a:schemeClr val="tx1"/>
                </a:solidFill>
                <a:ea typeface="Calibri"/>
                <a:cs typeface="Calibri"/>
              </a:rPr>
              <a:t>Carnegie Mellon University </a:t>
            </a:r>
          </a:p>
          <a:p>
            <a:br>
              <a:rPr lang="en-US" sz="2900" b="1" dirty="0">
                <a:ea typeface="Calibri"/>
                <a:cs typeface="Calibri"/>
              </a:rPr>
            </a:br>
            <a:r>
              <a:rPr lang="en-US" sz="2900" b="1">
                <a:solidFill>
                  <a:schemeClr val="tx1"/>
                </a:solidFill>
                <a:ea typeface="Calibri"/>
                <a:cs typeface="Calibri"/>
              </a:rPr>
              <a:t>Stephen A. Karolyi</a:t>
            </a:r>
            <a:r>
              <a:rPr lang="en-US" sz="2900" dirty="0">
                <a:solidFill>
                  <a:schemeClr val="tx1"/>
                </a:solidFill>
                <a:ea typeface="Calibri"/>
                <a:cs typeface="Calibri"/>
              </a:rPr>
              <a:t> </a:t>
            </a:r>
            <a:br>
              <a:rPr lang="en-US" sz="2900" dirty="0">
                <a:solidFill>
                  <a:schemeClr val="tx1"/>
                </a:solidFill>
                <a:ea typeface="Calibri"/>
                <a:cs typeface="Calibri"/>
              </a:rPr>
            </a:br>
            <a:r>
              <a:rPr lang="en-US" sz="2900" dirty="0">
                <a:solidFill>
                  <a:schemeClr val="tx1"/>
                </a:solidFill>
                <a:ea typeface="Calibri"/>
                <a:cs typeface="Calibri"/>
              </a:rPr>
              <a:t>Carnegie Mellon University </a:t>
            </a:r>
          </a:p>
          <a:p>
            <a:br>
              <a:rPr lang="en-US" sz="2900" dirty="0">
                <a:solidFill>
                  <a:schemeClr val="tx1"/>
                </a:solidFill>
                <a:ea typeface="Calibri"/>
                <a:cs typeface="Calibri"/>
              </a:rPr>
            </a:br>
            <a:r>
              <a:rPr lang="en-US" sz="2900" b="1" dirty="0">
                <a:solidFill>
                  <a:schemeClr val="tx1"/>
                </a:solidFill>
                <a:ea typeface="Calibri"/>
                <a:cs typeface="Calibri"/>
              </a:rPr>
              <a:t>Thomas G. Ruchti </a:t>
            </a:r>
            <a:br>
              <a:rPr lang="en-US" sz="2900" b="1" dirty="0">
                <a:ea typeface="Calibri"/>
                <a:cs typeface="Calibri"/>
              </a:rPr>
            </a:br>
            <a:r>
              <a:rPr lang="en-US" sz="2900" dirty="0">
                <a:solidFill>
                  <a:schemeClr val="tx1"/>
                </a:solidFill>
                <a:ea typeface="Calibri"/>
                <a:cs typeface="Calibri"/>
              </a:rPr>
              <a:t>Carnegie Mellon University</a:t>
            </a:r>
            <a:endParaRPr lang="en-US">
              <a:solidFill>
                <a:schemeClr val="tx1"/>
              </a:solidFill>
            </a:endParaRPr>
          </a:p>
          <a:p>
            <a:endParaRPr lang="en-US" sz="2600" i="1">
              <a:solidFill>
                <a:schemeClr val="tx1"/>
              </a:solidFill>
              <a:latin typeface="+mj-lt"/>
              <a:ea typeface="Calibri"/>
              <a:cs typeface="Times New Roman"/>
            </a:endParaRPr>
          </a:p>
          <a:p>
            <a:endParaRPr lang="en-US" sz="2900">
              <a:solidFill>
                <a:srgbClr val="000000"/>
              </a:solidFill>
              <a:ea typeface="Calibri"/>
              <a:cs typeface="Times New Roman"/>
            </a:endParaRPr>
          </a:p>
          <a:p>
            <a:endParaRPr lang="en-US" sz="2000" i="1">
              <a:solidFill>
                <a:schemeClr val="tx1"/>
              </a:solidFill>
              <a:latin typeface="+mj-lt"/>
              <a:ea typeface="Calibri"/>
              <a:cs typeface="Times New Roman" panose="02020603050405020304" pitchFamily="18" charset="0"/>
            </a:endParaRPr>
          </a:p>
          <a:p>
            <a:r>
              <a:rPr lang="en-US" sz="1800" dirty="0">
                <a:solidFill>
                  <a:schemeClr val="tx1"/>
                </a:solidFill>
                <a:latin typeface="+mj-lt"/>
                <a:cs typeface="Times New Roman"/>
              </a:rPr>
              <a:t>Presented by Austin Francis</a:t>
            </a:r>
            <a:endParaRPr lang="en-US" sz="1800" dirty="0">
              <a:solidFill>
                <a:schemeClr val="tx1"/>
              </a:solidFill>
              <a:latin typeface="+mj-lt"/>
              <a:ea typeface="Calibri"/>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5954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p:txBody>
          <a:bodyPr/>
          <a:lstStyle/>
          <a:p>
            <a:r>
              <a:rPr lang="en-US"/>
              <a:t>Research Question</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p:txBody>
          <a:bodyPr vert="horz" lIns="91440" tIns="45720" rIns="91440" bIns="45720" rtlCol="0" anchor="t">
            <a:normAutofit/>
          </a:bodyPr>
          <a:lstStyle/>
          <a:p>
            <a:r>
              <a:rPr lang="en-US" sz="2800" dirty="0">
                <a:ea typeface="+mn-lt"/>
                <a:cs typeface="+mn-lt"/>
              </a:rPr>
              <a:t>How does voluntary information sharing by private borrowers affect lender competition, borrower switching behavior, loan financing costs, and financial constraints?</a:t>
            </a:r>
            <a:endParaRPr lang="en-US" sz="2800" dirty="0">
              <a:ea typeface="Calibri"/>
              <a:cs typeface="Times New Roman"/>
            </a:endParaRPr>
          </a:p>
        </p:txBody>
      </p:sp>
    </p:spTree>
    <p:extLst>
      <p:ext uri="{BB962C8B-B14F-4D97-AF65-F5344CB8AC3E}">
        <p14:creationId xmlns:p14="http://schemas.microsoft.com/office/powerpoint/2010/main" val="718245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57200" y="108824"/>
            <a:ext cx="8229600" cy="681526"/>
          </a:xfrm>
        </p:spPr>
        <p:txBody>
          <a:bodyPr>
            <a:normAutofit fontScale="90000"/>
          </a:bodyPr>
          <a:lstStyle/>
          <a:p>
            <a:r>
              <a:rPr lang="en-US" dirty="0"/>
              <a:t>Prior Literature</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a:xfrm>
            <a:off x="457200" y="895927"/>
            <a:ext cx="8229600" cy="3715416"/>
          </a:xfrm>
        </p:spPr>
        <p:txBody>
          <a:bodyPr vert="horz" lIns="91440" tIns="45720" rIns="91440" bIns="45720" rtlCol="0" anchor="t">
            <a:noAutofit/>
          </a:bodyPr>
          <a:lstStyle/>
          <a:p>
            <a:pPr marL="342900" lvl="1" indent="-342900">
              <a:buFont typeface="Arial"/>
              <a:buChar char="•"/>
            </a:pPr>
            <a:r>
              <a:rPr lang="en-US" sz="2000" dirty="0"/>
              <a:t>There is information asymmetry in lending relationships </a:t>
            </a:r>
            <a:r>
              <a:rPr lang="en-US" sz="2000" dirty="0">
                <a:ea typeface="+mn-lt"/>
                <a:cs typeface="+mn-lt"/>
              </a:rPr>
              <a:t>(Hauswald and Marquez, 2006; Schenone, 2010; Bharath et al., 2007).</a:t>
            </a:r>
            <a:endParaRPr lang="en-US" dirty="0"/>
          </a:p>
          <a:p>
            <a:pPr marL="342900" lvl="1" indent="-342900">
              <a:buFont typeface="Arial"/>
              <a:buChar char="•"/>
            </a:pPr>
            <a:r>
              <a:rPr lang="en-US" sz="2000" dirty="0">
                <a:ea typeface="+mn-lt"/>
                <a:cs typeface="+mn-lt"/>
              </a:rPr>
              <a:t>Winner’s curse for outside lenders (Sharpe, 1990; Rajan, 1992; Berger and Udell, 1995; Petersen and Rajan, 1994).</a:t>
            </a:r>
            <a:endParaRPr lang="en-US" dirty="0">
              <a:ea typeface="+mn-lt"/>
              <a:cs typeface="+mn-lt"/>
            </a:endParaRPr>
          </a:p>
          <a:p>
            <a:pPr marL="342900" lvl="1" indent="-342900">
              <a:buFont typeface="Arial"/>
              <a:buChar char="•"/>
            </a:pPr>
            <a:r>
              <a:rPr lang="en-US" sz="2000" dirty="0">
                <a:ea typeface="+mn-lt"/>
                <a:cs typeface="+mn-lt"/>
              </a:rPr>
              <a:t>Voluntary information sharing reduces spreads (Petersen and Rajan, 1994).</a:t>
            </a:r>
          </a:p>
          <a:p>
            <a:pPr marL="342900" lvl="1" indent="-342900">
              <a:buFont typeface="Arial"/>
              <a:buChar char="•"/>
            </a:pPr>
            <a:r>
              <a:rPr lang="en-US" sz="2000" dirty="0">
                <a:ea typeface="+mn-lt"/>
                <a:cs typeface="+mn-lt"/>
              </a:rPr>
              <a:t>Proprietary costs reduce likelihood of information sharing (Bhattacharya and Ritter, 1983; Verrecchia, 1983; Darrough and Stoughton, 1990).</a:t>
            </a:r>
            <a:endParaRPr lang="en-US" sz="2000" dirty="0">
              <a:ea typeface="Calibri"/>
              <a:cs typeface="Calibri"/>
            </a:endParaRPr>
          </a:p>
        </p:txBody>
      </p:sp>
    </p:spTree>
    <p:extLst>
      <p:ext uri="{BB962C8B-B14F-4D97-AF65-F5344CB8AC3E}">
        <p14:creationId xmlns:p14="http://schemas.microsoft.com/office/powerpoint/2010/main" val="869680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p:txBody>
          <a:bodyPr>
            <a:noAutofit/>
          </a:bodyPr>
          <a:lstStyle/>
          <a:p>
            <a:r>
              <a:rPr lang="en-US"/>
              <a:t>Data Collection</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a:xfrm>
            <a:off x="457200" y="1063229"/>
            <a:ext cx="8229600" cy="3394472"/>
          </a:xfrm>
        </p:spPr>
        <p:txBody>
          <a:bodyPr vert="horz" lIns="91440" tIns="45720" rIns="91440" bIns="45720" rtlCol="0" anchor="t">
            <a:normAutofit/>
          </a:bodyPr>
          <a:lstStyle/>
          <a:p>
            <a:pPr marL="171450" indent="-171450">
              <a:buFont typeface="Arial" panose="020B0604020202020204" pitchFamily="34" charset="0"/>
              <a:buChar char="•"/>
            </a:pPr>
            <a:r>
              <a:rPr lang="en-US" dirty="0">
                <a:ea typeface="Calibri"/>
                <a:cs typeface="Calibri"/>
              </a:rPr>
              <a:t>LPC </a:t>
            </a:r>
            <a:r>
              <a:rPr lang="en-US" dirty="0" err="1">
                <a:ea typeface="Calibri"/>
                <a:cs typeface="Calibri"/>
              </a:rPr>
              <a:t>Dealscan</a:t>
            </a:r>
            <a:r>
              <a:rPr lang="en-US" dirty="0">
                <a:ea typeface="Calibri"/>
                <a:cs typeface="Calibri"/>
              </a:rPr>
              <a:t> database for borrower, lender, loan characteristics, and data on financial disclosures</a:t>
            </a:r>
          </a:p>
          <a:p>
            <a:pPr marL="171450" indent="-171450">
              <a:buFont typeface="Arial" panose="020B0604020202020204" pitchFamily="34" charset="0"/>
              <a:buChar char="•"/>
            </a:pPr>
            <a:endParaRPr lang="en-US">
              <a:ea typeface="Calibri"/>
              <a:cs typeface="Calibri"/>
            </a:endParaRPr>
          </a:p>
          <a:p>
            <a:pPr marL="171450" indent="-171450">
              <a:buFont typeface="Arial" panose="020B0604020202020204" pitchFamily="34" charset="0"/>
              <a:buChar char="•"/>
            </a:pPr>
            <a:endParaRPr lang="en-US">
              <a:ea typeface="Calibri"/>
              <a:cs typeface="Calibri"/>
            </a:endParaRPr>
          </a:p>
          <a:p>
            <a:pPr marL="171450" indent="-171450">
              <a:buFont typeface="Arial" panose="020B0604020202020204" pitchFamily="34" charset="0"/>
              <a:buChar char="•"/>
            </a:pPr>
            <a:endParaRPr lang="en-US">
              <a:ea typeface="Calibri"/>
              <a:cs typeface="Calibri"/>
            </a:endParaRPr>
          </a:p>
        </p:txBody>
      </p:sp>
    </p:spTree>
    <p:extLst>
      <p:ext uri="{BB962C8B-B14F-4D97-AF65-F5344CB8AC3E}">
        <p14:creationId xmlns:p14="http://schemas.microsoft.com/office/powerpoint/2010/main" val="2158989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table with numbers and a number of percentages&#10;&#10;Description automatically generated">
            <a:extLst>
              <a:ext uri="{FF2B5EF4-FFF2-40B4-BE49-F238E27FC236}">
                <a16:creationId xmlns:a16="http://schemas.microsoft.com/office/drawing/2014/main" id="{FF539626-9822-A9D0-1319-26FCECE6CA25}"/>
              </a:ext>
            </a:extLst>
          </p:cNvPr>
          <p:cNvPicPr>
            <a:picLocks noGrp="1" noChangeAspect="1"/>
          </p:cNvPicPr>
          <p:nvPr>
            <p:ph idx="1"/>
          </p:nvPr>
        </p:nvPicPr>
        <p:blipFill>
          <a:blip r:embed="rId3"/>
          <a:stretch>
            <a:fillRect/>
          </a:stretch>
        </p:blipFill>
        <p:spPr>
          <a:xfrm>
            <a:off x="99483" y="1089754"/>
            <a:ext cx="8945034" cy="2959099"/>
          </a:xfrm>
        </p:spPr>
      </p:pic>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91740" y="70624"/>
            <a:ext cx="9177086" cy="857250"/>
          </a:xfrm>
          <a:ln>
            <a:solidFill>
              <a:srgbClr val="4472C4"/>
            </a:solidFill>
          </a:ln>
        </p:spPr>
        <p:txBody>
          <a:bodyPr>
            <a:noAutofit/>
          </a:bodyPr>
          <a:lstStyle/>
          <a:p>
            <a:r>
              <a:rPr lang="en-US" sz="2800"/>
              <a:t>Table 1 – Summary Statistics</a:t>
            </a:r>
            <a:endParaRPr lang="en-US" sz="2800">
              <a:ea typeface="Calibri"/>
              <a:cs typeface="Calibri"/>
            </a:endParaRPr>
          </a:p>
        </p:txBody>
      </p:sp>
      <p:sp>
        <p:nvSpPr>
          <p:cNvPr id="5" name="Rectangle 4">
            <a:extLst>
              <a:ext uri="{FF2B5EF4-FFF2-40B4-BE49-F238E27FC236}">
                <a16:creationId xmlns:a16="http://schemas.microsoft.com/office/drawing/2014/main" id="{BB3E50EF-061C-13A1-7541-C8A2B27147B1}"/>
              </a:ext>
            </a:extLst>
          </p:cNvPr>
          <p:cNvSpPr/>
          <p:nvPr/>
        </p:nvSpPr>
        <p:spPr>
          <a:xfrm>
            <a:off x="2848086" y="2277030"/>
            <a:ext cx="669868" cy="1639526"/>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0926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B5F353D8-1329-3D21-C318-945EA80F9390}"/>
              </a:ext>
            </a:extLst>
          </p:cNvPr>
          <p:cNvPicPr>
            <a:picLocks noGrp="1" noChangeAspect="1"/>
          </p:cNvPicPr>
          <p:nvPr>
            <p:ph idx="1"/>
          </p:nvPr>
        </p:nvPicPr>
        <p:blipFill>
          <a:blip r:embed="rId3"/>
          <a:stretch>
            <a:fillRect/>
          </a:stretch>
        </p:blipFill>
        <p:spPr>
          <a:xfrm>
            <a:off x="1205030" y="808568"/>
            <a:ext cx="6575190" cy="4040055"/>
          </a:xfrm>
        </p:spPr>
      </p:pic>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91740" y="-3459"/>
            <a:ext cx="9177086" cy="857250"/>
          </a:xfrm>
        </p:spPr>
        <p:txBody>
          <a:bodyPr>
            <a:noAutofit/>
          </a:bodyPr>
          <a:lstStyle/>
          <a:p>
            <a:r>
              <a:rPr lang="en-US" sz="2800"/>
              <a:t>Table 1 – Summary Statistics</a:t>
            </a:r>
            <a:endParaRPr lang="en-US" sz="2800">
              <a:ea typeface="Calibri"/>
              <a:cs typeface="Calibri"/>
            </a:endParaRPr>
          </a:p>
        </p:txBody>
      </p:sp>
      <p:sp>
        <p:nvSpPr>
          <p:cNvPr id="3" name="Rectangle 2">
            <a:extLst>
              <a:ext uri="{FF2B5EF4-FFF2-40B4-BE49-F238E27FC236}">
                <a16:creationId xmlns:a16="http://schemas.microsoft.com/office/drawing/2014/main" id="{F03E9BE1-FAA9-3C5B-1284-A981FA8C645D}"/>
              </a:ext>
            </a:extLst>
          </p:cNvPr>
          <p:cNvSpPr/>
          <p:nvPr/>
        </p:nvSpPr>
        <p:spPr>
          <a:xfrm>
            <a:off x="2919330" y="1542504"/>
            <a:ext cx="1449676" cy="543547"/>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89612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264F8-2588-11AC-4B49-3C96314C6727}"/>
              </a:ext>
            </a:extLst>
          </p:cNvPr>
          <p:cNvSpPr>
            <a:spLocks noGrp="1"/>
          </p:cNvSpPr>
          <p:nvPr>
            <p:ph type="title"/>
          </p:nvPr>
        </p:nvSpPr>
        <p:spPr/>
        <p:txBody>
          <a:bodyPr/>
          <a:lstStyle/>
          <a:p>
            <a:r>
              <a:rPr lang="en-US">
                <a:ea typeface="Calibri"/>
                <a:cs typeface="Calibri"/>
              </a:rPr>
              <a:t>Table 1 Takeaways</a:t>
            </a:r>
            <a:endParaRPr lang="en-US"/>
          </a:p>
        </p:txBody>
      </p:sp>
      <p:sp>
        <p:nvSpPr>
          <p:cNvPr id="3" name="Content Placeholder 2">
            <a:extLst>
              <a:ext uri="{FF2B5EF4-FFF2-40B4-BE49-F238E27FC236}">
                <a16:creationId xmlns:a16="http://schemas.microsoft.com/office/drawing/2014/main" id="{C57A2EFD-A0BC-81FA-1CC0-C60FF5F3D1CA}"/>
              </a:ext>
            </a:extLst>
          </p:cNvPr>
          <p:cNvSpPr>
            <a:spLocks noGrp="1"/>
          </p:cNvSpPr>
          <p:nvPr>
            <p:ph idx="1"/>
          </p:nvPr>
        </p:nvSpPr>
        <p:spPr/>
        <p:txBody>
          <a:bodyPr vert="horz" lIns="91440" tIns="45720" rIns="91440" bIns="45720" rtlCol="0" anchor="t">
            <a:normAutofit fontScale="92500" lnSpcReduction="20000"/>
          </a:bodyPr>
          <a:lstStyle/>
          <a:p>
            <a:r>
              <a:rPr lang="en-US" dirty="0">
                <a:ea typeface="Calibri"/>
                <a:cs typeface="Calibri"/>
              </a:rPr>
              <a:t>A small percentage of firms (5.75%) disclose. </a:t>
            </a:r>
          </a:p>
          <a:p>
            <a:r>
              <a:rPr lang="en-US">
                <a:ea typeface="Calibri"/>
                <a:cs typeface="Calibri"/>
              </a:rPr>
              <a:t>Sales, Senior Debt/EBITDA, Interest Coverage are most disclosed</a:t>
            </a:r>
            <a:endParaRPr lang="en-US" dirty="0">
              <a:ea typeface="Calibri"/>
              <a:cs typeface="Calibri"/>
            </a:endParaRPr>
          </a:p>
          <a:p>
            <a:r>
              <a:rPr lang="en-US" dirty="0">
                <a:ea typeface="Calibri"/>
                <a:cs typeface="Calibri"/>
              </a:rPr>
              <a:t>Loans with </a:t>
            </a:r>
            <a:r>
              <a:rPr lang="en-US">
                <a:ea typeface="Calibri"/>
                <a:cs typeface="Calibri"/>
              </a:rPr>
              <a:t>Disclosures have more favorable terms </a:t>
            </a:r>
          </a:p>
          <a:p>
            <a:r>
              <a:rPr lang="en-US" dirty="0">
                <a:ea typeface="Calibri"/>
                <a:cs typeface="Calibri"/>
              </a:rPr>
              <a:t>Disclosers are less likely to borrow from sole lenders and more likely to initiate loans with a new lender</a:t>
            </a:r>
          </a:p>
        </p:txBody>
      </p:sp>
    </p:spTree>
    <p:extLst>
      <p:ext uri="{BB962C8B-B14F-4D97-AF65-F5344CB8AC3E}">
        <p14:creationId xmlns:p14="http://schemas.microsoft.com/office/powerpoint/2010/main" val="4233582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19C56-8DF6-8A04-72BA-266E74E89A03}"/>
              </a:ext>
            </a:extLst>
          </p:cNvPr>
          <p:cNvSpPr>
            <a:spLocks noGrp="1"/>
          </p:cNvSpPr>
          <p:nvPr>
            <p:ph type="title"/>
          </p:nvPr>
        </p:nvSpPr>
        <p:spPr/>
        <p:txBody>
          <a:bodyPr>
            <a:normAutofit/>
          </a:bodyPr>
          <a:lstStyle/>
          <a:p>
            <a:r>
              <a:rPr lang="en-US">
                <a:ea typeface="Calibri"/>
                <a:cs typeface="Calibri"/>
              </a:rPr>
              <a:t>Empirical Design</a:t>
            </a:r>
          </a:p>
        </p:txBody>
      </p:sp>
      <p:pic>
        <p:nvPicPr>
          <p:cNvPr id="4" name="Content Placeholder 3" descr="A black and blue text&#10;&#10;Description automatically generated">
            <a:extLst>
              <a:ext uri="{FF2B5EF4-FFF2-40B4-BE49-F238E27FC236}">
                <a16:creationId xmlns:a16="http://schemas.microsoft.com/office/drawing/2014/main" id="{600B6192-EA39-D03A-13E1-AAB0FD9834A8}"/>
              </a:ext>
            </a:extLst>
          </p:cNvPr>
          <p:cNvPicPr>
            <a:picLocks noGrp="1" noChangeAspect="1"/>
          </p:cNvPicPr>
          <p:nvPr>
            <p:ph idx="1"/>
          </p:nvPr>
        </p:nvPicPr>
        <p:blipFill>
          <a:blip r:embed="rId3"/>
          <a:stretch>
            <a:fillRect/>
          </a:stretch>
        </p:blipFill>
        <p:spPr>
          <a:xfrm>
            <a:off x="592666" y="1411487"/>
            <a:ext cx="8233833" cy="1013883"/>
          </a:xfrm>
        </p:spPr>
      </p:pic>
    </p:spTree>
    <p:extLst>
      <p:ext uri="{BB962C8B-B14F-4D97-AF65-F5344CB8AC3E}">
        <p14:creationId xmlns:p14="http://schemas.microsoft.com/office/powerpoint/2010/main" val="978402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screenshot of a number&#10;&#10;Description automatically generated">
            <a:extLst>
              <a:ext uri="{FF2B5EF4-FFF2-40B4-BE49-F238E27FC236}">
                <a16:creationId xmlns:a16="http://schemas.microsoft.com/office/drawing/2014/main" id="{57E4F1E1-8895-520B-D817-1B33B85FA8B1}"/>
              </a:ext>
            </a:extLst>
          </p:cNvPr>
          <p:cNvPicPr>
            <a:picLocks noGrp="1" noChangeAspect="1"/>
          </p:cNvPicPr>
          <p:nvPr>
            <p:ph idx="1"/>
          </p:nvPr>
        </p:nvPicPr>
        <p:blipFill>
          <a:blip r:embed="rId3"/>
          <a:stretch>
            <a:fillRect/>
          </a:stretch>
        </p:blipFill>
        <p:spPr>
          <a:xfrm>
            <a:off x="161925" y="1060649"/>
            <a:ext cx="8873066" cy="2826808"/>
          </a:xfrm>
        </p:spPr>
      </p:pic>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697" y="205979"/>
            <a:ext cx="9067277" cy="857250"/>
          </a:xfrm>
        </p:spPr>
        <p:txBody>
          <a:bodyPr>
            <a:noAutofit/>
          </a:bodyPr>
          <a:lstStyle/>
          <a:p>
            <a:r>
              <a:rPr lang="en-US" sz="2800" dirty="0"/>
              <a:t>Table 2 - Voluntary disclosure and future lender choice</a:t>
            </a:r>
          </a:p>
        </p:txBody>
      </p:sp>
      <p:sp>
        <p:nvSpPr>
          <p:cNvPr id="8" name="Rectangle 7">
            <a:extLst>
              <a:ext uri="{FF2B5EF4-FFF2-40B4-BE49-F238E27FC236}">
                <a16:creationId xmlns:a16="http://schemas.microsoft.com/office/drawing/2014/main" id="{9BC0799E-34BE-0A52-639A-817947FE0509}"/>
              </a:ext>
            </a:extLst>
          </p:cNvPr>
          <p:cNvSpPr/>
          <p:nvPr/>
        </p:nvSpPr>
        <p:spPr>
          <a:xfrm>
            <a:off x="2397236" y="1703971"/>
            <a:ext cx="6479783" cy="276837"/>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1299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697" y="205979"/>
            <a:ext cx="9067277" cy="857250"/>
          </a:xfrm>
        </p:spPr>
        <p:txBody>
          <a:bodyPr>
            <a:noAutofit/>
          </a:bodyPr>
          <a:lstStyle/>
          <a:p>
            <a:r>
              <a:rPr lang="en-US" sz="2800"/>
              <a:t>Table 2 Takeaways</a:t>
            </a:r>
          </a:p>
        </p:txBody>
      </p:sp>
      <p:sp>
        <p:nvSpPr>
          <p:cNvPr id="4" name="Content Placeholder 3">
            <a:extLst>
              <a:ext uri="{FF2B5EF4-FFF2-40B4-BE49-F238E27FC236}">
                <a16:creationId xmlns:a16="http://schemas.microsoft.com/office/drawing/2014/main" id="{22DDC56A-D7F3-FBC5-8D2F-DA585681679B}"/>
              </a:ext>
            </a:extLst>
          </p:cNvPr>
          <p:cNvSpPr>
            <a:spLocks noGrp="1"/>
          </p:cNvSpPr>
          <p:nvPr>
            <p:ph idx="1"/>
          </p:nvPr>
        </p:nvSpPr>
        <p:spPr/>
        <p:txBody>
          <a:bodyPr vert="horz" lIns="91440" tIns="45720" rIns="91440" bIns="45720" rtlCol="0" anchor="t">
            <a:normAutofit/>
          </a:bodyPr>
          <a:lstStyle/>
          <a:p>
            <a:r>
              <a:rPr lang="en-US" dirty="0">
                <a:ea typeface="Calibri"/>
                <a:cs typeface="Calibri"/>
              </a:rPr>
              <a:t>Disclosure leads to a higher chance of working with a new lender, regardless of the varying fixed effects</a:t>
            </a:r>
          </a:p>
          <a:p>
            <a:endParaRPr lang="en-US" dirty="0">
              <a:ea typeface="Calibri"/>
              <a:cs typeface="Calibri"/>
            </a:endParaRPr>
          </a:p>
        </p:txBody>
      </p:sp>
    </p:spTree>
    <p:extLst>
      <p:ext uri="{BB962C8B-B14F-4D97-AF65-F5344CB8AC3E}">
        <p14:creationId xmlns:p14="http://schemas.microsoft.com/office/powerpoint/2010/main" val="3278758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table with numbers and symbols&#10;&#10;Description automatically generated">
            <a:extLst>
              <a:ext uri="{FF2B5EF4-FFF2-40B4-BE49-F238E27FC236}">
                <a16:creationId xmlns:a16="http://schemas.microsoft.com/office/drawing/2014/main" id="{B543689B-3528-D6BD-8786-631DAAA97C24}"/>
              </a:ext>
            </a:extLst>
          </p:cNvPr>
          <p:cNvPicPr>
            <a:picLocks noGrp="1" noChangeAspect="1"/>
          </p:cNvPicPr>
          <p:nvPr>
            <p:ph idx="1"/>
          </p:nvPr>
        </p:nvPicPr>
        <p:blipFill>
          <a:blip r:embed="rId3"/>
          <a:stretch>
            <a:fillRect/>
          </a:stretch>
        </p:blipFill>
        <p:spPr>
          <a:xfrm>
            <a:off x="312737" y="908779"/>
            <a:ext cx="8433858" cy="2749550"/>
          </a:xfrm>
        </p:spPr>
      </p:pic>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3707" y="46295"/>
            <a:ext cx="9067277" cy="857250"/>
          </a:xfrm>
        </p:spPr>
        <p:txBody>
          <a:bodyPr>
            <a:noAutofit/>
          </a:bodyPr>
          <a:lstStyle/>
          <a:p>
            <a:r>
              <a:rPr lang="en-US" sz="2800" dirty="0"/>
              <a:t>Table 3 – Voluntary disclosure and future syndicate structure</a:t>
            </a:r>
            <a:endParaRPr lang="en-US" sz="2800" dirty="0">
              <a:ea typeface="Calibri"/>
              <a:cs typeface="Calibri"/>
            </a:endParaRPr>
          </a:p>
        </p:txBody>
      </p:sp>
      <p:sp>
        <p:nvSpPr>
          <p:cNvPr id="4" name="Rectangle 3">
            <a:extLst>
              <a:ext uri="{FF2B5EF4-FFF2-40B4-BE49-F238E27FC236}">
                <a16:creationId xmlns:a16="http://schemas.microsoft.com/office/drawing/2014/main" id="{5F657094-2D04-E9C4-D1D3-AE4CA128A281}"/>
              </a:ext>
            </a:extLst>
          </p:cNvPr>
          <p:cNvSpPr/>
          <p:nvPr/>
        </p:nvSpPr>
        <p:spPr>
          <a:xfrm>
            <a:off x="2293407" y="1593682"/>
            <a:ext cx="6322928" cy="248875"/>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71918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table with numbers and symbols&#10;&#10;Description automatically generated">
            <a:extLst>
              <a:ext uri="{FF2B5EF4-FFF2-40B4-BE49-F238E27FC236}">
                <a16:creationId xmlns:a16="http://schemas.microsoft.com/office/drawing/2014/main" id="{6EAFBE16-CD79-5D4D-FB5F-6BAB751414E5}"/>
              </a:ext>
            </a:extLst>
          </p:cNvPr>
          <p:cNvPicPr>
            <a:picLocks noGrp="1" noChangeAspect="1"/>
          </p:cNvPicPr>
          <p:nvPr>
            <p:ph idx="1"/>
          </p:nvPr>
        </p:nvPicPr>
        <p:blipFill>
          <a:blip r:embed="rId3"/>
          <a:stretch>
            <a:fillRect/>
          </a:stretch>
        </p:blipFill>
        <p:spPr>
          <a:xfrm>
            <a:off x="90487" y="1114624"/>
            <a:ext cx="8963025" cy="2919941"/>
          </a:xfrm>
        </p:spPr>
      </p:pic>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3707" y="46295"/>
            <a:ext cx="9067277" cy="857250"/>
          </a:xfrm>
        </p:spPr>
        <p:txBody>
          <a:bodyPr>
            <a:noAutofit/>
          </a:bodyPr>
          <a:lstStyle/>
          <a:p>
            <a:r>
              <a:rPr lang="en-US" sz="2800" dirty="0"/>
              <a:t>Table 3 – Voluntary disclosure and future syndicate structure</a:t>
            </a:r>
            <a:endParaRPr lang="en-US" sz="2800" dirty="0">
              <a:ea typeface="Calibri"/>
              <a:cs typeface="Calibri"/>
            </a:endParaRPr>
          </a:p>
        </p:txBody>
      </p:sp>
      <p:sp>
        <p:nvSpPr>
          <p:cNvPr id="4" name="Rectangle 3">
            <a:extLst>
              <a:ext uri="{FF2B5EF4-FFF2-40B4-BE49-F238E27FC236}">
                <a16:creationId xmlns:a16="http://schemas.microsoft.com/office/drawing/2014/main" id="{5F657094-2D04-E9C4-D1D3-AE4CA128A281}"/>
              </a:ext>
            </a:extLst>
          </p:cNvPr>
          <p:cNvSpPr/>
          <p:nvPr/>
        </p:nvSpPr>
        <p:spPr>
          <a:xfrm>
            <a:off x="2187574" y="1837099"/>
            <a:ext cx="6725094" cy="248875"/>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92518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white paper with black text&#10;&#10;Description automatically generated">
            <a:extLst>
              <a:ext uri="{FF2B5EF4-FFF2-40B4-BE49-F238E27FC236}">
                <a16:creationId xmlns:a16="http://schemas.microsoft.com/office/drawing/2014/main" id="{EDF20BA8-CB9C-112B-EC38-A71F85E7E2C1}"/>
              </a:ext>
            </a:extLst>
          </p:cNvPr>
          <p:cNvPicPr>
            <a:picLocks noGrp="1" noChangeAspect="1"/>
          </p:cNvPicPr>
          <p:nvPr>
            <p:ph idx="1"/>
          </p:nvPr>
        </p:nvPicPr>
        <p:blipFill>
          <a:blip r:embed="rId3"/>
          <a:stretch>
            <a:fillRect/>
          </a:stretch>
        </p:blipFill>
        <p:spPr>
          <a:xfrm>
            <a:off x="223315" y="1284009"/>
            <a:ext cx="8861772" cy="3015380"/>
          </a:xfrm>
        </p:spPr>
      </p:pic>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3707" y="46295"/>
            <a:ext cx="9067277" cy="857250"/>
          </a:xfrm>
        </p:spPr>
        <p:txBody>
          <a:bodyPr>
            <a:noAutofit/>
          </a:bodyPr>
          <a:lstStyle/>
          <a:p>
            <a:r>
              <a:rPr lang="en-US" sz="2800" dirty="0"/>
              <a:t>Table 3 – Voluntary disclosure and future syndicate structure</a:t>
            </a:r>
            <a:endParaRPr lang="en-US" sz="2800" dirty="0">
              <a:ea typeface="Calibri"/>
              <a:cs typeface="Calibri"/>
            </a:endParaRPr>
          </a:p>
        </p:txBody>
      </p:sp>
      <p:sp>
        <p:nvSpPr>
          <p:cNvPr id="4" name="Rectangle 3">
            <a:extLst>
              <a:ext uri="{FF2B5EF4-FFF2-40B4-BE49-F238E27FC236}">
                <a16:creationId xmlns:a16="http://schemas.microsoft.com/office/drawing/2014/main" id="{5F657094-2D04-E9C4-D1D3-AE4CA128A281}"/>
              </a:ext>
            </a:extLst>
          </p:cNvPr>
          <p:cNvSpPr/>
          <p:nvPr/>
        </p:nvSpPr>
        <p:spPr>
          <a:xfrm>
            <a:off x="2289348" y="2087620"/>
            <a:ext cx="6725094" cy="248875"/>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61938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697" y="205979"/>
            <a:ext cx="9067277" cy="857250"/>
          </a:xfrm>
        </p:spPr>
        <p:txBody>
          <a:bodyPr>
            <a:noAutofit/>
          </a:bodyPr>
          <a:lstStyle/>
          <a:p>
            <a:r>
              <a:rPr lang="en-US" sz="2800"/>
              <a:t>Table 3 Takeaways</a:t>
            </a:r>
          </a:p>
        </p:txBody>
      </p:sp>
      <p:sp>
        <p:nvSpPr>
          <p:cNvPr id="4" name="Content Placeholder 3">
            <a:extLst>
              <a:ext uri="{FF2B5EF4-FFF2-40B4-BE49-F238E27FC236}">
                <a16:creationId xmlns:a16="http://schemas.microsoft.com/office/drawing/2014/main" id="{22DDC56A-D7F3-FBC5-8D2F-DA585681679B}"/>
              </a:ext>
            </a:extLst>
          </p:cNvPr>
          <p:cNvSpPr>
            <a:spLocks noGrp="1"/>
          </p:cNvSpPr>
          <p:nvPr>
            <p:ph idx="1"/>
          </p:nvPr>
        </p:nvSpPr>
        <p:spPr/>
        <p:txBody>
          <a:bodyPr vert="horz" lIns="91440" tIns="45720" rIns="91440" bIns="45720" rtlCol="0" anchor="t">
            <a:normAutofit/>
          </a:bodyPr>
          <a:lstStyle/>
          <a:p>
            <a:r>
              <a:rPr lang="en-US" dirty="0">
                <a:ea typeface="Calibri"/>
                <a:cs typeface="Calibri"/>
              </a:rPr>
              <a:t>Disclosing firms see an increase in the number of lenders in the syndicate</a:t>
            </a:r>
          </a:p>
          <a:p>
            <a:r>
              <a:rPr lang="en-US" dirty="0">
                <a:ea typeface="Calibri"/>
                <a:cs typeface="Calibri"/>
              </a:rPr>
              <a:t>They also see the retained share of the lead arranger decrease</a:t>
            </a:r>
          </a:p>
          <a:p>
            <a:r>
              <a:rPr lang="en-US" dirty="0">
                <a:ea typeface="Calibri"/>
                <a:cs typeface="Calibri"/>
              </a:rPr>
              <a:t>Increase share of nonbank institutions</a:t>
            </a:r>
          </a:p>
        </p:txBody>
      </p:sp>
    </p:spTree>
    <p:extLst>
      <p:ext uri="{BB962C8B-B14F-4D97-AF65-F5344CB8AC3E}">
        <p14:creationId xmlns:p14="http://schemas.microsoft.com/office/powerpoint/2010/main" val="3419803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descr="A table with numbers and symbols&#10;&#10;Description automatically generated">
            <a:extLst>
              <a:ext uri="{FF2B5EF4-FFF2-40B4-BE49-F238E27FC236}">
                <a16:creationId xmlns:a16="http://schemas.microsoft.com/office/drawing/2014/main" id="{D2765386-1730-5BD3-63EA-0DB90B8D0B34}"/>
              </a:ext>
            </a:extLst>
          </p:cNvPr>
          <p:cNvPicPr>
            <a:picLocks noGrp="1" noChangeAspect="1"/>
          </p:cNvPicPr>
          <p:nvPr>
            <p:ph idx="1"/>
          </p:nvPr>
        </p:nvPicPr>
        <p:blipFill>
          <a:blip r:embed="rId3"/>
          <a:stretch>
            <a:fillRect/>
          </a:stretch>
        </p:blipFill>
        <p:spPr>
          <a:xfrm>
            <a:off x="314854" y="1067528"/>
            <a:ext cx="8747125" cy="2844800"/>
          </a:xfrm>
        </p:spPr>
      </p:pic>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697" y="205979"/>
            <a:ext cx="9067277" cy="857250"/>
          </a:xfrm>
        </p:spPr>
        <p:txBody>
          <a:bodyPr>
            <a:noAutofit/>
          </a:bodyPr>
          <a:lstStyle/>
          <a:p>
            <a:r>
              <a:rPr lang="en-US" sz="2800" dirty="0"/>
              <a:t>Table 4 – Voluntary Disclosure and Future Loan Terms</a:t>
            </a:r>
            <a:endParaRPr lang="en-US" sz="2800" dirty="0">
              <a:ea typeface="Calibri"/>
              <a:cs typeface="Calibri"/>
            </a:endParaRPr>
          </a:p>
        </p:txBody>
      </p:sp>
      <p:sp>
        <p:nvSpPr>
          <p:cNvPr id="4" name="Rectangle 3">
            <a:extLst>
              <a:ext uri="{FF2B5EF4-FFF2-40B4-BE49-F238E27FC236}">
                <a16:creationId xmlns:a16="http://schemas.microsoft.com/office/drawing/2014/main" id="{38E371B6-7E68-020B-AAC5-C3FCEE3E73F7}"/>
              </a:ext>
            </a:extLst>
          </p:cNvPr>
          <p:cNvSpPr/>
          <p:nvPr/>
        </p:nvSpPr>
        <p:spPr>
          <a:xfrm>
            <a:off x="2289286" y="1794765"/>
            <a:ext cx="6548630" cy="448843"/>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735071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table with numbers and symbols&#10;&#10;Description automatically generated">
            <a:extLst>
              <a:ext uri="{FF2B5EF4-FFF2-40B4-BE49-F238E27FC236}">
                <a16:creationId xmlns:a16="http://schemas.microsoft.com/office/drawing/2014/main" id="{74617DB4-D9B4-F512-B15B-BF0507EAE0D1}"/>
              </a:ext>
            </a:extLst>
          </p:cNvPr>
          <p:cNvPicPr>
            <a:picLocks noGrp="1" noChangeAspect="1"/>
          </p:cNvPicPr>
          <p:nvPr>
            <p:ph idx="1"/>
          </p:nvPr>
        </p:nvPicPr>
        <p:blipFill>
          <a:blip r:embed="rId3"/>
          <a:stretch>
            <a:fillRect/>
          </a:stretch>
        </p:blipFill>
        <p:spPr>
          <a:xfrm>
            <a:off x="89958" y="1063824"/>
            <a:ext cx="8964083" cy="3010958"/>
          </a:xfrm>
        </p:spPr>
      </p:pic>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697" y="205979"/>
            <a:ext cx="9067277" cy="857250"/>
          </a:xfrm>
        </p:spPr>
        <p:txBody>
          <a:bodyPr>
            <a:noAutofit/>
          </a:bodyPr>
          <a:lstStyle/>
          <a:p>
            <a:r>
              <a:rPr lang="en-US" sz="2800" dirty="0"/>
              <a:t>Table 4 – Voluntary Disclosure and Future Loan Terms</a:t>
            </a:r>
            <a:endParaRPr lang="en-US" sz="2800" dirty="0">
              <a:ea typeface="Calibri"/>
              <a:cs typeface="Calibri"/>
            </a:endParaRPr>
          </a:p>
        </p:txBody>
      </p:sp>
      <p:sp>
        <p:nvSpPr>
          <p:cNvPr id="4" name="Rectangle 3">
            <a:extLst>
              <a:ext uri="{FF2B5EF4-FFF2-40B4-BE49-F238E27FC236}">
                <a16:creationId xmlns:a16="http://schemas.microsoft.com/office/drawing/2014/main" id="{38E371B6-7E68-020B-AAC5-C3FCEE3E73F7}"/>
              </a:ext>
            </a:extLst>
          </p:cNvPr>
          <p:cNvSpPr/>
          <p:nvPr/>
        </p:nvSpPr>
        <p:spPr>
          <a:xfrm>
            <a:off x="2172869" y="1858265"/>
            <a:ext cx="6760296" cy="448843"/>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9056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806F7-E015-3400-3C17-82867A787420}"/>
              </a:ext>
            </a:extLst>
          </p:cNvPr>
          <p:cNvSpPr>
            <a:spLocks noGrp="1"/>
          </p:cNvSpPr>
          <p:nvPr>
            <p:ph type="title"/>
          </p:nvPr>
        </p:nvSpPr>
        <p:spPr/>
        <p:txBody>
          <a:bodyPr/>
          <a:lstStyle/>
          <a:p>
            <a:r>
              <a:rPr lang="en-US">
                <a:ea typeface="Calibri"/>
                <a:cs typeface="Calibri"/>
              </a:rPr>
              <a:t>Table 4 Takeaways</a:t>
            </a:r>
          </a:p>
        </p:txBody>
      </p:sp>
      <p:sp>
        <p:nvSpPr>
          <p:cNvPr id="3" name="Content Placeholder 2">
            <a:extLst>
              <a:ext uri="{FF2B5EF4-FFF2-40B4-BE49-F238E27FC236}">
                <a16:creationId xmlns:a16="http://schemas.microsoft.com/office/drawing/2014/main" id="{FE278BFF-FA8B-34A3-C83B-1D0BFB2544CD}"/>
              </a:ext>
            </a:extLst>
          </p:cNvPr>
          <p:cNvSpPr>
            <a:spLocks noGrp="1"/>
          </p:cNvSpPr>
          <p:nvPr>
            <p:ph idx="1"/>
          </p:nvPr>
        </p:nvSpPr>
        <p:spPr>
          <a:xfrm>
            <a:off x="457200" y="1060939"/>
            <a:ext cx="8229600" cy="3394472"/>
          </a:xfrm>
        </p:spPr>
        <p:txBody>
          <a:bodyPr vert="horz" lIns="91440" tIns="45720" rIns="91440" bIns="45720" rtlCol="0" anchor="t">
            <a:normAutofit/>
          </a:bodyPr>
          <a:lstStyle/>
          <a:p>
            <a:r>
              <a:rPr lang="en-US" dirty="0">
                <a:ea typeface="Calibri"/>
                <a:cs typeface="Calibri"/>
              </a:rPr>
              <a:t>Disclosing firms benefit from lower spreads in their next loan </a:t>
            </a:r>
          </a:p>
          <a:p>
            <a:r>
              <a:rPr lang="en-US" dirty="0">
                <a:ea typeface="Calibri"/>
                <a:cs typeface="Calibri"/>
              </a:rPr>
              <a:t>They also benefit from increased loan amounts</a:t>
            </a:r>
          </a:p>
          <a:p>
            <a:pPr marL="0" indent="0">
              <a:buNone/>
            </a:pPr>
            <a:endParaRPr lang="en-US">
              <a:ea typeface="Calibri"/>
              <a:cs typeface="Calibri"/>
            </a:endParaRPr>
          </a:p>
        </p:txBody>
      </p:sp>
    </p:spTree>
    <p:extLst>
      <p:ext uri="{BB962C8B-B14F-4D97-AF65-F5344CB8AC3E}">
        <p14:creationId xmlns:p14="http://schemas.microsoft.com/office/powerpoint/2010/main" val="6863754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71B54-6A32-EBD2-3520-B3F4AC24244B}"/>
              </a:ext>
            </a:extLst>
          </p:cNvPr>
          <p:cNvSpPr>
            <a:spLocks noGrp="1"/>
          </p:cNvSpPr>
          <p:nvPr>
            <p:ph type="title"/>
          </p:nvPr>
        </p:nvSpPr>
        <p:spPr/>
        <p:txBody>
          <a:bodyPr/>
          <a:lstStyle/>
          <a:p>
            <a:r>
              <a:rPr lang="en-US" dirty="0">
                <a:ea typeface="Calibri"/>
                <a:cs typeface="Calibri"/>
              </a:rPr>
              <a:t>Empirical Design Part 2</a:t>
            </a:r>
            <a:endParaRPr lang="en-US" dirty="0"/>
          </a:p>
        </p:txBody>
      </p:sp>
      <p:pic>
        <p:nvPicPr>
          <p:cNvPr id="4" name="Content Placeholder 3">
            <a:extLst>
              <a:ext uri="{FF2B5EF4-FFF2-40B4-BE49-F238E27FC236}">
                <a16:creationId xmlns:a16="http://schemas.microsoft.com/office/drawing/2014/main" id="{1CA21C14-3B80-FCA6-00FE-C2148B5D4BE3}"/>
              </a:ext>
            </a:extLst>
          </p:cNvPr>
          <p:cNvPicPr>
            <a:picLocks noGrp="1" noChangeAspect="1"/>
          </p:cNvPicPr>
          <p:nvPr>
            <p:ph idx="1"/>
          </p:nvPr>
        </p:nvPicPr>
        <p:blipFill>
          <a:blip r:embed="rId3"/>
          <a:stretch>
            <a:fillRect/>
          </a:stretch>
        </p:blipFill>
        <p:spPr>
          <a:xfrm>
            <a:off x="1020234" y="1852812"/>
            <a:ext cx="7092950" cy="850900"/>
          </a:xfrm>
        </p:spPr>
      </p:pic>
    </p:spTree>
    <p:extLst>
      <p:ext uri="{BB962C8B-B14F-4D97-AF65-F5344CB8AC3E}">
        <p14:creationId xmlns:p14="http://schemas.microsoft.com/office/powerpoint/2010/main" val="33432299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C96439BE-8C73-C58D-D615-37897FB8B146}"/>
              </a:ext>
            </a:extLst>
          </p:cNvPr>
          <p:cNvPicPr>
            <a:picLocks noGrp="1" noChangeAspect="1"/>
          </p:cNvPicPr>
          <p:nvPr>
            <p:ph idx="1"/>
          </p:nvPr>
        </p:nvPicPr>
        <p:blipFill>
          <a:blip r:embed="rId3"/>
          <a:stretch>
            <a:fillRect/>
          </a:stretch>
        </p:blipFill>
        <p:spPr>
          <a:xfrm>
            <a:off x="1077687" y="565151"/>
            <a:ext cx="6935708" cy="4018888"/>
          </a:xfrm>
        </p:spPr>
      </p:pic>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3707" y="-4131"/>
            <a:ext cx="9067277" cy="857250"/>
          </a:xfrm>
        </p:spPr>
        <p:txBody>
          <a:bodyPr>
            <a:noAutofit/>
          </a:bodyPr>
          <a:lstStyle/>
          <a:p>
            <a:r>
              <a:rPr lang="en-US" sz="2800" dirty="0"/>
              <a:t>Table 5 – The Costs of Voluntary Disclosure</a:t>
            </a:r>
            <a:endParaRPr lang="en-US" sz="2800" dirty="0">
              <a:ea typeface="Calibri"/>
              <a:cs typeface="Calibri"/>
            </a:endParaRPr>
          </a:p>
        </p:txBody>
      </p:sp>
    </p:spTree>
    <p:extLst>
      <p:ext uri="{BB962C8B-B14F-4D97-AF65-F5344CB8AC3E}">
        <p14:creationId xmlns:p14="http://schemas.microsoft.com/office/powerpoint/2010/main" val="2551857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648A2-0950-9C65-8ED8-0570A9273215}"/>
              </a:ext>
            </a:extLst>
          </p:cNvPr>
          <p:cNvSpPr>
            <a:spLocks noGrp="1"/>
          </p:cNvSpPr>
          <p:nvPr>
            <p:ph type="title"/>
          </p:nvPr>
        </p:nvSpPr>
        <p:spPr/>
        <p:txBody>
          <a:bodyPr/>
          <a:lstStyle/>
          <a:p>
            <a:r>
              <a:rPr lang="en-US">
                <a:ea typeface="Calibri"/>
                <a:cs typeface="Calibri"/>
              </a:rPr>
              <a:t>Table 5 Takeaways</a:t>
            </a:r>
            <a:endParaRPr lang="en-US"/>
          </a:p>
        </p:txBody>
      </p:sp>
      <p:sp>
        <p:nvSpPr>
          <p:cNvPr id="3" name="Content Placeholder 2">
            <a:extLst>
              <a:ext uri="{FF2B5EF4-FFF2-40B4-BE49-F238E27FC236}">
                <a16:creationId xmlns:a16="http://schemas.microsoft.com/office/drawing/2014/main" id="{E398D4EE-6D9D-ADB3-580D-B44F059C1780}"/>
              </a:ext>
            </a:extLst>
          </p:cNvPr>
          <p:cNvSpPr>
            <a:spLocks noGrp="1"/>
          </p:cNvSpPr>
          <p:nvPr>
            <p:ph idx="1"/>
          </p:nvPr>
        </p:nvSpPr>
        <p:spPr/>
        <p:txBody>
          <a:bodyPr vert="horz" lIns="91440" tIns="45720" rIns="91440" bIns="45720" rtlCol="0" anchor="t">
            <a:normAutofit/>
          </a:bodyPr>
          <a:lstStyle/>
          <a:p>
            <a:r>
              <a:rPr lang="en-US" dirty="0">
                <a:ea typeface="Calibri"/>
                <a:cs typeface="Calibri"/>
              </a:rPr>
              <a:t>More disclosure is associated with less R&amp;D Costs</a:t>
            </a:r>
          </a:p>
          <a:p>
            <a:r>
              <a:rPr lang="en-US" dirty="0">
                <a:ea typeface="Calibri"/>
                <a:cs typeface="Calibri"/>
              </a:rPr>
              <a:t>Firms in industries with higher concentration are less likely to disclose </a:t>
            </a:r>
          </a:p>
          <a:p>
            <a:r>
              <a:rPr lang="en-US" dirty="0">
                <a:ea typeface="Calibri"/>
                <a:cs typeface="Calibri"/>
              </a:rPr>
              <a:t>Higher profit margins lead to more disclosure</a:t>
            </a:r>
          </a:p>
          <a:p>
            <a:endParaRPr lang="en-US" dirty="0">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25435665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74615-9BE8-371E-EBF9-71E8417E4A47}"/>
              </a:ext>
            </a:extLst>
          </p:cNvPr>
          <p:cNvSpPr>
            <a:spLocks noGrp="1"/>
          </p:cNvSpPr>
          <p:nvPr>
            <p:ph type="title"/>
          </p:nvPr>
        </p:nvSpPr>
        <p:spPr>
          <a:xfrm>
            <a:off x="2117" y="174229"/>
            <a:ext cx="9129183" cy="793750"/>
          </a:xfrm>
        </p:spPr>
        <p:txBody>
          <a:bodyPr vert="horz" lIns="91440" tIns="45720" rIns="91440" bIns="45720" rtlCol="0" anchor="ctr">
            <a:noAutofit/>
          </a:bodyPr>
          <a:lstStyle/>
          <a:p>
            <a:r>
              <a:rPr lang="en-US" sz="3200" dirty="0">
                <a:ea typeface="Calibri"/>
                <a:cs typeface="Calibri"/>
              </a:rPr>
              <a:t>Table 6 – Voluntary Disclosure Before Initial Public Offerings</a:t>
            </a:r>
          </a:p>
        </p:txBody>
      </p:sp>
      <p:pic>
        <p:nvPicPr>
          <p:cNvPr id="7" name="Content Placeholder 6" descr="A white sheet with black text and numbers&#10;&#10;Description automatically generated">
            <a:extLst>
              <a:ext uri="{FF2B5EF4-FFF2-40B4-BE49-F238E27FC236}">
                <a16:creationId xmlns:a16="http://schemas.microsoft.com/office/drawing/2014/main" id="{3C4B1E41-165B-34D9-660D-8E97ED4B983D}"/>
              </a:ext>
            </a:extLst>
          </p:cNvPr>
          <p:cNvPicPr>
            <a:picLocks noGrp="1" noChangeAspect="1"/>
          </p:cNvPicPr>
          <p:nvPr>
            <p:ph idx="1"/>
          </p:nvPr>
        </p:nvPicPr>
        <p:blipFill>
          <a:blip r:embed="rId3"/>
          <a:stretch>
            <a:fillRect/>
          </a:stretch>
        </p:blipFill>
        <p:spPr>
          <a:xfrm>
            <a:off x="791011" y="1073319"/>
            <a:ext cx="7565091" cy="3204882"/>
          </a:xfrm>
        </p:spPr>
      </p:pic>
    </p:spTree>
    <p:extLst>
      <p:ext uri="{BB962C8B-B14F-4D97-AF65-F5344CB8AC3E}">
        <p14:creationId xmlns:p14="http://schemas.microsoft.com/office/powerpoint/2010/main" val="20609097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93BED-C20E-9153-E266-BBEC9090913A}"/>
              </a:ext>
            </a:extLst>
          </p:cNvPr>
          <p:cNvSpPr>
            <a:spLocks noGrp="1"/>
          </p:cNvSpPr>
          <p:nvPr>
            <p:ph type="title"/>
          </p:nvPr>
        </p:nvSpPr>
        <p:spPr/>
        <p:txBody>
          <a:bodyPr/>
          <a:lstStyle/>
          <a:p>
            <a:r>
              <a:rPr lang="en-US">
                <a:ea typeface="Calibri"/>
                <a:cs typeface="Calibri"/>
              </a:rPr>
              <a:t>Table 6 Takeaways</a:t>
            </a:r>
            <a:endParaRPr lang="en-US"/>
          </a:p>
        </p:txBody>
      </p:sp>
      <p:sp>
        <p:nvSpPr>
          <p:cNvPr id="3" name="Content Placeholder 2">
            <a:extLst>
              <a:ext uri="{FF2B5EF4-FFF2-40B4-BE49-F238E27FC236}">
                <a16:creationId xmlns:a16="http://schemas.microsoft.com/office/drawing/2014/main" id="{67AC8FC0-555E-A909-14FB-9A3F2D8B1D8B}"/>
              </a:ext>
            </a:extLst>
          </p:cNvPr>
          <p:cNvSpPr>
            <a:spLocks noGrp="1"/>
          </p:cNvSpPr>
          <p:nvPr>
            <p:ph idx="1"/>
          </p:nvPr>
        </p:nvSpPr>
        <p:spPr/>
        <p:txBody>
          <a:bodyPr vert="horz" lIns="91440" tIns="45720" rIns="91440" bIns="45720" rtlCol="0" anchor="t">
            <a:normAutofit/>
          </a:bodyPr>
          <a:lstStyle/>
          <a:p>
            <a:r>
              <a:rPr lang="en-US" dirty="0">
                <a:ea typeface="Calibri"/>
                <a:cs typeface="Calibri"/>
              </a:rPr>
              <a:t>Borrowers are more likely to disclose sales or key financial ratios in the 2 years prior to their IPO</a:t>
            </a:r>
          </a:p>
          <a:p>
            <a:r>
              <a:rPr lang="en-US" dirty="0">
                <a:ea typeface="Calibri"/>
                <a:cs typeface="Calibri"/>
              </a:rPr>
              <a:t>Probability of disclosure increases as the firm gets closer to IPO</a:t>
            </a:r>
            <a:endParaRPr lang="en-US" dirty="0"/>
          </a:p>
        </p:txBody>
      </p:sp>
    </p:spTree>
    <p:extLst>
      <p:ext uri="{BB962C8B-B14F-4D97-AF65-F5344CB8AC3E}">
        <p14:creationId xmlns:p14="http://schemas.microsoft.com/office/powerpoint/2010/main" val="23758018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A92BC-C406-EA0B-AF2E-F5B6D644D6CF}"/>
              </a:ext>
            </a:extLst>
          </p:cNvPr>
          <p:cNvSpPr>
            <a:spLocks noGrp="1"/>
          </p:cNvSpPr>
          <p:nvPr>
            <p:ph type="title"/>
          </p:nvPr>
        </p:nvSpPr>
        <p:spPr/>
        <p:txBody>
          <a:bodyPr/>
          <a:lstStyle/>
          <a:p>
            <a:r>
              <a:rPr lang="en-US" dirty="0">
                <a:ea typeface="Calibri"/>
                <a:cs typeface="Calibri"/>
              </a:rPr>
              <a:t>Empirical Design Part 3</a:t>
            </a:r>
            <a:endParaRPr lang="en-US" dirty="0"/>
          </a:p>
        </p:txBody>
      </p:sp>
      <p:pic>
        <p:nvPicPr>
          <p:cNvPr id="4" name="Content Placeholder 3" descr="A group of symbols on a white background&#10;&#10;Description automatically generated">
            <a:extLst>
              <a:ext uri="{FF2B5EF4-FFF2-40B4-BE49-F238E27FC236}">
                <a16:creationId xmlns:a16="http://schemas.microsoft.com/office/drawing/2014/main" id="{D4C2B16D-445D-FEDC-3D25-94407B319A27}"/>
              </a:ext>
            </a:extLst>
          </p:cNvPr>
          <p:cNvPicPr>
            <a:picLocks noGrp="1" noChangeAspect="1"/>
          </p:cNvPicPr>
          <p:nvPr>
            <p:ph idx="1"/>
          </p:nvPr>
        </p:nvPicPr>
        <p:blipFill>
          <a:blip r:embed="rId3"/>
          <a:stretch>
            <a:fillRect/>
          </a:stretch>
        </p:blipFill>
        <p:spPr>
          <a:xfrm>
            <a:off x="280426" y="1791367"/>
            <a:ext cx="8574741" cy="783291"/>
          </a:xfrm>
        </p:spPr>
      </p:pic>
    </p:spTree>
    <p:extLst>
      <p:ext uri="{BB962C8B-B14F-4D97-AF65-F5344CB8AC3E}">
        <p14:creationId xmlns:p14="http://schemas.microsoft.com/office/powerpoint/2010/main" val="1453985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106D1-B197-02AD-F80F-526FD16568E8}"/>
              </a:ext>
            </a:extLst>
          </p:cNvPr>
          <p:cNvSpPr>
            <a:spLocks noGrp="1"/>
          </p:cNvSpPr>
          <p:nvPr>
            <p:ph type="title"/>
          </p:nvPr>
        </p:nvSpPr>
        <p:spPr>
          <a:xfrm>
            <a:off x="203200" y="161182"/>
            <a:ext cx="8928099" cy="910166"/>
          </a:xfrm>
        </p:spPr>
        <p:txBody>
          <a:bodyPr>
            <a:normAutofit fontScale="90000"/>
          </a:bodyPr>
          <a:lstStyle/>
          <a:p>
            <a:r>
              <a:rPr lang="en-US" dirty="0">
                <a:ea typeface="Calibri"/>
                <a:cs typeface="Calibri"/>
              </a:rPr>
              <a:t>Table 7 – Voluntary disclosure and lender choice: Instrumental variables</a:t>
            </a:r>
          </a:p>
        </p:txBody>
      </p:sp>
      <p:pic>
        <p:nvPicPr>
          <p:cNvPr id="7" name="Content Placeholder 6">
            <a:extLst>
              <a:ext uri="{FF2B5EF4-FFF2-40B4-BE49-F238E27FC236}">
                <a16:creationId xmlns:a16="http://schemas.microsoft.com/office/drawing/2014/main" id="{282A1841-2FF1-E627-A57E-BEC0ABF4318E}"/>
              </a:ext>
            </a:extLst>
          </p:cNvPr>
          <p:cNvPicPr>
            <a:picLocks noGrp="1" noChangeAspect="1"/>
          </p:cNvPicPr>
          <p:nvPr>
            <p:ph idx="1"/>
          </p:nvPr>
        </p:nvPicPr>
        <p:blipFill>
          <a:blip r:embed="rId3"/>
          <a:stretch>
            <a:fillRect/>
          </a:stretch>
        </p:blipFill>
        <p:spPr>
          <a:xfrm>
            <a:off x="334962" y="1281841"/>
            <a:ext cx="8124825" cy="2828925"/>
          </a:xfrm>
        </p:spPr>
      </p:pic>
    </p:spTree>
    <p:extLst>
      <p:ext uri="{BB962C8B-B14F-4D97-AF65-F5344CB8AC3E}">
        <p14:creationId xmlns:p14="http://schemas.microsoft.com/office/powerpoint/2010/main" val="2929092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40659-B3D3-29DF-53EE-248C8EE577DA}"/>
              </a:ext>
            </a:extLst>
          </p:cNvPr>
          <p:cNvSpPr>
            <a:spLocks noGrp="1"/>
          </p:cNvSpPr>
          <p:nvPr>
            <p:ph type="title"/>
          </p:nvPr>
        </p:nvSpPr>
        <p:spPr/>
        <p:txBody>
          <a:bodyPr/>
          <a:lstStyle/>
          <a:p>
            <a:r>
              <a:rPr lang="en-US">
                <a:ea typeface="Calibri"/>
                <a:cs typeface="Calibri"/>
              </a:rPr>
              <a:t>Table 7 Takeaways</a:t>
            </a:r>
            <a:endParaRPr lang="en-US"/>
          </a:p>
        </p:txBody>
      </p:sp>
      <p:sp>
        <p:nvSpPr>
          <p:cNvPr id="3" name="Content Placeholder 2">
            <a:extLst>
              <a:ext uri="{FF2B5EF4-FFF2-40B4-BE49-F238E27FC236}">
                <a16:creationId xmlns:a16="http://schemas.microsoft.com/office/drawing/2014/main" id="{FBA70239-8221-57C6-1E2C-3DB3A8A7F17C}"/>
              </a:ext>
            </a:extLst>
          </p:cNvPr>
          <p:cNvSpPr>
            <a:spLocks noGrp="1"/>
          </p:cNvSpPr>
          <p:nvPr>
            <p:ph idx="1"/>
          </p:nvPr>
        </p:nvSpPr>
        <p:spPr/>
        <p:txBody>
          <a:bodyPr vert="horz" lIns="91440" tIns="45720" rIns="91440" bIns="45720" rtlCol="0" anchor="t">
            <a:normAutofit/>
          </a:bodyPr>
          <a:lstStyle/>
          <a:p>
            <a:r>
              <a:rPr lang="en-US" dirty="0">
                <a:ea typeface="Calibri"/>
                <a:cs typeface="Calibri"/>
              </a:rPr>
              <a:t>Again, borrower information sharing is associated with more lender switching on subsequent loans even in the IPO sample</a:t>
            </a:r>
          </a:p>
        </p:txBody>
      </p:sp>
    </p:spTree>
    <p:extLst>
      <p:ext uri="{BB962C8B-B14F-4D97-AF65-F5344CB8AC3E}">
        <p14:creationId xmlns:p14="http://schemas.microsoft.com/office/powerpoint/2010/main" val="1632687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1A6FA-9104-C389-A205-B3B04AADAA8B}"/>
              </a:ext>
            </a:extLst>
          </p:cNvPr>
          <p:cNvSpPr>
            <a:spLocks noGrp="1"/>
          </p:cNvSpPr>
          <p:nvPr>
            <p:ph type="title"/>
          </p:nvPr>
        </p:nvSpPr>
        <p:spPr>
          <a:xfrm>
            <a:off x="280708" y="-4131"/>
            <a:ext cx="8574180" cy="857250"/>
          </a:xfrm>
        </p:spPr>
        <p:txBody>
          <a:bodyPr>
            <a:noAutofit/>
          </a:bodyPr>
          <a:lstStyle/>
          <a:p>
            <a:r>
              <a:rPr lang="en-US" sz="3200" dirty="0">
                <a:ea typeface="Calibri"/>
                <a:cs typeface="Calibri"/>
              </a:rPr>
              <a:t>Table 8 – Voluntary disclosure and next syndicate structure: IV</a:t>
            </a:r>
            <a:endParaRPr lang="en-US" sz="3200" dirty="0"/>
          </a:p>
        </p:txBody>
      </p:sp>
      <p:sp>
        <p:nvSpPr>
          <p:cNvPr id="5" name="Rectangle 4">
            <a:extLst>
              <a:ext uri="{FF2B5EF4-FFF2-40B4-BE49-F238E27FC236}">
                <a16:creationId xmlns:a16="http://schemas.microsoft.com/office/drawing/2014/main" id="{64CD6BBA-48EF-6CD1-53EB-5D1A69464A53}"/>
              </a:ext>
            </a:extLst>
          </p:cNvPr>
          <p:cNvSpPr/>
          <p:nvPr/>
        </p:nvSpPr>
        <p:spPr>
          <a:xfrm>
            <a:off x="4020226" y="1199352"/>
            <a:ext cx="720038" cy="437472"/>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686EC4F-8F3B-0081-1286-7934B4D46FFB}"/>
              </a:ext>
            </a:extLst>
          </p:cNvPr>
          <p:cNvSpPr/>
          <p:nvPr/>
        </p:nvSpPr>
        <p:spPr>
          <a:xfrm>
            <a:off x="4919497" y="1838087"/>
            <a:ext cx="577164" cy="370237"/>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1" name="Content Placeholder 10" descr="A table with numbers and a number on it&#10;&#10;Description automatically generated">
            <a:extLst>
              <a:ext uri="{FF2B5EF4-FFF2-40B4-BE49-F238E27FC236}">
                <a16:creationId xmlns:a16="http://schemas.microsoft.com/office/drawing/2014/main" id="{243A6FE0-BF92-AD77-B225-CAED93B55438}"/>
              </a:ext>
            </a:extLst>
          </p:cNvPr>
          <p:cNvPicPr>
            <a:picLocks noGrp="1" noChangeAspect="1"/>
          </p:cNvPicPr>
          <p:nvPr>
            <p:ph idx="1"/>
          </p:nvPr>
        </p:nvPicPr>
        <p:blipFill>
          <a:blip r:embed="rId3"/>
          <a:stretch>
            <a:fillRect/>
          </a:stretch>
        </p:blipFill>
        <p:spPr>
          <a:xfrm>
            <a:off x="283104" y="1129441"/>
            <a:ext cx="8577791" cy="2879725"/>
          </a:xfrm>
        </p:spPr>
      </p:pic>
    </p:spTree>
    <p:extLst>
      <p:ext uri="{BB962C8B-B14F-4D97-AF65-F5344CB8AC3E}">
        <p14:creationId xmlns:p14="http://schemas.microsoft.com/office/powerpoint/2010/main" val="30537586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72867-B6BD-6C9C-9075-6FE68BE6BC75}"/>
              </a:ext>
            </a:extLst>
          </p:cNvPr>
          <p:cNvSpPr>
            <a:spLocks noGrp="1"/>
          </p:cNvSpPr>
          <p:nvPr>
            <p:ph type="title"/>
          </p:nvPr>
        </p:nvSpPr>
        <p:spPr/>
        <p:txBody>
          <a:bodyPr/>
          <a:lstStyle/>
          <a:p>
            <a:r>
              <a:rPr lang="en-US" dirty="0">
                <a:ea typeface="Calibri"/>
                <a:cs typeface="Calibri"/>
              </a:rPr>
              <a:t>Table 8 Takeaways</a:t>
            </a:r>
            <a:endParaRPr lang="en-US" dirty="0"/>
          </a:p>
        </p:txBody>
      </p:sp>
      <p:sp>
        <p:nvSpPr>
          <p:cNvPr id="3" name="Content Placeholder 2">
            <a:extLst>
              <a:ext uri="{FF2B5EF4-FFF2-40B4-BE49-F238E27FC236}">
                <a16:creationId xmlns:a16="http://schemas.microsoft.com/office/drawing/2014/main" id="{E61F219B-329E-C7D7-F310-A2282DB098EB}"/>
              </a:ext>
            </a:extLst>
          </p:cNvPr>
          <p:cNvSpPr>
            <a:spLocks noGrp="1"/>
          </p:cNvSpPr>
          <p:nvPr>
            <p:ph idx="1"/>
          </p:nvPr>
        </p:nvSpPr>
        <p:spPr/>
        <p:txBody>
          <a:bodyPr vert="horz" lIns="91440" tIns="45720" rIns="91440" bIns="45720" rtlCol="0" anchor="t">
            <a:normAutofit/>
          </a:bodyPr>
          <a:lstStyle/>
          <a:p>
            <a:r>
              <a:rPr lang="en-US" dirty="0">
                <a:ea typeface="Calibri"/>
                <a:cs typeface="Calibri"/>
              </a:rPr>
              <a:t>Disclosure still affects the composition and structure of lending syndicates</a:t>
            </a:r>
            <a:endParaRPr lang="en-US" dirty="0"/>
          </a:p>
        </p:txBody>
      </p:sp>
    </p:spTree>
    <p:extLst>
      <p:ext uri="{BB962C8B-B14F-4D97-AF65-F5344CB8AC3E}">
        <p14:creationId xmlns:p14="http://schemas.microsoft.com/office/powerpoint/2010/main" val="40518498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DBD37-0207-251E-8548-6DD25D69AB2A}"/>
              </a:ext>
            </a:extLst>
          </p:cNvPr>
          <p:cNvSpPr>
            <a:spLocks noGrp="1"/>
          </p:cNvSpPr>
          <p:nvPr>
            <p:ph type="title"/>
          </p:nvPr>
        </p:nvSpPr>
        <p:spPr>
          <a:xfrm>
            <a:off x="457200" y="207536"/>
            <a:ext cx="8229600" cy="857250"/>
          </a:xfrm>
        </p:spPr>
        <p:txBody>
          <a:bodyPr>
            <a:normAutofit fontScale="90000"/>
          </a:bodyPr>
          <a:lstStyle/>
          <a:p>
            <a:r>
              <a:rPr lang="en-US" dirty="0">
                <a:ea typeface="Calibri"/>
                <a:cs typeface="Calibri"/>
              </a:rPr>
              <a:t>Table 9 – Voluntary disclosure and future loan rates: IV</a:t>
            </a:r>
          </a:p>
        </p:txBody>
      </p:sp>
      <p:sp>
        <p:nvSpPr>
          <p:cNvPr id="5" name="Rectangle 4">
            <a:extLst>
              <a:ext uri="{FF2B5EF4-FFF2-40B4-BE49-F238E27FC236}">
                <a16:creationId xmlns:a16="http://schemas.microsoft.com/office/drawing/2014/main" id="{6E5760EE-F862-E6D0-553E-AC5F3979C91B}"/>
              </a:ext>
            </a:extLst>
          </p:cNvPr>
          <p:cNvSpPr/>
          <p:nvPr/>
        </p:nvSpPr>
        <p:spPr>
          <a:xfrm>
            <a:off x="4339594" y="1720425"/>
            <a:ext cx="2300067" cy="361833"/>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 name="Content Placeholder 6" descr="A table with numbers and a number on it&#10;&#10;Description automatically generated">
            <a:extLst>
              <a:ext uri="{FF2B5EF4-FFF2-40B4-BE49-F238E27FC236}">
                <a16:creationId xmlns:a16="http://schemas.microsoft.com/office/drawing/2014/main" id="{C1DF981B-EBFC-FCE3-1A70-FA62F00BCE15}"/>
              </a:ext>
            </a:extLst>
          </p:cNvPr>
          <p:cNvPicPr>
            <a:picLocks noGrp="1" noChangeAspect="1"/>
          </p:cNvPicPr>
          <p:nvPr>
            <p:ph idx="1"/>
          </p:nvPr>
        </p:nvPicPr>
        <p:blipFill>
          <a:blip r:embed="rId3"/>
          <a:stretch>
            <a:fillRect/>
          </a:stretch>
        </p:blipFill>
        <p:spPr>
          <a:xfrm>
            <a:off x="280987" y="1284488"/>
            <a:ext cx="8592608" cy="2940049"/>
          </a:xfrm>
        </p:spPr>
      </p:pic>
    </p:spTree>
    <p:extLst>
      <p:ext uri="{BB962C8B-B14F-4D97-AF65-F5344CB8AC3E}">
        <p14:creationId xmlns:p14="http://schemas.microsoft.com/office/powerpoint/2010/main" val="596430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BC5F6-F903-C574-5CD2-9328D1B96A03}"/>
              </a:ext>
            </a:extLst>
          </p:cNvPr>
          <p:cNvSpPr>
            <a:spLocks noGrp="1"/>
          </p:cNvSpPr>
          <p:nvPr>
            <p:ph type="title"/>
          </p:nvPr>
        </p:nvSpPr>
        <p:spPr/>
        <p:txBody>
          <a:bodyPr/>
          <a:lstStyle/>
          <a:p>
            <a:r>
              <a:rPr lang="en-US" dirty="0">
                <a:ea typeface="Calibri"/>
                <a:cs typeface="Calibri"/>
              </a:rPr>
              <a:t>Table 9 Takeaways</a:t>
            </a:r>
            <a:endParaRPr lang="en-US" dirty="0"/>
          </a:p>
        </p:txBody>
      </p:sp>
      <p:sp>
        <p:nvSpPr>
          <p:cNvPr id="3" name="Content Placeholder 2">
            <a:extLst>
              <a:ext uri="{FF2B5EF4-FFF2-40B4-BE49-F238E27FC236}">
                <a16:creationId xmlns:a16="http://schemas.microsoft.com/office/drawing/2014/main" id="{EC7E1205-447F-B1A0-9671-5CE0889E90FE}"/>
              </a:ext>
            </a:extLst>
          </p:cNvPr>
          <p:cNvSpPr>
            <a:spLocks noGrp="1"/>
          </p:cNvSpPr>
          <p:nvPr>
            <p:ph idx="1"/>
          </p:nvPr>
        </p:nvSpPr>
        <p:spPr/>
        <p:txBody>
          <a:bodyPr vert="horz" lIns="91440" tIns="45720" rIns="91440" bIns="45720" rtlCol="0" anchor="t">
            <a:normAutofit/>
          </a:bodyPr>
          <a:lstStyle/>
          <a:p>
            <a:r>
              <a:rPr lang="en-US" dirty="0">
                <a:ea typeface="Calibri"/>
                <a:cs typeface="Calibri"/>
              </a:rPr>
              <a:t>Borrowers who disclose financial information benefit from better loan terms. Even in the IPO sample!</a:t>
            </a:r>
            <a:endParaRPr lang="en-US" dirty="0"/>
          </a:p>
        </p:txBody>
      </p:sp>
    </p:spTree>
    <p:extLst>
      <p:ext uri="{BB962C8B-B14F-4D97-AF65-F5344CB8AC3E}">
        <p14:creationId xmlns:p14="http://schemas.microsoft.com/office/powerpoint/2010/main" val="27132927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DBD37-0207-251E-8548-6DD25D69AB2A}"/>
              </a:ext>
            </a:extLst>
          </p:cNvPr>
          <p:cNvSpPr>
            <a:spLocks noGrp="1"/>
          </p:cNvSpPr>
          <p:nvPr>
            <p:ph type="title"/>
          </p:nvPr>
        </p:nvSpPr>
        <p:spPr>
          <a:xfrm>
            <a:off x="213783" y="-4131"/>
            <a:ext cx="8716433" cy="857250"/>
          </a:xfrm>
        </p:spPr>
        <p:txBody>
          <a:bodyPr>
            <a:normAutofit fontScale="90000"/>
          </a:bodyPr>
          <a:lstStyle/>
          <a:p>
            <a:r>
              <a:rPr lang="en-US" dirty="0">
                <a:ea typeface="Calibri"/>
                <a:cs typeface="Calibri"/>
              </a:rPr>
              <a:t>Table 10 – Voluntary disclosure and IPO</a:t>
            </a:r>
          </a:p>
        </p:txBody>
      </p:sp>
      <p:sp>
        <p:nvSpPr>
          <p:cNvPr id="5" name="Rectangle 4">
            <a:extLst>
              <a:ext uri="{FF2B5EF4-FFF2-40B4-BE49-F238E27FC236}">
                <a16:creationId xmlns:a16="http://schemas.microsoft.com/office/drawing/2014/main" id="{95E047E3-64D1-9A1B-84C6-A5AE5D9AE5E8}"/>
              </a:ext>
            </a:extLst>
          </p:cNvPr>
          <p:cNvSpPr/>
          <p:nvPr/>
        </p:nvSpPr>
        <p:spPr>
          <a:xfrm>
            <a:off x="4202010" y="1731008"/>
            <a:ext cx="2310651" cy="351250"/>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 name="Content Placeholder 6" descr="A table with numbers and a number on it&#10;&#10;Description automatically generated">
            <a:extLst>
              <a:ext uri="{FF2B5EF4-FFF2-40B4-BE49-F238E27FC236}">
                <a16:creationId xmlns:a16="http://schemas.microsoft.com/office/drawing/2014/main" id="{BE8322BA-7973-C504-9B56-B73478970CA9}"/>
              </a:ext>
            </a:extLst>
          </p:cNvPr>
          <p:cNvPicPr>
            <a:picLocks noGrp="1" noChangeAspect="1"/>
          </p:cNvPicPr>
          <p:nvPr>
            <p:ph idx="1"/>
          </p:nvPr>
        </p:nvPicPr>
        <p:blipFill>
          <a:blip r:embed="rId3"/>
          <a:stretch>
            <a:fillRect/>
          </a:stretch>
        </p:blipFill>
        <p:spPr>
          <a:xfrm>
            <a:off x="212725" y="1103512"/>
            <a:ext cx="8718550" cy="2942166"/>
          </a:xfrm>
        </p:spPr>
      </p:pic>
    </p:spTree>
    <p:extLst>
      <p:ext uri="{BB962C8B-B14F-4D97-AF65-F5344CB8AC3E}">
        <p14:creationId xmlns:p14="http://schemas.microsoft.com/office/powerpoint/2010/main" val="41047682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17F53-B206-D06D-32CD-8106C04A1EE9}"/>
              </a:ext>
            </a:extLst>
          </p:cNvPr>
          <p:cNvSpPr>
            <a:spLocks noGrp="1"/>
          </p:cNvSpPr>
          <p:nvPr>
            <p:ph type="title"/>
          </p:nvPr>
        </p:nvSpPr>
        <p:spPr/>
        <p:txBody>
          <a:bodyPr/>
          <a:lstStyle/>
          <a:p>
            <a:r>
              <a:rPr lang="en-US">
                <a:ea typeface="Calibri"/>
                <a:cs typeface="Calibri"/>
              </a:rPr>
              <a:t>Table 10 Takeaways</a:t>
            </a:r>
            <a:endParaRPr lang="en-US"/>
          </a:p>
        </p:txBody>
      </p:sp>
      <p:sp>
        <p:nvSpPr>
          <p:cNvPr id="3" name="Content Placeholder 2">
            <a:extLst>
              <a:ext uri="{FF2B5EF4-FFF2-40B4-BE49-F238E27FC236}">
                <a16:creationId xmlns:a16="http://schemas.microsoft.com/office/drawing/2014/main" id="{7323381A-6D4C-39C2-3AB5-FB49E60A1D3B}"/>
              </a:ext>
            </a:extLst>
          </p:cNvPr>
          <p:cNvSpPr>
            <a:spLocks noGrp="1"/>
          </p:cNvSpPr>
          <p:nvPr>
            <p:ph idx="1"/>
          </p:nvPr>
        </p:nvSpPr>
        <p:spPr/>
        <p:txBody>
          <a:bodyPr vert="horz" lIns="91440" tIns="45720" rIns="91440" bIns="45720" rtlCol="0" anchor="t">
            <a:normAutofit/>
          </a:bodyPr>
          <a:lstStyle/>
          <a:p>
            <a:r>
              <a:rPr lang="en-US" dirty="0">
                <a:ea typeface="Calibri"/>
                <a:cs typeface="Calibri"/>
              </a:rPr>
              <a:t>Voluntary disclosure is significantly associated with higher IPO values</a:t>
            </a:r>
          </a:p>
          <a:p>
            <a:r>
              <a:rPr lang="en-US" dirty="0">
                <a:ea typeface="Calibri"/>
                <a:cs typeface="Calibri"/>
              </a:rPr>
              <a:t>Disclosing firms see lower IPO underpricing</a:t>
            </a:r>
          </a:p>
          <a:p>
            <a:endParaRPr lang="en-US" dirty="0">
              <a:ea typeface="Calibri"/>
              <a:cs typeface="Calibri"/>
            </a:endParaRPr>
          </a:p>
        </p:txBody>
      </p:sp>
    </p:spTree>
    <p:extLst>
      <p:ext uri="{BB962C8B-B14F-4D97-AF65-F5344CB8AC3E}">
        <p14:creationId xmlns:p14="http://schemas.microsoft.com/office/powerpoint/2010/main" val="9295298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2B3E3-A2BF-E7C3-A054-67EA46499E20}"/>
              </a:ext>
            </a:extLst>
          </p:cNvPr>
          <p:cNvSpPr>
            <a:spLocks noGrp="1"/>
          </p:cNvSpPr>
          <p:nvPr>
            <p:ph type="title"/>
          </p:nvPr>
        </p:nvSpPr>
        <p:spPr>
          <a:xfrm>
            <a:off x="457200" y="116769"/>
            <a:ext cx="8229600" cy="857250"/>
          </a:xfrm>
        </p:spPr>
        <p:txBody>
          <a:bodyPr/>
          <a:lstStyle/>
          <a:p>
            <a:r>
              <a:rPr lang="en-US" dirty="0">
                <a:ea typeface="Calibri"/>
                <a:cs typeface="Calibri"/>
              </a:rPr>
              <a:t>Conclusion</a:t>
            </a:r>
            <a:endParaRPr lang="en-US" dirty="0"/>
          </a:p>
        </p:txBody>
      </p:sp>
      <p:sp>
        <p:nvSpPr>
          <p:cNvPr id="3" name="Content Placeholder 2">
            <a:extLst>
              <a:ext uri="{FF2B5EF4-FFF2-40B4-BE49-F238E27FC236}">
                <a16:creationId xmlns:a16="http://schemas.microsoft.com/office/drawing/2014/main" id="{C70C4E4E-EFCF-33E0-033C-D4100F897E0C}"/>
              </a:ext>
            </a:extLst>
          </p:cNvPr>
          <p:cNvSpPr>
            <a:spLocks noGrp="1"/>
          </p:cNvSpPr>
          <p:nvPr>
            <p:ph idx="1"/>
          </p:nvPr>
        </p:nvSpPr>
        <p:spPr>
          <a:xfrm>
            <a:off x="457200" y="1063229"/>
            <a:ext cx="8229600" cy="3394472"/>
          </a:xfrm>
        </p:spPr>
        <p:txBody>
          <a:bodyPr vert="horz" lIns="91440" tIns="45720" rIns="91440" bIns="45720" rtlCol="0" anchor="t">
            <a:normAutofit fontScale="92500"/>
          </a:bodyPr>
          <a:lstStyle/>
          <a:p>
            <a:r>
              <a:rPr lang="en-US">
                <a:ea typeface="Calibri"/>
                <a:cs typeface="Calibri"/>
              </a:rPr>
              <a:t>Borrower information sharing reduces lender holdup </a:t>
            </a:r>
            <a:endParaRPr lang="en-US" dirty="0">
              <a:ea typeface="Calibri"/>
              <a:cs typeface="Calibri"/>
            </a:endParaRPr>
          </a:p>
          <a:p>
            <a:r>
              <a:rPr lang="en-US">
                <a:ea typeface="Calibri"/>
                <a:cs typeface="Calibri"/>
              </a:rPr>
              <a:t>Disclosing firms secure improved lending terms </a:t>
            </a:r>
            <a:endParaRPr lang="en-US" dirty="0">
              <a:ea typeface="Calibri"/>
              <a:cs typeface="Calibri"/>
            </a:endParaRPr>
          </a:p>
          <a:p>
            <a:r>
              <a:rPr lang="en-US">
                <a:ea typeface="Calibri"/>
                <a:cs typeface="Calibri"/>
              </a:rPr>
              <a:t>Voluntary disclosure improves IPO outcomes</a:t>
            </a:r>
            <a:endParaRPr lang="en-US" dirty="0">
              <a:ea typeface="Calibri"/>
              <a:cs typeface="Calibri"/>
            </a:endParaRPr>
          </a:p>
          <a:p>
            <a:r>
              <a:rPr lang="en-US">
                <a:ea typeface="Calibri"/>
                <a:cs typeface="Calibri"/>
              </a:rPr>
              <a:t>Disclosing benfits must be balanced with cost of providing information in competitive markets</a:t>
            </a:r>
            <a:endParaRPr lang="en-US" dirty="0">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20747643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1067</Words>
  <Application>Microsoft Office PowerPoint</Application>
  <PresentationFormat>On-screen Show (16:9)</PresentationFormat>
  <Paragraphs>115</Paragraphs>
  <Slides>32</Slides>
  <Notes>26</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Information Sharing, Holdup, And External Finance: Evidence from Private Firms</vt:lpstr>
      <vt:lpstr>Research Question</vt:lpstr>
      <vt:lpstr>Prior Literature</vt:lpstr>
      <vt:lpstr>Data Collection</vt:lpstr>
      <vt:lpstr>Table 1 – Summary Statistics</vt:lpstr>
      <vt:lpstr>Table 1 – Summary Statistics</vt:lpstr>
      <vt:lpstr>Table 1 Takeaways</vt:lpstr>
      <vt:lpstr>Empirical Design</vt:lpstr>
      <vt:lpstr>Table 2 - Voluntary disclosure and future lender choice</vt:lpstr>
      <vt:lpstr>Table 2 Takeaways</vt:lpstr>
      <vt:lpstr>Table 3 – Voluntary disclosure and future syndicate structure</vt:lpstr>
      <vt:lpstr>Table 3 – Voluntary disclosure and future syndicate structure</vt:lpstr>
      <vt:lpstr>Table 3 – Voluntary disclosure and future syndicate structure</vt:lpstr>
      <vt:lpstr>Table 3 Takeaways</vt:lpstr>
      <vt:lpstr>Table 4 – Voluntary Disclosure and Future Loan Terms</vt:lpstr>
      <vt:lpstr>Table 4 – Voluntary Disclosure and Future Loan Terms</vt:lpstr>
      <vt:lpstr>Table 4 Takeaways</vt:lpstr>
      <vt:lpstr>Empirical Design Part 2</vt:lpstr>
      <vt:lpstr>Table 5 – The Costs of Voluntary Disclosure</vt:lpstr>
      <vt:lpstr>Table 5 Takeaways</vt:lpstr>
      <vt:lpstr>Table 6 – Voluntary Disclosure Before Initial Public Offerings</vt:lpstr>
      <vt:lpstr>Table 6 Takeaways</vt:lpstr>
      <vt:lpstr>Empirical Design Part 3</vt:lpstr>
      <vt:lpstr>Table 7 – Voluntary disclosure and lender choice: Instrumental variables</vt:lpstr>
      <vt:lpstr>Table 7 Takeaways</vt:lpstr>
      <vt:lpstr>Table 8 – Voluntary disclosure and next syndicate structure: IV</vt:lpstr>
      <vt:lpstr>Table 8 Takeaways</vt:lpstr>
      <vt:lpstr>Table 9 – Voluntary disclosure and future loan rates: IV</vt:lpstr>
      <vt:lpstr>Table 9 Takeaways</vt:lpstr>
      <vt:lpstr>Table 10 – Voluntary disclosure and IPO</vt:lpstr>
      <vt:lpstr>Table 10 Takeaways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Sharing, Holdup, and External Finance: Evidence from Private Firms</dc:title>
  <dc:creator>Tyler Johnson</dc:creator>
  <cp:lastModifiedBy>Austin Francis</cp:lastModifiedBy>
  <cp:revision>348</cp:revision>
  <dcterms:created xsi:type="dcterms:W3CDTF">2020-09-10T18:37:45Z</dcterms:created>
  <dcterms:modified xsi:type="dcterms:W3CDTF">2024-09-10T13:19:50Z</dcterms:modified>
</cp:coreProperties>
</file>