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315" r:id="rId3"/>
    <p:sldId id="346" r:id="rId4"/>
    <p:sldId id="495" r:id="rId5"/>
    <p:sldId id="395" r:id="rId6"/>
    <p:sldId id="397" r:id="rId7"/>
    <p:sldId id="453" r:id="rId8"/>
    <p:sldId id="469" r:id="rId9"/>
    <p:sldId id="499" r:id="rId10"/>
    <p:sldId id="442" r:id="rId11"/>
    <p:sldId id="502" r:id="rId12"/>
    <p:sldId id="454" r:id="rId13"/>
    <p:sldId id="496" r:id="rId14"/>
    <p:sldId id="455" r:id="rId15"/>
    <p:sldId id="445" r:id="rId16"/>
    <p:sldId id="456" r:id="rId17"/>
    <p:sldId id="497" r:id="rId18"/>
    <p:sldId id="501" r:id="rId19"/>
    <p:sldId id="446" r:id="rId20"/>
    <p:sldId id="498" r:id="rId21"/>
    <p:sldId id="500" r:id="rId22"/>
    <p:sldId id="473" r:id="rId23"/>
    <p:sldId id="474" r:id="rId24"/>
    <p:sldId id="475" r:id="rId25"/>
    <p:sldId id="476" r:id="rId26"/>
    <p:sldId id="467" r:id="rId27"/>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0ED9B7-CD5E-4565-9CB6-CF7B31D9F05F}">
          <p14:sldIdLst>
            <p14:sldId id="256"/>
            <p14:sldId id="315"/>
            <p14:sldId id="346"/>
            <p14:sldId id="495"/>
            <p14:sldId id="395"/>
            <p14:sldId id="397"/>
            <p14:sldId id="453"/>
            <p14:sldId id="469"/>
            <p14:sldId id="499"/>
            <p14:sldId id="442"/>
            <p14:sldId id="502"/>
            <p14:sldId id="454"/>
            <p14:sldId id="496"/>
            <p14:sldId id="455"/>
            <p14:sldId id="445"/>
            <p14:sldId id="456"/>
            <p14:sldId id="497"/>
            <p14:sldId id="501"/>
            <p14:sldId id="446"/>
            <p14:sldId id="498"/>
            <p14:sldId id="500"/>
            <p14:sldId id="473"/>
            <p14:sldId id="474"/>
            <p14:sldId id="475"/>
            <p14:sldId id="476"/>
            <p14:sldId id="467"/>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C2FB6E-7498-2592-93A0-81FD715D26E9}" v="1862" dt="2024-09-10T13:14:53.9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000" autoAdjust="0"/>
  </p:normalViewPr>
  <p:slideViewPr>
    <p:cSldViewPr snapToGrid="0">
      <p:cViewPr varScale="1">
        <p:scale>
          <a:sx n="87" d="100"/>
          <a:sy n="87" d="100"/>
        </p:scale>
        <p:origin x="1330" y="67"/>
      </p:cViewPr>
      <p:guideLst>
        <p:guide orient="horz" pos="1620"/>
        <p:guide pos="2880"/>
      </p:guideLst>
    </p:cSldViewPr>
  </p:slideViewPr>
  <p:notesTextViewPr>
    <p:cViewPr>
      <p:scale>
        <a:sx n="1" d="1"/>
        <a:sy n="1" d="1"/>
      </p:scale>
      <p:origin x="0" y="-288"/>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stin Francis" userId="S::apf006@uark.edu::d9206161-76a2-4d0d-bb71-2bac416203d9" providerId="AD" clId="Web-{C64FB65F-14A5-C573-B804-B8343143B81D}"/>
    <pc:docChg chg="modSld">
      <pc:chgData name="Austin Francis" userId="S::apf006@uark.edu::d9206161-76a2-4d0d-bb71-2bac416203d9" providerId="AD" clId="Web-{C64FB65F-14A5-C573-B804-B8343143B81D}" dt="2024-08-27T13:33:00.034" v="306"/>
      <pc:docMkLst>
        <pc:docMk/>
      </pc:docMkLst>
      <pc:sldChg chg="modNotes">
        <pc:chgData name="Austin Francis" userId="S::apf006@uark.edu::d9206161-76a2-4d0d-bb71-2bac416203d9" providerId="AD" clId="Web-{C64FB65F-14A5-C573-B804-B8343143B81D}" dt="2024-08-27T13:32:01.876" v="300"/>
        <pc:sldMkLst>
          <pc:docMk/>
          <pc:sldMk cId="1873507160" sldId="445"/>
        </pc:sldMkLst>
      </pc:sldChg>
      <pc:sldChg chg="modNotes">
        <pc:chgData name="Austin Francis" userId="S::apf006@uark.edu::d9206161-76a2-4d0d-bb71-2bac416203d9" providerId="AD" clId="Web-{C64FB65F-14A5-C573-B804-B8343143B81D}" dt="2024-08-27T13:32:51.518" v="305"/>
        <pc:sldMkLst>
          <pc:docMk/>
          <pc:sldMk cId="255185723" sldId="446"/>
        </pc:sldMkLst>
      </pc:sldChg>
      <pc:sldChg chg="modNotes">
        <pc:chgData name="Austin Francis" userId="S::apf006@uark.edu::d9206161-76a2-4d0d-bb71-2bac416203d9" providerId="AD" clId="Web-{C64FB65F-14A5-C573-B804-B8343143B81D}" dt="2024-08-27T13:29:05.978" v="223"/>
        <pc:sldMkLst>
          <pc:docMk/>
          <pc:sldMk cId="3278758722" sldId="454"/>
        </pc:sldMkLst>
      </pc:sldChg>
      <pc:sldChg chg="modNotes">
        <pc:chgData name="Austin Francis" userId="S::apf006@uark.edu::d9206161-76a2-4d0d-bb71-2bac416203d9" providerId="AD" clId="Web-{C64FB65F-14A5-C573-B804-B8343143B81D}" dt="2024-08-27T13:29:20.932" v="224"/>
        <pc:sldMkLst>
          <pc:docMk/>
          <pc:sldMk cId="3419803062" sldId="455"/>
        </pc:sldMkLst>
      </pc:sldChg>
      <pc:sldChg chg="modSp">
        <pc:chgData name="Austin Francis" userId="S::apf006@uark.edu::d9206161-76a2-4d0d-bb71-2bac416203d9" providerId="AD" clId="Web-{C64FB65F-14A5-C573-B804-B8343143B81D}" dt="2024-08-27T13:32:47.456" v="304" actId="20577"/>
        <pc:sldMkLst>
          <pc:docMk/>
          <pc:sldMk cId="686375482" sldId="456"/>
        </pc:sldMkLst>
        <pc:spChg chg="mod">
          <ac:chgData name="Austin Francis" userId="S::apf006@uark.edu::d9206161-76a2-4d0d-bb71-2bac416203d9" providerId="AD" clId="Web-{C64FB65F-14A5-C573-B804-B8343143B81D}" dt="2024-08-27T13:32:47.456" v="304" actId="20577"/>
          <ac:spMkLst>
            <pc:docMk/>
            <pc:sldMk cId="686375482" sldId="456"/>
            <ac:spMk id="3" creationId="{FE278BFF-FA8B-34A3-C83B-1D0BFB2544CD}"/>
          </ac:spMkLst>
        </pc:spChg>
      </pc:sldChg>
      <pc:sldChg chg="modNotes">
        <pc:chgData name="Austin Francis" userId="S::apf006@uark.edu::d9206161-76a2-4d0d-bb71-2bac416203d9" providerId="AD" clId="Web-{C64FB65F-14A5-C573-B804-B8343143B81D}" dt="2024-08-27T13:27:04.785" v="222"/>
        <pc:sldMkLst>
          <pc:docMk/>
          <pc:sldMk cId="978978087" sldId="463"/>
        </pc:sldMkLst>
      </pc:sldChg>
      <pc:sldChg chg="modNotes">
        <pc:chgData name="Austin Francis" userId="S::apf006@uark.edu::d9206161-76a2-4d0d-bb71-2bac416203d9" providerId="AD" clId="Web-{C64FB65F-14A5-C573-B804-B8343143B81D}" dt="2024-08-27T13:29:58.620" v="226"/>
        <pc:sldMkLst>
          <pc:docMk/>
          <pc:sldMk cId="475043155" sldId="465"/>
        </pc:sldMkLst>
      </pc:sldChg>
      <pc:sldChg chg="modNotes">
        <pc:chgData name="Austin Francis" userId="S::apf006@uark.edu::d9206161-76a2-4d0d-bb71-2bac416203d9" providerId="AD" clId="Web-{C64FB65F-14A5-C573-B804-B8343143B81D}" dt="2024-08-27T13:33:00.034" v="306"/>
        <pc:sldMkLst>
          <pc:docMk/>
          <pc:sldMk cId="824158794" sldId="466"/>
        </pc:sldMkLst>
      </pc:sldChg>
    </pc:docChg>
  </pc:docChgLst>
  <pc:docChgLst>
    <pc:chgData name="Austin Francis" userId="S::apf006@uark.edu::d9206161-76a2-4d0d-bb71-2bac416203d9" providerId="AD" clId="Web-{80A54EC7-9643-50D2-1530-D33A7DA07A60}"/>
    <pc:docChg chg="addSld modSld modSection">
      <pc:chgData name="Austin Francis" userId="S::apf006@uark.edu::d9206161-76a2-4d0d-bb71-2bac416203d9" providerId="AD" clId="Web-{80A54EC7-9643-50D2-1530-D33A7DA07A60}" dt="2024-08-29T19:33:29.670" v="231" actId="20577"/>
      <pc:docMkLst>
        <pc:docMk/>
      </pc:docMkLst>
      <pc:sldChg chg="modSp">
        <pc:chgData name="Austin Francis" userId="S::apf006@uark.edu::d9206161-76a2-4d0d-bb71-2bac416203d9" providerId="AD" clId="Web-{80A54EC7-9643-50D2-1530-D33A7DA07A60}" dt="2024-08-29T19:11:30.522" v="8" actId="20577"/>
        <pc:sldMkLst>
          <pc:docMk/>
          <pc:sldMk cId="875954484" sldId="256"/>
        </pc:sldMkLst>
        <pc:spChg chg="mod">
          <ac:chgData name="Austin Francis" userId="S::apf006@uark.edu::d9206161-76a2-4d0d-bb71-2bac416203d9" providerId="AD" clId="Web-{80A54EC7-9643-50D2-1530-D33A7DA07A60}" dt="2024-08-29T19:10:06.018" v="1" actId="20577"/>
          <ac:spMkLst>
            <pc:docMk/>
            <pc:sldMk cId="875954484" sldId="256"/>
            <ac:spMk id="2" creationId="{00000000-0000-0000-0000-000000000000}"/>
          </ac:spMkLst>
        </pc:spChg>
        <pc:spChg chg="mod">
          <ac:chgData name="Austin Francis" userId="S::apf006@uark.edu::d9206161-76a2-4d0d-bb71-2bac416203d9" providerId="AD" clId="Web-{80A54EC7-9643-50D2-1530-D33A7DA07A60}" dt="2024-08-29T19:11:30.522" v="8" actId="20577"/>
          <ac:spMkLst>
            <pc:docMk/>
            <pc:sldMk cId="875954484" sldId="256"/>
            <ac:spMk id="3" creationId="{00000000-0000-0000-0000-000000000000}"/>
          </ac:spMkLst>
        </pc:spChg>
      </pc:sldChg>
      <pc:sldChg chg="modSp">
        <pc:chgData name="Austin Francis" userId="S::apf006@uark.edu::d9206161-76a2-4d0d-bb71-2bac416203d9" providerId="AD" clId="Web-{80A54EC7-9643-50D2-1530-D33A7DA07A60}" dt="2024-08-29T19:13:30.198" v="35" actId="20577"/>
        <pc:sldMkLst>
          <pc:docMk/>
          <pc:sldMk cId="718245954" sldId="315"/>
        </pc:sldMkLst>
        <pc:spChg chg="mod">
          <ac:chgData name="Austin Francis" userId="S::apf006@uark.edu::d9206161-76a2-4d0d-bb71-2bac416203d9" providerId="AD" clId="Web-{80A54EC7-9643-50D2-1530-D33A7DA07A60}" dt="2024-08-29T19:13:30.198" v="35" actId="20577"/>
          <ac:spMkLst>
            <pc:docMk/>
            <pc:sldMk cId="718245954" sldId="315"/>
            <ac:spMk id="3" creationId="{EC44ADDE-7BAE-4D27-8839-0025B3A2D42C}"/>
          </ac:spMkLst>
        </pc:spChg>
      </pc:sldChg>
      <pc:sldChg chg="modSp">
        <pc:chgData name="Austin Francis" userId="S::apf006@uark.edu::d9206161-76a2-4d0d-bb71-2bac416203d9" providerId="AD" clId="Web-{80A54EC7-9643-50D2-1530-D33A7DA07A60}" dt="2024-08-29T19:23:01.644" v="124" actId="20577"/>
        <pc:sldMkLst>
          <pc:docMk/>
          <pc:sldMk cId="869680711" sldId="346"/>
        </pc:sldMkLst>
        <pc:spChg chg="mod">
          <ac:chgData name="Austin Francis" userId="S::apf006@uark.edu::d9206161-76a2-4d0d-bb71-2bac416203d9" providerId="AD" clId="Web-{80A54EC7-9643-50D2-1530-D33A7DA07A60}" dt="2024-08-29T19:23:01.644" v="124" actId="20577"/>
          <ac:spMkLst>
            <pc:docMk/>
            <pc:sldMk cId="869680711" sldId="346"/>
            <ac:spMk id="3" creationId="{EC44ADDE-7BAE-4D27-8839-0025B3A2D42C}"/>
          </ac:spMkLst>
        </pc:spChg>
      </pc:sldChg>
      <pc:sldChg chg="modSp">
        <pc:chgData name="Austin Francis" userId="S::apf006@uark.edu::d9206161-76a2-4d0d-bb71-2bac416203d9" providerId="AD" clId="Web-{80A54EC7-9643-50D2-1530-D33A7DA07A60}" dt="2024-08-29T19:26:42.512" v="201" actId="20577"/>
        <pc:sldMkLst>
          <pc:docMk/>
          <pc:sldMk cId="2158989465" sldId="395"/>
        </pc:sldMkLst>
        <pc:spChg chg="mod">
          <ac:chgData name="Austin Francis" userId="S::apf006@uark.edu::d9206161-76a2-4d0d-bb71-2bac416203d9" providerId="AD" clId="Web-{80A54EC7-9643-50D2-1530-D33A7DA07A60}" dt="2024-08-29T19:26:42.512" v="201" actId="20577"/>
          <ac:spMkLst>
            <pc:docMk/>
            <pc:sldMk cId="2158989465" sldId="395"/>
            <ac:spMk id="3" creationId="{EC44ADDE-7BAE-4D27-8839-0025B3A2D42C}"/>
          </ac:spMkLst>
        </pc:spChg>
      </pc:sldChg>
      <pc:sldChg chg="addSp delSp modSp">
        <pc:chgData name="Austin Francis" userId="S::apf006@uark.edu::d9206161-76a2-4d0d-bb71-2bac416203d9" providerId="AD" clId="Web-{80A54EC7-9643-50D2-1530-D33A7DA07A60}" dt="2024-08-29T19:29:47.817" v="212" actId="1076"/>
        <pc:sldMkLst>
          <pc:docMk/>
          <pc:sldMk cId="1660926710" sldId="397"/>
        </pc:sldMkLst>
        <pc:spChg chg="mod">
          <ac:chgData name="Austin Francis" userId="S::apf006@uark.edu::d9206161-76a2-4d0d-bb71-2bac416203d9" providerId="AD" clId="Web-{80A54EC7-9643-50D2-1530-D33A7DA07A60}" dt="2024-08-29T19:28:55.502" v="206" actId="20577"/>
          <ac:spMkLst>
            <pc:docMk/>
            <pc:sldMk cId="1660926710" sldId="397"/>
            <ac:spMk id="2" creationId="{A9A10DC1-DDE1-4347-BDBB-4B2ACA3E8D0F}"/>
          </ac:spMkLst>
        </pc:spChg>
        <pc:spChg chg="add del mod">
          <ac:chgData name="Austin Francis" userId="S::apf006@uark.edu::d9206161-76a2-4d0d-bb71-2bac416203d9" providerId="AD" clId="Web-{80A54EC7-9643-50D2-1530-D33A7DA07A60}" dt="2024-08-29T19:29:38.535" v="208"/>
          <ac:spMkLst>
            <pc:docMk/>
            <pc:sldMk cId="1660926710" sldId="397"/>
            <ac:spMk id="4" creationId="{7CBA53B8-D8AB-836A-DC77-884EF846EF67}"/>
          </ac:spMkLst>
        </pc:spChg>
        <pc:picChg chg="del">
          <ac:chgData name="Austin Francis" userId="S::apf006@uark.edu::d9206161-76a2-4d0d-bb71-2bac416203d9" providerId="AD" clId="Web-{80A54EC7-9643-50D2-1530-D33A7DA07A60}" dt="2024-08-29T19:28:56.612" v="207"/>
          <ac:picMkLst>
            <pc:docMk/>
            <pc:sldMk cId="1660926710" sldId="397"/>
            <ac:picMk id="5" creationId="{20BA4054-CD65-49FC-9221-1F95153AAC08}"/>
          </ac:picMkLst>
        </pc:picChg>
        <pc:picChg chg="add mod ord">
          <ac:chgData name="Austin Francis" userId="S::apf006@uark.edu::d9206161-76a2-4d0d-bb71-2bac416203d9" providerId="AD" clId="Web-{80A54EC7-9643-50D2-1530-D33A7DA07A60}" dt="2024-08-29T19:29:47.817" v="212" actId="1076"/>
          <ac:picMkLst>
            <pc:docMk/>
            <pc:sldMk cId="1660926710" sldId="397"/>
            <ac:picMk id="6" creationId="{ED43E902-377A-235F-E3B7-100A8C5464E7}"/>
          </ac:picMkLst>
        </pc:picChg>
      </pc:sldChg>
      <pc:sldChg chg="addSp delSp modSp add replId">
        <pc:chgData name="Austin Francis" userId="S::apf006@uark.edu::d9206161-76a2-4d0d-bb71-2bac416203d9" providerId="AD" clId="Web-{80A54EC7-9643-50D2-1530-D33A7DA07A60}" dt="2024-08-29T19:31:07.336" v="222" actId="14100"/>
        <pc:sldMkLst>
          <pc:docMk/>
          <pc:sldMk cId="1898961290" sldId="468"/>
        </pc:sldMkLst>
        <pc:spChg chg="add del mod">
          <ac:chgData name="Austin Francis" userId="S::apf006@uark.edu::d9206161-76a2-4d0d-bb71-2bac416203d9" providerId="AD" clId="Web-{80A54EC7-9643-50D2-1530-D33A7DA07A60}" dt="2024-08-29T19:30:37.881" v="215"/>
          <ac:spMkLst>
            <pc:docMk/>
            <pc:sldMk cId="1898961290" sldId="468"/>
            <ac:spMk id="4" creationId="{B3F9E483-551A-C8A6-C12E-A9ACBF7DEB36}"/>
          </ac:spMkLst>
        </pc:spChg>
        <pc:picChg chg="add mod ord">
          <ac:chgData name="Austin Francis" userId="S::apf006@uark.edu::d9206161-76a2-4d0d-bb71-2bac416203d9" providerId="AD" clId="Web-{80A54EC7-9643-50D2-1530-D33A7DA07A60}" dt="2024-08-29T19:30:44.944" v="218" actId="1076"/>
          <ac:picMkLst>
            <pc:docMk/>
            <pc:sldMk cId="1898961290" sldId="468"/>
            <ac:picMk id="5" creationId="{6A989CCB-7B24-D26D-043D-05B8D4181ACB}"/>
          </ac:picMkLst>
        </pc:picChg>
        <pc:picChg chg="del">
          <ac:chgData name="Austin Francis" userId="S::apf006@uark.edu::d9206161-76a2-4d0d-bb71-2bac416203d9" providerId="AD" clId="Web-{80A54EC7-9643-50D2-1530-D33A7DA07A60}" dt="2024-08-29T19:30:35.147" v="214"/>
          <ac:picMkLst>
            <pc:docMk/>
            <pc:sldMk cId="1898961290" sldId="468"/>
            <ac:picMk id="6" creationId="{ED43E902-377A-235F-E3B7-100A8C5464E7}"/>
          </ac:picMkLst>
        </pc:picChg>
        <pc:picChg chg="add mod">
          <ac:chgData name="Austin Francis" userId="S::apf006@uark.edu::d9206161-76a2-4d0d-bb71-2bac416203d9" providerId="AD" clId="Web-{80A54EC7-9643-50D2-1530-D33A7DA07A60}" dt="2024-08-29T19:31:07.336" v="222" actId="14100"/>
          <ac:picMkLst>
            <pc:docMk/>
            <pc:sldMk cId="1898961290" sldId="468"/>
            <ac:picMk id="7" creationId="{3E41F0CE-C17D-5264-3881-DF18D60FDAF3}"/>
          </ac:picMkLst>
        </pc:picChg>
      </pc:sldChg>
      <pc:sldChg chg="modSp new">
        <pc:chgData name="Austin Francis" userId="S::apf006@uark.edu::d9206161-76a2-4d0d-bb71-2bac416203d9" providerId="AD" clId="Web-{80A54EC7-9643-50D2-1530-D33A7DA07A60}" dt="2024-08-29T19:33:29.670" v="231" actId="20577"/>
        <pc:sldMkLst>
          <pc:docMk/>
          <pc:sldMk cId="978402029" sldId="469"/>
        </pc:sldMkLst>
        <pc:spChg chg="mod">
          <ac:chgData name="Austin Francis" userId="S::apf006@uark.edu::d9206161-76a2-4d0d-bb71-2bac416203d9" providerId="AD" clId="Web-{80A54EC7-9643-50D2-1530-D33A7DA07A60}" dt="2024-08-29T19:33:29.670" v="231" actId="20577"/>
          <ac:spMkLst>
            <pc:docMk/>
            <pc:sldMk cId="978402029" sldId="469"/>
            <ac:spMk id="2" creationId="{59219C56-8DF6-8A04-72BA-266E74E89A03}"/>
          </ac:spMkLst>
        </pc:spChg>
      </pc:sldChg>
    </pc:docChg>
  </pc:docChgLst>
  <pc:docChgLst>
    <pc:chgData name="Austin Francis" userId="S::apf006@uark.edu::d9206161-76a2-4d0d-bb71-2bac416203d9" providerId="AD" clId="Web-{EB68F22C-E0BD-BCEE-1501-D62074E7F648}"/>
    <pc:docChg chg="addSld delSld modSld sldOrd modSection">
      <pc:chgData name="Austin Francis" userId="S::apf006@uark.edu::d9206161-76a2-4d0d-bb71-2bac416203d9" providerId="AD" clId="Web-{EB68F22C-E0BD-BCEE-1501-D62074E7F648}" dt="2024-09-03T03:31:40.194" v="1167"/>
      <pc:docMkLst>
        <pc:docMk/>
      </pc:docMkLst>
      <pc:sldChg chg="ord">
        <pc:chgData name="Austin Francis" userId="S::apf006@uark.edu::d9206161-76a2-4d0d-bb71-2bac416203d9" providerId="AD" clId="Web-{EB68F22C-E0BD-BCEE-1501-D62074E7F648}" dt="2024-09-03T03:31:36.678" v="1166"/>
        <pc:sldMkLst>
          <pc:docMk/>
          <pc:sldMk cId="875954484" sldId="256"/>
        </pc:sldMkLst>
      </pc:sldChg>
      <pc:sldChg chg="ord">
        <pc:chgData name="Austin Francis" userId="S::apf006@uark.edu::d9206161-76a2-4d0d-bb71-2bac416203d9" providerId="AD" clId="Web-{EB68F22C-E0BD-BCEE-1501-D62074E7F648}" dt="2024-09-03T03:31:40.194" v="1167"/>
        <pc:sldMkLst>
          <pc:docMk/>
          <pc:sldMk cId="718245954" sldId="315"/>
        </pc:sldMkLst>
      </pc:sldChg>
      <pc:sldChg chg="ord">
        <pc:chgData name="Austin Francis" userId="S::apf006@uark.edu::d9206161-76a2-4d0d-bb71-2bac416203d9" providerId="AD" clId="Web-{EB68F22C-E0BD-BCEE-1501-D62074E7F648}" dt="2024-08-30T17:41:15.333" v="0"/>
        <pc:sldMkLst>
          <pc:docMk/>
          <pc:sldMk cId="869680711" sldId="346"/>
        </pc:sldMkLst>
      </pc:sldChg>
      <pc:sldChg chg="addSp delSp modSp">
        <pc:chgData name="Austin Francis" userId="S::apf006@uark.edu::d9206161-76a2-4d0d-bb71-2bac416203d9" providerId="AD" clId="Web-{EB68F22C-E0BD-BCEE-1501-D62074E7F648}" dt="2024-08-30T18:07:11.168" v="19" actId="14100"/>
        <pc:sldMkLst>
          <pc:docMk/>
          <pc:sldMk cId="1660926710" sldId="397"/>
        </pc:sldMkLst>
        <pc:spChg chg="mod">
          <ac:chgData name="Austin Francis" userId="S::apf006@uark.edu::d9206161-76a2-4d0d-bb71-2bac416203d9" providerId="AD" clId="Web-{EB68F22C-E0BD-BCEE-1501-D62074E7F648}" dt="2024-08-30T18:05:43.415" v="4"/>
          <ac:spMkLst>
            <pc:docMk/>
            <pc:sldMk cId="1660926710" sldId="397"/>
            <ac:spMk id="2" creationId="{A9A10DC1-DDE1-4347-BDBB-4B2ACA3E8D0F}"/>
          </ac:spMkLst>
        </pc:spChg>
        <pc:spChg chg="add del">
          <ac:chgData name="Austin Francis" userId="S::apf006@uark.edu::d9206161-76a2-4d0d-bb71-2bac416203d9" providerId="AD" clId="Web-{EB68F22C-E0BD-BCEE-1501-D62074E7F648}" dt="2024-08-30T18:03:06.643" v="3"/>
          <ac:spMkLst>
            <pc:docMk/>
            <pc:sldMk cId="1660926710" sldId="397"/>
            <ac:spMk id="3" creationId="{8700EE1E-EDB2-8437-63F5-182E74368875}"/>
          </ac:spMkLst>
        </pc:spChg>
        <pc:spChg chg="add mod">
          <ac:chgData name="Austin Francis" userId="S::apf006@uark.edu::d9206161-76a2-4d0d-bb71-2bac416203d9" providerId="AD" clId="Web-{EB68F22C-E0BD-BCEE-1501-D62074E7F648}" dt="2024-08-30T18:06:40.698" v="14"/>
          <ac:spMkLst>
            <pc:docMk/>
            <pc:sldMk cId="1660926710" sldId="397"/>
            <ac:spMk id="4" creationId="{82AC278D-A1B8-76BB-3B68-AA6704406871}"/>
          </ac:spMkLst>
        </pc:spChg>
        <pc:spChg chg="add mod">
          <ac:chgData name="Austin Francis" userId="S::apf006@uark.edu::d9206161-76a2-4d0d-bb71-2bac416203d9" providerId="AD" clId="Web-{EB68F22C-E0BD-BCEE-1501-D62074E7F648}" dt="2024-08-30T18:07:11.168" v="19" actId="14100"/>
          <ac:spMkLst>
            <pc:docMk/>
            <pc:sldMk cId="1660926710" sldId="397"/>
            <ac:spMk id="5" creationId="{BB3E50EF-061C-13A1-7541-C8A2B27147B1}"/>
          </ac:spMkLst>
        </pc:spChg>
        <pc:picChg chg="mod">
          <ac:chgData name="Austin Francis" userId="S::apf006@uark.edu::d9206161-76a2-4d0d-bb71-2bac416203d9" providerId="AD" clId="Web-{EB68F22C-E0BD-BCEE-1501-D62074E7F648}" dt="2024-08-30T18:07:02.746" v="17" actId="1076"/>
          <ac:picMkLst>
            <pc:docMk/>
            <pc:sldMk cId="1660926710" sldId="397"/>
            <ac:picMk id="6" creationId="{ED43E902-377A-235F-E3B7-100A8C5464E7}"/>
          </ac:picMkLst>
        </pc:picChg>
      </pc:sldChg>
      <pc:sldChg chg="addSp delSp modSp">
        <pc:chgData name="Austin Francis" userId="S::apf006@uark.edu::d9206161-76a2-4d0d-bb71-2bac416203d9" providerId="AD" clId="Web-{EB68F22C-E0BD-BCEE-1501-D62074E7F648}" dt="2024-08-30T18:25:21.227" v="407" actId="14100"/>
        <pc:sldMkLst>
          <pc:docMk/>
          <pc:sldMk cId="3921299865" sldId="442"/>
        </pc:sldMkLst>
        <pc:spChg chg="add del mod">
          <ac:chgData name="Austin Francis" userId="S::apf006@uark.edu::d9206161-76a2-4d0d-bb71-2bac416203d9" providerId="AD" clId="Web-{EB68F22C-E0BD-BCEE-1501-D62074E7F648}" dt="2024-08-30T18:13:22.480" v="22"/>
          <ac:spMkLst>
            <pc:docMk/>
            <pc:sldMk cId="3921299865" sldId="442"/>
            <ac:spMk id="4" creationId="{7FEE286E-7423-F2BB-F1CC-1269FF5381E2}"/>
          </ac:spMkLst>
        </pc:spChg>
        <pc:spChg chg="add mod">
          <ac:chgData name="Austin Francis" userId="S::apf006@uark.edu::d9206161-76a2-4d0d-bb71-2bac416203d9" providerId="AD" clId="Web-{EB68F22C-E0BD-BCEE-1501-D62074E7F648}" dt="2024-08-30T18:25:21.227" v="407" actId="14100"/>
          <ac:spMkLst>
            <pc:docMk/>
            <pc:sldMk cId="3921299865" sldId="442"/>
            <ac:spMk id="8" creationId="{9BC0799E-34BE-0A52-639A-817947FE0509}"/>
          </ac:spMkLst>
        </pc:spChg>
        <pc:picChg chg="add mod ord">
          <ac:chgData name="Austin Francis" userId="S::apf006@uark.edu::d9206161-76a2-4d0d-bb71-2bac416203d9" providerId="AD" clId="Web-{EB68F22C-E0BD-BCEE-1501-D62074E7F648}" dt="2024-08-30T18:13:27.730" v="25" actId="1076"/>
          <ac:picMkLst>
            <pc:docMk/>
            <pc:sldMk cId="3921299865" sldId="442"/>
            <ac:picMk id="5" creationId="{43797469-7C97-82BE-AEF2-6EDAC23010A8}"/>
          </ac:picMkLst>
        </pc:picChg>
        <pc:picChg chg="del">
          <ac:chgData name="Austin Francis" userId="S::apf006@uark.edu::d9206161-76a2-4d0d-bb71-2bac416203d9" providerId="AD" clId="Web-{EB68F22C-E0BD-BCEE-1501-D62074E7F648}" dt="2024-08-30T18:12:58.447" v="21"/>
          <ac:picMkLst>
            <pc:docMk/>
            <pc:sldMk cId="3921299865" sldId="442"/>
            <ac:picMk id="6" creationId="{DC1D27A8-7813-CC98-388E-742779FABD0B}"/>
          </ac:picMkLst>
        </pc:picChg>
      </pc:sldChg>
      <pc:sldChg chg="addSp modSp">
        <pc:chgData name="Austin Francis" userId="S::apf006@uark.edu::d9206161-76a2-4d0d-bb71-2bac416203d9" providerId="AD" clId="Web-{EB68F22C-E0BD-BCEE-1501-D62074E7F648}" dt="2024-08-30T18:25:46.227" v="412" actId="14100"/>
        <pc:sldMkLst>
          <pc:docMk/>
          <pc:sldMk cId="1071918637" sldId="444"/>
        </pc:sldMkLst>
        <pc:spChg chg="add mod">
          <ac:chgData name="Austin Francis" userId="S::apf006@uark.edu::d9206161-76a2-4d0d-bb71-2bac416203d9" providerId="AD" clId="Web-{EB68F22C-E0BD-BCEE-1501-D62074E7F648}" dt="2024-08-30T18:25:46.227" v="412" actId="14100"/>
          <ac:spMkLst>
            <pc:docMk/>
            <pc:sldMk cId="1071918637" sldId="444"/>
            <ac:spMk id="4" creationId="{5F657094-2D04-E9C4-D1D3-AE4CA128A281}"/>
          </ac:spMkLst>
        </pc:spChg>
      </pc:sldChg>
      <pc:sldChg chg="addSp modSp">
        <pc:chgData name="Austin Francis" userId="S::apf006@uark.edu::d9206161-76a2-4d0d-bb71-2bac416203d9" providerId="AD" clId="Web-{EB68F22C-E0BD-BCEE-1501-D62074E7F648}" dt="2024-08-30T18:27:36.839" v="416" actId="14100"/>
        <pc:sldMkLst>
          <pc:docMk/>
          <pc:sldMk cId="1873507160" sldId="445"/>
        </pc:sldMkLst>
        <pc:spChg chg="add mod">
          <ac:chgData name="Austin Francis" userId="S::apf006@uark.edu::d9206161-76a2-4d0d-bb71-2bac416203d9" providerId="AD" clId="Web-{EB68F22C-E0BD-BCEE-1501-D62074E7F648}" dt="2024-08-30T18:27:36.839" v="416" actId="14100"/>
          <ac:spMkLst>
            <pc:docMk/>
            <pc:sldMk cId="1873507160" sldId="445"/>
            <ac:spMk id="4" creationId="{38E371B6-7E68-020B-AAC5-C3FCEE3E73F7}"/>
          </ac:spMkLst>
        </pc:spChg>
      </pc:sldChg>
      <pc:sldChg chg="addSp modSp modNotes">
        <pc:chgData name="Austin Francis" userId="S::apf006@uark.edu::d9206161-76a2-4d0d-bb71-2bac416203d9" providerId="AD" clId="Web-{EB68F22C-E0BD-BCEE-1501-D62074E7F648}" dt="2024-08-30T18:35:13.732" v="522"/>
        <pc:sldMkLst>
          <pc:docMk/>
          <pc:sldMk cId="255185723" sldId="446"/>
        </pc:sldMkLst>
        <pc:spChg chg="add mod">
          <ac:chgData name="Austin Francis" userId="S::apf006@uark.edu::d9206161-76a2-4d0d-bb71-2bac416203d9" providerId="AD" clId="Web-{EB68F22C-E0BD-BCEE-1501-D62074E7F648}" dt="2024-08-30T18:31:28.880" v="422" actId="1076"/>
          <ac:spMkLst>
            <pc:docMk/>
            <pc:sldMk cId="255185723" sldId="446"/>
            <ac:spMk id="4" creationId="{E6DD2EAA-DE1F-F64C-5C82-DF6B0A1E5E90}"/>
          </ac:spMkLst>
        </pc:spChg>
      </pc:sldChg>
      <pc:sldChg chg="modSp">
        <pc:chgData name="Austin Francis" userId="S::apf006@uark.edu::d9206161-76a2-4d0d-bb71-2bac416203d9" providerId="AD" clId="Web-{EB68F22C-E0BD-BCEE-1501-D62074E7F648}" dt="2024-08-30T18:17:34.552" v="185" actId="20577"/>
        <pc:sldMkLst>
          <pc:docMk/>
          <pc:sldMk cId="3278758722" sldId="454"/>
        </pc:sldMkLst>
        <pc:spChg chg="mod">
          <ac:chgData name="Austin Francis" userId="S::apf006@uark.edu::d9206161-76a2-4d0d-bb71-2bac416203d9" providerId="AD" clId="Web-{EB68F22C-E0BD-BCEE-1501-D62074E7F648}" dt="2024-08-30T18:17:34.552" v="185" actId="20577"/>
          <ac:spMkLst>
            <pc:docMk/>
            <pc:sldMk cId="3278758722" sldId="454"/>
            <ac:spMk id="4" creationId="{22DDC56A-D7F3-FBC5-8D2F-DA585681679B}"/>
          </ac:spMkLst>
        </pc:spChg>
      </pc:sldChg>
      <pc:sldChg chg="modSp">
        <pc:chgData name="Austin Francis" userId="S::apf006@uark.edu::d9206161-76a2-4d0d-bb71-2bac416203d9" providerId="AD" clId="Web-{EB68F22C-E0BD-BCEE-1501-D62074E7F648}" dt="2024-08-30T18:19:29.556" v="281" actId="20577"/>
        <pc:sldMkLst>
          <pc:docMk/>
          <pc:sldMk cId="3419803062" sldId="455"/>
        </pc:sldMkLst>
        <pc:spChg chg="mod">
          <ac:chgData name="Austin Francis" userId="S::apf006@uark.edu::d9206161-76a2-4d0d-bb71-2bac416203d9" providerId="AD" clId="Web-{EB68F22C-E0BD-BCEE-1501-D62074E7F648}" dt="2024-08-30T18:19:29.556" v="281" actId="20577"/>
          <ac:spMkLst>
            <pc:docMk/>
            <pc:sldMk cId="3419803062" sldId="455"/>
            <ac:spMk id="4" creationId="{22DDC56A-D7F3-FBC5-8D2F-DA585681679B}"/>
          </ac:spMkLst>
        </pc:spChg>
      </pc:sldChg>
      <pc:sldChg chg="modSp">
        <pc:chgData name="Austin Francis" userId="S::apf006@uark.edu::d9206161-76a2-4d0d-bb71-2bac416203d9" providerId="AD" clId="Web-{EB68F22C-E0BD-BCEE-1501-D62074E7F648}" dt="2024-08-30T18:24:48.428" v="401" actId="20577"/>
        <pc:sldMkLst>
          <pc:docMk/>
          <pc:sldMk cId="686375482" sldId="456"/>
        </pc:sldMkLst>
        <pc:spChg chg="mod">
          <ac:chgData name="Austin Francis" userId="S::apf006@uark.edu::d9206161-76a2-4d0d-bb71-2bac416203d9" providerId="AD" clId="Web-{EB68F22C-E0BD-BCEE-1501-D62074E7F648}" dt="2024-08-30T18:24:48.428" v="401" actId="20577"/>
          <ac:spMkLst>
            <pc:docMk/>
            <pc:sldMk cId="686375482" sldId="456"/>
            <ac:spMk id="3" creationId="{FE278BFF-FA8B-34A3-C83B-1D0BFB2544CD}"/>
          </ac:spMkLst>
        </pc:spChg>
      </pc:sldChg>
      <pc:sldChg chg="del">
        <pc:chgData name="Austin Francis" userId="S::apf006@uark.edu::d9206161-76a2-4d0d-bb71-2bac416203d9" providerId="AD" clId="Web-{EB68F22C-E0BD-BCEE-1501-D62074E7F648}" dt="2024-08-30T18:32:01.740" v="429"/>
        <pc:sldMkLst>
          <pc:docMk/>
          <pc:sldMk cId="201112120" sldId="457"/>
        </pc:sldMkLst>
      </pc:sldChg>
      <pc:sldChg chg="del">
        <pc:chgData name="Austin Francis" userId="S::apf006@uark.edu::d9206161-76a2-4d0d-bb71-2bac416203d9" providerId="AD" clId="Web-{EB68F22C-E0BD-BCEE-1501-D62074E7F648}" dt="2024-08-30T18:01:17.951" v="1"/>
        <pc:sldMkLst>
          <pc:docMk/>
          <pc:sldMk cId="978978087" sldId="463"/>
        </pc:sldMkLst>
      </pc:sldChg>
      <pc:sldChg chg="ord modNotes">
        <pc:chgData name="Austin Francis" userId="S::apf006@uark.edu::d9206161-76a2-4d0d-bb71-2bac416203d9" providerId="AD" clId="Web-{EB68F22C-E0BD-BCEE-1501-D62074E7F648}" dt="2024-08-30T18:34:51.106" v="520"/>
        <pc:sldMkLst>
          <pc:docMk/>
          <pc:sldMk cId="4216062859" sldId="472"/>
        </pc:sldMkLst>
      </pc:sldChg>
      <pc:sldChg chg="addSp modSp modNotes">
        <pc:chgData name="Austin Francis" userId="S::apf006@uark.edu::d9206161-76a2-4d0d-bb71-2bac416203d9" providerId="AD" clId="Web-{EB68F22C-E0BD-BCEE-1501-D62074E7F648}" dt="2024-08-30T18:38:57.038" v="609" actId="14100"/>
        <pc:sldMkLst>
          <pc:docMk/>
          <pc:sldMk cId="2060909779" sldId="473"/>
        </pc:sldMkLst>
        <pc:spChg chg="add mod">
          <ac:chgData name="Austin Francis" userId="S::apf006@uark.edu::d9206161-76a2-4d0d-bb71-2bac416203d9" providerId="AD" clId="Web-{EB68F22C-E0BD-BCEE-1501-D62074E7F648}" dt="2024-08-30T18:38:57.038" v="609" actId="14100"/>
          <ac:spMkLst>
            <pc:docMk/>
            <pc:sldMk cId="2060909779" sldId="473"/>
            <ac:spMk id="5" creationId="{1A16C528-0865-1975-7D50-F16ED20AC4EA}"/>
          </ac:spMkLst>
        </pc:spChg>
      </pc:sldChg>
      <pc:sldChg chg="modSp">
        <pc:chgData name="Austin Francis" userId="S::apf006@uark.edu::d9206161-76a2-4d0d-bb71-2bac416203d9" providerId="AD" clId="Web-{EB68F22C-E0BD-BCEE-1501-D62074E7F648}" dt="2024-08-30T18:38:38.943" v="606" actId="20577"/>
        <pc:sldMkLst>
          <pc:docMk/>
          <pc:sldMk cId="2375801828" sldId="474"/>
        </pc:sldMkLst>
        <pc:spChg chg="mod">
          <ac:chgData name="Austin Francis" userId="S::apf006@uark.edu::d9206161-76a2-4d0d-bb71-2bac416203d9" providerId="AD" clId="Web-{EB68F22C-E0BD-BCEE-1501-D62074E7F648}" dt="2024-08-30T18:38:38.943" v="606" actId="20577"/>
          <ac:spMkLst>
            <pc:docMk/>
            <pc:sldMk cId="2375801828" sldId="474"/>
            <ac:spMk id="3" creationId="{67AC8FC0-555E-A909-14FB-9A3F2D8B1D8B}"/>
          </ac:spMkLst>
        </pc:spChg>
      </pc:sldChg>
      <pc:sldChg chg="addSp modSp modNotes">
        <pc:chgData name="Austin Francis" userId="S::apf006@uark.edu::d9206161-76a2-4d0d-bb71-2bac416203d9" providerId="AD" clId="Web-{EB68F22C-E0BD-BCEE-1501-D62074E7F648}" dt="2024-08-30T23:14:01.910" v="853" actId="14100"/>
        <pc:sldMkLst>
          <pc:docMk/>
          <pc:sldMk cId="292909213" sldId="475"/>
        </pc:sldMkLst>
        <pc:spChg chg="add mod">
          <ac:chgData name="Austin Francis" userId="S::apf006@uark.edu::d9206161-76a2-4d0d-bb71-2bac416203d9" providerId="AD" clId="Web-{EB68F22C-E0BD-BCEE-1501-D62074E7F648}" dt="2024-08-30T23:14:01.910" v="853" actId="14100"/>
          <ac:spMkLst>
            <pc:docMk/>
            <pc:sldMk cId="292909213" sldId="475"/>
            <ac:spMk id="5" creationId="{B408C27C-3A54-67E6-44BC-4303A7A3B499}"/>
          </ac:spMkLst>
        </pc:spChg>
      </pc:sldChg>
      <pc:sldChg chg="modSp">
        <pc:chgData name="Austin Francis" userId="S::apf006@uark.edu::d9206161-76a2-4d0d-bb71-2bac416203d9" providerId="AD" clId="Web-{EB68F22C-E0BD-BCEE-1501-D62074E7F648}" dt="2024-08-30T18:42:14.295" v="717" actId="20577"/>
        <pc:sldMkLst>
          <pc:docMk/>
          <pc:sldMk cId="163268738" sldId="476"/>
        </pc:sldMkLst>
        <pc:spChg chg="mod">
          <ac:chgData name="Austin Francis" userId="S::apf006@uark.edu::d9206161-76a2-4d0d-bb71-2bac416203d9" providerId="AD" clId="Web-{EB68F22C-E0BD-BCEE-1501-D62074E7F648}" dt="2024-08-30T18:42:14.295" v="717" actId="20577"/>
          <ac:spMkLst>
            <pc:docMk/>
            <pc:sldMk cId="163268738" sldId="476"/>
            <ac:spMk id="3" creationId="{FBA70239-8221-57C6-1E2C-3DB3A8A7F17C}"/>
          </ac:spMkLst>
        </pc:spChg>
      </pc:sldChg>
      <pc:sldChg chg="addSp modSp">
        <pc:chgData name="Austin Francis" userId="S::apf006@uark.edu::d9206161-76a2-4d0d-bb71-2bac416203d9" providerId="AD" clId="Web-{EB68F22C-E0BD-BCEE-1501-D62074E7F648}" dt="2024-08-30T23:24:43.011" v="863" actId="14100"/>
        <pc:sldMkLst>
          <pc:docMk/>
          <pc:sldMk cId="3053758625" sldId="477"/>
        </pc:sldMkLst>
        <pc:spChg chg="add mod">
          <ac:chgData name="Austin Francis" userId="S::apf006@uark.edu::d9206161-76a2-4d0d-bb71-2bac416203d9" providerId="AD" clId="Web-{EB68F22C-E0BD-BCEE-1501-D62074E7F648}" dt="2024-08-30T23:24:26.339" v="859" actId="14100"/>
          <ac:spMkLst>
            <pc:docMk/>
            <pc:sldMk cId="3053758625" sldId="477"/>
            <ac:spMk id="5" creationId="{64CD6BBA-48EF-6CD1-53EB-5D1A69464A53}"/>
          </ac:spMkLst>
        </pc:spChg>
        <pc:spChg chg="add mod">
          <ac:chgData name="Austin Francis" userId="S::apf006@uark.edu::d9206161-76a2-4d0d-bb71-2bac416203d9" providerId="AD" clId="Web-{EB68F22C-E0BD-BCEE-1501-D62074E7F648}" dt="2024-08-30T23:24:43.011" v="863" actId="14100"/>
          <ac:spMkLst>
            <pc:docMk/>
            <pc:sldMk cId="3053758625" sldId="477"/>
            <ac:spMk id="6" creationId="{A686EC4F-8F3B-0081-1286-7934B4D46FFB}"/>
          </ac:spMkLst>
        </pc:spChg>
      </pc:sldChg>
      <pc:sldChg chg="modSp modNotes">
        <pc:chgData name="Austin Francis" userId="S::apf006@uark.edu::d9206161-76a2-4d0d-bb71-2bac416203d9" providerId="AD" clId="Web-{EB68F22C-E0BD-BCEE-1501-D62074E7F648}" dt="2024-08-30T18:50:02.861" v="848"/>
        <pc:sldMkLst>
          <pc:docMk/>
          <pc:sldMk cId="3801312249" sldId="478"/>
        </pc:sldMkLst>
        <pc:spChg chg="mod">
          <ac:chgData name="Austin Francis" userId="S::apf006@uark.edu::d9206161-76a2-4d0d-bb71-2bac416203d9" providerId="AD" clId="Web-{EB68F22C-E0BD-BCEE-1501-D62074E7F648}" dt="2024-08-30T18:49:51.048" v="846" actId="20577"/>
          <ac:spMkLst>
            <pc:docMk/>
            <pc:sldMk cId="3801312249" sldId="478"/>
            <ac:spMk id="3" creationId="{580D56F8-3314-212C-F6B1-4113566882F0}"/>
          </ac:spMkLst>
        </pc:spChg>
      </pc:sldChg>
      <pc:sldChg chg="addSp delSp modSp modNotes">
        <pc:chgData name="Austin Francis" userId="S::apf006@uark.edu::d9206161-76a2-4d0d-bb71-2bac416203d9" providerId="AD" clId="Web-{EB68F22C-E0BD-BCEE-1501-D62074E7F648}" dt="2024-08-30T23:37:16.433" v="919"/>
        <pc:sldMkLst>
          <pc:docMk/>
          <pc:sldMk cId="59643071" sldId="479"/>
        </pc:sldMkLst>
        <pc:spChg chg="add mod">
          <ac:chgData name="Austin Francis" userId="S::apf006@uark.edu::d9206161-76a2-4d0d-bb71-2bac416203d9" providerId="AD" clId="Web-{EB68F22C-E0BD-BCEE-1501-D62074E7F648}" dt="2024-08-30T23:32:19.570" v="870" actId="14100"/>
          <ac:spMkLst>
            <pc:docMk/>
            <pc:sldMk cId="59643071" sldId="479"/>
            <ac:spMk id="5" creationId="{6E5760EE-F862-E6D0-553E-AC5F3979C91B}"/>
          </ac:spMkLst>
        </pc:spChg>
        <pc:spChg chg="add del mod">
          <ac:chgData name="Austin Francis" userId="S::apf006@uark.edu::d9206161-76a2-4d0d-bb71-2bac416203d9" providerId="AD" clId="Web-{EB68F22C-E0BD-BCEE-1501-D62074E7F648}" dt="2024-08-30T23:36:59.151" v="917"/>
          <ac:spMkLst>
            <pc:docMk/>
            <pc:sldMk cId="59643071" sldId="479"/>
            <ac:spMk id="6" creationId="{28C7BF11-CF57-0CDA-F8C8-8AFF9BC269C4}"/>
          </ac:spMkLst>
        </pc:spChg>
        <pc:picChg chg="mod">
          <ac:chgData name="Austin Francis" userId="S::apf006@uark.edu::d9206161-76a2-4d0d-bb71-2bac416203d9" providerId="AD" clId="Web-{EB68F22C-E0BD-BCEE-1501-D62074E7F648}" dt="2024-08-30T23:32:12.054" v="868" actId="1076"/>
          <ac:picMkLst>
            <pc:docMk/>
            <pc:sldMk cId="59643071" sldId="479"/>
            <ac:picMk id="4" creationId="{E0443DB9-D47B-545E-3248-424DBFC82139}"/>
          </ac:picMkLst>
        </pc:picChg>
      </pc:sldChg>
      <pc:sldChg chg="modSp">
        <pc:chgData name="Austin Francis" userId="S::apf006@uark.edu::d9206161-76a2-4d0d-bb71-2bac416203d9" providerId="AD" clId="Web-{EB68F22C-E0BD-BCEE-1501-D62074E7F648}" dt="2024-08-30T23:36:51.589" v="913" actId="20577"/>
        <pc:sldMkLst>
          <pc:docMk/>
          <pc:sldMk cId="1961816772" sldId="480"/>
        </pc:sldMkLst>
        <pc:spChg chg="mod">
          <ac:chgData name="Austin Francis" userId="S::apf006@uark.edu::d9206161-76a2-4d0d-bb71-2bac416203d9" providerId="AD" clId="Web-{EB68F22C-E0BD-BCEE-1501-D62074E7F648}" dt="2024-08-30T23:36:51.589" v="913" actId="20577"/>
          <ac:spMkLst>
            <pc:docMk/>
            <pc:sldMk cId="1961816772" sldId="480"/>
            <ac:spMk id="5" creationId="{3E03B235-92A8-1BA3-A63C-BAEF68493073}"/>
          </ac:spMkLst>
        </pc:spChg>
      </pc:sldChg>
      <pc:sldChg chg="addSp delSp modSp modNotes">
        <pc:chgData name="Austin Francis" userId="S::apf006@uark.edu::d9206161-76a2-4d0d-bb71-2bac416203d9" providerId="AD" clId="Web-{EB68F22C-E0BD-BCEE-1501-D62074E7F648}" dt="2024-08-30T23:45:58.845" v="1047"/>
        <pc:sldMkLst>
          <pc:docMk/>
          <pc:sldMk cId="4104768236" sldId="481"/>
        </pc:sldMkLst>
        <pc:spChg chg="add mod">
          <ac:chgData name="Austin Francis" userId="S::apf006@uark.edu::d9206161-76a2-4d0d-bb71-2bac416203d9" providerId="AD" clId="Web-{EB68F22C-E0BD-BCEE-1501-D62074E7F648}" dt="2024-08-30T23:43:02.202" v="925" actId="1076"/>
          <ac:spMkLst>
            <pc:docMk/>
            <pc:sldMk cId="4104768236" sldId="481"/>
            <ac:spMk id="5" creationId="{95E047E3-64D1-9A1B-84C6-A5AE5D9AE5E8}"/>
          </ac:spMkLst>
        </pc:spChg>
        <pc:spChg chg="add del mod">
          <ac:chgData name="Austin Francis" userId="S::apf006@uark.edu::d9206161-76a2-4d0d-bb71-2bac416203d9" providerId="AD" clId="Web-{EB68F22C-E0BD-BCEE-1501-D62074E7F648}" dt="2024-08-30T23:45:55.157" v="1046"/>
          <ac:spMkLst>
            <pc:docMk/>
            <pc:sldMk cId="4104768236" sldId="481"/>
            <ac:spMk id="6" creationId="{1FE72504-44C3-190D-9F7E-B9539B64259A}"/>
          </ac:spMkLst>
        </pc:spChg>
      </pc:sldChg>
      <pc:sldChg chg="modSp">
        <pc:chgData name="Austin Francis" userId="S::apf006@uark.edu::d9206161-76a2-4d0d-bb71-2bac416203d9" providerId="AD" clId="Web-{EB68F22C-E0BD-BCEE-1501-D62074E7F648}" dt="2024-08-30T23:45:46.376" v="1042" actId="20577"/>
        <pc:sldMkLst>
          <pc:docMk/>
          <pc:sldMk cId="929529814" sldId="482"/>
        </pc:sldMkLst>
        <pc:spChg chg="mod">
          <ac:chgData name="Austin Francis" userId="S::apf006@uark.edu::d9206161-76a2-4d0d-bb71-2bac416203d9" providerId="AD" clId="Web-{EB68F22C-E0BD-BCEE-1501-D62074E7F648}" dt="2024-08-30T23:45:46.376" v="1042" actId="20577"/>
          <ac:spMkLst>
            <pc:docMk/>
            <pc:sldMk cId="929529814" sldId="482"/>
            <ac:spMk id="3" creationId="{7323381A-6D4C-39C2-3AB5-FB49E60A1D3B}"/>
          </ac:spMkLst>
        </pc:spChg>
      </pc:sldChg>
      <pc:sldChg chg="modSp">
        <pc:chgData name="Austin Francis" userId="S::apf006@uark.edu::d9206161-76a2-4d0d-bb71-2bac416203d9" providerId="AD" clId="Web-{EB68F22C-E0BD-BCEE-1501-D62074E7F648}" dt="2024-08-30T23:47:45.674" v="1082" actId="20577"/>
        <pc:sldMkLst>
          <pc:docMk/>
          <pc:sldMk cId="1279047133" sldId="484"/>
        </pc:sldMkLst>
        <pc:spChg chg="mod">
          <ac:chgData name="Austin Francis" userId="S::apf006@uark.edu::d9206161-76a2-4d0d-bb71-2bac416203d9" providerId="AD" clId="Web-{EB68F22C-E0BD-BCEE-1501-D62074E7F648}" dt="2024-08-30T23:47:45.674" v="1082" actId="20577"/>
          <ac:spMkLst>
            <pc:docMk/>
            <pc:sldMk cId="1279047133" sldId="484"/>
            <ac:spMk id="3" creationId="{1F0E46AD-E6ED-D3BA-8F57-399D9135B398}"/>
          </ac:spMkLst>
        </pc:spChg>
      </pc:sldChg>
      <pc:sldChg chg="addSp delSp modSp">
        <pc:chgData name="Austin Francis" userId="S::apf006@uark.edu::d9206161-76a2-4d0d-bb71-2bac416203d9" providerId="AD" clId="Web-{EB68F22C-E0BD-BCEE-1501-D62074E7F648}" dt="2024-08-30T23:55:38.559" v="1089" actId="14100"/>
        <pc:sldMkLst>
          <pc:docMk/>
          <pc:sldMk cId="3271607978" sldId="485"/>
        </pc:sldMkLst>
        <pc:spChg chg="add del mod">
          <ac:chgData name="Austin Francis" userId="S::apf006@uark.edu::d9206161-76a2-4d0d-bb71-2bac416203d9" providerId="AD" clId="Web-{EB68F22C-E0BD-BCEE-1501-D62074E7F648}" dt="2024-08-30T23:55:17.871" v="1086"/>
          <ac:spMkLst>
            <pc:docMk/>
            <pc:sldMk cId="3271607978" sldId="485"/>
            <ac:spMk id="3" creationId="{455C3944-AC9B-963A-61C6-AC4D48695E7C}"/>
          </ac:spMkLst>
        </pc:spChg>
        <pc:spChg chg="add mod">
          <ac:chgData name="Austin Francis" userId="S::apf006@uark.edu::d9206161-76a2-4d0d-bb71-2bac416203d9" providerId="AD" clId="Web-{EB68F22C-E0BD-BCEE-1501-D62074E7F648}" dt="2024-08-30T23:55:38.559" v="1089" actId="14100"/>
          <ac:spMkLst>
            <pc:docMk/>
            <pc:sldMk cId="3271607978" sldId="485"/>
            <ac:spMk id="6" creationId="{6ED5DED2-61E6-C775-BEA4-4218B7480F1D}"/>
          </ac:spMkLst>
        </pc:spChg>
      </pc:sldChg>
      <pc:sldChg chg="modSp">
        <pc:chgData name="Austin Francis" userId="S::apf006@uark.edu::d9206161-76a2-4d0d-bb71-2bac416203d9" providerId="AD" clId="Web-{EB68F22C-E0BD-BCEE-1501-D62074E7F648}" dt="2024-08-31T00:00:16.734" v="1165" actId="20577"/>
        <pc:sldMkLst>
          <pc:docMk/>
          <pc:sldMk cId="2617688870" sldId="486"/>
        </pc:sldMkLst>
        <pc:spChg chg="mod">
          <ac:chgData name="Austin Francis" userId="S::apf006@uark.edu::d9206161-76a2-4d0d-bb71-2bac416203d9" providerId="AD" clId="Web-{EB68F22C-E0BD-BCEE-1501-D62074E7F648}" dt="2024-08-31T00:00:16.734" v="1165" actId="20577"/>
          <ac:spMkLst>
            <pc:docMk/>
            <pc:sldMk cId="2617688870" sldId="486"/>
            <ac:spMk id="3" creationId="{AC5E2B60-973F-5368-903B-2B0D45DB1C56}"/>
          </ac:spMkLst>
        </pc:spChg>
      </pc:sldChg>
      <pc:sldChg chg="modSp new">
        <pc:chgData name="Austin Francis" userId="S::apf006@uark.edu::d9206161-76a2-4d0d-bb71-2bac416203d9" providerId="AD" clId="Web-{EB68F22C-E0BD-BCEE-1501-D62074E7F648}" dt="2024-08-30T18:34:13.152" v="518" actId="20577"/>
        <pc:sldMkLst>
          <pc:docMk/>
          <pc:sldMk cId="2543566513" sldId="487"/>
        </pc:sldMkLst>
        <pc:spChg chg="mod">
          <ac:chgData name="Austin Francis" userId="S::apf006@uark.edu::d9206161-76a2-4d0d-bb71-2bac416203d9" providerId="AD" clId="Web-{EB68F22C-E0BD-BCEE-1501-D62074E7F648}" dt="2024-08-30T18:33:25.212" v="437" actId="20577"/>
          <ac:spMkLst>
            <pc:docMk/>
            <pc:sldMk cId="2543566513" sldId="487"/>
            <ac:spMk id="2" creationId="{312648A2-0950-9C65-8ED8-0570A9273215}"/>
          </ac:spMkLst>
        </pc:spChg>
        <pc:spChg chg="mod">
          <ac:chgData name="Austin Francis" userId="S::apf006@uark.edu::d9206161-76a2-4d0d-bb71-2bac416203d9" providerId="AD" clId="Web-{EB68F22C-E0BD-BCEE-1501-D62074E7F648}" dt="2024-08-30T18:34:13.152" v="518" actId="20577"/>
          <ac:spMkLst>
            <pc:docMk/>
            <pc:sldMk cId="2543566513" sldId="487"/>
            <ac:spMk id="3" creationId="{E398D4EE-6D9D-ADB3-580D-B44F059C1780}"/>
          </ac:spMkLst>
        </pc:spChg>
      </pc:sldChg>
    </pc:docChg>
  </pc:docChgLst>
  <pc:docChgLst>
    <pc:chgData name="Austin Francis" userId="S::apf006@uark.edu::d9206161-76a2-4d0d-bb71-2bac416203d9" providerId="AD" clId="Web-{18C2FB6E-7498-2592-93A0-81FD715D26E9}"/>
    <pc:docChg chg="addSld delSld modSld modSection">
      <pc:chgData name="Austin Francis" userId="S::apf006@uark.edu::d9206161-76a2-4d0d-bb71-2bac416203d9" providerId="AD" clId="Web-{18C2FB6E-7498-2592-93A0-81FD715D26E9}" dt="2024-09-10T13:19:39.653" v="2043"/>
      <pc:docMkLst>
        <pc:docMk/>
      </pc:docMkLst>
      <pc:sldChg chg="modSp">
        <pc:chgData name="Austin Francis" userId="S::apf006@uark.edu::d9206161-76a2-4d0d-bb71-2bac416203d9" providerId="AD" clId="Web-{18C2FB6E-7498-2592-93A0-81FD715D26E9}" dt="2024-09-09T14:11:48.615" v="80" actId="14100"/>
        <pc:sldMkLst>
          <pc:docMk/>
          <pc:sldMk cId="875954484" sldId="256"/>
        </pc:sldMkLst>
        <pc:spChg chg="mod">
          <ac:chgData name="Austin Francis" userId="S::apf006@uark.edu::d9206161-76a2-4d0d-bb71-2bac416203d9" providerId="AD" clId="Web-{18C2FB6E-7498-2592-93A0-81FD715D26E9}" dt="2024-09-09T14:11:41.161" v="78" actId="1076"/>
          <ac:spMkLst>
            <pc:docMk/>
            <pc:sldMk cId="875954484" sldId="256"/>
            <ac:spMk id="2" creationId="{00000000-0000-0000-0000-000000000000}"/>
          </ac:spMkLst>
        </pc:spChg>
        <pc:spChg chg="mod">
          <ac:chgData name="Austin Francis" userId="S::apf006@uark.edu::d9206161-76a2-4d0d-bb71-2bac416203d9" providerId="AD" clId="Web-{18C2FB6E-7498-2592-93A0-81FD715D26E9}" dt="2024-09-09T14:11:48.615" v="80" actId="14100"/>
          <ac:spMkLst>
            <pc:docMk/>
            <pc:sldMk cId="875954484" sldId="256"/>
            <ac:spMk id="3" creationId="{00000000-0000-0000-0000-000000000000}"/>
          </ac:spMkLst>
        </pc:spChg>
      </pc:sldChg>
      <pc:sldChg chg="modSp">
        <pc:chgData name="Austin Francis" userId="S::apf006@uark.edu::d9206161-76a2-4d0d-bb71-2bac416203d9" providerId="AD" clId="Web-{18C2FB6E-7498-2592-93A0-81FD715D26E9}" dt="2024-09-09T14:15:33.567" v="105" actId="20577"/>
        <pc:sldMkLst>
          <pc:docMk/>
          <pc:sldMk cId="718245954" sldId="315"/>
        </pc:sldMkLst>
        <pc:spChg chg="mod">
          <ac:chgData name="Austin Francis" userId="S::apf006@uark.edu::d9206161-76a2-4d0d-bb71-2bac416203d9" providerId="AD" clId="Web-{18C2FB6E-7498-2592-93A0-81FD715D26E9}" dt="2024-09-09T14:15:33.567" v="105" actId="20577"/>
          <ac:spMkLst>
            <pc:docMk/>
            <pc:sldMk cId="718245954" sldId="315"/>
            <ac:spMk id="3" creationId="{EC44ADDE-7BAE-4D27-8839-0025B3A2D42C}"/>
          </ac:spMkLst>
        </pc:spChg>
      </pc:sldChg>
      <pc:sldChg chg="modSp modNotes">
        <pc:chgData name="Austin Francis" userId="S::apf006@uark.edu::d9206161-76a2-4d0d-bb71-2bac416203d9" providerId="AD" clId="Web-{18C2FB6E-7498-2592-93A0-81FD715D26E9}" dt="2024-09-10T13:14:53.945" v="2041" actId="20577"/>
        <pc:sldMkLst>
          <pc:docMk/>
          <pc:sldMk cId="869680711" sldId="346"/>
        </pc:sldMkLst>
        <pc:spChg chg="mod">
          <ac:chgData name="Austin Francis" userId="S::apf006@uark.edu::d9206161-76a2-4d0d-bb71-2bac416203d9" providerId="AD" clId="Web-{18C2FB6E-7498-2592-93A0-81FD715D26E9}" dt="2024-09-09T14:21:31.918" v="178" actId="1076"/>
          <ac:spMkLst>
            <pc:docMk/>
            <pc:sldMk cId="869680711" sldId="346"/>
            <ac:spMk id="2" creationId="{A9A10DC1-DDE1-4347-BDBB-4B2ACA3E8D0F}"/>
          </ac:spMkLst>
        </pc:spChg>
        <pc:spChg chg="mod">
          <ac:chgData name="Austin Francis" userId="S::apf006@uark.edu::d9206161-76a2-4d0d-bb71-2bac416203d9" providerId="AD" clId="Web-{18C2FB6E-7498-2592-93A0-81FD715D26E9}" dt="2024-09-10T13:14:53.945" v="2041" actId="20577"/>
          <ac:spMkLst>
            <pc:docMk/>
            <pc:sldMk cId="869680711" sldId="346"/>
            <ac:spMk id="3" creationId="{EC44ADDE-7BAE-4D27-8839-0025B3A2D42C}"/>
          </ac:spMkLst>
        </pc:spChg>
      </pc:sldChg>
      <pc:sldChg chg="modSp">
        <pc:chgData name="Austin Francis" userId="S::apf006@uark.edu::d9206161-76a2-4d0d-bb71-2bac416203d9" providerId="AD" clId="Web-{18C2FB6E-7498-2592-93A0-81FD715D26E9}" dt="2024-09-09T14:25:09.979" v="251" actId="20577"/>
        <pc:sldMkLst>
          <pc:docMk/>
          <pc:sldMk cId="2158989465" sldId="395"/>
        </pc:sldMkLst>
        <pc:spChg chg="mod">
          <ac:chgData name="Austin Francis" userId="S::apf006@uark.edu::d9206161-76a2-4d0d-bb71-2bac416203d9" providerId="AD" clId="Web-{18C2FB6E-7498-2592-93A0-81FD715D26E9}" dt="2024-09-09T14:25:09.979" v="251" actId="20577"/>
          <ac:spMkLst>
            <pc:docMk/>
            <pc:sldMk cId="2158989465" sldId="395"/>
            <ac:spMk id="3" creationId="{EC44ADDE-7BAE-4D27-8839-0025B3A2D42C}"/>
          </ac:spMkLst>
        </pc:spChg>
      </pc:sldChg>
      <pc:sldChg chg="addSp delSp modSp modNotes">
        <pc:chgData name="Austin Francis" userId="S::apf006@uark.edu::d9206161-76a2-4d0d-bb71-2bac416203d9" providerId="AD" clId="Web-{18C2FB6E-7498-2592-93A0-81FD715D26E9}" dt="2024-09-09T14:30:03.421" v="279" actId="14100"/>
        <pc:sldMkLst>
          <pc:docMk/>
          <pc:sldMk cId="1660926710" sldId="397"/>
        </pc:sldMkLst>
        <pc:spChg chg="del">
          <ac:chgData name="Austin Francis" userId="S::apf006@uark.edu::d9206161-76a2-4d0d-bb71-2bac416203d9" providerId="AD" clId="Web-{18C2FB6E-7498-2592-93A0-81FD715D26E9}" dt="2024-09-09T14:29:48.123" v="275"/>
          <ac:spMkLst>
            <pc:docMk/>
            <pc:sldMk cId="1660926710" sldId="397"/>
            <ac:spMk id="4" creationId="{82AC278D-A1B8-76BB-3B68-AA6704406871}"/>
          </ac:spMkLst>
        </pc:spChg>
        <pc:spChg chg="mod">
          <ac:chgData name="Austin Francis" userId="S::apf006@uark.edu::d9206161-76a2-4d0d-bb71-2bac416203d9" providerId="AD" clId="Web-{18C2FB6E-7498-2592-93A0-81FD715D26E9}" dt="2024-09-09T14:30:03.421" v="279" actId="14100"/>
          <ac:spMkLst>
            <pc:docMk/>
            <pc:sldMk cId="1660926710" sldId="397"/>
            <ac:spMk id="5" creationId="{BB3E50EF-061C-13A1-7541-C8A2B27147B1}"/>
          </ac:spMkLst>
        </pc:spChg>
        <pc:spChg chg="add del mod">
          <ac:chgData name="Austin Francis" userId="S::apf006@uark.edu::d9206161-76a2-4d0d-bb71-2bac416203d9" providerId="AD" clId="Web-{18C2FB6E-7498-2592-93A0-81FD715D26E9}" dt="2024-09-09T14:25:45.372" v="253"/>
          <ac:spMkLst>
            <pc:docMk/>
            <pc:sldMk cId="1660926710" sldId="397"/>
            <ac:spMk id="7" creationId="{E26930F9-6B48-E503-2706-7E8C5B476954}"/>
          </ac:spMkLst>
        </pc:spChg>
        <pc:picChg chg="del">
          <ac:chgData name="Austin Francis" userId="S::apf006@uark.edu::d9206161-76a2-4d0d-bb71-2bac416203d9" providerId="AD" clId="Web-{18C2FB6E-7498-2592-93A0-81FD715D26E9}" dt="2024-09-09T14:25:28.684" v="252"/>
          <ac:picMkLst>
            <pc:docMk/>
            <pc:sldMk cId="1660926710" sldId="397"/>
            <ac:picMk id="6" creationId="{ED43E902-377A-235F-E3B7-100A8C5464E7}"/>
          </ac:picMkLst>
        </pc:picChg>
        <pc:picChg chg="add mod ord">
          <ac:chgData name="Austin Francis" userId="S::apf006@uark.edu::d9206161-76a2-4d0d-bb71-2bac416203d9" providerId="AD" clId="Web-{18C2FB6E-7498-2592-93A0-81FD715D26E9}" dt="2024-09-09T14:26:09.733" v="263" actId="1076"/>
          <ac:picMkLst>
            <pc:docMk/>
            <pc:sldMk cId="1660926710" sldId="397"/>
            <ac:picMk id="8" creationId="{FF539626-9822-A9D0-1319-26FCECE6CA25}"/>
          </ac:picMkLst>
        </pc:picChg>
      </pc:sldChg>
      <pc:sldChg chg="addSp delSp modSp">
        <pc:chgData name="Austin Francis" userId="S::apf006@uark.edu::d9206161-76a2-4d0d-bb71-2bac416203d9" providerId="AD" clId="Web-{18C2FB6E-7498-2592-93A0-81FD715D26E9}" dt="2024-09-09T14:41:49.545" v="551" actId="14100"/>
        <pc:sldMkLst>
          <pc:docMk/>
          <pc:sldMk cId="3921299865" sldId="442"/>
        </pc:sldMkLst>
        <pc:spChg chg="mod">
          <ac:chgData name="Austin Francis" userId="S::apf006@uark.edu::d9206161-76a2-4d0d-bb71-2bac416203d9" providerId="AD" clId="Web-{18C2FB6E-7498-2592-93A0-81FD715D26E9}" dt="2024-09-09T14:40:39.025" v="543" actId="20577"/>
          <ac:spMkLst>
            <pc:docMk/>
            <pc:sldMk cId="3921299865" sldId="442"/>
            <ac:spMk id="2" creationId="{A9A10DC1-DDE1-4347-BDBB-4B2ACA3E8D0F}"/>
          </ac:spMkLst>
        </pc:spChg>
        <pc:spChg chg="add del mod">
          <ac:chgData name="Austin Francis" userId="S::apf006@uark.edu::d9206161-76a2-4d0d-bb71-2bac416203d9" providerId="AD" clId="Web-{18C2FB6E-7498-2592-93A0-81FD715D26E9}" dt="2024-09-09T14:41:07.995" v="545"/>
          <ac:spMkLst>
            <pc:docMk/>
            <pc:sldMk cId="3921299865" sldId="442"/>
            <ac:spMk id="4" creationId="{1DE7B490-F032-8D20-6E71-BCE4ABEB6B87}"/>
          </ac:spMkLst>
        </pc:spChg>
        <pc:spChg chg="mod">
          <ac:chgData name="Austin Francis" userId="S::apf006@uark.edu::d9206161-76a2-4d0d-bb71-2bac416203d9" providerId="AD" clId="Web-{18C2FB6E-7498-2592-93A0-81FD715D26E9}" dt="2024-09-09T14:41:49.545" v="551" actId="14100"/>
          <ac:spMkLst>
            <pc:docMk/>
            <pc:sldMk cId="3921299865" sldId="442"/>
            <ac:spMk id="8" creationId="{9BC0799E-34BE-0A52-639A-817947FE0509}"/>
          </ac:spMkLst>
        </pc:spChg>
        <pc:picChg chg="del">
          <ac:chgData name="Austin Francis" userId="S::apf006@uark.edu::d9206161-76a2-4d0d-bb71-2bac416203d9" providerId="AD" clId="Web-{18C2FB6E-7498-2592-93A0-81FD715D26E9}" dt="2024-09-09T14:40:41.587" v="544"/>
          <ac:picMkLst>
            <pc:docMk/>
            <pc:sldMk cId="3921299865" sldId="442"/>
            <ac:picMk id="5" creationId="{43797469-7C97-82BE-AEF2-6EDAC23010A8}"/>
          </ac:picMkLst>
        </pc:picChg>
        <pc:picChg chg="add mod ord">
          <ac:chgData name="Austin Francis" userId="S::apf006@uark.edu::d9206161-76a2-4d0d-bb71-2bac416203d9" providerId="AD" clId="Web-{18C2FB6E-7498-2592-93A0-81FD715D26E9}" dt="2024-09-09T14:41:37.528" v="548"/>
          <ac:picMkLst>
            <pc:docMk/>
            <pc:sldMk cId="3921299865" sldId="442"/>
            <ac:picMk id="6" creationId="{57E4F1E1-8895-520B-D817-1B33B85FA8B1}"/>
          </ac:picMkLst>
        </pc:picChg>
      </pc:sldChg>
      <pc:sldChg chg="addSp delSp modSp">
        <pc:chgData name="Austin Francis" userId="S::apf006@uark.edu::d9206161-76a2-4d0d-bb71-2bac416203d9" providerId="AD" clId="Web-{18C2FB6E-7498-2592-93A0-81FD715D26E9}" dt="2024-09-09T14:44:35.118" v="649" actId="14100"/>
        <pc:sldMkLst>
          <pc:docMk/>
          <pc:sldMk cId="1071918637" sldId="444"/>
        </pc:sldMkLst>
        <pc:spChg chg="mod">
          <ac:chgData name="Austin Francis" userId="S::apf006@uark.edu::d9206161-76a2-4d0d-bb71-2bac416203d9" providerId="AD" clId="Web-{18C2FB6E-7498-2592-93A0-81FD715D26E9}" dt="2024-09-09T14:44:06.288" v="641" actId="20577"/>
          <ac:spMkLst>
            <pc:docMk/>
            <pc:sldMk cId="1071918637" sldId="444"/>
            <ac:spMk id="2" creationId="{A9A10DC1-DDE1-4347-BDBB-4B2ACA3E8D0F}"/>
          </ac:spMkLst>
        </pc:spChg>
        <pc:spChg chg="mod">
          <ac:chgData name="Austin Francis" userId="S::apf006@uark.edu::d9206161-76a2-4d0d-bb71-2bac416203d9" providerId="AD" clId="Web-{18C2FB6E-7498-2592-93A0-81FD715D26E9}" dt="2024-09-09T14:44:35.118" v="649" actId="14100"/>
          <ac:spMkLst>
            <pc:docMk/>
            <pc:sldMk cId="1071918637" sldId="444"/>
            <ac:spMk id="4" creationId="{5F657094-2D04-E9C4-D1D3-AE4CA128A281}"/>
          </ac:spMkLst>
        </pc:spChg>
        <pc:spChg chg="add del mod">
          <ac:chgData name="Austin Francis" userId="S::apf006@uark.edu::d9206161-76a2-4d0d-bb71-2bac416203d9" providerId="AD" clId="Web-{18C2FB6E-7498-2592-93A0-81FD715D26E9}" dt="2024-09-09T14:44:06.460" v="642"/>
          <ac:spMkLst>
            <pc:docMk/>
            <pc:sldMk cId="1071918637" sldId="444"/>
            <ac:spMk id="6" creationId="{D80FFC2B-3B67-32EB-D840-6FFB9284C6A5}"/>
          </ac:spMkLst>
        </pc:spChg>
        <pc:picChg chg="del">
          <ac:chgData name="Austin Francis" userId="S::apf006@uark.edu::d9206161-76a2-4d0d-bb71-2bac416203d9" providerId="AD" clId="Web-{18C2FB6E-7498-2592-93A0-81FD715D26E9}" dt="2024-09-09T14:43:19.394" v="620"/>
          <ac:picMkLst>
            <pc:docMk/>
            <pc:sldMk cId="1071918637" sldId="444"/>
            <ac:picMk id="5" creationId="{6580FCAC-CA34-A9DA-5488-C3A0CA6FEA05}"/>
          </ac:picMkLst>
        </pc:picChg>
        <pc:picChg chg="add mod ord">
          <ac:chgData name="Austin Francis" userId="S::apf006@uark.edu::d9206161-76a2-4d0d-bb71-2bac416203d9" providerId="AD" clId="Web-{18C2FB6E-7498-2592-93A0-81FD715D26E9}" dt="2024-09-09T14:44:18.695" v="645"/>
          <ac:picMkLst>
            <pc:docMk/>
            <pc:sldMk cId="1071918637" sldId="444"/>
            <ac:picMk id="7" creationId="{B543689B-3528-D6BD-8786-631DAAA97C24}"/>
          </ac:picMkLst>
        </pc:picChg>
      </pc:sldChg>
      <pc:sldChg chg="addSp delSp modSp modNotes">
        <pc:chgData name="Austin Francis" userId="S::apf006@uark.edu::d9206161-76a2-4d0d-bb71-2bac416203d9" providerId="AD" clId="Web-{18C2FB6E-7498-2592-93A0-81FD715D26E9}" dt="2024-09-09T15:06:50.674" v="806"/>
        <pc:sldMkLst>
          <pc:docMk/>
          <pc:sldMk cId="1873507160" sldId="445"/>
        </pc:sldMkLst>
        <pc:spChg chg="mod">
          <ac:chgData name="Austin Francis" userId="S::apf006@uark.edu::d9206161-76a2-4d0d-bb71-2bac416203d9" providerId="AD" clId="Web-{18C2FB6E-7498-2592-93A0-81FD715D26E9}" dt="2024-09-09T15:00:26.180" v="785" actId="20577"/>
          <ac:spMkLst>
            <pc:docMk/>
            <pc:sldMk cId="1873507160" sldId="445"/>
            <ac:spMk id="2" creationId="{A9A10DC1-DDE1-4347-BDBB-4B2ACA3E8D0F}"/>
          </ac:spMkLst>
        </pc:spChg>
        <pc:spChg chg="mod">
          <ac:chgData name="Austin Francis" userId="S::apf006@uark.edu::d9206161-76a2-4d0d-bb71-2bac416203d9" providerId="AD" clId="Web-{18C2FB6E-7498-2592-93A0-81FD715D26E9}" dt="2024-09-09T15:00:58.073" v="794" actId="14100"/>
          <ac:spMkLst>
            <pc:docMk/>
            <pc:sldMk cId="1873507160" sldId="445"/>
            <ac:spMk id="4" creationId="{38E371B6-7E68-020B-AAC5-C3FCEE3E73F7}"/>
          </ac:spMkLst>
        </pc:spChg>
        <pc:spChg chg="add del mod">
          <ac:chgData name="Austin Francis" userId="S::apf006@uark.edu::d9206161-76a2-4d0d-bb71-2bac416203d9" providerId="AD" clId="Web-{18C2FB6E-7498-2592-93A0-81FD715D26E9}" dt="2024-09-09T14:59:51.506" v="756"/>
          <ac:spMkLst>
            <pc:docMk/>
            <pc:sldMk cId="1873507160" sldId="445"/>
            <ac:spMk id="5" creationId="{F77B0B22-AA5C-1486-6089-12C01E02727D}"/>
          </ac:spMkLst>
        </pc:spChg>
        <pc:spChg chg="add del mod">
          <ac:chgData name="Austin Francis" userId="S::apf006@uark.edu::d9206161-76a2-4d0d-bb71-2bac416203d9" providerId="AD" clId="Web-{18C2FB6E-7498-2592-93A0-81FD715D26E9}" dt="2024-09-09T15:00:27.586" v="786"/>
          <ac:spMkLst>
            <pc:docMk/>
            <pc:sldMk cId="1873507160" sldId="445"/>
            <ac:spMk id="9" creationId="{8A421E2C-3D3C-7197-6430-54853F513B0E}"/>
          </ac:spMkLst>
        </pc:spChg>
        <pc:picChg chg="del">
          <ac:chgData name="Austin Francis" userId="S::apf006@uark.edu::d9206161-76a2-4d0d-bb71-2bac416203d9" providerId="AD" clId="Web-{18C2FB6E-7498-2592-93A0-81FD715D26E9}" dt="2024-09-09T14:59:26.426" v="755"/>
          <ac:picMkLst>
            <pc:docMk/>
            <pc:sldMk cId="1873507160" sldId="445"/>
            <ac:picMk id="6" creationId="{4685A9F3-0956-FB4E-2F1C-ED4F6B6628EC}"/>
          </ac:picMkLst>
        </pc:picChg>
        <pc:picChg chg="add del mod ord">
          <ac:chgData name="Austin Francis" userId="S::apf006@uark.edu::d9206161-76a2-4d0d-bb71-2bac416203d9" providerId="AD" clId="Web-{18C2FB6E-7498-2592-93A0-81FD715D26E9}" dt="2024-09-09T14:59:54.068" v="757"/>
          <ac:picMkLst>
            <pc:docMk/>
            <pc:sldMk cId="1873507160" sldId="445"/>
            <ac:picMk id="7" creationId="{F72AD8DB-0A70-2743-40CB-252951D64C77}"/>
          </ac:picMkLst>
        </pc:picChg>
        <pc:picChg chg="add mod ord">
          <ac:chgData name="Austin Francis" userId="S::apf006@uark.edu::d9206161-76a2-4d0d-bb71-2bac416203d9" providerId="AD" clId="Web-{18C2FB6E-7498-2592-93A0-81FD715D26E9}" dt="2024-09-09T15:00:38.321" v="790"/>
          <ac:picMkLst>
            <pc:docMk/>
            <pc:sldMk cId="1873507160" sldId="445"/>
            <ac:picMk id="10" creationId="{D2765386-1730-5BD3-63EA-0DB90B8D0B34}"/>
          </ac:picMkLst>
        </pc:picChg>
      </pc:sldChg>
      <pc:sldChg chg="addSp delSp modSp modNotes">
        <pc:chgData name="Austin Francis" userId="S::apf006@uark.edu::d9206161-76a2-4d0d-bb71-2bac416203d9" providerId="AD" clId="Web-{18C2FB6E-7498-2592-93A0-81FD715D26E9}" dt="2024-09-09T15:16:32.524" v="964"/>
        <pc:sldMkLst>
          <pc:docMk/>
          <pc:sldMk cId="255185723" sldId="446"/>
        </pc:sldMkLst>
        <pc:spChg chg="mod">
          <ac:chgData name="Austin Francis" userId="S::apf006@uark.edu::d9206161-76a2-4d0d-bb71-2bac416203d9" providerId="AD" clId="Web-{18C2FB6E-7498-2592-93A0-81FD715D26E9}" dt="2024-09-09T15:16:13.601" v="963" actId="20577"/>
          <ac:spMkLst>
            <pc:docMk/>
            <pc:sldMk cId="255185723" sldId="446"/>
            <ac:spMk id="2" creationId="{A9A10DC1-DDE1-4347-BDBB-4B2ACA3E8D0F}"/>
          </ac:spMkLst>
        </pc:spChg>
        <pc:spChg chg="del">
          <ac:chgData name="Austin Francis" userId="S::apf006@uark.edu::d9206161-76a2-4d0d-bb71-2bac416203d9" providerId="AD" clId="Web-{18C2FB6E-7498-2592-93A0-81FD715D26E9}" dt="2024-09-09T15:15:58.444" v="936"/>
          <ac:spMkLst>
            <pc:docMk/>
            <pc:sldMk cId="255185723" sldId="446"/>
            <ac:spMk id="4" creationId="{E6DD2EAA-DE1F-F64C-5C82-DF6B0A1E5E90}"/>
          </ac:spMkLst>
        </pc:spChg>
        <pc:spChg chg="add del mod">
          <ac:chgData name="Austin Francis" userId="S::apf006@uark.edu::d9206161-76a2-4d0d-bb71-2bac416203d9" providerId="AD" clId="Web-{18C2FB6E-7498-2592-93A0-81FD715D26E9}" dt="2024-09-09T15:15:44.552" v="931"/>
          <ac:spMkLst>
            <pc:docMk/>
            <pc:sldMk cId="255185723" sldId="446"/>
            <ac:spMk id="6" creationId="{5290B84C-4E26-36A9-E114-6FE596316CFC}"/>
          </ac:spMkLst>
        </pc:spChg>
        <pc:picChg chg="del">
          <ac:chgData name="Austin Francis" userId="S::apf006@uark.edu::d9206161-76a2-4d0d-bb71-2bac416203d9" providerId="AD" clId="Web-{18C2FB6E-7498-2592-93A0-81FD715D26E9}" dt="2024-09-09T15:15:42.896" v="930"/>
          <ac:picMkLst>
            <pc:docMk/>
            <pc:sldMk cId="255185723" sldId="446"/>
            <ac:picMk id="5" creationId="{C6ED4173-D4D0-12C3-43ED-C707F90D52E7}"/>
          </ac:picMkLst>
        </pc:picChg>
        <pc:picChg chg="add mod ord">
          <ac:chgData name="Austin Francis" userId="S::apf006@uark.edu::d9206161-76a2-4d0d-bb71-2bac416203d9" providerId="AD" clId="Web-{18C2FB6E-7498-2592-93A0-81FD715D26E9}" dt="2024-09-09T15:15:56.209" v="935"/>
          <ac:picMkLst>
            <pc:docMk/>
            <pc:sldMk cId="255185723" sldId="446"/>
            <ac:picMk id="7" creationId="{C96439BE-8C73-C58D-D615-37897FB8B146}"/>
          </ac:picMkLst>
        </pc:picChg>
      </pc:sldChg>
      <pc:sldChg chg="modSp modNotes">
        <pc:chgData name="Austin Francis" userId="S::apf006@uark.edu::d9206161-76a2-4d0d-bb71-2bac416203d9" providerId="AD" clId="Web-{18C2FB6E-7498-2592-93A0-81FD715D26E9}" dt="2024-09-09T14:36:15.836" v="445"/>
        <pc:sldMkLst>
          <pc:docMk/>
          <pc:sldMk cId="4233582726" sldId="453"/>
        </pc:sldMkLst>
        <pc:spChg chg="mod">
          <ac:chgData name="Austin Francis" userId="S::apf006@uark.edu::d9206161-76a2-4d0d-bb71-2bac416203d9" providerId="AD" clId="Web-{18C2FB6E-7498-2592-93A0-81FD715D26E9}" dt="2024-09-09T14:35:05.097" v="443" actId="20577"/>
          <ac:spMkLst>
            <pc:docMk/>
            <pc:sldMk cId="4233582726" sldId="453"/>
            <ac:spMk id="3" creationId="{C57A2EFD-A0BC-81FA-1CC0-C60FF5F3D1CA}"/>
          </ac:spMkLst>
        </pc:spChg>
      </pc:sldChg>
      <pc:sldChg chg="modSp">
        <pc:chgData name="Austin Francis" userId="S::apf006@uark.edu::d9206161-76a2-4d0d-bb71-2bac416203d9" providerId="AD" clId="Web-{18C2FB6E-7498-2592-93A0-81FD715D26E9}" dt="2024-09-09T14:43:17.660" v="619" actId="20577"/>
        <pc:sldMkLst>
          <pc:docMk/>
          <pc:sldMk cId="3278758722" sldId="454"/>
        </pc:sldMkLst>
        <pc:spChg chg="mod">
          <ac:chgData name="Austin Francis" userId="S::apf006@uark.edu::d9206161-76a2-4d0d-bb71-2bac416203d9" providerId="AD" clId="Web-{18C2FB6E-7498-2592-93A0-81FD715D26E9}" dt="2024-09-09T14:43:17.660" v="619" actId="20577"/>
          <ac:spMkLst>
            <pc:docMk/>
            <pc:sldMk cId="3278758722" sldId="454"/>
            <ac:spMk id="4" creationId="{22DDC56A-D7F3-FBC5-8D2F-DA585681679B}"/>
          </ac:spMkLst>
        </pc:spChg>
      </pc:sldChg>
      <pc:sldChg chg="modSp">
        <pc:chgData name="Austin Francis" userId="S::apf006@uark.edu::d9206161-76a2-4d0d-bb71-2bac416203d9" providerId="AD" clId="Web-{18C2FB6E-7498-2592-93A0-81FD715D26E9}" dt="2024-09-09T14:59:17.957" v="754" actId="20577"/>
        <pc:sldMkLst>
          <pc:docMk/>
          <pc:sldMk cId="3419803062" sldId="455"/>
        </pc:sldMkLst>
        <pc:spChg chg="mod">
          <ac:chgData name="Austin Francis" userId="S::apf006@uark.edu::d9206161-76a2-4d0d-bb71-2bac416203d9" providerId="AD" clId="Web-{18C2FB6E-7498-2592-93A0-81FD715D26E9}" dt="2024-09-09T14:59:17.957" v="754" actId="20577"/>
          <ac:spMkLst>
            <pc:docMk/>
            <pc:sldMk cId="3419803062" sldId="455"/>
            <ac:spMk id="4" creationId="{22DDC56A-D7F3-FBC5-8D2F-DA585681679B}"/>
          </ac:spMkLst>
        </pc:spChg>
      </pc:sldChg>
      <pc:sldChg chg="modSp">
        <pc:chgData name="Austin Francis" userId="S::apf006@uark.edu::d9206161-76a2-4d0d-bb71-2bac416203d9" providerId="AD" clId="Web-{18C2FB6E-7498-2592-93A0-81FD715D26E9}" dt="2024-09-09T15:11:13.191" v="875" actId="20577"/>
        <pc:sldMkLst>
          <pc:docMk/>
          <pc:sldMk cId="686375482" sldId="456"/>
        </pc:sldMkLst>
        <pc:spChg chg="mod">
          <ac:chgData name="Austin Francis" userId="S::apf006@uark.edu::d9206161-76a2-4d0d-bb71-2bac416203d9" providerId="AD" clId="Web-{18C2FB6E-7498-2592-93A0-81FD715D26E9}" dt="2024-09-09T15:11:13.191" v="875" actId="20577"/>
          <ac:spMkLst>
            <pc:docMk/>
            <pc:sldMk cId="686375482" sldId="456"/>
            <ac:spMk id="3" creationId="{FE278BFF-FA8B-34A3-C83B-1D0BFB2544CD}"/>
          </ac:spMkLst>
        </pc:spChg>
      </pc:sldChg>
      <pc:sldChg chg="modSp modNotes">
        <pc:chgData name="Austin Francis" userId="S::apf006@uark.edu::d9206161-76a2-4d0d-bb71-2bac416203d9" providerId="AD" clId="Web-{18C2FB6E-7498-2592-93A0-81FD715D26E9}" dt="2024-09-09T16:35:53.131" v="2034" actId="20577"/>
        <pc:sldMkLst>
          <pc:docMk/>
          <pc:sldMk cId="2074764308" sldId="467"/>
        </pc:sldMkLst>
        <pc:spChg chg="mod">
          <ac:chgData name="Austin Francis" userId="S::apf006@uark.edu::d9206161-76a2-4d0d-bb71-2bac416203d9" providerId="AD" clId="Web-{18C2FB6E-7498-2592-93A0-81FD715D26E9}" dt="2024-09-09T16:35:53.131" v="2034" actId="20577"/>
          <ac:spMkLst>
            <pc:docMk/>
            <pc:sldMk cId="2074764308" sldId="467"/>
            <ac:spMk id="3" creationId="{C70C4E4E-EFCF-33E0-033C-D4100F897E0C}"/>
          </ac:spMkLst>
        </pc:spChg>
      </pc:sldChg>
      <pc:sldChg chg="addSp delSp modSp modNotes">
        <pc:chgData name="Austin Francis" userId="S::apf006@uark.edu::d9206161-76a2-4d0d-bb71-2bac416203d9" providerId="AD" clId="Web-{18C2FB6E-7498-2592-93A0-81FD715D26E9}" dt="2024-09-10T13:15:30.823" v="2042"/>
        <pc:sldMkLst>
          <pc:docMk/>
          <pc:sldMk cId="1898961290" sldId="468"/>
        </pc:sldMkLst>
        <pc:spChg chg="mod">
          <ac:chgData name="Austin Francis" userId="S::apf006@uark.edu::d9206161-76a2-4d0d-bb71-2bac416203d9" providerId="AD" clId="Web-{18C2FB6E-7498-2592-93A0-81FD715D26E9}" dt="2024-09-09T14:26:57.158" v="271" actId="1076"/>
          <ac:spMkLst>
            <pc:docMk/>
            <pc:sldMk cId="1898961290" sldId="468"/>
            <ac:spMk id="2" creationId="{A9A10DC1-DDE1-4347-BDBB-4B2ACA3E8D0F}"/>
          </ac:spMkLst>
        </pc:spChg>
        <pc:spChg chg="mod">
          <ac:chgData name="Austin Francis" userId="S::apf006@uark.edu::d9206161-76a2-4d0d-bb71-2bac416203d9" providerId="AD" clId="Web-{18C2FB6E-7498-2592-93A0-81FD715D26E9}" dt="2024-09-09T14:31:12.504" v="284" actId="14100"/>
          <ac:spMkLst>
            <pc:docMk/>
            <pc:sldMk cId="1898961290" sldId="468"/>
            <ac:spMk id="3" creationId="{F03E9BE1-FAA9-3C5B-1284-A981FA8C645D}"/>
          </ac:spMkLst>
        </pc:spChg>
        <pc:spChg chg="add del mod">
          <ac:chgData name="Austin Francis" userId="S::apf006@uark.edu::d9206161-76a2-4d0d-bb71-2bac416203d9" providerId="AD" clId="Web-{18C2FB6E-7498-2592-93A0-81FD715D26E9}" dt="2024-09-09T14:26:49.017" v="267"/>
          <ac:spMkLst>
            <pc:docMk/>
            <pc:sldMk cId="1898961290" sldId="468"/>
            <ac:spMk id="6" creationId="{18BC6256-2B46-BCBB-6941-FF287DCDF116}"/>
          </ac:spMkLst>
        </pc:spChg>
        <pc:picChg chg="del">
          <ac:chgData name="Austin Francis" userId="S::apf006@uark.edu::d9206161-76a2-4d0d-bb71-2bac416203d9" providerId="AD" clId="Web-{18C2FB6E-7498-2592-93A0-81FD715D26E9}" dt="2024-09-09T14:26:27.922" v="265"/>
          <ac:picMkLst>
            <pc:docMk/>
            <pc:sldMk cId="1898961290" sldId="468"/>
            <ac:picMk id="5" creationId="{6A989CCB-7B24-D26D-043D-05B8D4181ACB}"/>
          </ac:picMkLst>
        </pc:picChg>
        <pc:picChg chg="del">
          <ac:chgData name="Austin Francis" userId="S::apf006@uark.edu::d9206161-76a2-4d0d-bb71-2bac416203d9" providerId="AD" clId="Web-{18C2FB6E-7498-2592-93A0-81FD715D26E9}" dt="2024-09-09T14:26:29.469" v="266"/>
          <ac:picMkLst>
            <pc:docMk/>
            <pc:sldMk cId="1898961290" sldId="468"/>
            <ac:picMk id="7" creationId="{3E41F0CE-C17D-5264-3881-DF18D60FDAF3}"/>
          </ac:picMkLst>
        </pc:picChg>
        <pc:picChg chg="add mod ord">
          <ac:chgData name="Austin Francis" userId="S::apf006@uark.edu::d9206161-76a2-4d0d-bb71-2bac416203d9" providerId="AD" clId="Web-{18C2FB6E-7498-2592-93A0-81FD715D26E9}" dt="2024-09-09T14:27:03.721" v="272"/>
          <ac:picMkLst>
            <pc:docMk/>
            <pc:sldMk cId="1898961290" sldId="468"/>
            <ac:picMk id="8" creationId="{B5F353D8-1329-3D21-C318-945EA80F9390}"/>
          </ac:picMkLst>
        </pc:picChg>
      </pc:sldChg>
      <pc:sldChg chg="addSp delSp modSp modNotes">
        <pc:chgData name="Austin Francis" userId="S::apf006@uark.edu::d9206161-76a2-4d0d-bb71-2bac416203d9" providerId="AD" clId="Web-{18C2FB6E-7498-2592-93A0-81FD715D26E9}" dt="2024-09-09T14:40:07.085" v="521"/>
        <pc:sldMkLst>
          <pc:docMk/>
          <pc:sldMk cId="978402029" sldId="469"/>
        </pc:sldMkLst>
        <pc:spChg chg="del mod">
          <ac:chgData name="Austin Francis" userId="S::apf006@uark.edu::d9206161-76a2-4d0d-bb71-2bac416203d9" providerId="AD" clId="Web-{18C2FB6E-7498-2592-93A0-81FD715D26E9}" dt="2024-09-09T14:38:51.893" v="452"/>
          <ac:spMkLst>
            <pc:docMk/>
            <pc:sldMk cId="978402029" sldId="469"/>
            <ac:spMk id="3" creationId="{8A16AEF2-95B3-FFDD-C575-762863A319DA}"/>
          </ac:spMkLst>
        </pc:spChg>
        <pc:picChg chg="add mod ord">
          <ac:chgData name="Austin Francis" userId="S::apf006@uark.edu::d9206161-76a2-4d0d-bb71-2bac416203d9" providerId="AD" clId="Web-{18C2FB6E-7498-2592-93A0-81FD715D26E9}" dt="2024-09-09T14:39:02.956" v="456" actId="1076"/>
          <ac:picMkLst>
            <pc:docMk/>
            <pc:sldMk cId="978402029" sldId="469"/>
            <ac:picMk id="4" creationId="{600B6192-EA39-D03A-13E1-AAB0FD9834A8}"/>
          </ac:picMkLst>
        </pc:picChg>
      </pc:sldChg>
      <pc:sldChg chg="addSp delSp modSp del">
        <pc:chgData name="Austin Francis" userId="S::apf006@uark.edu::d9206161-76a2-4d0d-bb71-2bac416203d9" providerId="AD" clId="Web-{18C2FB6E-7498-2592-93A0-81FD715D26E9}" dt="2024-09-09T14:37:39.247" v="451"/>
        <pc:sldMkLst>
          <pc:docMk/>
          <pc:sldMk cId="2654556775" sldId="470"/>
        </pc:sldMkLst>
        <pc:spChg chg="add mod">
          <ac:chgData name="Austin Francis" userId="S::apf006@uark.edu::d9206161-76a2-4d0d-bb71-2bac416203d9" providerId="AD" clId="Web-{18C2FB6E-7498-2592-93A0-81FD715D26E9}" dt="2024-09-09T14:37:30.544" v="447"/>
          <ac:spMkLst>
            <pc:docMk/>
            <pc:sldMk cId="2654556775" sldId="470"/>
            <ac:spMk id="5" creationId="{A2090131-1FA0-FED6-089B-34F34A7E2FC6}"/>
          </ac:spMkLst>
        </pc:spChg>
        <pc:picChg chg="del">
          <ac:chgData name="Austin Francis" userId="S::apf006@uark.edu::d9206161-76a2-4d0d-bb71-2bac416203d9" providerId="AD" clId="Web-{18C2FB6E-7498-2592-93A0-81FD715D26E9}" dt="2024-09-09T14:37:30.544" v="447"/>
          <ac:picMkLst>
            <pc:docMk/>
            <pc:sldMk cId="2654556775" sldId="470"/>
            <ac:picMk id="4" creationId="{15CC387F-A49C-F9D5-DD1E-EFC3DA55BEAE}"/>
          </ac:picMkLst>
        </pc:picChg>
      </pc:sldChg>
      <pc:sldChg chg="addSp delSp modSp del">
        <pc:chgData name="Austin Francis" userId="S::apf006@uark.edu::d9206161-76a2-4d0d-bb71-2bac416203d9" providerId="AD" clId="Web-{18C2FB6E-7498-2592-93A0-81FD715D26E9}" dt="2024-09-09T14:37:37.529" v="450"/>
        <pc:sldMkLst>
          <pc:docMk/>
          <pc:sldMk cId="3473631934" sldId="471"/>
        </pc:sldMkLst>
        <pc:spChg chg="add mod">
          <ac:chgData name="Austin Francis" userId="S::apf006@uark.edu::d9206161-76a2-4d0d-bb71-2bac416203d9" providerId="AD" clId="Web-{18C2FB6E-7498-2592-93A0-81FD715D26E9}" dt="2024-09-09T14:37:33.638" v="449"/>
          <ac:spMkLst>
            <pc:docMk/>
            <pc:sldMk cId="3473631934" sldId="471"/>
            <ac:spMk id="4" creationId="{6881B09C-B303-522D-1E37-FFA5EC5AAC87}"/>
          </ac:spMkLst>
        </pc:spChg>
        <pc:picChg chg="del">
          <ac:chgData name="Austin Francis" userId="S::apf006@uark.edu::d9206161-76a2-4d0d-bb71-2bac416203d9" providerId="AD" clId="Web-{18C2FB6E-7498-2592-93A0-81FD715D26E9}" dt="2024-09-09T14:37:33.638" v="449"/>
          <ac:picMkLst>
            <pc:docMk/>
            <pc:sldMk cId="3473631934" sldId="471"/>
            <ac:picMk id="6" creationId="{1C809394-16FE-E35A-BE85-265F635C85C4}"/>
          </ac:picMkLst>
        </pc:picChg>
        <pc:picChg chg="del">
          <ac:chgData name="Austin Francis" userId="S::apf006@uark.edu::d9206161-76a2-4d0d-bb71-2bac416203d9" providerId="AD" clId="Web-{18C2FB6E-7498-2592-93A0-81FD715D26E9}" dt="2024-09-09T14:37:32.622" v="448"/>
          <ac:picMkLst>
            <pc:docMk/>
            <pc:sldMk cId="3473631934" sldId="471"/>
            <ac:picMk id="7" creationId="{38A537E5-D9C5-C125-2358-32158F0DE21B}"/>
          </ac:picMkLst>
        </pc:picChg>
      </pc:sldChg>
      <pc:sldChg chg="addSp delSp modSp del">
        <pc:chgData name="Austin Francis" userId="S::apf006@uark.edu::d9206161-76a2-4d0d-bb71-2bac416203d9" providerId="AD" clId="Web-{18C2FB6E-7498-2592-93A0-81FD715D26E9}" dt="2024-09-09T15:22:12.796" v="1051"/>
        <pc:sldMkLst>
          <pc:docMk/>
          <pc:sldMk cId="4216062859" sldId="472"/>
        </pc:sldMkLst>
        <pc:spChg chg="add mod">
          <ac:chgData name="Austin Francis" userId="S::apf006@uark.edu::d9206161-76a2-4d0d-bb71-2bac416203d9" providerId="AD" clId="Web-{18C2FB6E-7498-2592-93A0-81FD715D26E9}" dt="2024-09-09T15:22:09.765" v="1050"/>
          <ac:spMkLst>
            <pc:docMk/>
            <pc:sldMk cId="4216062859" sldId="472"/>
            <ac:spMk id="5" creationId="{91FB79BE-A431-2606-6206-177BDD805B62}"/>
          </ac:spMkLst>
        </pc:spChg>
        <pc:picChg chg="del">
          <ac:chgData name="Austin Francis" userId="S::apf006@uark.edu::d9206161-76a2-4d0d-bb71-2bac416203d9" providerId="AD" clId="Web-{18C2FB6E-7498-2592-93A0-81FD715D26E9}" dt="2024-09-09T15:22:09.765" v="1050"/>
          <ac:picMkLst>
            <pc:docMk/>
            <pc:sldMk cId="4216062859" sldId="472"/>
            <ac:picMk id="4" creationId="{22127FF4-6865-4395-2E3E-A9F575FBB9A7}"/>
          </ac:picMkLst>
        </pc:picChg>
      </pc:sldChg>
      <pc:sldChg chg="addSp delSp modSp">
        <pc:chgData name="Austin Francis" userId="S::apf006@uark.edu::d9206161-76a2-4d0d-bb71-2bac416203d9" providerId="AD" clId="Web-{18C2FB6E-7498-2592-93A0-81FD715D26E9}" dt="2024-09-09T15:24:27.148" v="1086" actId="1076"/>
        <pc:sldMkLst>
          <pc:docMk/>
          <pc:sldMk cId="2060909779" sldId="473"/>
        </pc:sldMkLst>
        <pc:spChg chg="mod">
          <ac:chgData name="Austin Francis" userId="S::apf006@uark.edu::d9206161-76a2-4d0d-bb71-2bac416203d9" providerId="AD" clId="Web-{18C2FB6E-7498-2592-93A0-81FD715D26E9}" dt="2024-09-09T15:23:50.130" v="1082" actId="14100"/>
          <ac:spMkLst>
            <pc:docMk/>
            <pc:sldMk cId="2060909779" sldId="473"/>
            <ac:spMk id="2" creationId="{5FC74615-9BE8-371E-EBF9-71E8417E4A47}"/>
          </ac:spMkLst>
        </pc:spChg>
        <pc:spChg chg="del">
          <ac:chgData name="Austin Francis" userId="S::apf006@uark.edu::d9206161-76a2-4d0d-bb71-2bac416203d9" providerId="AD" clId="Web-{18C2FB6E-7498-2592-93A0-81FD715D26E9}" dt="2024-09-09T15:22:43.064" v="1053"/>
          <ac:spMkLst>
            <pc:docMk/>
            <pc:sldMk cId="2060909779" sldId="473"/>
            <ac:spMk id="5" creationId="{1A16C528-0865-1975-7D50-F16ED20AC4EA}"/>
          </ac:spMkLst>
        </pc:spChg>
        <pc:spChg chg="add del mod">
          <ac:chgData name="Austin Francis" userId="S::apf006@uark.edu::d9206161-76a2-4d0d-bb71-2bac416203d9" providerId="AD" clId="Web-{18C2FB6E-7498-2592-93A0-81FD715D26E9}" dt="2024-09-09T15:24:22.664" v="1083"/>
          <ac:spMkLst>
            <pc:docMk/>
            <pc:sldMk cId="2060909779" sldId="473"/>
            <ac:spMk id="6" creationId="{B140ED93-7EDF-A638-0D0E-03CFF3C24805}"/>
          </ac:spMkLst>
        </pc:spChg>
        <pc:picChg chg="del">
          <ac:chgData name="Austin Francis" userId="S::apf006@uark.edu::d9206161-76a2-4d0d-bb71-2bac416203d9" providerId="AD" clId="Web-{18C2FB6E-7498-2592-93A0-81FD715D26E9}" dt="2024-09-09T15:22:40.438" v="1052"/>
          <ac:picMkLst>
            <pc:docMk/>
            <pc:sldMk cId="2060909779" sldId="473"/>
            <ac:picMk id="4" creationId="{E9D98CF2-B891-A366-2677-91A7EB8F0FE7}"/>
          </ac:picMkLst>
        </pc:picChg>
        <pc:picChg chg="add mod ord">
          <ac:chgData name="Austin Francis" userId="S::apf006@uark.edu::d9206161-76a2-4d0d-bb71-2bac416203d9" providerId="AD" clId="Web-{18C2FB6E-7498-2592-93A0-81FD715D26E9}" dt="2024-09-09T15:24:27.148" v="1086" actId="1076"/>
          <ac:picMkLst>
            <pc:docMk/>
            <pc:sldMk cId="2060909779" sldId="473"/>
            <ac:picMk id="7" creationId="{3C4B1E41-165B-34D9-660D-8E97ED4B983D}"/>
          </ac:picMkLst>
        </pc:picChg>
      </pc:sldChg>
      <pc:sldChg chg="modSp">
        <pc:chgData name="Austin Francis" userId="S::apf006@uark.edu::d9206161-76a2-4d0d-bb71-2bac416203d9" providerId="AD" clId="Web-{18C2FB6E-7498-2592-93A0-81FD715D26E9}" dt="2024-09-09T15:30:52.892" v="1210" actId="20577"/>
        <pc:sldMkLst>
          <pc:docMk/>
          <pc:sldMk cId="2375801828" sldId="474"/>
        </pc:sldMkLst>
        <pc:spChg chg="mod">
          <ac:chgData name="Austin Francis" userId="S::apf006@uark.edu::d9206161-76a2-4d0d-bb71-2bac416203d9" providerId="AD" clId="Web-{18C2FB6E-7498-2592-93A0-81FD715D26E9}" dt="2024-09-09T15:30:52.892" v="1210" actId="20577"/>
          <ac:spMkLst>
            <pc:docMk/>
            <pc:sldMk cId="2375801828" sldId="474"/>
            <ac:spMk id="3" creationId="{67AC8FC0-555E-A909-14FB-9A3F2D8B1D8B}"/>
          </ac:spMkLst>
        </pc:spChg>
      </pc:sldChg>
      <pc:sldChg chg="addSp delSp modSp">
        <pc:chgData name="Austin Francis" userId="S::apf006@uark.edu::d9206161-76a2-4d0d-bb71-2bac416203d9" providerId="AD" clId="Web-{18C2FB6E-7498-2592-93A0-81FD715D26E9}" dt="2024-09-09T15:52:46.759" v="1336" actId="14100"/>
        <pc:sldMkLst>
          <pc:docMk/>
          <pc:sldMk cId="292909213" sldId="475"/>
        </pc:sldMkLst>
        <pc:spChg chg="mod">
          <ac:chgData name="Austin Francis" userId="S::apf006@uark.edu::d9206161-76a2-4d0d-bb71-2bac416203d9" providerId="AD" clId="Web-{18C2FB6E-7498-2592-93A0-81FD715D26E9}" dt="2024-09-09T15:52:46.759" v="1336" actId="14100"/>
          <ac:spMkLst>
            <pc:docMk/>
            <pc:sldMk cId="292909213" sldId="475"/>
            <ac:spMk id="2" creationId="{C59106D1-B197-02AD-F80F-526FD16568E8}"/>
          </ac:spMkLst>
        </pc:spChg>
        <pc:spChg chg="del">
          <ac:chgData name="Austin Francis" userId="S::apf006@uark.edu::d9206161-76a2-4d0d-bb71-2bac416203d9" providerId="AD" clId="Web-{18C2FB6E-7498-2592-93A0-81FD715D26E9}" dt="2024-09-09T15:52:09.819" v="1292"/>
          <ac:spMkLst>
            <pc:docMk/>
            <pc:sldMk cId="292909213" sldId="475"/>
            <ac:spMk id="5" creationId="{B408C27C-3A54-67E6-44BC-4303A7A3B499}"/>
          </ac:spMkLst>
        </pc:spChg>
        <pc:spChg chg="add del mod">
          <ac:chgData name="Austin Francis" userId="S::apf006@uark.edu::d9206161-76a2-4d0d-bb71-2bac416203d9" providerId="AD" clId="Web-{18C2FB6E-7498-2592-93A0-81FD715D26E9}" dt="2024-09-09T15:52:06.116" v="1291"/>
          <ac:spMkLst>
            <pc:docMk/>
            <pc:sldMk cId="292909213" sldId="475"/>
            <ac:spMk id="6" creationId="{EC1FC811-DF36-1440-F368-A148EFB2ECAA}"/>
          </ac:spMkLst>
        </pc:spChg>
        <pc:picChg chg="del">
          <ac:chgData name="Austin Francis" userId="S::apf006@uark.edu::d9206161-76a2-4d0d-bb71-2bac416203d9" providerId="AD" clId="Web-{18C2FB6E-7498-2592-93A0-81FD715D26E9}" dt="2024-09-09T15:52:00.803" v="1290"/>
          <ac:picMkLst>
            <pc:docMk/>
            <pc:sldMk cId="292909213" sldId="475"/>
            <ac:picMk id="4" creationId="{AEF0DFDC-E03C-705B-C49A-0CE600580D39}"/>
          </ac:picMkLst>
        </pc:picChg>
        <pc:picChg chg="add mod ord">
          <ac:chgData name="Austin Francis" userId="S::apf006@uark.edu::d9206161-76a2-4d0d-bb71-2bac416203d9" providerId="AD" clId="Web-{18C2FB6E-7498-2592-93A0-81FD715D26E9}" dt="2024-09-09T15:52:15.601" v="1294" actId="1076"/>
          <ac:picMkLst>
            <pc:docMk/>
            <pc:sldMk cId="292909213" sldId="475"/>
            <ac:picMk id="7" creationId="{282A1841-2FF1-E627-A57E-BEC0ABF4318E}"/>
          </ac:picMkLst>
        </pc:picChg>
      </pc:sldChg>
      <pc:sldChg chg="modSp">
        <pc:chgData name="Austin Francis" userId="S::apf006@uark.edu::d9206161-76a2-4d0d-bb71-2bac416203d9" providerId="AD" clId="Web-{18C2FB6E-7498-2592-93A0-81FD715D26E9}" dt="2024-09-09T15:55:03.440" v="1394" actId="20577"/>
        <pc:sldMkLst>
          <pc:docMk/>
          <pc:sldMk cId="163268738" sldId="476"/>
        </pc:sldMkLst>
        <pc:spChg chg="mod">
          <ac:chgData name="Austin Francis" userId="S::apf006@uark.edu::d9206161-76a2-4d0d-bb71-2bac416203d9" providerId="AD" clId="Web-{18C2FB6E-7498-2592-93A0-81FD715D26E9}" dt="2024-09-09T15:55:03.440" v="1394" actId="20577"/>
          <ac:spMkLst>
            <pc:docMk/>
            <pc:sldMk cId="163268738" sldId="476"/>
            <ac:spMk id="3" creationId="{FBA70239-8221-57C6-1E2C-3DB3A8A7F17C}"/>
          </ac:spMkLst>
        </pc:spChg>
      </pc:sldChg>
      <pc:sldChg chg="addSp delSp modSp modNotes">
        <pc:chgData name="Austin Francis" userId="S::apf006@uark.edu::d9206161-76a2-4d0d-bb71-2bac416203d9" providerId="AD" clId="Web-{18C2FB6E-7498-2592-93A0-81FD715D26E9}" dt="2024-09-09T16:29:32.997" v="1516" actId="20577"/>
        <pc:sldMkLst>
          <pc:docMk/>
          <pc:sldMk cId="3053758625" sldId="477"/>
        </pc:sldMkLst>
        <pc:spChg chg="mod">
          <ac:chgData name="Austin Francis" userId="S::apf006@uark.edu::d9206161-76a2-4d0d-bb71-2bac416203d9" providerId="AD" clId="Web-{18C2FB6E-7498-2592-93A0-81FD715D26E9}" dt="2024-09-09T16:29:32.997" v="1516" actId="20577"/>
          <ac:spMkLst>
            <pc:docMk/>
            <pc:sldMk cId="3053758625" sldId="477"/>
            <ac:spMk id="2" creationId="{A171A6FA-9104-C389-A205-B3B04AADAA8B}"/>
          </ac:spMkLst>
        </pc:spChg>
        <pc:spChg chg="add del mod">
          <ac:chgData name="Austin Francis" userId="S::apf006@uark.edu::d9206161-76a2-4d0d-bb71-2bac416203d9" providerId="AD" clId="Web-{18C2FB6E-7498-2592-93A0-81FD715D26E9}" dt="2024-09-09T15:55:32.598" v="1396"/>
          <ac:spMkLst>
            <pc:docMk/>
            <pc:sldMk cId="3053758625" sldId="477"/>
            <ac:spMk id="7" creationId="{3051E1A9-62A0-68D3-DDCF-89FA9CC1200B}"/>
          </ac:spMkLst>
        </pc:spChg>
        <pc:spChg chg="add del mod">
          <ac:chgData name="Austin Francis" userId="S::apf006@uark.edu::d9206161-76a2-4d0d-bb71-2bac416203d9" providerId="AD" clId="Web-{18C2FB6E-7498-2592-93A0-81FD715D26E9}" dt="2024-09-09T16:10:26.406" v="1400"/>
          <ac:spMkLst>
            <pc:docMk/>
            <pc:sldMk cId="3053758625" sldId="477"/>
            <ac:spMk id="10" creationId="{34FDDC03-1D90-27A7-8E30-7AD6042FC9CE}"/>
          </ac:spMkLst>
        </pc:spChg>
        <pc:picChg chg="del">
          <ac:chgData name="Austin Francis" userId="S::apf006@uark.edu::d9206161-76a2-4d0d-bb71-2bac416203d9" providerId="AD" clId="Web-{18C2FB6E-7498-2592-93A0-81FD715D26E9}" dt="2024-09-09T15:55:16.222" v="1395"/>
          <ac:picMkLst>
            <pc:docMk/>
            <pc:sldMk cId="3053758625" sldId="477"/>
            <ac:picMk id="4" creationId="{74C3EF68-4BDB-6343-998E-6AB7970FA38E}"/>
          </ac:picMkLst>
        </pc:picChg>
        <pc:picChg chg="add del mod ord">
          <ac:chgData name="Austin Francis" userId="S::apf006@uark.edu::d9206161-76a2-4d0d-bb71-2bac416203d9" providerId="AD" clId="Web-{18C2FB6E-7498-2592-93A0-81FD715D26E9}" dt="2024-09-09T16:10:25.078" v="1399"/>
          <ac:picMkLst>
            <pc:docMk/>
            <pc:sldMk cId="3053758625" sldId="477"/>
            <ac:picMk id="8" creationId="{A42241C2-92E5-CCF9-73F4-3A46DA6F3C8C}"/>
          </ac:picMkLst>
        </pc:picChg>
        <pc:picChg chg="add mod ord">
          <ac:chgData name="Austin Francis" userId="S::apf006@uark.edu::d9206161-76a2-4d0d-bb71-2bac416203d9" providerId="AD" clId="Web-{18C2FB6E-7498-2592-93A0-81FD715D26E9}" dt="2024-09-09T16:10:32.266" v="1402" actId="1076"/>
          <ac:picMkLst>
            <pc:docMk/>
            <pc:sldMk cId="3053758625" sldId="477"/>
            <ac:picMk id="11" creationId="{243A6FE0-BF92-AD77-B225-CAED93B55438}"/>
          </ac:picMkLst>
        </pc:picChg>
      </pc:sldChg>
      <pc:sldChg chg="modSp del modNotes">
        <pc:chgData name="Austin Francis" userId="S::apf006@uark.edu::d9206161-76a2-4d0d-bb71-2bac416203d9" providerId="AD" clId="Web-{18C2FB6E-7498-2592-93A0-81FD715D26E9}" dt="2024-09-09T16:31:49.959" v="1685"/>
        <pc:sldMkLst>
          <pc:docMk/>
          <pc:sldMk cId="3801312249" sldId="478"/>
        </pc:sldMkLst>
        <pc:spChg chg="mod">
          <ac:chgData name="Austin Francis" userId="S::apf006@uark.edu::d9206161-76a2-4d0d-bb71-2bac416203d9" providerId="AD" clId="Web-{18C2FB6E-7498-2592-93A0-81FD715D26E9}" dt="2024-09-09T16:25:19.324" v="1474" actId="20577"/>
          <ac:spMkLst>
            <pc:docMk/>
            <pc:sldMk cId="3801312249" sldId="478"/>
            <ac:spMk id="3" creationId="{580D56F8-3314-212C-F6B1-4113566882F0}"/>
          </ac:spMkLst>
        </pc:spChg>
      </pc:sldChg>
      <pc:sldChg chg="addSp delSp modSp modNotes">
        <pc:chgData name="Austin Francis" userId="S::apf006@uark.edu::d9206161-76a2-4d0d-bb71-2bac416203d9" providerId="AD" clId="Web-{18C2FB6E-7498-2592-93A0-81FD715D26E9}" dt="2024-09-09T16:29:45.232" v="1519" actId="20577"/>
        <pc:sldMkLst>
          <pc:docMk/>
          <pc:sldMk cId="59643071" sldId="479"/>
        </pc:sldMkLst>
        <pc:spChg chg="mod">
          <ac:chgData name="Austin Francis" userId="S::apf006@uark.edu::d9206161-76a2-4d0d-bb71-2bac416203d9" providerId="AD" clId="Web-{18C2FB6E-7498-2592-93A0-81FD715D26E9}" dt="2024-09-09T16:29:45.232" v="1519" actId="20577"/>
          <ac:spMkLst>
            <pc:docMk/>
            <pc:sldMk cId="59643071" sldId="479"/>
            <ac:spMk id="2" creationId="{51ADBD37-0207-251E-8548-6DD25D69AB2A}"/>
          </ac:spMkLst>
        </pc:spChg>
        <pc:spChg chg="add del mod">
          <ac:chgData name="Austin Francis" userId="S::apf006@uark.edu::d9206161-76a2-4d0d-bb71-2bac416203d9" providerId="AD" clId="Web-{18C2FB6E-7498-2592-93A0-81FD715D26E9}" dt="2024-09-09T16:24:29.039" v="1437"/>
          <ac:spMkLst>
            <pc:docMk/>
            <pc:sldMk cId="59643071" sldId="479"/>
            <ac:spMk id="6" creationId="{FF8E7C61-8B6B-46E3-DED4-4501835A9FFF}"/>
          </ac:spMkLst>
        </pc:spChg>
        <pc:picChg chg="del">
          <ac:chgData name="Austin Francis" userId="S::apf006@uark.edu::d9206161-76a2-4d0d-bb71-2bac416203d9" providerId="AD" clId="Web-{18C2FB6E-7498-2592-93A0-81FD715D26E9}" dt="2024-09-09T16:24:25.695" v="1436"/>
          <ac:picMkLst>
            <pc:docMk/>
            <pc:sldMk cId="59643071" sldId="479"/>
            <ac:picMk id="4" creationId="{E0443DB9-D47B-545E-3248-424DBFC82139}"/>
          </ac:picMkLst>
        </pc:picChg>
        <pc:picChg chg="add mod ord">
          <ac:chgData name="Austin Francis" userId="S::apf006@uark.edu::d9206161-76a2-4d0d-bb71-2bac416203d9" providerId="AD" clId="Web-{18C2FB6E-7498-2592-93A0-81FD715D26E9}" dt="2024-09-09T16:25:11.120" v="1472" actId="1076"/>
          <ac:picMkLst>
            <pc:docMk/>
            <pc:sldMk cId="59643071" sldId="479"/>
            <ac:picMk id="7" creationId="{C1DF981B-EBFC-FCE3-1A70-FA62F00BCE15}"/>
          </ac:picMkLst>
        </pc:picChg>
      </pc:sldChg>
      <pc:sldChg chg="modSp del">
        <pc:chgData name="Austin Francis" userId="S::apf006@uark.edu::d9206161-76a2-4d0d-bb71-2bac416203d9" providerId="AD" clId="Web-{18C2FB6E-7498-2592-93A0-81FD715D26E9}" dt="2024-09-09T16:32:15.476" v="1687"/>
        <pc:sldMkLst>
          <pc:docMk/>
          <pc:sldMk cId="1961816772" sldId="480"/>
        </pc:sldMkLst>
        <pc:spChg chg="mod">
          <ac:chgData name="Austin Francis" userId="S::apf006@uark.edu::d9206161-76a2-4d0d-bb71-2bac416203d9" providerId="AD" clId="Web-{18C2FB6E-7498-2592-93A0-81FD715D26E9}" dt="2024-09-09T16:25:30.434" v="1477" actId="20577"/>
          <ac:spMkLst>
            <pc:docMk/>
            <pc:sldMk cId="1961816772" sldId="480"/>
            <ac:spMk id="5" creationId="{3E03B235-92A8-1BA3-A63C-BAEF68493073}"/>
          </ac:spMkLst>
        </pc:spChg>
      </pc:sldChg>
      <pc:sldChg chg="addSp delSp modSp modNotes">
        <pc:chgData name="Austin Francis" userId="S::apf006@uark.edu::d9206161-76a2-4d0d-bb71-2bac416203d9" providerId="AD" clId="Web-{18C2FB6E-7498-2592-93A0-81FD715D26E9}" dt="2024-09-10T13:19:39.653" v="2043"/>
        <pc:sldMkLst>
          <pc:docMk/>
          <pc:sldMk cId="4104768236" sldId="481"/>
        </pc:sldMkLst>
        <pc:spChg chg="mod">
          <ac:chgData name="Austin Francis" userId="S::apf006@uark.edu::d9206161-76a2-4d0d-bb71-2bac416203d9" providerId="AD" clId="Web-{18C2FB6E-7498-2592-93A0-81FD715D26E9}" dt="2024-09-09T16:26:12.171" v="1507" actId="14100"/>
          <ac:spMkLst>
            <pc:docMk/>
            <pc:sldMk cId="4104768236" sldId="481"/>
            <ac:spMk id="2" creationId="{51ADBD37-0207-251E-8548-6DD25D69AB2A}"/>
          </ac:spMkLst>
        </pc:spChg>
        <pc:spChg chg="add del mod">
          <ac:chgData name="Austin Francis" userId="S::apf006@uark.edu::d9206161-76a2-4d0d-bb71-2bac416203d9" providerId="AD" clId="Web-{18C2FB6E-7498-2592-93A0-81FD715D26E9}" dt="2024-09-09T16:25:47.310" v="1479"/>
          <ac:spMkLst>
            <pc:docMk/>
            <pc:sldMk cId="4104768236" sldId="481"/>
            <ac:spMk id="6" creationId="{162231BF-8735-E092-7864-3D6370DEC0D7}"/>
          </ac:spMkLst>
        </pc:spChg>
        <pc:picChg chg="del">
          <ac:chgData name="Austin Francis" userId="S::apf006@uark.edu::d9206161-76a2-4d0d-bb71-2bac416203d9" providerId="AD" clId="Web-{18C2FB6E-7498-2592-93A0-81FD715D26E9}" dt="2024-09-09T16:25:45.904" v="1478"/>
          <ac:picMkLst>
            <pc:docMk/>
            <pc:sldMk cId="4104768236" sldId="481"/>
            <ac:picMk id="3" creationId="{7088B1E7-7FEC-2AF4-A482-2447D8CF9B94}"/>
          </ac:picMkLst>
        </pc:picChg>
        <pc:picChg chg="add mod ord">
          <ac:chgData name="Austin Francis" userId="S::apf006@uark.edu::d9206161-76a2-4d0d-bb71-2bac416203d9" providerId="AD" clId="Web-{18C2FB6E-7498-2592-93A0-81FD715D26E9}" dt="2024-09-09T16:25:52.857" v="1482" actId="1076"/>
          <ac:picMkLst>
            <pc:docMk/>
            <pc:sldMk cId="4104768236" sldId="481"/>
            <ac:picMk id="7" creationId="{BE8322BA-7973-C504-9B56-B73478970CA9}"/>
          </ac:picMkLst>
        </pc:picChg>
      </pc:sldChg>
      <pc:sldChg chg="modSp">
        <pc:chgData name="Austin Francis" userId="S::apf006@uark.edu::d9206161-76a2-4d0d-bb71-2bac416203d9" providerId="AD" clId="Web-{18C2FB6E-7498-2592-93A0-81FD715D26E9}" dt="2024-09-09T16:34:24.609" v="1859" actId="20577"/>
        <pc:sldMkLst>
          <pc:docMk/>
          <pc:sldMk cId="929529814" sldId="482"/>
        </pc:sldMkLst>
        <pc:spChg chg="mod">
          <ac:chgData name="Austin Francis" userId="S::apf006@uark.edu::d9206161-76a2-4d0d-bb71-2bac416203d9" providerId="AD" clId="Web-{18C2FB6E-7498-2592-93A0-81FD715D26E9}" dt="2024-09-09T16:34:24.609" v="1859" actId="20577"/>
          <ac:spMkLst>
            <pc:docMk/>
            <pc:sldMk cId="929529814" sldId="482"/>
            <ac:spMk id="3" creationId="{7323381A-6D4C-39C2-3AB5-FB49E60A1D3B}"/>
          </ac:spMkLst>
        </pc:spChg>
      </pc:sldChg>
      <pc:sldChg chg="del">
        <pc:chgData name="Austin Francis" userId="S::apf006@uark.edu::d9206161-76a2-4d0d-bb71-2bac416203d9" providerId="AD" clId="Web-{18C2FB6E-7498-2592-93A0-81FD715D26E9}" dt="2024-09-09T16:26:25.547" v="1509"/>
        <pc:sldMkLst>
          <pc:docMk/>
          <pc:sldMk cId="3523173628" sldId="483"/>
        </pc:sldMkLst>
      </pc:sldChg>
      <pc:sldChg chg="del">
        <pc:chgData name="Austin Francis" userId="S::apf006@uark.edu::d9206161-76a2-4d0d-bb71-2bac416203d9" providerId="AD" clId="Web-{18C2FB6E-7498-2592-93A0-81FD715D26E9}" dt="2024-09-09T16:26:28.625" v="1510"/>
        <pc:sldMkLst>
          <pc:docMk/>
          <pc:sldMk cId="1279047133" sldId="484"/>
        </pc:sldMkLst>
      </pc:sldChg>
      <pc:sldChg chg="del">
        <pc:chgData name="Austin Francis" userId="S::apf006@uark.edu::d9206161-76a2-4d0d-bb71-2bac416203d9" providerId="AD" clId="Web-{18C2FB6E-7498-2592-93A0-81FD715D26E9}" dt="2024-09-09T16:26:30.422" v="1511"/>
        <pc:sldMkLst>
          <pc:docMk/>
          <pc:sldMk cId="3271607978" sldId="485"/>
        </pc:sldMkLst>
      </pc:sldChg>
      <pc:sldChg chg="del">
        <pc:chgData name="Austin Francis" userId="S::apf006@uark.edu::d9206161-76a2-4d0d-bb71-2bac416203d9" providerId="AD" clId="Web-{18C2FB6E-7498-2592-93A0-81FD715D26E9}" dt="2024-09-09T16:26:32.704" v="1512"/>
        <pc:sldMkLst>
          <pc:docMk/>
          <pc:sldMk cId="2617688870" sldId="486"/>
        </pc:sldMkLst>
      </pc:sldChg>
      <pc:sldChg chg="modSp modNotes">
        <pc:chgData name="Austin Francis" userId="S::apf006@uark.edu::d9206161-76a2-4d0d-bb71-2bac416203d9" providerId="AD" clId="Web-{18C2FB6E-7498-2592-93A0-81FD715D26E9}" dt="2024-09-09T15:22:08.155" v="1049"/>
        <pc:sldMkLst>
          <pc:docMk/>
          <pc:sldMk cId="2543566513" sldId="487"/>
        </pc:sldMkLst>
        <pc:spChg chg="mod">
          <ac:chgData name="Austin Francis" userId="S::apf006@uark.edu::d9206161-76a2-4d0d-bb71-2bac416203d9" providerId="AD" clId="Web-{18C2FB6E-7498-2592-93A0-81FD715D26E9}" dt="2024-09-09T15:22:01.498" v="1047" actId="20577"/>
          <ac:spMkLst>
            <pc:docMk/>
            <pc:sldMk cId="2543566513" sldId="487"/>
            <ac:spMk id="3" creationId="{E398D4EE-6D9D-ADB3-580D-B44F059C1780}"/>
          </ac:spMkLst>
        </pc:spChg>
      </pc:sldChg>
      <pc:sldChg chg="addSp delSp modSp add replId">
        <pc:chgData name="Austin Francis" userId="S::apf006@uark.edu::d9206161-76a2-4d0d-bb71-2bac416203d9" providerId="AD" clId="Web-{18C2FB6E-7498-2592-93A0-81FD715D26E9}" dt="2024-09-09T14:46:32.610" v="658" actId="14100"/>
        <pc:sldMkLst>
          <pc:docMk/>
          <pc:sldMk cId="489251837" sldId="488"/>
        </pc:sldMkLst>
        <pc:spChg chg="mod">
          <ac:chgData name="Austin Francis" userId="S::apf006@uark.edu::d9206161-76a2-4d0d-bb71-2bac416203d9" providerId="AD" clId="Web-{18C2FB6E-7498-2592-93A0-81FD715D26E9}" dt="2024-09-09T14:46:32.610" v="658" actId="14100"/>
          <ac:spMkLst>
            <pc:docMk/>
            <pc:sldMk cId="489251837" sldId="488"/>
            <ac:spMk id="4" creationId="{5F657094-2D04-E9C4-D1D3-AE4CA128A281}"/>
          </ac:spMkLst>
        </pc:spChg>
        <pc:spChg chg="add del mod">
          <ac:chgData name="Austin Francis" userId="S::apf006@uark.edu::d9206161-76a2-4d0d-bb71-2bac416203d9" providerId="AD" clId="Web-{18C2FB6E-7498-2592-93A0-81FD715D26E9}" dt="2024-09-09T14:46:15.406" v="652"/>
          <ac:spMkLst>
            <pc:docMk/>
            <pc:sldMk cId="489251837" sldId="488"/>
            <ac:spMk id="5" creationId="{2A2D900F-7FB3-72D5-1694-0BF1E3F03915}"/>
          </ac:spMkLst>
        </pc:spChg>
        <pc:picChg chg="add mod ord">
          <ac:chgData name="Austin Francis" userId="S::apf006@uark.edu::d9206161-76a2-4d0d-bb71-2bac416203d9" providerId="AD" clId="Web-{18C2FB6E-7498-2592-93A0-81FD715D26E9}" dt="2024-09-09T14:46:23.797" v="656"/>
          <ac:picMkLst>
            <pc:docMk/>
            <pc:sldMk cId="489251837" sldId="488"/>
            <ac:picMk id="6" creationId="{6EAFBE16-CD79-5D4D-FB5F-6BAB751414E5}"/>
          </ac:picMkLst>
        </pc:picChg>
        <pc:picChg chg="del">
          <ac:chgData name="Austin Francis" userId="S::apf006@uark.edu::d9206161-76a2-4d0d-bb71-2bac416203d9" providerId="AD" clId="Web-{18C2FB6E-7498-2592-93A0-81FD715D26E9}" dt="2024-09-09T14:46:03.296" v="651"/>
          <ac:picMkLst>
            <pc:docMk/>
            <pc:sldMk cId="489251837" sldId="488"/>
            <ac:picMk id="7" creationId="{B543689B-3528-D6BD-8786-631DAAA97C24}"/>
          </ac:picMkLst>
        </pc:picChg>
      </pc:sldChg>
      <pc:sldChg chg="addSp delSp modSp add replId">
        <pc:chgData name="Austin Francis" userId="S::apf006@uark.edu::d9206161-76a2-4d0d-bb71-2bac416203d9" providerId="AD" clId="Web-{18C2FB6E-7498-2592-93A0-81FD715D26E9}" dt="2024-09-09T14:47:43.271" v="668" actId="1076"/>
        <pc:sldMkLst>
          <pc:docMk/>
          <pc:sldMk cId="2906193862" sldId="489"/>
        </pc:sldMkLst>
        <pc:spChg chg="mod">
          <ac:chgData name="Austin Francis" userId="S::apf006@uark.edu::d9206161-76a2-4d0d-bb71-2bac416203d9" providerId="AD" clId="Web-{18C2FB6E-7498-2592-93A0-81FD715D26E9}" dt="2024-09-09T14:47:43.271" v="668" actId="1076"/>
          <ac:spMkLst>
            <pc:docMk/>
            <pc:sldMk cId="2906193862" sldId="489"/>
            <ac:spMk id="4" creationId="{5F657094-2D04-E9C4-D1D3-AE4CA128A281}"/>
          </ac:spMkLst>
        </pc:spChg>
        <pc:spChg chg="add del mod">
          <ac:chgData name="Austin Francis" userId="S::apf006@uark.edu::d9206161-76a2-4d0d-bb71-2bac416203d9" providerId="AD" clId="Web-{18C2FB6E-7498-2592-93A0-81FD715D26E9}" dt="2024-09-09T14:47:33.473" v="663"/>
          <ac:spMkLst>
            <pc:docMk/>
            <pc:sldMk cId="2906193862" sldId="489"/>
            <ac:spMk id="5" creationId="{0EF74B7A-D54E-9F10-77E8-BED56B73CFF6}"/>
          </ac:spMkLst>
        </pc:spChg>
        <pc:picChg chg="del">
          <ac:chgData name="Austin Francis" userId="S::apf006@uark.edu::d9206161-76a2-4d0d-bb71-2bac416203d9" providerId="AD" clId="Web-{18C2FB6E-7498-2592-93A0-81FD715D26E9}" dt="2024-09-09T14:47:15.550" v="660"/>
          <ac:picMkLst>
            <pc:docMk/>
            <pc:sldMk cId="2906193862" sldId="489"/>
            <ac:picMk id="6" creationId="{6EAFBE16-CD79-5D4D-FB5F-6BAB751414E5}"/>
          </ac:picMkLst>
        </pc:picChg>
        <pc:picChg chg="add mod ord">
          <ac:chgData name="Austin Francis" userId="S::apf006@uark.edu::d9206161-76a2-4d0d-bb71-2bac416203d9" providerId="AD" clId="Web-{18C2FB6E-7498-2592-93A0-81FD715D26E9}" dt="2024-09-09T14:47:40.021" v="667"/>
          <ac:picMkLst>
            <pc:docMk/>
            <pc:sldMk cId="2906193862" sldId="489"/>
            <ac:picMk id="7" creationId="{EDF20BA8-CB9C-112B-EC38-A71F85E7E2C1}"/>
          </ac:picMkLst>
        </pc:picChg>
      </pc:sldChg>
      <pc:sldChg chg="addSp delSp modSp add replId modNotes">
        <pc:chgData name="Austin Francis" userId="S::apf006@uark.edu::d9206161-76a2-4d0d-bb71-2bac416203d9" providerId="AD" clId="Web-{18C2FB6E-7498-2592-93A0-81FD715D26E9}" dt="2024-09-09T15:06:45.579" v="805"/>
        <pc:sldMkLst>
          <pc:docMk/>
          <pc:sldMk cId="175905657" sldId="490"/>
        </pc:sldMkLst>
        <pc:spChg chg="mod">
          <ac:chgData name="Austin Francis" userId="S::apf006@uark.edu::d9206161-76a2-4d0d-bb71-2bac416203d9" providerId="AD" clId="Web-{18C2FB6E-7498-2592-93A0-81FD715D26E9}" dt="2024-09-09T15:03:58.272" v="804" actId="14100"/>
          <ac:spMkLst>
            <pc:docMk/>
            <pc:sldMk cId="175905657" sldId="490"/>
            <ac:spMk id="4" creationId="{38E371B6-7E68-020B-AAC5-C3FCEE3E73F7}"/>
          </ac:spMkLst>
        </pc:spChg>
        <pc:spChg chg="add del mod">
          <ac:chgData name="Austin Francis" userId="S::apf006@uark.edu::d9206161-76a2-4d0d-bb71-2bac416203d9" providerId="AD" clId="Web-{18C2FB6E-7498-2592-93A0-81FD715D26E9}" dt="2024-09-09T15:03:34.692" v="797"/>
          <ac:spMkLst>
            <pc:docMk/>
            <pc:sldMk cId="175905657" sldId="490"/>
            <ac:spMk id="5" creationId="{C36B64FE-066F-A57A-5C08-868468563B73}"/>
          </ac:spMkLst>
        </pc:spChg>
        <pc:picChg chg="add mod ord">
          <ac:chgData name="Austin Francis" userId="S::apf006@uark.edu::d9206161-76a2-4d0d-bb71-2bac416203d9" providerId="AD" clId="Web-{18C2FB6E-7498-2592-93A0-81FD715D26E9}" dt="2024-09-09T15:03:52.865" v="802" actId="1076"/>
          <ac:picMkLst>
            <pc:docMk/>
            <pc:sldMk cId="175905657" sldId="490"/>
            <ac:picMk id="6" creationId="{74617DB4-D9B4-F512-B15B-BF0507EAE0D1}"/>
          </ac:picMkLst>
        </pc:picChg>
        <pc:picChg chg="del">
          <ac:chgData name="Austin Francis" userId="S::apf006@uark.edu::d9206161-76a2-4d0d-bb71-2bac416203d9" providerId="AD" clId="Web-{18C2FB6E-7498-2592-93A0-81FD715D26E9}" dt="2024-09-09T15:03:33.395" v="796"/>
          <ac:picMkLst>
            <pc:docMk/>
            <pc:sldMk cId="175905657" sldId="490"/>
            <ac:picMk id="10" creationId="{D2765386-1730-5BD3-63EA-0DB90B8D0B34}"/>
          </ac:picMkLst>
        </pc:picChg>
      </pc:sldChg>
      <pc:sldChg chg="add del replId">
        <pc:chgData name="Austin Francis" userId="S::apf006@uark.edu::d9206161-76a2-4d0d-bb71-2bac416203d9" providerId="AD" clId="Web-{18C2FB6E-7498-2592-93A0-81FD715D26E9}" dt="2024-09-09T14:47:23.067" v="662"/>
        <pc:sldMkLst>
          <pc:docMk/>
          <pc:sldMk cId="3590432588" sldId="490"/>
        </pc:sldMkLst>
      </pc:sldChg>
      <pc:sldChg chg="addSp delSp modSp new modNotes">
        <pc:chgData name="Austin Francis" userId="S::apf006@uark.edu::d9206161-76a2-4d0d-bb71-2bac416203d9" providerId="AD" clId="Web-{18C2FB6E-7498-2592-93A0-81FD715D26E9}" dt="2024-09-09T15:15:18.050" v="929"/>
        <pc:sldMkLst>
          <pc:docMk/>
          <pc:sldMk cId="3343229959" sldId="491"/>
        </pc:sldMkLst>
        <pc:spChg chg="mod">
          <ac:chgData name="Austin Francis" userId="S::apf006@uark.edu::d9206161-76a2-4d0d-bb71-2bac416203d9" providerId="AD" clId="Web-{18C2FB6E-7498-2592-93A0-81FD715D26E9}" dt="2024-09-09T15:12:07.303" v="885" actId="20577"/>
          <ac:spMkLst>
            <pc:docMk/>
            <pc:sldMk cId="3343229959" sldId="491"/>
            <ac:spMk id="2" creationId="{0FB71B54-6A32-EBD2-3520-B3F4AC24244B}"/>
          </ac:spMkLst>
        </pc:spChg>
        <pc:spChg chg="del">
          <ac:chgData name="Austin Francis" userId="S::apf006@uark.edu::d9206161-76a2-4d0d-bb71-2bac416203d9" providerId="AD" clId="Web-{18C2FB6E-7498-2592-93A0-81FD715D26E9}" dt="2024-09-09T15:12:17.070" v="886"/>
          <ac:spMkLst>
            <pc:docMk/>
            <pc:sldMk cId="3343229959" sldId="491"/>
            <ac:spMk id="3" creationId="{3F3A5818-6F98-595A-F607-B6C8909A95AB}"/>
          </ac:spMkLst>
        </pc:spChg>
        <pc:picChg chg="add mod ord">
          <ac:chgData name="Austin Francis" userId="S::apf006@uark.edu::d9206161-76a2-4d0d-bb71-2bac416203d9" providerId="AD" clId="Web-{18C2FB6E-7498-2592-93A0-81FD715D26E9}" dt="2024-09-09T15:12:24.648" v="889" actId="1076"/>
          <ac:picMkLst>
            <pc:docMk/>
            <pc:sldMk cId="3343229959" sldId="491"/>
            <ac:picMk id="4" creationId="{1CA21C14-3B80-FCA6-00FE-C2148B5D4BE3}"/>
          </ac:picMkLst>
        </pc:picChg>
      </pc:sldChg>
      <pc:sldChg chg="addSp delSp modSp new modNotes">
        <pc:chgData name="Austin Francis" userId="S::apf006@uark.edu::d9206161-76a2-4d0d-bb71-2bac416203d9" providerId="AD" clId="Web-{18C2FB6E-7498-2592-93A0-81FD715D26E9}" dt="2024-09-09T15:43:11.659" v="1289"/>
        <pc:sldMkLst>
          <pc:docMk/>
          <pc:sldMk cId="145398586" sldId="492"/>
        </pc:sldMkLst>
        <pc:spChg chg="mod">
          <ac:chgData name="Austin Francis" userId="S::apf006@uark.edu::d9206161-76a2-4d0d-bb71-2bac416203d9" providerId="AD" clId="Web-{18C2FB6E-7498-2592-93A0-81FD715D26E9}" dt="2024-09-09T15:31:13.284" v="1221" actId="20577"/>
          <ac:spMkLst>
            <pc:docMk/>
            <pc:sldMk cId="145398586" sldId="492"/>
            <ac:spMk id="2" creationId="{455A92BC-C406-EA0B-AF2E-F5B6D644D6CF}"/>
          </ac:spMkLst>
        </pc:spChg>
        <pc:spChg chg="del">
          <ac:chgData name="Austin Francis" userId="S::apf006@uark.edu::d9206161-76a2-4d0d-bb71-2bac416203d9" providerId="AD" clId="Web-{18C2FB6E-7498-2592-93A0-81FD715D26E9}" dt="2024-09-09T15:31:14.566" v="1222"/>
          <ac:spMkLst>
            <pc:docMk/>
            <pc:sldMk cId="145398586" sldId="492"/>
            <ac:spMk id="3" creationId="{81522C2B-AAC8-0326-93A2-454CDED9DB73}"/>
          </ac:spMkLst>
        </pc:spChg>
        <pc:picChg chg="add mod ord">
          <ac:chgData name="Austin Francis" userId="S::apf006@uark.edu::d9206161-76a2-4d0d-bb71-2bac416203d9" providerId="AD" clId="Web-{18C2FB6E-7498-2592-93A0-81FD715D26E9}" dt="2024-09-09T15:31:22.988" v="1225" actId="1076"/>
          <ac:picMkLst>
            <pc:docMk/>
            <pc:sldMk cId="145398586" sldId="492"/>
            <ac:picMk id="4" creationId="{D4C2B16D-445D-FEDC-3D25-94407B319A27}"/>
          </ac:picMkLst>
        </pc:picChg>
      </pc:sldChg>
      <pc:sldChg chg="modSp new">
        <pc:chgData name="Austin Francis" userId="S::apf006@uark.edu::d9206161-76a2-4d0d-bb71-2bac416203d9" providerId="AD" clId="Web-{18C2FB6E-7498-2592-93A0-81FD715D26E9}" dt="2024-09-09T16:31:47.021" v="1684" actId="20577"/>
        <pc:sldMkLst>
          <pc:docMk/>
          <pc:sldMk cId="4051849833" sldId="493"/>
        </pc:sldMkLst>
        <pc:spChg chg="mod">
          <ac:chgData name="Austin Francis" userId="S::apf006@uark.edu::d9206161-76a2-4d0d-bb71-2bac416203d9" providerId="AD" clId="Web-{18C2FB6E-7498-2592-93A0-81FD715D26E9}" dt="2024-09-09T16:30:11.452" v="1525" actId="20577"/>
          <ac:spMkLst>
            <pc:docMk/>
            <pc:sldMk cId="4051849833" sldId="493"/>
            <ac:spMk id="2" creationId="{1FA72867-B6BD-6C9C-9075-6FE68BE6BC75}"/>
          </ac:spMkLst>
        </pc:spChg>
        <pc:spChg chg="mod">
          <ac:chgData name="Austin Francis" userId="S::apf006@uark.edu::d9206161-76a2-4d0d-bb71-2bac416203d9" providerId="AD" clId="Web-{18C2FB6E-7498-2592-93A0-81FD715D26E9}" dt="2024-09-09T16:31:47.021" v="1684" actId="20577"/>
          <ac:spMkLst>
            <pc:docMk/>
            <pc:sldMk cId="4051849833" sldId="493"/>
            <ac:spMk id="3" creationId="{E61F219B-329E-C7D7-F310-A2282DB098EB}"/>
          </ac:spMkLst>
        </pc:spChg>
      </pc:sldChg>
      <pc:sldChg chg="modSp new">
        <pc:chgData name="Austin Francis" userId="S::apf006@uark.edu::d9206161-76a2-4d0d-bb71-2bac416203d9" providerId="AD" clId="Web-{18C2FB6E-7498-2592-93A0-81FD715D26E9}" dt="2024-09-09T16:32:53.400" v="1781" actId="20577"/>
        <pc:sldMkLst>
          <pc:docMk/>
          <pc:sldMk cId="2713292739" sldId="494"/>
        </pc:sldMkLst>
        <pc:spChg chg="mod">
          <ac:chgData name="Austin Francis" userId="S::apf006@uark.edu::d9206161-76a2-4d0d-bb71-2bac416203d9" providerId="AD" clId="Web-{18C2FB6E-7498-2592-93A0-81FD715D26E9}" dt="2024-09-09T16:32:23.070" v="1701" actId="20577"/>
          <ac:spMkLst>
            <pc:docMk/>
            <pc:sldMk cId="2713292739" sldId="494"/>
            <ac:spMk id="2" creationId="{3E9BC5F6-F903-C574-5CD2-9328D1B96A03}"/>
          </ac:spMkLst>
        </pc:spChg>
        <pc:spChg chg="mod">
          <ac:chgData name="Austin Francis" userId="S::apf006@uark.edu::d9206161-76a2-4d0d-bb71-2bac416203d9" providerId="AD" clId="Web-{18C2FB6E-7498-2592-93A0-81FD715D26E9}" dt="2024-09-09T16:32:53.400" v="1781" actId="20577"/>
          <ac:spMkLst>
            <pc:docMk/>
            <pc:sldMk cId="2713292739" sldId="494"/>
            <ac:spMk id="3" creationId="{EC7E1205-447F-B1A0-9671-5CE0889E90FE}"/>
          </ac:spMkLst>
        </pc:spChg>
      </pc:sldChg>
    </pc:docChg>
  </pc:docChgLst>
  <pc:docChgLst>
    <pc:chgData name="Austin Francis" userId="S::apf006@uark.edu::d9206161-76a2-4d0d-bb71-2bac416203d9" providerId="AD" clId="Web-{3C9AD1C9-A966-AECC-0F34-2A2AA67F666F}"/>
    <pc:docChg chg="addSld delSld modSld modSection">
      <pc:chgData name="Austin Francis" userId="S::apf006@uark.edu::d9206161-76a2-4d0d-bb71-2bac416203d9" providerId="AD" clId="Web-{3C9AD1C9-A966-AECC-0F34-2A2AA67F666F}" dt="2024-08-30T15:51:42.092" v="612" actId="20577"/>
      <pc:docMkLst>
        <pc:docMk/>
      </pc:docMkLst>
      <pc:sldChg chg="addSp delSp modSp">
        <pc:chgData name="Austin Francis" userId="S::apf006@uark.edu::d9206161-76a2-4d0d-bb71-2bac416203d9" providerId="AD" clId="Web-{3C9AD1C9-A966-AECC-0F34-2A2AA67F666F}" dt="2024-08-30T15:31:56.246" v="279" actId="1076"/>
        <pc:sldMkLst>
          <pc:docMk/>
          <pc:sldMk cId="3921299865" sldId="442"/>
        </pc:sldMkLst>
        <pc:spChg chg="mod">
          <ac:chgData name="Austin Francis" userId="S::apf006@uark.edu::d9206161-76a2-4d0d-bb71-2bac416203d9" providerId="AD" clId="Web-{3C9AD1C9-A966-AECC-0F34-2A2AA67F666F}" dt="2024-08-30T15:31:32.433" v="273" actId="20577"/>
          <ac:spMkLst>
            <pc:docMk/>
            <pc:sldMk cId="3921299865" sldId="442"/>
            <ac:spMk id="2" creationId="{A9A10DC1-DDE1-4347-BDBB-4B2ACA3E8D0F}"/>
          </ac:spMkLst>
        </pc:spChg>
        <pc:spChg chg="add del mod">
          <ac:chgData name="Austin Francis" userId="S::apf006@uark.edu::d9206161-76a2-4d0d-bb71-2bac416203d9" providerId="AD" clId="Web-{3C9AD1C9-A966-AECC-0F34-2A2AA67F666F}" dt="2024-08-30T15:31:47.605" v="275"/>
          <ac:spMkLst>
            <pc:docMk/>
            <pc:sldMk cId="3921299865" sldId="442"/>
            <ac:spMk id="4" creationId="{48650C23-E4F8-3EB9-5F2C-D0DB017C3940}"/>
          </ac:spMkLst>
        </pc:spChg>
        <pc:picChg chg="del">
          <ac:chgData name="Austin Francis" userId="S::apf006@uark.edu::d9206161-76a2-4d0d-bb71-2bac416203d9" providerId="AD" clId="Web-{3C9AD1C9-A966-AECC-0F34-2A2AA67F666F}" dt="2024-08-30T15:31:33.370" v="274"/>
          <ac:picMkLst>
            <pc:docMk/>
            <pc:sldMk cId="3921299865" sldId="442"/>
            <ac:picMk id="5" creationId="{0B38C5F0-113D-FC2E-5C30-1105358B4506}"/>
          </ac:picMkLst>
        </pc:picChg>
        <pc:picChg chg="add mod ord">
          <ac:chgData name="Austin Francis" userId="S::apf006@uark.edu::d9206161-76a2-4d0d-bb71-2bac416203d9" providerId="AD" clId="Web-{3C9AD1C9-A966-AECC-0F34-2A2AA67F666F}" dt="2024-08-30T15:31:56.246" v="279" actId="1076"/>
          <ac:picMkLst>
            <pc:docMk/>
            <pc:sldMk cId="3921299865" sldId="442"/>
            <ac:picMk id="6" creationId="{DC1D27A8-7813-CC98-388E-742779FABD0B}"/>
          </ac:picMkLst>
        </pc:picChg>
      </pc:sldChg>
      <pc:sldChg chg="addSp delSp modSp">
        <pc:chgData name="Austin Francis" userId="S::apf006@uark.edu::d9206161-76a2-4d0d-bb71-2bac416203d9" providerId="AD" clId="Web-{3C9AD1C9-A966-AECC-0F34-2A2AA67F666F}" dt="2024-08-30T15:33:14.656" v="304" actId="1076"/>
        <pc:sldMkLst>
          <pc:docMk/>
          <pc:sldMk cId="1071918637" sldId="444"/>
        </pc:sldMkLst>
        <pc:spChg chg="mod">
          <ac:chgData name="Austin Francis" userId="S::apf006@uark.edu::d9206161-76a2-4d0d-bb71-2bac416203d9" providerId="AD" clId="Web-{3C9AD1C9-A966-AECC-0F34-2A2AA67F666F}" dt="2024-08-30T15:33:14.656" v="304" actId="1076"/>
          <ac:spMkLst>
            <pc:docMk/>
            <pc:sldMk cId="1071918637" sldId="444"/>
            <ac:spMk id="2" creationId="{A9A10DC1-DDE1-4347-BDBB-4B2ACA3E8D0F}"/>
          </ac:spMkLst>
        </pc:spChg>
        <pc:spChg chg="add del mod">
          <ac:chgData name="Austin Francis" userId="S::apf006@uark.edu::d9206161-76a2-4d0d-bb71-2bac416203d9" providerId="AD" clId="Web-{3C9AD1C9-A966-AECC-0F34-2A2AA67F666F}" dt="2024-08-30T15:32:55.218" v="299"/>
          <ac:spMkLst>
            <pc:docMk/>
            <pc:sldMk cId="1071918637" sldId="444"/>
            <ac:spMk id="4" creationId="{228D8915-1D45-051B-ED82-E012C01F6719}"/>
          </ac:spMkLst>
        </pc:spChg>
        <pc:picChg chg="add mod ord">
          <ac:chgData name="Austin Francis" userId="S::apf006@uark.edu::d9206161-76a2-4d0d-bb71-2bac416203d9" providerId="AD" clId="Web-{3C9AD1C9-A966-AECC-0F34-2A2AA67F666F}" dt="2024-08-30T15:33:10.624" v="303" actId="1076"/>
          <ac:picMkLst>
            <pc:docMk/>
            <pc:sldMk cId="1071918637" sldId="444"/>
            <ac:picMk id="5" creationId="{6580FCAC-CA34-A9DA-5488-C3A0CA6FEA05}"/>
          </ac:picMkLst>
        </pc:picChg>
        <pc:picChg chg="del">
          <ac:chgData name="Austin Francis" userId="S::apf006@uark.edu::d9206161-76a2-4d0d-bb71-2bac416203d9" providerId="AD" clId="Web-{3C9AD1C9-A966-AECC-0F34-2A2AA67F666F}" dt="2024-08-30T15:32:40.670" v="298"/>
          <ac:picMkLst>
            <pc:docMk/>
            <pc:sldMk cId="1071918637" sldId="444"/>
            <ac:picMk id="10" creationId="{D703C038-9576-E14C-B5E1-BC7A91D779FB}"/>
          </ac:picMkLst>
        </pc:picChg>
      </pc:sldChg>
      <pc:sldChg chg="addSp delSp modSp">
        <pc:chgData name="Austin Francis" userId="S::apf006@uark.edu::d9206161-76a2-4d0d-bb71-2bac416203d9" providerId="AD" clId="Web-{3C9AD1C9-A966-AECC-0F34-2A2AA67F666F}" dt="2024-08-30T15:34:13.205" v="323" actId="1076"/>
        <pc:sldMkLst>
          <pc:docMk/>
          <pc:sldMk cId="1873507160" sldId="445"/>
        </pc:sldMkLst>
        <pc:spChg chg="mod">
          <ac:chgData name="Austin Francis" userId="S::apf006@uark.edu::d9206161-76a2-4d0d-bb71-2bac416203d9" providerId="AD" clId="Web-{3C9AD1C9-A966-AECC-0F34-2A2AA67F666F}" dt="2024-08-30T15:33:47.204" v="318" actId="20577"/>
          <ac:spMkLst>
            <pc:docMk/>
            <pc:sldMk cId="1873507160" sldId="445"/>
            <ac:spMk id="2" creationId="{A9A10DC1-DDE1-4347-BDBB-4B2ACA3E8D0F}"/>
          </ac:spMkLst>
        </pc:spChg>
        <pc:spChg chg="add del mod">
          <ac:chgData name="Austin Francis" userId="S::apf006@uark.edu::d9206161-76a2-4d0d-bb71-2bac416203d9" providerId="AD" clId="Web-{3C9AD1C9-A966-AECC-0F34-2A2AA67F666F}" dt="2024-08-30T15:34:04.142" v="320"/>
          <ac:spMkLst>
            <pc:docMk/>
            <pc:sldMk cId="1873507160" sldId="445"/>
            <ac:spMk id="4" creationId="{B8412AD4-4329-40B0-AD72-0821E0467C0A}"/>
          </ac:spMkLst>
        </pc:spChg>
        <pc:picChg chg="del">
          <ac:chgData name="Austin Francis" userId="S::apf006@uark.edu::d9206161-76a2-4d0d-bb71-2bac416203d9" providerId="AD" clId="Web-{3C9AD1C9-A966-AECC-0F34-2A2AA67F666F}" dt="2024-08-30T15:33:49.110" v="319"/>
          <ac:picMkLst>
            <pc:docMk/>
            <pc:sldMk cId="1873507160" sldId="445"/>
            <ac:picMk id="5" creationId="{68B1A232-F8CB-8409-3581-F8FEDAAD17B1}"/>
          </ac:picMkLst>
        </pc:picChg>
        <pc:picChg chg="add mod ord">
          <ac:chgData name="Austin Francis" userId="S::apf006@uark.edu::d9206161-76a2-4d0d-bb71-2bac416203d9" providerId="AD" clId="Web-{3C9AD1C9-A966-AECC-0F34-2A2AA67F666F}" dt="2024-08-30T15:34:13.205" v="323" actId="1076"/>
          <ac:picMkLst>
            <pc:docMk/>
            <pc:sldMk cId="1873507160" sldId="445"/>
            <ac:picMk id="6" creationId="{4685A9F3-0956-FB4E-2F1C-ED4F6B6628EC}"/>
          </ac:picMkLst>
        </pc:picChg>
      </pc:sldChg>
      <pc:sldChg chg="addSp delSp modSp">
        <pc:chgData name="Austin Francis" userId="S::apf006@uark.edu::d9206161-76a2-4d0d-bb71-2bac416203d9" providerId="AD" clId="Web-{3C9AD1C9-A966-AECC-0F34-2A2AA67F666F}" dt="2024-08-30T15:36:17.257" v="351" actId="1076"/>
        <pc:sldMkLst>
          <pc:docMk/>
          <pc:sldMk cId="255185723" sldId="446"/>
        </pc:sldMkLst>
        <pc:spChg chg="mod">
          <ac:chgData name="Austin Francis" userId="S::apf006@uark.edu::d9206161-76a2-4d0d-bb71-2bac416203d9" providerId="AD" clId="Web-{3C9AD1C9-A966-AECC-0F34-2A2AA67F666F}" dt="2024-08-30T15:36:08.538" v="346" actId="1076"/>
          <ac:spMkLst>
            <pc:docMk/>
            <pc:sldMk cId="255185723" sldId="446"/>
            <ac:spMk id="2" creationId="{A9A10DC1-DDE1-4347-BDBB-4B2ACA3E8D0F}"/>
          </ac:spMkLst>
        </pc:spChg>
        <pc:spChg chg="add del mod">
          <ac:chgData name="Austin Francis" userId="S::apf006@uark.edu::d9206161-76a2-4d0d-bb71-2bac416203d9" providerId="AD" clId="Web-{3C9AD1C9-A966-AECC-0F34-2A2AA67F666F}" dt="2024-08-30T15:35:51.850" v="341"/>
          <ac:spMkLst>
            <pc:docMk/>
            <pc:sldMk cId="255185723" sldId="446"/>
            <ac:spMk id="4" creationId="{FC4F26AB-DD61-59C9-1B1E-0B92F303F454}"/>
          </ac:spMkLst>
        </pc:spChg>
        <pc:picChg chg="add mod ord">
          <ac:chgData name="Austin Francis" userId="S::apf006@uark.edu::d9206161-76a2-4d0d-bb71-2bac416203d9" providerId="AD" clId="Web-{3C9AD1C9-A966-AECC-0F34-2A2AA67F666F}" dt="2024-08-30T15:36:17.257" v="351" actId="1076"/>
          <ac:picMkLst>
            <pc:docMk/>
            <pc:sldMk cId="255185723" sldId="446"/>
            <ac:picMk id="5" creationId="{C6ED4173-D4D0-12C3-43ED-C707F90D52E7}"/>
          </ac:picMkLst>
        </pc:picChg>
        <pc:picChg chg="del">
          <ac:chgData name="Austin Francis" userId="S::apf006@uark.edu::d9206161-76a2-4d0d-bb71-2bac416203d9" providerId="AD" clId="Web-{3C9AD1C9-A966-AECC-0F34-2A2AA67F666F}" dt="2024-08-30T15:35:06.957" v="340"/>
          <ac:picMkLst>
            <pc:docMk/>
            <pc:sldMk cId="255185723" sldId="446"/>
            <ac:picMk id="6" creationId="{193A2B50-5242-4000-DBFC-2BDFF77D839F}"/>
          </ac:picMkLst>
        </pc:picChg>
      </pc:sldChg>
      <pc:sldChg chg="modSp modNotes">
        <pc:chgData name="Austin Francis" userId="S::apf006@uark.edu::d9206161-76a2-4d0d-bb71-2bac416203d9" providerId="AD" clId="Web-{3C9AD1C9-A966-AECC-0F34-2A2AA67F666F}" dt="2024-08-30T15:23:46.257" v="160"/>
        <pc:sldMkLst>
          <pc:docMk/>
          <pc:sldMk cId="4233582726" sldId="453"/>
        </pc:sldMkLst>
        <pc:spChg chg="mod">
          <ac:chgData name="Austin Francis" userId="S::apf006@uark.edu::d9206161-76a2-4d0d-bb71-2bac416203d9" providerId="AD" clId="Web-{3C9AD1C9-A966-AECC-0F34-2A2AA67F666F}" dt="2024-08-30T15:20:05.873" v="152"/>
          <ac:spMkLst>
            <pc:docMk/>
            <pc:sldMk cId="4233582726" sldId="453"/>
            <ac:spMk id="3" creationId="{C57A2EFD-A0BC-81FA-1CC0-C60FF5F3D1CA}"/>
          </ac:spMkLst>
        </pc:spChg>
      </pc:sldChg>
      <pc:sldChg chg="modSp">
        <pc:chgData name="Austin Francis" userId="S::apf006@uark.edu::d9206161-76a2-4d0d-bb71-2bac416203d9" providerId="AD" clId="Web-{3C9AD1C9-A966-AECC-0F34-2A2AA67F666F}" dt="2024-08-30T15:34:29.550" v="326" actId="20577"/>
        <pc:sldMkLst>
          <pc:docMk/>
          <pc:sldMk cId="3419803062" sldId="455"/>
        </pc:sldMkLst>
        <pc:spChg chg="mod">
          <ac:chgData name="Austin Francis" userId="S::apf006@uark.edu::d9206161-76a2-4d0d-bb71-2bac416203d9" providerId="AD" clId="Web-{3C9AD1C9-A966-AECC-0F34-2A2AA67F666F}" dt="2024-08-30T15:34:29.550" v="326" actId="20577"/>
          <ac:spMkLst>
            <pc:docMk/>
            <pc:sldMk cId="3419803062" sldId="455"/>
            <ac:spMk id="4" creationId="{22DDC56A-D7F3-FBC5-8D2F-DA585681679B}"/>
          </ac:spMkLst>
        </pc:spChg>
      </pc:sldChg>
      <pc:sldChg chg="modSp">
        <pc:chgData name="Austin Francis" userId="S::apf006@uark.edu::d9206161-76a2-4d0d-bb71-2bac416203d9" providerId="AD" clId="Web-{3C9AD1C9-A966-AECC-0F34-2A2AA67F666F}" dt="2024-08-30T15:34:35.628" v="328" actId="20577"/>
        <pc:sldMkLst>
          <pc:docMk/>
          <pc:sldMk cId="686375482" sldId="456"/>
        </pc:sldMkLst>
        <pc:spChg chg="mod">
          <ac:chgData name="Austin Francis" userId="S::apf006@uark.edu::d9206161-76a2-4d0d-bb71-2bac416203d9" providerId="AD" clId="Web-{3C9AD1C9-A966-AECC-0F34-2A2AA67F666F}" dt="2024-08-30T15:34:35.628" v="328" actId="20577"/>
          <ac:spMkLst>
            <pc:docMk/>
            <pc:sldMk cId="686375482" sldId="456"/>
            <ac:spMk id="3" creationId="{FE278BFF-FA8B-34A3-C83B-1D0BFB2544CD}"/>
          </ac:spMkLst>
        </pc:spChg>
      </pc:sldChg>
      <pc:sldChg chg="modSp">
        <pc:chgData name="Austin Francis" userId="S::apf006@uark.edu::d9206161-76a2-4d0d-bb71-2bac416203d9" providerId="AD" clId="Web-{3C9AD1C9-A966-AECC-0F34-2A2AA67F666F}" dt="2024-08-30T15:36:37.477" v="354" actId="20577"/>
        <pc:sldMkLst>
          <pc:docMk/>
          <pc:sldMk cId="201112120" sldId="457"/>
        </pc:sldMkLst>
        <pc:spChg chg="mod">
          <ac:chgData name="Austin Francis" userId="S::apf006@uark.edu::d9206161-76a2-4d0d-bb71-2bac416203d9" providerId="AD" clId="Web-{3C9AD1C9-A966-AECC-0F34-2A2AA67F666F}" dt="2024-08-30T15:36:37.477" v="354" actId="20577"/>
          <ac:spMkLst>
            <pc:docMk/>
            <pc:sldMk cId="201112120" sldId="457"/>
            <ac:spMk id="3" creationId="{799C04E8-AC9D-FFEC-9CD5-82C52CAC320B}"/>
          </ac:spMkLst>
        </pc:spChg>
      </pc:sldChg>
      <pc:sldChg chg="delSp modSp">
        <pc:chgData name="Austin Francis" userId="S::apf006@uark.edu::d9206161-76a2-4d0d-bb71-2bac416203d9" providerId="AD" clId="Web-{3C9AD1C9-A966-AECC-0F34-2A2AA67F666F}" dt="2024-08-30T14:59:20.118" v="2" actId="20577"/>
        <pc:sldMkLst>
          <pc:docMk/>
          <pc:sldMk cId="978978087" sldId="463"/>
        </pc:sldMkLst>
        <pc:spChg chg="mod">
          <ac:chgData name="Austin Francis" userId="S::apf006@uark.edu::d9206161-76a2-4d0d-bb71-2bac416203d9" providerId="AD" clId="Web-{3C9AD1C9-A966-AECC-0F34-2A2AA67F666F}" dt="2024-08-30T14:59:20.118" v="2" actId="20577"/>
          <ac:spMkLst>
            <pc:docMk/>
            <pc:sldMk cId="978978087" sldId="463"/>
            <ac:spMk id="3" creationId="{C14AECF1-4AD3-C012-18D8-19AE4056440F}"/>
          </ac:spMkLst>
        </pc:spChg>
        <pc:picChg chg="del">
          <ac:chgData name="Austin Francis" userId="S::apf006@uark.edu::d9206161-76a2-4d0d-bb71-2bac416203d9" providerId="AD" clId="Web-{3C9AD1C9-A966-AECC-0F34-2A2AA67F666F}" dt="2024-08-30T14:59:17.477" v="1"/>
          <ac:picMkLst>
            <pc:docMk/>
            <pc:sldMk cId="978978087" sldId="463"/>
            <ac:picMk id="4" creationId="{6171A86D-43C4-4DD0-8D25-AB55A18C097A}"/>
          </ac:picMkLst>
        </pc:picChg>
        <pc:picChg chg="del">
          <ac:chgData name="Austin Francis" userId="S::apf006@uark.edu::d9206161-76a2-4d0d-bb71-2bac416203d9" providerId="AD" clId="Web-{3C9AD1C9-A966-AECC-0F34-2A2AA67F666F}" dt="2024-08-30T14:59:16.759" v="0"/>
          <ac:picMkLst>
            <pc:docMk/>
            <pc:sldMk cId="978978087" sldId="463"/>
            <ac:picMk id="5" creationId="{8D4DA63A-CB66-5AE0-FAFC-43A63F8C1E62}"/>
          </ac:picMkLst>
        </pc:picChg>
      </pc:sldChg>
      <pc:sldChg chg="del">
        <pc:chgData name="Austin Francis" userId="S::apf006@uark.edu::d9206161-76a2-4d0d-bb71-2bac416203d9" providerId="AD" clId="Web-{3C9AD1C9-A966-AECC-0F34-2A2AA67F666F}" dt="2024-08-30T15:33:27.188" v="305"/>
        <pc:sldMkLst>
          <pc:docMk/>
          <pc:sldMk cId="2873402699" sldId="464"/>
        </pc:sldMkLst>
      </pc:sldChg>
      <pc:sldChg chg="addSp delSp modSp del">
        <pc:chgData name="Austin Francis" userId="S::apf006@uark.edu::d9206161-76a2-4d0d-bb71-2bac416203d9" providerId="AD" clId="Web-{3C9AD1C9-A966-AECC-0F34-2A2AA67F666F}" dt="2024-08-30T15:34:26.503" v="325"/>
        <pc:sldMkLst>
          <pc:docMk/>
          <pc:sldMk cId="475043155" sldId="465"/>
        </pc:sldMkLst>
        <pc:spChg chg="add mod">
          <ac:chgData name="Austin Francis" userId="S::apf006@uark.edu::d9206161-76a2-4d0d-bb71-2bac416203d9" providerId="AD" clId="Web-{3C9AD1C9-A966-AECC-0F34-2A2AA67F666F}" dt="2024-08-30T15:34:23.502" v="324"/>
          <ac:spMkLst>
            <pc:docMk/>
            <pc:sldMk cId="475043155" sldId="465"/>
            <ac:spMk id="4" creationId="{3618F29D-ACC4-19FC-9A3D-A1C7821334A4}"/>
          </ac:spMkLst>
        </pc:spChg>
        <pc:picChg chg="del">
          <ac:chgData name="Austin Francis" userId="S::apf006@uark.edu::d9206161-76a2-4d0d-bb71-2bac416203d9" providerId="AD" clId="Web-{3C9AD1C9-A966-AECC-0F34-2A2AA67F666F}" dt="2024-08-30T15:34:23.502" v="324"/>
          <ac:picMkLst>
            <pc:docMk/>
            <pc:sldMk cId="475043155" sldId="465"/>
            <ac:picMk id="6" creationId="{FE551F57-43CB-9D2B-76DA-88E09B13ECA3}"/>
          </ac:picMkLst>
        </pc:picChg>
      </pc:sldChg>
      <pc:sldChg chg="del">
        <pc:chgData name="Austin Francis" userId="S::apf006@uark.edu::d9206161-76a2-4d0d-bb71-2bac416203d9" providerId="AD" clId="Web-{3C9AD1C9-A966-AECC-0F34-2A2AA67F666F}" dt="2024-08-30T15:36:32.742" v="352"/>
        <pc:sldMkLst>
          <pc:docMk/>
          <pc:sldMk cId="824158794" sldId="466"/>
        </pc:sldMkLst>
      </pc:sldChg>
      <pc:sldChg chg="modSp">
        <pc:chgData name="Austin Francis" userId="S::apf006@uark.edu::d9206161-76a2-4d0d-bb71-2bac416203d9" providerId="AD" clId="Web-{3C9AD1C9-A966-AECC-0F34-2A2AA67F666F}" dt="2024-08-30T15:51:42.092" v="612" actId="20577"/>
        <pc:sldMkLst>
          <pc:docMk/>
          <pc:sldMk cId="2074764308" sldId="467"/>
        </pc:sldMkLst>
        <pc:spChg chg="mod">
          <ac:chgData name="Austin Francis" userId="S::apf006@uark.edu::d9206161-76a2-4d0d-bb71-2bac416203d9" providerId="AD" clId="Web-{3C9AD1C9-A966-AECC-0F34-2A2AA67F666F}" dt="2024-08-30T15:51:42.092" v="612" actId="20577"/>
          <ac:spMkLst>
            <pc:docMk/>
            <pc:sldMk cId="2074764308" sldId="467"/>
            <ac:spMk id="3" creationId="{C70C4E4E-EFCF-33E0-033C-D4100F897E0C}"/>
          </ac:spMkLst>
        </pc:spChg>
      </pc:sldChg>
      <pc:sldChg chg="modNotes">
        <pc:chgData name="Austin Francis" userId="S::apf006@uark.edu::d9206161-76a2-4d0d-bb71-2bac416203d9" providerId="AD" clId="Web-{3C9AD1C9-A966-AECC-0F34-2A2AA67F666F}" dt="2024-08-30T15:21:05.485" v="155"/>
        <pc:sldMkLst>
          <pc:docMk/>
          <pc:sldMk cId="1898961290" sldId="468"/>
        </pc:sldMkLst>
      </pc:sldChg>
      <pc:sldChg chg="modSp">
        <pc:chgData name="Austin Francis" userId="S::apf006@uark.edu::d9206161-76a2-4d0d-bb71-2bac416203d9" providerId="AD" clId="Web-{3C9AD1C9-A966-AECC-0F34-2A2AA67F666F}" dt="2024-08-30T15:25:03.432" v="246" actId="20577"/>
        <pc:sldMkLst>
          <pc:docMk/>
          <pc:sldMk cId="978402029" sldId="469"/>
        </pc:sldMkLst>
        <pc:spChg chg="mod">
          <ac:chgData name="Austin Francis" userId="S::apf006@uark.edu::d9206161-76a2-4d0d-bb71-2bac416203d9" providerId="AD" clId="Web-{3C9AD1C9-A966-AECC-0F34-2A2AA67F666F}" dt="2024-08-30T15:25:03.432" v="246" actId="20577"/>
          <ac:spMkLst>
            <pc:docMk/>
            <pc:sldMk cId="978402029" sldId="469"/>
            <ac:spMk id="3" creationId="{8A16AEF2-95B3-FFDD-C575-762863A319DA}"/>
          </ac:spMkLst>
        </pc:spChg>
      </pc:sldChg>
      <pc:sldChg chg="addSp delSp modSp add replId">
        <pc:chgData name="Austin Francis" userId="S::apf006@uark.edu::d9206161-76a2-4d0d-bb71-2bac416203d9" providerId="AD" clId="Web-{3C9AD1C9-A966-AECC-0F34-2A2AA67F666F}" dt="2024-08-30T15:25:19.964" v="252" actId="1076"/>
        <pc:sldMkLst>
          <pc:docMk/>
          <pc:sldMk cId="2654556775" sldId="470"/>
        </pc:sldMkLst>
        <pc:spChg chg="del mod">
          <ac:chgData name="Austin Francis" userId="S::apf006@uark.edu::d9206161-76a2-4d0d-bb71-2bac416203d9" providerId="AD" clId="Web-{3C9AD1C9-A966-AECC-0F34-2A2AA67F666F}" dt="2024-08-30T15:25:12.823" v="250"/>
          <ac:spMkLst>
            <pc:docMk/>
            <pc:sldMk cId="2654556775" sldId="470"/>
            <ac:spMk id="3" creationId="{8A16AEF2-95B3-FFDD-C575-762863A319DA}"/>
          </ac:spMkLst>
        </pc:spChg>
        <pc:picChg chg="add mod ord">
          <ac:chgData name="Austin Francis" userId="S::apf006@uark.edu::d9206161-76a2-4d0d-bb71-2bac416203d9" providerId="AD" clId="Web-{3C9AD1C9-A966-AECC-0F34-2A2AA67F666F}" dt="2024-08-30T15:25:19.964" v="252" actId="1076"/>
          <ac:picMkLst>
            <pc:docMk/>
            <pc:sldMk cId="2654556775" sldId="470"/>
            <ac:picMk id="4" creationId="{15CC387F-A49C-F9D5-DD1E-EFC3DA55BEAE}"/>
          </ac:picMkLst>
        </pc:picChg>
      </pc:sldChg>
      <pc:sldChg chg="addSp delSp modSp add replId">
        <pc:chgData name="Austin Francis" userId="S::apf006@uark.edu::d9206161-76a2-4d0d-bb71-2bac416203d9" providerId="AD" clId="Web-{3C9AD1C9-A966-AECC-0F34-2A2AA67F666F}" dt="2024-08-30T15:27:41.595" v="262" actId="14100"/>
        <pc:sldMkLst>
          <pc:docMk/>
          <pc:sldMk cId="3473631934" sldId="471"/>
        </pc:sldMkLst>
        <pc:spChg chg="add del mod">
          <ac:chgData name="Austin Francis" userId="S::apf006@uark.edu::d9206161-76a2-4d0d-bb71-2bac416203d9" providerId="AD" clId="Web-{3C9AD1C9-A966-AECC-0F34-2A2AA67F666F}" dt="2024-08-30T15:27:05.687" v="255"/>
          <ac:spMkLst>
            <pc:docMk/>
            <pc:sldMk cId="3473631934" sldId="471"/>
            <ac:spMk id="5" creationId="{BA847356-D5CD-ACA4-1771-322206C7AF13}"/>
          </ac:spMkLst>
        </pc:spChg>
        <pc:picChg chg="del">
          <ac:chgData name="Austin Francis" userId="S::apf006@uark.edu::d9206161-76a2-4d0d-bb71-2bac416203d9" providerId="AD" clId="Web-{3C9AD1C9-A966-AECC-0F34-2A2AA67F666F}" dt="2024-08-30T15:26:51.296" v="254"/>
          <ac:picMkLst>
            <pc:docMk/>
            <pc:sldMk cId="3473631934" sldId="471"/>
            <ac:picMk id="4" creationId="{15CC387F-A49C-F9D5-DD1E-EFC3DA55BEAE}"/>
          </ac:picMkLst>
        </pc:picChg>
        <pc:picChg chg="add mod ord">
          <ac:chgData name="Austin Francis" userId="S::apf006@uark.edu::d9206161-76a2-4d0d-bb71-2bac416203d9" providerId="AD" clId="Web-{3C9AD1C9-A966-AECC-0F34-2A2AA67F666F}" dt="2024-08-30T15:27:15.282" v="259" actId="1076"/>
          <ac:picMkLst>
            <pc:docMk/>
            <pc:sldMk cId="3473631934" sldId="471"/>
            <ac:picMk id="6" creationId="{1C809394-16FE-E35A-BE85-265F635C85C4}"/>
          </ac:picMkLst>
        </pc:picChg>
        <pc:picChg chg="add mod">
          <ac:chgData name="Austin Francis" userId="S::apf006@uark.edu::d9206161-76a2-4d0d-bb71-2bac416203d9" providerId="AD" clId="Web-{3C9AD1C9-A966-AECC-0F34-2A2AA67F666F}" dt="2024-08-30T15:27:41.595" v="262" actId="14100"/>
          <ac:picMkLst>
            <pc:docMk/>
            <pc:sldMk cId="3473631934" sldId="471"/>
            <ac:picMk id="7" creationId="{38A537E5-D9C5-C125-2358-32158F0DE21B}"/>
          </ac:picMkLst>
        </pc:picChg>
      </pc:sldChg>
      <pc:sldChg chg="addSp delSp modSp new">
        <pc:chgData name="Austin Francis" userId="S::apf006@uark.edu::d9206161-76a2-4d0d-bb71-2bac416203d9" providerId="AD" clId="Web-{3C9AD1C9-A966-AECC-0F34-2A2AA67F666F}" dt="2024-08-30T15:37:35.401" v="360" actId="1076"/>
        <pc:sldMkLst>
          <pc:docMk/>
          <pc:sldMk cId="4216062859" sldId="472"/>
        </pc:sldMkLst>
        <pc:spChg chg="del">
          <ac:chgData name="Austin Francis" userId="S::apf006@uark.edu::d9206161-76a2-4d0d-bb71-2bac416203d9" providerId="AD" clId="Web-{3C9AD1C9-A966-AECC-0F34-2A2AA67F666F}" dt="2024-08-30T15:37:14.103" v="356"/>
          <ac:spMkLst>
            <pc:docMk/>
            <pc:sldMk cId="4216062859" sldId="472"/>
            <ac:spMk id="3" creationId="{18698333-CEF0-5779-FB26-CABEA7F92B86}"/>
          </ac:spMkLst>
        </pc:spChg>
        <pc:picChg chg="add mod ord">
          <ac:chgData name="Austin Francis" userId="S::apf006@uark.edu::d9206161-76a2-4d0d-bb71-2bac416203d9" providerId="AD" clId="Web-{3C9AD1C9-A966-AECC-0F34-2A2AA67F666F}" dt="2024-08-30T15:37:35.401" v="360" actId="1076"/>
          <ac:picMkLst>
            <pc:docMk/>
            <pc:sldMk cId="4216062859" sldId="472"/>
            <ac:picMk id="4" creationId="{22127FF4-6865-4395-2E3E-A9F575FBB9A7}"/>
          </ac:picMkLst>
        </pc:picChg>
      </pc:sldChg>
      <pc:sldChg chg="addSp delSp modSp new">
        <pc:chgData name="Austin Francis" userId="S::apf006@uark.edu::d9206161-76a2-4d0d-bb71-2bac416203d9" providerId="AD" clId="Web-{3C9AD1C9-A966-AECC-0F34-2A2AA67F666F}" dt="2024-08-30T15:38:34.950" v="393" actId="1076"/>
        <pc:sldMkLst>
          <pc:docMk/>
          <pc:sldMk cId="2060909779" sldId="473"/>
        </pc:sldMkLst>
        <pc:spChg chg="mod">
          <ac:chgData name="Austin Francis" userId="S::apf006@uark.edu::d9206161-76a2-4d0d-bb71-2bac416203d9" providerId="AD" clId="Web-{3C9AD1C9-A966-AECC-0F34-2A2AA67F666F}" dt="2024-08-30T15:38:29.341" v="391" actId="1076"/>
          <ac:spMkLst>
            <pc:docMk/>
            <pc:sldMk cId="2060909779" sldId="473"/>
            <ac:spMk id="2" creationId="{5FC74615-9BE8-371E-EBF9-71E8417E4A47}"/>
          </ac:spMkLst>
        </pc:spChg>
        <pc:spChg chg="del">
          <ac:chgData name="Austin Francis" userId="S::apf006@uark.edu::d9206161-76a2-4d0d-bb71-2bac416203d9" providerId="AD" clId="Web-{3C9AD1C9-A966-AECC-0F34-2A2AA67F666F}" dt="2024-08-30T15:38:23.653" v="389"/>
          <ac:spMkLst>
            <pc:docMk/>
            <pc:sldMk cId="2060909779" sldId="473"/>
            <ac:spMk id="3" creationId="{36430E6A-8FE2-1609-940C-5197080B4016}"/>
          </ac:spMkLst>
        </pc:spChg>
        <pc:picChg chg="add mod ord">
          <ac:chgData name="Austin Francis" userId="S::apf006@uark.edu::d9206161-76a2-4d0d-bb71-2bac416203d9" providerId="AD" clId="Web-{3C9AD1C9-A966-AECC-0F34-2A2AA67F666F}" dt="2024-08-30T15:38:34.950" v="393" actId="1076"/>
          <ac:picMkLst>
            <pc:docMk/>
            <pc:sldMk cId="2060909779" sldId="473"/>
            <ac:picMk id="4" creationId="{E9D98CF2-B891-A366-2677-91A7EB8F0FE7}"/>
          </ac:picMkLst>
        </pc:picChg>
      </pc:sldChg>
      <pc:sldChg chg="modSp new">
        <pc:chgData name="Austin Francis" userId="S::apf006@uark.edu::d9206161-76a2-4d0d-bb71-2bac416203d9" providerId="AD" clId="Web-{3C9AD1C9-A966-AECC-0F34-2A2AA67F666F}" dt="2024-08-30T15:39:38.406" v="401" actId="20577"/>
        <pc:sldMkLst>
          <pc:docMk/>
          <pc:sldMk cId="2375801828" sldId="474"/>
        </pc:sldMkLst>
        <pc:spChg chg="mod">
          <ac:chgData name="Austin Francis" userId="S::apf006@uark.edu::d9206161-76a2-4d0d-bb71-2bac416203d9" providerId="AD" clId="Web-{3C9AD1C9-A966-AECC-0F34-2A2AA67F666F}" dt="2024-08-30T15:39:38.406" v="401" actId="20577"/>
          <ac:spMkLst>
            <pc:docMk/>
            <pc:sldMk cId="2375801828" sldId="474"/>
            <ac:spMk id="2" creationId="{01893BED-C20E-9153-E266-BBEC9090913A}"/>
          </ac:spMkLst>
        </pc:spChg>
      </pc:sldChg>
      <pc:sldChg chg="addSp delSp modSp new">
        <pc:chgData name="Austin Francis" userId="S::apf006@uark.edu::d9206161-76a2-4d0d-bb71-2bac416203d9" providerId="AD" clId="Web-{3C9AD1C9-A966-AECC-0F34-2A2AA67F666F}" dt="2024-08-30T15:40:39.627" v="438" actId="1076"/>
        <pc:sldMkLst>
          <pc:docMk/>
          <pc:sldMk cId="292909213" sldId="475"/>
        </pc:sldMkLst>
        <pc:spChg chg="mod">
          <ac:chgData name="Austin Francis" userId="S::apf006@uark.edu::d9206161-76a2-4d0d-bb71-2bac416203d9" providerId="AD" clId="Web-{3C9AD1C9-A966-AECC-0F34-2A2AA67F666F}" dt="2024-08-30T15:40:37.002" v="437" actId="1076"/>
          <ac:spMkLst>
            <pc:docMk/>
            <pc:sldMk cId="292909213" sldId="475"/>
            <ac:spMk id="2" creationId="{C59106D1-B197-02AD-F80F-526FD16568E8}"/>
          </ac:spMkLst>
        </pc:spChg>
        <pc:spChg chg="del">
          <ac:chgData name="Austin Francis" userId="S::apf006@uark.edu::d9206161-76a2-4d0d-bb71-2bac416203d9" providerId="AD" clId="Web-{3C9AD1C9-A966-AECC-0F34-2A2AA67F666F}" dt="2024-08-30T15:40:30.377" v="434"/>
          <ac:spMkLst>
            <pc:docMk/>
            <pc:sldMk cId="292909213" sldId="475"/>
            <ac:spMk id="3" creationId="{437C98AD-E930-1983-2CBD-3F42E389E664}"/>
          </ac:spMkLst>
        </pc:spChg>
        <pc:picChg chg="add mod ord">
          <ac:chgData name="Austin Francis" userId="S::apf006@uark.edu::d9206161-76a2-4d0d-bb71-2bac416203d9" providerId="AD" clId="Web-{3C9AD1C9-A966-AECC-0F34-2A2AA67F666F}" dt="2024-08-30T15:40:39.627" v="438" actId="1076"/>
          <ac:picMkLst>
            <pc:docMk/>
            <pc:sldMk cId="292909213" sldId="475"/>
            <ac:picMk id="4" creationId="{AEF0DFDC-E03C-705B-C49A-0CE600580D39}"/>
          </ac:picMkLst>
        </pc:picChg>
      </pc:sldChg>
      <pc:sldChg chg="modSp new">
        <pc:chgData name="Austin Francis" userId="S::apf006@uark.edu::d9206161-76a2-4d0d-bb71-2bac416203d9" providerId="AD" clId="Web-{3C9AD1C9-A966-AECC-0F34-2A2AA67F666F}" dt="2024-08-30T15:40:07.501" v="433" actId="20577"/>
        <pc:sldMkLst>
          <pc:docMk/>
          <pc:sldMk cId="163268738" sldId="476"/>
        </pc:sldMkLst>
        <pc:spChg chg="mod">
          <ac:chgData name="Austin Francis" userId="S::apf006@uark.edu::d9206161-76a2-4d0d-bb71-2bac416203d9" providerId="AD" clId="Web-{3C9AD1C9-A966-AECC-0F34-2A2AA67F666F}" dt="2024-08-30T15:40:07.501" v="433" actId="20577"/>
          <ac:spMkLst>
            <pc:docMk/>
            <pc:sldMk cId="163268738" sldId="476"/>
            <ac:spMk id="2" creationId="{3E340659-B3D3-29DF-53EE-248C8EE577DA}"/>
          </ac:spMkLst>
        </pc:spChg>
      </pc:sldChg>
      <pc:sldChg chg="addSp delSp modSp new">
        <pc:chgData name="Austin Francis" userId="S::apf006@uark.edu::d9206161-76a2-4d0d-bb71-2bac416203d9" providerId="AD" clId="Web-{3C9AD1C9-A966-AECC-0F34-2A2AA67F666F}" dt="2024-08-30T15:41:52.990" v="479" actId="1076"/>
        <pc:sldMkLst>
          <pc:docMk/>
          <pc:sldMk cId="3053758625" sldId="477"/>
        </pc:sldMkLst>
        <pc:spChg chg="mod">
          <ac:chgData name="Austin Francis" userId="S::apf006@uark.edu::d9206161-76a2-4d0d-bb71-2bac416203d9" providerId="AD" clId="Web-{3C9AD1C9-A966-AECC-0F34-2A2AA67F666F}" dt="2024-08-30T15:41:24.082" v="475" actId="1076"/>
          <ac:spMkLst>
            <pc:docMk/>
            <pc:sldMk cId="3053758625" sldId="477"/>
            <ac:spMk id="2" creationId="{A171A6FA-9104-C389-A205-B3B04AADAA8B}"/>
          </ac:spMkLst>
        </pc:spChg>
        <pc:spChg chg="del">
          <ac:chgData name="Austin Francis" userId="S::apf006@uark.edu::d9206161-76a2-4d0d-bb71-2bac416203d9" providerId="AD" clId="Web-{3C9AD1C9-A966-AECC-0F34-2A2AA67F666F}" dt="2024-08-30T15:41:42.911" v="476"/>
          <ac:spMkLst>
            <pc:docMk/>
            <pc:sldMk cId="3053758625" sldId="477"/>
            <ac:spMk id="3" creationId="{A3991AD6-7E17-ED18-1BD1-57BD09A27067}"/>
          </ac:spMkLst>
        </pc:spChg>
        <pc:picChg chg="add mod ord">
          <ac:chgData name="Austin Francis" userId="S::apf006@uark.edu::d9206161-76a2-4d0d-bb71-2bac416203d9" providerId="AD" clId="Web-{3C9AD1C9-A966-AECC-0F34-2A2AA67F666F}" dt="2024-08-30T15:41:52.990" v="479" actId="1076"/>
          <ac:picMkLst>
            <pc:docMk/>
            <pc:sldMk cId="3053758625" sldId="477"/>
            <ac:picMk id="4" creationId="{74C3EF68-4BDB-6343-998E-6AB7970FA38E}"/>
          </ac:picMkLst>
        </pc:picChg>
      </pc:sldChg>
      <pc:sldChg chg="modSp new">
        <pc:chgData name="Austin Francis" userId="S::apf006@uark.edu::d9206161-76a2-4d0d-bb71-2bac416203d9" providerId="AD" clId="Web-{3C9AD1C9-A966-AECC-0F34-2A2AA67F666F}" dt="2024-08-30T15:43:03.680" v="482" actId="20577"/>
        <pc:sldMkLst>
          <pc:docMk/>
          <pc:sldMk cId="3801312249" sldId="478"/>
        </pc:sldMkLst>
        <pc:spChg chg="mod">
          <ac:chgData name="Austin Francis" userId="S::apf006@uark.edu::d9206161-76a2-4d0d-bb71-2bac416203d9" providerId="AD" clId="Web-{3C9AD1C9-A966-AECC-0F34-2A2AA67F666F}" dt="2024-08-30T15:43:03.680" v="482" actId="20577"/>
          <ac:spMkLst>
            <pc:docMk/>
            <pc:sldMk cId="3801312249" sldId="478"/>
            <ac:spMk id="2" creationId="{4D106E87-8000-FE78-B6AD-0F76991A260C}"/>
          </ac:spMkLst>
        </pc:spChg>
      </pc:sldChg>
      <pc:sldChg chg="addSp delSp modSp new">
        <pc:chgData name="Austin Francis" userId="S::apf006@uark.edu::d9206161-76a2-4d0d-bb71-2bac416203d9" providerId="AD" clId="Web-{3C9AD1C9-A966-AECC-0F34-2A2AA67F666F}" dt="2024-08-30T15:44:09.277" v="513" actId="1076"/>
        <pc:sldMkLst>
          <pc:docMk/>
          <pc:sldMk cId="59643071" sldId="479"/>
        </pc:sldMkLst>
        <pc:spChg chg="mod">
          <ac:chgData name="Austin Francis" userId="S::apf006@uark.edu::d9206161-76a2-4d0d-bb71-2bac416203d9" providerId="AD" clId="Web-{3C9AD1C9-A966-AECC-0F34-2A2AA67F666F}" dt="2024-08-30T15:43:58.417" v="510" actId="1076"/>
          <ac:spMkLst>
            <pc:docMk/>
            <pc:sldMk cId="59643071" sldId="479"/>
            <ac:spMk id="2" creationId="{51ADBD37-0207-251E-8548-6DD25D69AB2A}"/>
          </ac:spMkLst>
        </pc:spChg>
        <pc:spChg chg="del">
          <ac:chgData name="Austin Francis" userId="S::apf006@uark.edu::d9206161-76a2-4d0d-bb71-2bac416203d9" providerId="AD" clId="Web-{3C9AD1C9-A966-AECC-0F34-2A2AA67F666F}" dt="2024-08-30T15:43:46.119" v="506"/>
          <ac:spMkLst>
            <pc:docMk/>
            <pc:sldMk cId="59643071" sldId="479"/>
            <ac:spMk id="3" creationId="{D329619D-0C4E-89DE-11F7-3BA6D6D52EFE}"/>
          </ac:spMkLst>
        </pc:spChg>
        <pc:picChg chg="add mod ord">
          <ac:chgData name="Austin Francis" userId="S::apf006@uark.edu::d9206161-76a2-4d0d-bb71-2bac416203d9" providerId="AD" clId="Web-{3C9AD1C9-A966-AECC-0F34-2A2AA67F666F}" dt="2024-08-30T15:44:09.277" v="513" actId="1076"/>
          <ac:picMkLst>
            <pc:docMk/>
            <pc:sldMk cId="59643071" sldId="479"/>
            <ac:picMk id="4" creationId="{E0443DB9-D47B-545E-3248-424DBFC82139}"/>
          </ac:picMkLst>
        </pc:picChg>
      </pc:sldChg>
      <pc:sldChg chg="addSp delSp modSp add replId">
        <pc:chgData name="Austin Francis" userId="S::apf006@uark.edu::d9206161-76a2-4d0d-bb71-2bac416203d9" providerId="AD" clId="Web-{3C9AD1C9-A966-AECC-0F34-2A2AA67F666F}" dt="2024-08-30T15:44:50.122" v="520" actId="20577"/>
        <pc:sldMkLst>
          <pc:docMk/>
          <pc:sldMk cId="1961816772" sldId="480"/>
        </pc:sldMkLst>
        <pc:spChg chg="mod">
          <ac:chgData name="Austin Francis" userId="S::apf006@uark.edu::d9206161-76a2-4d0d-bb71-2bac416203d9" providerId="AD" clId="Web-{3C9AD1C9-A966-AECC-0F34-2A2AA67F666F}" dt="2024-08-30T15:44:50.122" v="520" actId="20577"/>
          <ac:spMkLst>
            <pc:docMk/>
            <pc:sldMk cId="1961816772" sldId="480"/>
            <ac:spMk id="2" creationId="{51ADBD37-0207-251E-8548-6DD25D69AB2A}"/>
          </ac:spMkLst>
        </pc:spChg>
        <pc:spChg chg="add mod">
          <ac:chgData name="Austin Francis" userId="S::apf006@uark.edu::d9206161-76a2-4d0d-bb71-2bac416203d9" providerId="AD" clId="Web-{3C9AD1C9-A966-AECC-0F34-2A2AA67F666F}" dt="2024-08-30T15:44:24.605" v="515"/>
          <ac:spMkLst>
            <pc:docMk/>
            <pc:sldMk cId="1961816772" sldId="480"/>
            <ac:spMk id="5" creationId="{3E03B235-92A8-1BA3-A63C-BAEF68493073}"/>
          </ac:spMkLst>
        </pc:spChg>
        <pc:picChg chg="del">
          <ac:chgData name="Austin Francis" userId="S::apf006@uark.edu::d9206161-76a2-4d0d-bb71-2bac416203d9" providerId="AD" clId="Web-{3C9AD1C9-A966-AECC-0F34-2A2AA67F666F}" dt="2024-08-30T15:44:24.605" v="515"/>
          <ac:picMkLst>
            <pc:docMk/>
            <pc:sldMk cId="1961816772" sldId="480"/>
            <ac:picMk id="4" creationId="{E0443DB9-D47B-545E-3248-424DBFC82139}"/>
          </ac:picMkLst>
        </pc:picChg>
      </pc:sldChg>
      <pc:sldChg chg="addSp delSp modSp add replId">
        <pc:chgData name="Austin Francis" userId="S::apf006@uark.edu::d9206161-76a2-4d0d-bb71-2bac416203d9" providerId="AD" clId="Web-{3C9AD1C9-A966-AECC-0F34-2A2AA67F666F}" dt="2024-08-30T15:48:57.773" v="552" actId="1076"/>
        <pc:sldMkLst>
          <pc:docMk/>
          <pc:sldMk cId="4104768236" sldId="481"/>
        </pc:sldMkLst>
        <pc:spChg chg="mod">
          <ac:chgData name="Austin Francis" userId="S::apf006@uark.edu::d9206161-76a2-4d0d-bb71-2bac416203d9" providerId="AD" clId="Web-{3C9AD1C9-A966-AECC-0F34-2A2AA67F666F}" dt="2024-08-30T15:45:34.171" v="543" actId="20577"/>
          <ac:spMkLst>
            <pc:docMk/>
            <pc:sldMk cId="4104768236" sldId="481"/>
            <ac:spMk id="2" creationId="{51ADBD37-0207-251E-8548-6DD25D69AB2A}"/>
          </ac:spMkLst>
        </pc:spChg>
        <pc:spChg chg="del">
          <ac:chgData name="Austin Francis" userId="S::apf006@uark.edu::d9206161-76a2-4d0d-bb71-2bac416203d9" providerId="AD" clId="Web-{3C9AD1C9-A966-AECC-0F34-2A2AA67F666F}" dt="2024-08-30T15:45:35.389" v="544"/>
          <ac:spMkLst>
            <pc:docMk/>
            <pc:sldMk cId="4104768236" sldId="481"/>
            <ac:spMk id="5" creationId="{3E03B235-92A8-1BA3-A63C-BAEF68493073}"/>
          </ac:spMkLst>
        </pc:spChg>
        <pc:picChg chg="add mod ord">
          <ac:chgData name="Austin Francis" userId="S::apf006@uark.edu::d9206161-76a2-4d0d-bb71-2bac416203d9" providerId="AD" clId="Web-{3C9AD1C9-A966-AECC-0F34-2A2AA67F666F}" dt="2024-08-30T15:48:57.773" v="552" actId="1076"/>
          <ac:picMkLst>
            <pc:docMk/>
            <pc:sldMk cId="4104768236" sldId="481"/>
            <ac:picMk id="3" creationId="{7088B1E7-7FEC-2AF4-A482-2447D8CF9B94}"/>
          </ac:picMkLst>
        </pc:picChg>
      </pc:sldChg>
      <pc:sldChg chg="modSp new">
        <pc:chgData name="Austin Francis" userId="S::apf006@uark.edu::d9206161-76a2-4d0d-bb71-2bac416203d9" providerId="AD" clId="Web-{3C9AD1C9-A966-AECC-0F34-2A2AA67F666F}" dt="2024-08-30T15:49:06.867" v="564" actId="20577"/>
        <pc:sldMkLst>
          <pc:docMk/>
          <pc:sldMk cId="929529814" sldId="482"/>
        </pc:sldMkLst>
        <pc:spChg chg="mod">
          <ac:chgData name="Austin Francis" userId="S::apf006@uark.edu::d9206161-76a2-4d0d-bb71-2bac416203d9" providerId="AD" clId="Web-{3C9AD1C9-A966-AECC-0F34-2A2AA67F666F}" dt="2024-08-30T15:49:06.867" v="564" actId="20577"/>
          <ac:spMkLst>
            <pc:docMk/>
            <pc:sldMk cId="929529814" sldId="482"/>
            <ac:spMk id="2" creationId="{F6B17F53-B206-D06D-32CD-8106C04A1EE9}"/>
          </ac:spMkLst>
        </pc:spChg>
      </pc:sldChg>
      <pc:sldChg chg="add del replId">
        <pc:chgData name="Austin Francis" userId="S::apf006@uark.edu::d9206161-76a2-4d0d-bb71-2bac416203d9" providerId="AD" clId="Web-{3C9AD1C9-A966-AECC-0F34-2A2AA67F666F}" dt="2024-08-30T15:48:50.585" v="550"/>
        <pc:sldMkLst>
          <pc:docMk/>
          <pc:sldMk cId="2763699966" sldId="482"/>
        </pc:sldMkLst>
      </pc:sldChg>
      <pc:sldChg chg="addSp delSp modSp new">
        <pc:chgData name="Austin Francis" userId="S::apf006@uark.edu::d9206161-76a2-4d0d-bb71-2bac416203d9" providerId="AD" clId="Web-{3C9AD1C9-A966-AECC-0F34-2A2AA67F666F}" dt="2024-08-30T15:49:58.306" v="581" actId="1076"/>
        <pc:sldMkLst>
          <pc:docMk/>
          <pc:sldMk cId="3523173628" sldId="483"/>
        </pc:sldMkLst>
        <pc:spChg chg="mod">
          <ac:chgData name="Austin Francis" userId="S::apf006@uark.edu::d9206161-76a2-4d0d-bb71-2bac416203d9" providerId="AD" clId="Web-{3C9AD1C9-A966-AECC-0F34-2A2AA67F666F}" dt="2024-08-30T15:49:53.306" v="579" actId="1076"/>
          <ac:spMkLst>
            <pc:docMk/>
            <pc:sldMk cId="3523173628" sldId="483"/>
            <ac:spMk id="2" creationId="{3504C1B8-421C-C9F3-268B-0FFF4F3CA1BE}"/>
          </ac:spMkLst>
        </pc:spChg>
        <pc:spChg chg="del">
          <ac:chgData name="Austin Francis" userId="S::apf006@uark.edu::d9206161-76a2-4d0d-bb71-2bac416203d9" providerId="AD" clId="Web-{3C9AD1C9-A966-AECC-0F34-2A2AA67F666F}" dt="2024-08-30T15:49:48.384" v="577"/>
          <ac:spMkLst>
            <pc:docMk/>
            <pc:sldMk cId="3523173628" sldId="483"/>
            <ac:spMk id="3" creationId="{1F0E46AD-E6ED-D3BA-8F57-399D9135B398}"/>
          </ac:spMkLst>
        </pc:spChg>
        <pc:picChg chg="add mod ord">
          <ac:chgData name="Austin Francis" userId="S::apf006@uark.edu::d9206161-76a2-4d0d-bb71-2bac416203d9" providerId="AD" clId="Web-{3C9AD1C9-A966-AECC-0F34-2A2AA67F666F}" dt="2024-08-30T15:49:58.306" v="581" actId="1076"/>
          <ac:picMkLst>
            <pc:docMk/>
            <pc:sldMk cId="3523173628" sldId="483"/>
            <ac:picMk id="4" creationId="{BBBCDB3D-2F0E-3C25-E7BE-2C2587BD510F}"/>
          </ac:picMkLst>
        </pc:picChg>
      </pc:sldChg>
      <pc:sldChg chg="modSp add replId">
        <pc:chgData name="Austin Francis" userId="S::apf006@uark.edu::d9206161-76a2-4d0d-bb71-2bac416203d9" providerId="AD" clId="Web-{3C9AD1C9-A966-AECC-0F34-2A2AA67F666F}" dt="2024-08-30T15:49:29.321" v="576" actId="20577"/>
        <pc:sldMkLst>
          <pc:docMk/>
          <pc:sldMk cId="1279047133" sldId="484"/>
        </pc:sldMkLst>
        <pc:spChg chg="mod">
          <ac:chgData name="Austin Francis" userId="S::apf006@uark.edu::d9206161-76a2-4d0d-bb71-2bac416203d9" providerId="AD" clId="Web-{3C9AD1C9-A966-AECC-0F34-2A2AA67F666F}" dt="2024-08-30T15:49:29.321" v="576" actId="20577"/>
          <ac:spMkLst>
            <pc:docMk/>
            <pc:sldMk cId="1279047133" sldId="484"/>
            <ac:spMk id="2" creationId="{3504C1B8-421C-C9F3-268B-0FFF4F3CA1BE}"/>
          </ac:spMkLst>
        </pc:spChg>
      </pc:sldChg>
      <pc:sldChg chg="addSp delSp modSp new">
        <pc:chgData name="Austin Francis" userId="S::apf006@uark.edu::d9206161-76a2-4d0d-bb71-2bac416203d9" providerId="AD" clId="Web-{3C9AD1C9-A966-AECC-0F34-2A2AA67F666F}" dt="2024-08-30T15:51:13.778" v="611" actId="20577"/>
        <pc:sldMkLst>
          <pc:docMk/>
          <pc:sldMk cId="3271607978" sldId="485"/>
        </pc:sldMkLst>
        <pc:spChg chg="mod">
          <ac:chgData name="Austin Francis" userId="S::apf006@uark.edu::d9206161-76a2-4d0d-bb71-2bac416203d9" providerId="AD" clId="Web-{3C9AD1C9-A966-AECC-0F34-2A2AA67F666F}" dt="2024-08-30T15:51:13.778" v="611" actId="20577"/>
          <ac:spMkLst>
            <pc:docMk/>
            <pc:sldMk cId="3271607978" sldId="485"/>
            <ac:spMk id="2" creationId="{56531061-A357-CC84-C2B6-39C2FDD6D7BA}"/>
          </ac:spMkLst>
        </pc:spChg>
        <pc:spChg chg="del">
          <ac:chgData name="Austin Francis" userId="S::apf006@uark.edu::d9206161-76a2-4d0d-bb71-2bac416203d9" providerId="AD" clId="Web-{3C9AD1C9-A966-AECC-0F34-2A2AA67F666F}" dt="2024-08-30T15:50:37.292" v="594"/>
          <ac:spMkLst>
            <pc:docMk/>
            <pc:sldMk cId="3271607978" sldId="485"/>
            <ac:spMk id="3" creationId="{AC5E2B60-973F-5368-903B-2B0D45DB1C56}"/>
          </ac:spMkLst>
        </pc:spChg>
        <pc:picChg chg="add mod ord">
          <ac:chgData name="Austin Francis" userId="S::apf006@uark.edu::d9206161-76a2-4d0d-bb71-2bac416203d9" providerId="AD" clId="Web-{3C9AD1C9-A966-AECC-0F34-2A2AA67F666F}" dt="2024-08-30T15:50:44.449" v="597" actId="1076"/>
          <ac:picMkLst>
            <pc:docMk/>
            <pc:sldMk cId="3271607978" sldId="485"/>
            <ac:picMk id="4" creationId="{50778521-EC3B-6BE6-B72C-BF5E1A2090CF}"/>
          </ac:picMkLst>
        </pc:picChg>
      </pc:sldChg>
      <pc:sldChg chg="modSp add replId">
        <pc:chgData name="Austin Francis" userId="S::apf006@uark.edu::d9206161-76a2-4d0d-bb71-2bac416203d9" providerId="AD" clId="Web-{3C9AD1C9-A966-AECC-0F34-2A2AA67F666F}" dt="2024-08-30T15:50:22.714" v="593" actId="20577"/>
        <pc:sldMkLst>
          <pc:docMk/>
          <pc:sldMk cId="2617688870" sldId="486"/>
        </pc:sldMkLst>
        <pc:spChg chg="mod">
          <ac:chgData name="Austin Francis" userId="S::apf006@uark.edu::d9206161-76a2-4d0d-bb71-2bac416203d9" providerId="AD" clId="Web-{3C9AD1C9-A966-AECC-0F34-2A2AA67F666F}" dt="2024-08-30T15:50:22.714" v="593" actId="20577"/>
          <ac:spMkLst>
            <pc:docMk/>
            <pc:sldMk cId="2617688870" sldId="486"/>
            <ac:spMk id="2" creationId="{56531061-A357-CC84-C2B6-39C2FDD6D7BA}"/>
          </ac:spMkLst>
        </pc:spChg>
      </pc:sldChg>
    </pc:docChg>
  </pc:docChgLst>
  <pc:docChgLst>
    <pc:chgData name="Austin Francis" userId="S::apf006@uark.edu::d9206161-76a2-4d0d-bb71-2bac416203d9" providerId="AD" clId="Web-{FE8ECAFB-A058-C08A-418F-5FDF4215FA31}"/>
    <pc:docChg chg="addSld delSld modSld sldOrd modSection">
      <pc:chgData name="Austin Francis" userId="S::apf006@uark.edu::d9206161-76a2-4d0d-bb71-2bac416203d9" providerId="AD" clId="Web-{FE8ECAFB-A058-C08A-418F-5FDF4215FA31}" dt="2024-08-23T21:57:21.186" v="1433" actId="20577"/>
      <pc:docMkLst>
        <pc:docMk/>
      </pc:docMkLst>
      <pc:sldChg chg="modSp">
        <pc:chgData name="Austin Francis" userId="S::apf006@uark.edu::d9206161-76a2-4d0d-bb71-2bac416203d9" providerId="AD" clId="Web-{FE8ECAFB-A058-C08A-418F-5FDF4215FA31}" dt="2024-08-23T21:57:21.186" v="1433" actId="20577"/>
        <pc:sldMkLst>
          <pc:docMk/>
          <pc:sldMk cId="3066262826" sldId="384"/>
        </pc:sldMkLst>
        <pc:spChg chg="mod">
          <ac:chgData name="Austin Francis" userId="S::apf006@uark.edu::d9206161-76a2-4d0d-bb71-2bac416203d9" providerId="AD" clId="Web-{FE8ECAFB-A058-C08A-418F-5FDF4215FA31}" dt="2024-08-23T21:57:21.186" v="1433" actId="20577"/>
          <ac:spMkLst>
            <pc:docMk/>
            <pc:sldMk cId="3066262826" sldId="384"/>
            <ac:spMk id="6" creationId="{78B0190A-318C-428F-AC44-193FA1E8EE6D}"/>
          </ac:spMkLst>
        </pc:spChg>
      </pc:sldChg>
      <pc:sldChg chg="del">
        <pc:chgData name="Austin Francis" userId="S::apf006@uark.edu::d9206161-76a2-4d0d-bb71-2bac416203d9" providerId="AD" clId="Web-{FE8ECAFB-A058-C08A-418F-5FDF4215FA31}" dt="2024-08-22T19:13:35.518" v="2"/>
        <pc:sldMkLst>
          <pc:docMk/>
          <pc:sldMk cId="961413874" sldId="419"/>
        </pc:sldMkLst>
      </pc:sldChg>
      <pc:sldChg chg="del">
        <pc:chgData name="Austin Francis" userId="S::apf006@uark.edu::d9206161-76a2-4d0d-bb71-2bac416203d9" providerId="AD" clId="Web-{FE8ECAFB-A058-C08A-418F-5FDF4215FA31}" dt="2024-08-22T19:13:36.018" v="3"/>
        <pc:sldMkLst>
          <pc:docMk/>
          <pc:sldMk cId="3641142653" sldId="420"/>
        </pc:sldMkLst>
      </pc:sldChg>
      <pc:sldChg chg="del">
        <pc:chgData name="Austin Francis" userId="S::apf006@uark.edu::d9206161-76a2-4d0d-bb71-2bac416203d9" providerId="AD" clId="Web-{FE8ECAFB-A058-C08A-418F-5FDF4215FA31}" dt="2024-08-22T19:13:37.988" v="5"/>
        <pc:sldMkLst>
          <pc:docMk/>
          <pc:sldMk cId="2831240196" sldId="421"/>
        </pc:sldMkLst>
      </pc:sldChg>
      <pc:sldChg chg="del">
        <pc:chgData name="Austin Francis" userId="S::apf006@uark.edu::d9206161-76a2-4d0d-bb71-2bac416203d9" providerId="AD" clId="Web-{FE8ECAFB-A058-C08A-418F-5FDF4215FA31}" dt="2024-08-22T19:13:39.424" v="7"/>
        <pc:sldMkLst>
          <pc:docMk/>
          <pc:sldMk cId="2294991768" sldId="422"/>
        </pc:sldMkLst>
      </pc:sldChg>
      <pc:sldChg chg="del">
        <pc:chgData name="Austin Francis" userId="S::apf006@uark.edu::d9206161-76a2-4d0d-bb71-2bac416203d9" providerId="AD" clId="Web-{FE8ECAFB-A058-C08A-418F-5FDF4215FA31}" dt="2024-08-22T19:13:40.003" v="8"/>
        <pc:sldMkLst>
          <pc:docMk/>
          <pc:sldMk cId="3810101679" sldId="423"/>
        </pc:sldMkLst>
      </pc:sldChg>
      <pc:sldChg chg="del">
        <pc:chgData name="Austin Francis" userId="S::apf006@uark.edu::d9206161-76a2-4d0d-bb71-2bac416203d9" providerId="AD" clId="Web-{FE8ECAFB-A058-C08A-418F-5FDF4215FA31}" dt="2024-08-22T19:13:41.175" v="9"/>
        <pc:sldMkLst>
          <pc:docMk/>
          <pc:sldMk cId="1845505338" sldId="424"/>
        </pc:sldMkLst>
      </pc:sldChg>
      <pc:sldChg chg="del">
        <pc:chgData name="Austin Francis" userId="S::apf006@uark.edu::d9206161-76a2-4d0d-bb71-2bac416203d9" providerId="AD" clId="Web-{FE8ECAFB-A058-C08A-418F-5FDF4215FA31}" dt="2024-08-22T19:13:42.440" v="10"/>
        <pc:sldMkLst>
          <pc:docMk/>
          <pc:sldMk cId="23978395" sldId="425"/>
        </pc:sldMkLst>
      </pc:sldChg>
      <pc:sldChg chg="del">
        <pc:chgData name="Austin Francis" userId="S::apf006@uark.edu::d9206161-76a2-4d0d-bb71-2bac416203d9" providerId="AD" clId="Web-{FE8ECAFB-A058-C08A-418F-5FDF4215FA31}" dt="2024-08-22T19:13:43.628" v="11"/>
        <pc:sldMkLst>
          <pc:docMk/>
          <pc:sldMk cId="788537137" sldId="426"/>
        </pc:sldMkLst>
      </pc:sldChg>
      <pc:sldChg chg="del">
        <pc:chgData name="Austin Francis" userId="S::apf006@uark.edu::d9206161-76a2-4d0d-bb71-2bac416203d9" providerId="AD" clId="Web-{FE8ECAFB-A058-C08A-418F-5FDF4215FA31}" dt="2024-08-22T19:13:44.847" v="12"/>
        <pc:sldMkLst>
          <pc:docMk/>
          <pc:sldMk cId="1488549890" sldId="427"/>
        </pc:sldMkLst>
      </pc:sldChg>
      <pc:sldChg chg="del">
        <pc:chgData name="Austin Francis" userId="S::apf006@uark.edu::d9206161-76a2-4d0d-bb71-2bac416203d9" providerId="AD" clId="Web-{FE8ECAFB-A058-C08A-418F-5FDF4215FA31}" dt="2024-08-22T19:13:45.815" v="13"/>
        <pc:sldMkLst>
          <pc:docMk/>
          <pc:sldMk cId="3726266920" sldId="428"/>
        </pc:sldMkLst>
      </pc:sldChg>
      <pc:sldChg chg="del">
        <pc:chgData name="Austin Francis" userId="S::apf006@uark.edu::d9206161-76a2-4d0d-bb71-2bac416203d9" providerId="AD" clId="Web-{FE8ECAFB-A058-C08A-418F-5FDF4215FA31}" dt="2024-08-22T19:13:46.722" v="14"/>
        <pc:sldMkLst>
          <pc:docMk/>
          <pc:sldMk cId="1168077990" sldId="429"/>
        </pc:sldMkLst>
      </pc:sldChg>
      <pc:sldChg chg="del">
        <pc:chgData name="Austin Francis" userId="S::apf006@uark.edu::d9206161-76a2-4d0d-bb71-2bac416203d9" providerId="AD" clId="Web-{FE8ECAFB-A058-C08A-418F-5FDF4215FA31}" dt="2024-08-22T19:13:47.425" v="15"/>
        <pc:sldMkLst>
          <pc:docMk/>
          <pc:sldMk cId="4139846211" sldId="431"/>
        </pc:sldMkLst>
      </pc:sldChg>
      <pc:sldChg chg="del">
        <pc:chgData name="Austin Francis" userId="S::apf006@uark.edu::d9206161-76a2-4d0d-bb71-2bac416203d9" providerId="AD" clId="Web-{FE8ECAFB-A058-C08A-418F-5FDF4215FA31}" dt="2024-08-22T19:13:48.222" v="16"/>
        <pc:sldMkLst>
          <pc:docMk/>
          <pc:sldMk cId="4207043543" sldId="432"/>
        </pc:sldMkLst>
      </pc:sldChg>
      <pc:sldChg chg="del">
        <pc:chgData name="Austin Francis" userId="S::apf006@uark.edu::d9206161-76a2-4d0d-bb71-2bac416203d9" providerId="AD" clId="Web-{FE8ECAFB-A058-C08A-418F-5FDF4215FA31}" dt="2024-08-22T19:13:48.894" v="17"/>
        <pc:sldMkLst>
          <pc:docMk/>
          <pc:sldMk cId="3676278994" sldId="433"/>
        </pc:sldMkLst>
      </pc:sldChg>
      <pc:sldChg chg="del">
        <pc:chgData name="Austin Francis" userId="S::apf006@uark.edu::d9206161-76a2-4d0d-bb71-2bac416203d9" providerId="AD" clId="Web-{FE8ECAFB-A058-C08A-418F-5FDF4215FA31}" dt="2024-08-22T19:13:49.597" v="18"/>
        <pc:sldMkLst>
          <pc:docMk/>
          <pc:sldMk cId="451926200" sldId="434"/>
        </pc:sldMkLst>
      </pc:sldChg>
      <pc:sldChg chg="del">
        <pc:chgData name="Austin Francis" userId="S::apf006@uark.edu::d9206161-76a2-4d0d-bb71-2bac416203d9" providerId="AD" clId="Web-{FE8ECAFB-A058-C08A-418F-5FDF4215FA31}" dt="2024-08-22T19:13:52.503" v="20"/>
        <pc:sldMkLst>
          <pc:docMk/>
          <pc:sldMk cId="1484798657" sldId="435"/>
        </pc:sldMkLst>
      </pc:sldChg>
      <pc:sldChg chg="del">
        <pc:chgData name="Austin Francis" userId="S::apf006@uark.edu::d9206161-76a2-4d0d-bb71-2bac416203d9" providerId="AD" clId="Web-{FE8ECAFB-A058-C08A-418F-5FDF4215FA31}" dt="2024-08-22T19:13:50.441" v="19"/>
        <pc:sldMkLst>
          <pc:docMk/>
          <pc:sldMk cId="87993756" sldId="436"/>
        </pc:sldMkLst>
      </pc:sldChg>
      <pc:sldChg chg="del">
        <pc:chgData name="Austin Francis" userId="S::apf006@uark.edu::d9206161-76a2-4d0d-bb71-2bac416203d9" providerId="AD" clId="Web-{FE8ECAFB-A058-C08A-418F-5FDF4215FA31}" dt="2024-08-22T19:13:21.002" v="1"/>
        <pc:sldMkLst>
          <pc:docMk/>
          <pc:sldMk cId="20748548" sldId="437"/>
        </pc:sldMkLst>
      </pc:sldChg>
      <pc:sldChg chg="del">
        <pc:chgData name="Austin Francis" userId="S::apf006@uark.edu::d9206161-76a2-4d0d-bb71-2bac416203d9" providerId="AD" clId="Web-{FE8ECAFB-A058-C08A-418F-5FDF4215FA31}" dt="2024-08-22T19:13:17.846" v="0"/>
        <pc:sldMkLst>
          <pc:docMk/>
          <pc:sldMk cId="1772826417" sldId="438"/>
        </pc:sldMkLst>
      </pc:sldChg>
      <pc:sldChg chg="del">
        <pc:chgData name="Austin Francis" userId="S::apf006@uark.edu::d9206161-76a2-4d0d-bb71-2bac416203d9" providerId="AD" clId="Web-{FE8ECAFB-A058-C08A-418F-5FDF4215FA31}" dt="2024-08-22T19:13:37.315" v="4"/>
        <pc:sldMkLst>
          <pc:docMk/>
          <pc:sldMk cId="856224077" sldId="439"/>
        </pc:sldMkLst>
      </pc:sldChg>
      <pc:sldChg chg="del">
        <pc:chgData name="Austin Francis" userId="S::apf006@uark.edu::d9206161-76a2-4d0d-bb71-2bac416203d9" providerId="AD" clId="Web-{FE8ECAFB-A058-C08A-418F-5FDF4215FA31}" dt="2024-08-22T19:13:38.721" v="6"/>
        <pc:sldMkLst>
          <pc:docMk/>
          <pc:sldMk cId="2514446288" sldId="440"/>
        </pc:sldMkLst>
      </pc:sldChg>
      <pc:sldChg chg="modSp new">
        <pc:chgData name="Austin Francis" userId="S::apf006@uark.edu::d9206161-76a2-4d0d-bb71-2bac416203d9" providerId="AD" clId="Web-{FE8ECAFB-A058-C08A-418F-5FDF4215FA31}" dt="2024-08-22T19:36:36.585" v="356" actId="20577"/>
        <pc:sldMkLst>
          <pc:docMk/>
          <pc:sldMk cId="4233582726" sldId="453"/>
        </pc:sldMkLst>
        <pc:spChg chg="mod">
          <ac:chgData name="Austin Francis" userId="S::apf006@uark.edu::d9206161-76a2-4d0d-bb71-2bac416203d9" providerId="AD" clId="Web-{FE8ECAFB-A058-C08A-418F-5FDF4215FA31}" dt="2024-08-22T19:19:13.031" v="30" actId="20577"/>
          <ac:spMkLst>
            <pc:docMk/>
            <pc:sldMk cId="4233582726" sldId="453"/>
            <ac:spMk id="2" creationId="{046264F8-2588-11AC-4B49-3C96314C6727}"/>
          </ac:spMkLst>
        </pc:spChg>
        <pc:spChg chg="mod">
          <ac:chgData name="Austin Francis" userId="S::apf006@uark.edu::d9206161-76a2-4d0d-bb71-2bac416203d9" providerId="AD" clId="Web-{FE8ECAFB-A058-C08A-418F-5FDF4215FA31}" dt="2024-08-22T19:36:36.585" v="356" actId="20577"/>
          <ac:spMkLst>
            <pc:docMk/>
            <pc:sldMk cId="4233582726" sldId="453"/>
            <ac:spMk id="3" creationId="{C57A2EFD-A0BC-81FA-1CC0-C60FF5F3D1CA}"/>
          </ac:spMkLst>
        </pc:spChg>
      </pc:sldChg>
      <pc:sldChg chg="addSp delSp modSp add replId">
        <pc:chgData name="Austin Francis" userId="S::apf006@uark.edu::d9206161-76a2-4d0d-bb71-2bac416203d9" providerId="AD" clId="Web-{FE8ECAFB-A058-C08A-418F-5FDF4215FA31}" dt="2024-08-22T19:40:13.890" v="521" actId="20577"/>
        <pc:sldMkLst>
          <pc:docMk/>
          <pc:sldMk cId="3278758722" sldId="454"/>
        </pc:sldMkLst>
        <pc:spChg chg="mod">
          <ac:chgData name="Austin Francis" userId="S::apf006@uark.edu::d9206161-76a2-4d0d-bb71-2bac416203d9" providerId="AD" clId="Web-{FE8ECAFB-A058-C08A-418F-5FDF4215FA31}" dt="2024-08-22T19:34:39.893" v="326" actId="20577"/>
          <ac:spMkLst>
            <pc:docMk/>
            <pc:sldMk cId="3278758722" sldId="454"/>
            <ac:spMk id="2" creationId="{A9A10DC1-DDE1-4347-BDBB-4B2ACA3E8D0F}"/>
          </ac:spMkLst>
        </pc:spChg>
        <pc:spChg chg="add mod">
          <ac:chgData name="Austin Francis" userId="S::apf006@uark.edu::d9206161-76a2-4d0d-bb71-2bac416203d9" providerId="AD" clId="Web-{FE8ECAFB-A058-C08A-418F-5FDF4215FA31}" dt="2024-08-22T19:40:13.890" v="521" actId="20577"/>
          <ac:spMkLst>
            <pc:docMk/>
            <pc:sldMk cId="3278758722" sldId="454"/>
            <ac:spMk id="4" creationId="{22DDC56A-D7F3-FBC5-8D2F-DA585681679B}"/>
          </ac:spMkLst>
        </pc:spChg>
        <pc:picChg chg="del">
          <ac:chgData name="Austin Francis" userId="S::apf006@uark.edu::d9206161-76a2-4d0d-bb71-2bac416203d9" providerId="AD" clId="Web-{FE8ECAFB-A058-C08A-418F-5FDF4215FA31}" dt="2024-08-22T19:34:28.111" v="314"/>
          <ac:picMkLst>
            <pc:docMk/>
            <pc:sldMk cId="3278758722" sldId="454"/>
            <ac:picMk id="6" creationId="{D245BDB9-C476-80C7-D479-B011205E8B8A}"/>
          </ac:picMkLst>
        </pc:picChg>
      </pc:sldChg>
      <pc:sldChg chg="modSp add ord replId">
        <pc:chgData name="Austin Francis" userId="S::apf006@uark.edu::d9206161-76a2-4d0d-bb71-2bac416203d9" providerId="AD" clId="Web-{FE8ECAFB-A058-C08A-418F-5FDF4215FA31}" dt="2024-08-22T20:01:38.844" v="706" actId="20577"/>
        <pc:sldMkLst>
          <pc:docMk/>
          <pc:sldMk cId="3419803062" sldId="455"/>
        </pc:sldMkLst>
        <pc:spChg chg="mod">
          <ac:chgData name="Austin Francis" userId="S::apf006@uark.edu::d9206161-76a2-4d0d-bb71-2bac416203d9" providerId="AD" clId="Web-{FE8ECAFB-A058-C08A-418F-5FDF4215FA31}" dt="2024-08-22T19:40:32.437" v="525" actId="20577"/>
          <ac:spMkLst>
            <pc:docMk/>
            <pc:sldMk cId="3419803062" sldId="455"/>
            <ac:spMk id="2" creationId="{A9A10DC1-DDE1-4347-BDBB-4B2ACA3E8D0F}"/>
          </ac:spMkLst>
        </pc:spChg>
        <pc:spChg chg="mod">
          <ac:chgData name="Austin Francis" userId="S::apf006@uark.edu::d9206161-76a2-4d0d-bb71-2bac416203d9" providerId="AD" clId="Web-{FE8ECAFB-A058-C08A-418F-5FDF4215FA31}" dt="2024-08-22T20:01:38.844" v="706" actId="20577"/>
          <ac:spMkLst>
            <pc:docMk/>
            <pc:sldMk cId="3419803062" sldId="455"/>
            <ac:spMk id="4" creationId="{22DDC56A-D7F3-FBC5-8D2F-DA585681679B}"/>
          </ac:spMkLst>
        </pc:spChg>
      </pc:sldChg>
      <pc:sldChg chg="modSp new">
        <pc:chgData name="Austin Francis" userId="S::apf006@uark.edu::d9206161-76a2-4d0d-bb71-2bac416203d9" providerId="AD" clId="Web-{FE8ECAFB-A058-C08A-418F-5FDF4215FA31}" dt="2024-08-22T20:04:48.445" v="783" actId="20577"/>
        <pc:sldMkLst>
          <pc:docMk/>
          <pc:sldMk cId="686375482" sldId="456"/>
        </pc:sldMkLst>
        <pc:spChg chg="mod">
          <ac:chgData name="Austin Francis" userId="S::apf006@uark.edu::d9206161-76a2-4d0d-bb71-2bac416203d9" providerId="AD" clId="Web-{FE8ECAFB-A058-C08A-418F-5FDF4215FA31}" dt="2024-08-22T20:04:17.271" v="721" actId="20577"/>
          <ac:spMkLst>
            <pc:docMk/>
            <pc:sldMk cId="686375482" sldId="456"/>
            <ac:spMk id="2" creationId="{458806F7-E015-3400-3C17-82867A787420}"/>
          </ac:spMkLst>
        </pc:spChg>
        <pc:spChg chg="mod">
          <ac:chgData name="Austin Francis" userId="S::apf006@uark.edu::d9206161-76a2-4d0d-bb71-2bac416203d9" providerId="AD" clId="Web-{FE8ECAFB-A058-C08A-418F-5FDF4215FA31}" dt="2024-08-22T20:04:48.445" v="783" actId="20577"/>
          <ac:spMkLst>
            <pc:docMk/>
            <pc:sldMk cId="686375482" sldId="456"/>
            <ac:spMk id="3" creationId="{FE278BFF-FA8B-34A3-C83B-1D0BFB2544CD}"/>
          </ac:spMkLst>
        </pc:spChg>
      </pc:sldChg>
      <pc:sldChg chg="modSp new">
        <pc:chgData name="Austin Francis" userId="S::apf006@uark.edu::d9206161-76a2-4d0d-bb71-2bac416203d9" providerId="AD" clId="Web-{FE8ECAFB-A058-C08A-418F-5FDF4215FA31}" dt="2024-08-23T14:50:53.480" v="908" actId="20577"/>
        <pc:sldMkLst>
          <pc:docMk/>
          <pc:sldMk cId="201112120" sldId="457"/>
        </pc:sldMkLst>
        <pc:spChg chg="mod">
          <ac:chgData name="Austin Francis" userId="S::apf006@uark.edu::d9206161-76a2-4d0d-bb71-2bac416203d9" providerId="AD" clId="Web-{FE8ECAFB-A058-C08A-418F-5FDF4215FA31}" dt="2024-08-22T21:31:40.466" v="797" actId="20577"/>
          <ac:spMkLst>
            <pc:docMk/>
            <pc:sldMk cId="201112120" sldId="457"/>
            <ac:spMk id="2" creationId="{4CC6AE64-9E65-7404-0DA6-EA20FA7F3E1D}"/>
          </ac:spMkLst>
        </pc:spChg>
        <pc:spChg chg="mod">
          <ac:chgData name="Austin Francis" userId="S::apf006@uark.edu::d9206161-76a2-4d0d-bb71-2bac416203d9" providerId="AD" clId="Web-{FE8ECAFB-A058-C08A-418F-5FDF4215FA31}" dt="2024-08-23T14:50:53.480" v="908" actId="20577"/>
          <ac:spMkLst>
            <pc:docMk/>
            <pc:sldMk cId="201112120" sldId="457"/>
            <ac:spMk id="3" creationId="{799C04E8-AC9D-FFEC-9CD5-82C52CAC320B}"/>
          </ac:spMkLst>
        </pc:spChg>
      </pc:sldChg>
      <pc:sldChg chg="add del replId">
        <pc:chgData name="Austin Francis" userId="S::apf006@uark.edu::d9206161-76a2-4d0d-bb71-2bac416203d9" providerId="AD" clId="Web-{FE8ECAFB-A058-C08A-418F-5FDF4215FA31}" dt="2024-08-22T21:29:20.290" v="785"/>
        <pc:sldMkLst>
          <pc:docMk/>
          <pc:sldMk cId="3761543633" sldId="457"/>
        </pc:sldMkLst>
      </pc:sldChg>
      <pc:sldChg chg="modSp new">
        <pc:chgData name="Austin Francis" userId="S::apf006@uark.edu::d9206161-76a2-4d0d-bb71-2bac416203d9" providerId="AD" clId="Web-{FE8ECAFB-A058-C08A-418F-5FDF4215FA31}" dt="2024-08-23T15:10:57.674" v="1008" actId="20577"/>
        <pc:sldMkLst>
          <pc:docMk/>
          <pc:sldMk cId="2668269484" sldId="458"/>
        </pc:sldMkLst>
        <pc:spChg chg="mod">
          <ac:chgData name="Austin Francis" userId="S::apf006@uark.edu::d9206161-76a2-4d0d-bb71-2bac416203d9" providerId="AD" clId="Web-{FE8ECAFB-A058-C08A-418F-5FDF4215FA31}" dt="2024-08-23T14:53:41.783" v="922" actId="20577"/>
          <ac:spMkLst>
            <pc:docMk/>
            <pc:sldMk cId="2668269484" sldId="458"/>
            <ac:spMk id="2" creationId="{4FBD732C-678A-0062-4DDD-88C4D4C578B7}"/>
          </ac:spMkLst>
        </pc:spChg>
        <pc:spChg chg="mod">
          <ac:chgData name="Austin Francis" userId="S::apf006@uark.edu::d9206161-76a2-4d0d-bb71-2bac416203d9" providerId="AD" clId="Web-{FE8ECAFB-A058-C08A-418F-5FDF4215FA31}" dt="2024-08-23T15:10:57.674" v="1008" actId="20577"/>
          <ac:spMkLst>
            <pc:docMk/>
            <pc:sldMk cId="2668269484" sldId="458"/>
            <ac:spMk id="3" creationId="{8D297B84-C146-3112-A7D3-3C250BE8DEF4}"/>
          </ac:spMkLst>
        </pc:spChg>
      </pc:sldChg>
      <pc:sldChg chg="addSp delSp modSp add replId">
        <pc:chgData name="Austin Francis" userId="S::apf006@uark.edu::d9206161-76a2-4d0d-bb71-2bac416203d9" providerId="AD" clId="Web-{FE8ECAFB-A058-C08A-418F-5FDF4215FA31}" dt="2024-08-23T15:17:07.332" v="1012" actId="1076"/>
        <pc:sldMkLst>
          <pc:docMk/>
          <pc:sldMk cId="3071430942" sldId="459"/>
        </pc:sldMkLst>
        <pc:spChg chg="add del mod">
          <ac:chgData name="Austin Francis" userId="S::apf006@uark.edu::d9206161-76a2-4d0d-bb71-2bac416203d9" providerId="AD" clId="Web-{FE8ECAFB-A058-C08A-418F-5FDF4215FA31}" dt="2024-08-23T15:17:01.660" v="1011"/>
          <ac:spMkLst>
            <pc:docMk/>
            <pc:sldMk cId="3071430942" sldId="459"/>
            <ac:spMk id="4" creationId="{45A57062-0E38-D5ED-321A-6AE4D2948AC6}"/>
          </ac:spMkLst>
        </pc:spChg>
        <pc:picChg chg="del">
          <ac:chgData name="Austin Francis" userId="S::apf006@uark.edu::d9206161-76a2-4d0d-bb71-2bac416203d9" providerId="AD" clId="Web-{FE8ECAFB-A058-C08A-418F-5FDF4215FA31}" dt="2024-08-23T15:16:59.348" v="1010"/>
          <ac:picMkLst>
            <pc:docMk/>
            <pc:sldMk cId="3071430942" sldId="459"/>
            <ac:picMk id="5" creationId="{EAFC242B-0AF1-64D7-ACAD-7AE192FA141F}"/>
          </ac:picMkLst>
        </pc:picChg>
        <pc:picChg chg="add mod ord">
          <ac:chgData name="Austin Francis" userId="S::apf006@uark.edu::d9206161-76a2-4d0d-bb71-2bac416203d9" providerId="AD" clId="Web-{FE8ECAFB-A058-C08A-418F-5FDF4215FA31}" dt="2024-08-23T15:17:07.332" v="1012" actId="1076"/>
          <ac:picMkLst>
            <pc:docMk/>
            <pc:sldMk cId="3071430942" sldId="459"/>
            <ac:picMk id="6" creationId="{9964891D-146C-70FA-D530-E35C75DF3123}"/>
          </ac:picMkLst>
        </pc:picChg>
      </pc:sldChg>
      <pc:sldChg chg="modSp add replId">
        <pc:chgData name="Austin Francis" userId="S::apf006@uark.edu::d9206161-76a2-4d0d-bb71-2bac416203d9" providerId="AD" clId="Web-{FE8ECAFB-A058-C08A-418F-5FDF4215FA31}" dt="2024-08-23T15:22:31.959" v="1138" actId="20577"/>
        <pc:sldMkLst>
          <pc:docMk/>
          <pc:sldMk cId="1184469485" sldId="460"/>
        </pc:sldMkLst>
        <pc:spChg chg="mod">
          <ac:chgData name="Austin Francis" userId="S::apf006@uark.edu::d9206161-76a2-4d0d-bb71-2bac416203d9" providerId="AD" clId="Web-{FE8ECAFB-A058-C08A-418F-5FDF4215FA31}" dt="2024-08-23T15:22:31.959" v="1138" actId="20577"/>
          <ac:spMkLst>
            <pc:docMk/>
            <pc:sldMk cId="1184469485" sldId="460"/>
            <ac:spMk id="3" creationId="{8D297B84-C146-3112-A7D3-3C250BE8DEF4}"/>
          </ac:spMkLst>
        </pc:spChg>
      </pc:sldChg>
      <pc:sldChg chg="modSp new">
        <pc:chgData name="Austin Francis" userId="S::apf006@uark.edu::d9206161-76a2-4d0d-bb71-2bac416203d9" providerId="AD" clId="Web-{FE8ECAFB-A058-C08A-418F-5FDF4215FA31}" dt="2024-08-23T15:32:21.197" v="1257" actId="20577"/>
        <pc:sldMkLst>
          <pc:docMk/>
          <pc:sldMk cId="215721517" sldId="461"/>
        </pc:sldMkLst>
        <pc:spChg chg="mod">
          <ac:chgData name="Austin Francis" userId="S::apf006@uark.edu::d9206161-76a2-4d0d-bb71-2bac416203d9" providerId="AD" clId="Web-{FE8ECAFB-A058-C08A-418F-5FDF4215FA31}" dt="2024-08-23T15:29:49.931" v="1153" actId="20577"/>
          <ac:spMkLst>
            <pc:docMk/>
            <pc:sldMk cId="215721517" sldId="461"/>
            <ac:spMk id="2" creationId="{E6630525-3628-FE09-37E9-14C5082D7CFA}"/>
          </ac:spMkLst>
        </pc:spChg>
        <pc:spChg chg="mod">
          <ac:chgData name="Austin Francis" userId="S::apf006@uark.edu::d9206161-76a2-4d0d-bb71-2bac416203d9" providerId="AD" clId="Web-{FE8ECAFB-A058-C08A-418F-5FDF4215FA31}" dt="2024-08-23T15:32:21.197" v="1257" actId="20577"/>
          <ac:spMkLst>
            <pc:docMk/>
            <pc:sldMk cId="215721517" sldId="461"/>
            <ac:spMk id="3" creationId="{049D466A-2C57-8D75-B703-CF1A861BA836}"/>
          </ac:spMkLst>
        </pc:spChg>
      </pc:sldChg>
      <pc:sldChg chg="modSp new">
        <pc:chgData name="Austin Francis" userId="S::apf006@uark.edu::d9206161-76a2-4d0d-bb71-2bac416203d9" providerId="AD" clId="Web-{FE8ECAFB-A058-C08A-418F-5FDF4215FA31}" dt="2024-08-23T15:34:32.776" v="1368" actId="20577"/>
        <pc:sldMkLst>
          <pc:docMk/>
          <pc:sldMk cId="3621315794" sldId="462"/>
        </pc:sldMkLst>
        <pc:spChg chg="mod">
          <ac:chgData name="Austin Francis" userId="S::apf006@uark.edu::d9206161-76a2-4d0d-bb71-2bac416203d9" providerId="AD" clId="Web-{FE8ECAFB-A058-C08A-418F-5FDF4215FA31}" dt="2024-08-23T15:32:33.041" v="1264" actId="20577"/>
          <ac:spMkLst>
            <pc:docMk/>
            <pc:sldMk cId="3621315794" sldId="462"/>
            <ac:spMk id="2" creationId="{88EDE6D9-6A86-F746-5426-A892C594EFDD}"/>
          </ac:spMkLst>
        </pc:spChg>
        <pc:spChg chg="mod">
          <ac:chgData name="Austin Francis" userId="S::apf006@uark.edu::d9206161-76a2-4d0d-bb71-2bac416203d9" providerId="AD" clId="Web-{FE8ECAFB-A058-C08A-418F-5FDF4215FA31}" dt="2024-08-23T15:34:32.776" v="1368" actId="20577"/>
          <ac:spMkLst>
            <pc:docMk/>
            <pc:sldMk cId="3621315794" sldId="462"/>
            <ac:spMk id="3" creationId="{FB61FB6D-F052-C974-A580-8BA88597BC72}"/>
          </ac:spMkLst>
        </pc:spChg>
      </pc:sldChg>
    </pc:docChg>
  </pc:docChgLst>
  <pc:docChgLst>
    <pc:chgData name="Austin Francis" userId="S::apf006@uark.edu::d9206161-76a2-4d0d-bb71-2bac416203d9" providerId="AD" clId="Web-{63CA3052-DA26-DD79-DCD9-DC46D438CF09}"/>
    <pc:docChg chg="addSld delSld modSld modSection">
      <pc:chgData name="Austin Francis" userId="S::apf006@uark.edu::d9206161-76a2-4d0d-bb71-2bac416203d9" providerId="AD" clId="Web-{63CA3052-DA26-DD79-DCD9-DC46D438CF09}" dt="2024-08-26T15:20:27.259" v="1355" actId="20577"/>
      <pc:docMkLst>
        <pc:docMk/>
      </pc:docMkLst>
      <pc:sldChg chg="modSp">
        <pc:chgData name="Austin Francis" userId="S::apf006@uark.edu::d9206161-76a2-4d0d-bb71-2bac416203d9" providerId="AD" clId="Web-{63CA3052-DA26-DD79-DCD9-DC46D438CF09}" dt="2024-08-23T22:26:52.616" v="23" actId="20577"/>
        <pc:sldMkLst>
          <pc:docMk/>
          <pc:sldMk cId="875954484" sldId="256"/>
        </pc:sldMkLst>
        <pc:spChg chg="mod">
          <ac:chgData name="Austin Francis" userId="S::apf006@uark.edu::d9206161-76a2-4d0d-bb71-2bac416203d9" providerId="AD" clId="Web-{63CA3052-DA26-DD79-DCD9-DC46D438CF09}" dt="2024-08-23T22:25:43.082" v="0" actId="20577"/>
          <ac:spMkLst>
            <pc:docMk/>
            <pc:sldMk cId="875954484" sldId="256"/>
            <ac:spMk id="2" creationId="{00000000-0000-0000-0000-000000000000}"/>
          </ac:spMkLst>
        </pc:spChg>
        <pc:spChg chg="mod">
          <ac:chgData name="Austin Francis" userId="S::apf006@uark.edu::d9206161-76a2-4d0d-bb71-2bac416203d9" providerId="AD" clId="Web-{63CA3052-DA26-DD79-DCD9-DC46D438CF09}" dt="2024-08-23T22:26:52.616" v="23" actId="20577"/>
          <ac:spMkLst>
            <pc:docMk/>
            <pc:sldMk cId="875954484" sldId="256"/>
            <ac:spMk id="3" creationId="{00000000-0000-0000-0000-000000000000}"/>
          </ac:spMkLst>
        </pc:spChg>
      </pc:sldChg>
      <pc:sldChg chg="modSp">
        <pc:chgData name="Austin Francis" userId="S::apf006@uark.edu::d9206161-76a2-4d0d-bb71-2bac416203d9" providerId="AD" clId="Web-{63CA3052-DA26-DD79-DCD9-DC46D438CF09}" dt="2024-08-23T22:30:55.327" v="52" actId="20577"/>
        <pc:sldMkLst>
          <pc:docMk/>
          <pc:sldMk cId="718245954" sldId="315"/>
        </pc:sldMkLst>
        <pc:spChg chg="mod">
          <ac:chgData name="Austin Francis" userId="S::apf006@uark.edu::d9206161-76a2-4d0d-bb71-2bac416203d9" providerId="AD" clId="Web-{63CA3052-DA26-DD79-DCD9-DC46D438CF09}" dt="2024-08-23T22:30:55.327" v="52" actId="20577"/>
          <ac:spMkLst>
            <pc:docMk/>
            <pc:sldMk cId="718245954" sldId="315"/>
            <ac:spMk id="3" creationId="{EC44ADDE-7BAE-4D27-8839-0025B3A2D42C}"/>
          </ac:spMkLst>
        </pc:spChg>
      </pc:sldChg>
      <pc:sldChg chg="modSp">
        <pc:chgData name="Austin Francis" userId="S::apf006@uark.edu::d9206161-76a2-4d0d-bb71-2bac416203d9" providerId="AD" clId="Web-{63CA3052-DA26-DD79-DCD9-DC46D438CF09}" dt="2024-08-23T22:41:39.224" v="223" actId="20577"/>
        <pc:sldMkLst>
          <pc:docMk/>
          <pc:sldMk cId="869680711" sldId="346"/>
        </pc:sldMkLst>
        <pc:spChg chg="mod">
          <ac:chgData name="Austin Francis" userId="S::apf006@uark.edu::d9206161-76a2-4d0d-bb71-2bac416203d9" providerId="AD" clId="Web-{63CA3052-DA26-DD79-DCD9-DC46D438CF09}" dt="2024-08-23T22:41:39.224" v="223" actId="20577"/>
          <ac:spMkLst>
            <pc:docMk/>
            <pc:sldMk cId="869680711" sldId="346"/>
            <ac:spMk id="3" creationId="{EC44ADDE-7BAE-4D27-8839-0025B3A2D42C}"/>
          </ac:spMkLst>
        </pc:spChg>
      </pc:sldChg>
      <pc:sldChg chg="modSp add del">
        <pc:chgData name="Austin Francis" userId="S::apf006@uark.edu::d9206161-76a2-4d0d-bb71-2bac416203d9" providerId="AD" clId="Web-{63CA3052-DA26-DD79-DCD9-DC46D438CF09}" dt="2024-08-26T15:19:11.349" v="1215"/>
        <pc:sldMkLst>
          <pc:docMk/>
          <pc:sldMk cId="3066262826" sldId="384"/>
        </pc:sldMkLst>
        <pc:spChg chg="mod">
          <ac:chgData name="Austin Francis" userId="S::apf006@uark.edu::d9206161-76a2-4d0d-bb71-2bac416203d9" providerId="AD" clId="Web-{63CA3052-DA26-DD79-DCD9-DC46D438CF09}" dt="2024-08-26T14:25:08.416" v="542" actId="20577"/>
          <ac:spMkLst>
            <pc:docMk/>
            <pc:sldMk cId="3066262826" sldId="384"/>
            <ac:spMk id="6" creationId="{78B0190A-318C-428F-AC44-193FA1E8EE6D}"/>
          </ac:spMkLst>
        </pc:spChg>
      </pc:sldChg>
      <pc:sldChg chg="modSp">
        <pc:chgData name="Austin Francis" userId="S::apf006@uark.edu::d9206161-76a2-4d0d-bb71-2bac416203d9" providerId="AD" clId="Web-{63CA3052-DA26-DD79-DCD9-DC46D438CF09}" dt="2024-08-23T22:53:14.076" v="310" actId="20577"/>
        <pc:sldMkLst>
          <pc:docMk/>
          <pc:sldMk cId="2158989465" sldId="395"/>
        </pc:sldMkLst>
        <pc:spChg chg="mod">
          <ac:chgData name="Austin Francis" userId="S::apf006@uark.edu::d9206161-76a2-4d0d-bb71-2bac416203d9" providerId="AD" clId="Web-{63CA3052-DA26-DD79-DCD9-DC46D438CF09}" dt="2024-08-23T22:53:14.076" v="310" actId="20577"/>
          <ac:spMkLst>
            <pc:docMk/>
            <pc:sldMk cId="2158989465" sldId="395"/>
            <ac:spMk id="3" creationId="{EC44ADDE-7BAE-4D27-8839-0025B3A2D42C}"/>
          </ac:spMkLst>
        </pc:spChg>
      </pc:sldChg>
      <pc:sldChg chg="addSp delSp modSp modNotes">
        <pc:chgData name="Austin Francis" userId="S::apf006@uark.edu::d9206161-76a2-4d0d-bb71-2bac416203d9" providerId="AD" clId="Web-{63CA3052-DA26-DD79-DCD9-DC46D438CF09}" dt="2024-08-23T23:14:14.078" v="425"/>
        <pc:sldMkLst>
          <pc:docMk/>
          <pc:sldMk cId="1660926710" sldId="397"/>
        </pc:sldMkLst>
        <pc:spChg chg="mod">
          <ac:chgData name="Austin Francis" userId="S::apf006@uark.edu::d9206161-76a2-4d0d-bb71-2bac416203d9" providerId="AD" clId="Web-{63CA3052-DA26-DD79-DCD9-DC46D438CF09}" dt="2024-08-23T23:10:08.741" v="391" actId="1076"/>
          <ac:spMkLst>
            <pc:docMk/>
            <pc:sldMk cId="1660926710" sldId="397"/>
            <ac:spMk id="2" creationId="{A9A10DC1-DDE1-4347-BDBB-4B2ACA3E8D0F}"/>
          </ac:spMkLst>
        </pc:spChg>
        <pc:spChg chg="add del mod">
          <ac:chgData name="Austin Francis" userId="S::apf006@uark.edu::d9206161-76a2-4d0d-bb71-2bac416203d9" providerId="AD" clId="Web-{63CA3052-DA26-DD79-DCD9-DC46D438CF09}" dt="2024-08-23T23:09:42.100" v="387"/>
          <ac:spMkLst>
            <pc:docMk/>
            <pc:sldMk cId="1660926710" sldId="397"/>
            <ac:spMk id="4" creationId="{6AB537E5-8058-E1EF-7A3D-4F99903D42C1}"/>
          </ac:spMkLst>
        </pc:spChg>
        <pc:picChg chg="add mod ord">
          <ac:chgData name="Austin Francis" userId="S::apf006@uark.edu::d9206161-76a2-4d0d-bb71-2bac416203d9" providerId="AD" clId="Web-{63CA3052-DA26-DD79-DCD9-DC46D438CF09}" dt="2024-08-23T23:10:11.085" v="392" actId="1076"/>
          <ac:picMkLst>
            <pc:docMk/>
            <pc:sldMk cId="1660926710" sldId="397"/>
            <ac:picMk id="5" creationId="{20BA4054-CD65-49FC-9221-1F95153AAC08}"/>
          </ac:picMkLst>
        </pc:picChg>
        <pc:picChg chg="del">
          <ac:chgData name="Austin Francis" userId="S::apf006@uark.edu::d9206161-76a2-4d0d-bb71-2bac416203d9" providerId="AD" clId="Web-{63CA3052-DA26-DD79-DCD9-DC46D438CF09}" dt="2024-08-23T23:05:59.873" v="374"/>
          <ac:picMkLst>
            <pc:docMk/>
            <pc:sldMk cId="1660926710" sldId="397"/>
            <ac:picMk id="6" creationId="{9AEFFBE4-B4EF-5F56-5F73-B6433144C00C}"/>
          </ac:picMkLst>
        </pc:picChg>
      </pc:sldChg>
      <pc:sldChg chg="del">
        <pc:chgData name="Austin Francis" userId="S::apf006@uark.edu::d9206161-76a2-4d0d-bb71-2bac416203d9" providerId="AD" clId="Web-{63CA3052-DA26-DD79-DCD9-DC46D438CF09}" dt="2024-08-23T23:14:16.594" v="426"/>
        <pc:sldMkLst>
          <pc:docMk/>
          <pc:sldMk cId="85289448" sldId="441"/>
        </pc:sldMkLst>
      </pc:sldChg>
      <pc:sldChg chg="addSp delSp modSp modNotes">
        <pc:chgData name="Austin Francis" userId="S::apf006@uark.edu::d9206161-76a2-4d0d-bb71-2bac416203d9" providerId="AD" clId="Web-{63CA3052-DA26-DD79-DCD9-DC46D438CF09}" dt="2024-08-23T23:18:09.215" v="444"/>
        <pc:sldMkLst>
          <pc:docMk/>
          <pc:sldMk cId="3921299865" sldId="442"/>
        </pc:sldMkLst>
        <pc:spChg chg="mod">
          <ac:chgData name="Austin Francis" userId="S::apf006@uark.edu::d9206161-76a2-4d0d-bb71-2bac416203d9" providerId="AD" clId="Web-{63CA3052-DA26-DD79-DCD9-DC46D438CF09}" dt="2024-08-23T23:17:39.636" v="438" actId="20577"/>
          <ac:spMkLst>
            <pc:docMk/>
            <pc:sldMk cId="3921299865" sldId="442"/>
            <ac:spMk id="2" creationId="{A9A10DC1-DDE1-4347-BDBB-4B2ACA3E8D0F}"/>
          </ac:spMkLst>
        </pc:spChg>
        <pc:spChg chg="add del mod">
          <ac:chgData name="Austin Francis" userId="S::apf006@uark.edu::d9206161-76a2-4d0d-bb71-2bac416203d9" providerId="AD" clId="Web-{63CA3052-DA26-DD79-DCD9-DC46D438CF09}" dt="2024-08-23T23:17:54.746" v="440"/>
          <ac:spMkLst>
            <pc:docMk/>
            <pc:sldMk cId="3921299865" sldId="442"/>
            <ac:spMk id="4" creationId="{C03B535B-303E-9E45-3E9A-24478ADCA0DC}"/>
          </ac:spMkLst>
        </pc:spChg>
        <pc:picChg chg="add mod ord">
          <ac:chgData name="Austin Francis" userId="S::apf006@uark.edu::d9206161-76a2-4d0d-bb71-2bac416203d9" providerId="AD" clId="Web-{63CA3052-DA26-DD79-DCD9-DC46D438CF09}" dt="2024-08-23T23:18:03.121" v="443" actId="1076"/>
          <ac:picMkLst>
            <pc:docMk/>
            <pc:sldMk cId="3921299865" sldId="442"/>
            <ac:picMk id="5" creationId="{0B38C5F0-113D-FC2E-5C30-1105358B4506}"/>
          </ac:picMkLst>
        </pc:picChg>
        <pc:picChg chg="del">
          <ac:chgData name="Austin Francis" userId="S::apf006@uark.edu::d9206161-76a2-4d0d-bb71-2bac416203d9" providerId="AD" clId="Web-{63CA3052-DA26-DD79-DCD9-DC46D438CF09}" dt="2024-08-23T23:17:41.230" v="439"/>
          <ac:picMkLst>
            <pc:docMk/>
            <pc:sldMk cId="3921299865" sldId="442"/>
            <ac:picMk id="6" creationId="{D245BDB9-C476-80C7-D479-B011205E8B8A}"/>
          </ac:picMkLst>
        </pc:picChg>
      </pc:sldChg>
      <pc:sldChg chg="addSp delSp modSp modNotes">
        <pc:chgData name="Austin Francis" userId="S::apf006@uark.edu::d9206161-76a2-4d0d-bb71-2bac416203d9" providerId="AD" clId="Web-{63CA3052-DA26-DD79-DCD9-DC46D438CF09}" dt="2024-08-23T23:21:37.019" v="472" actId="1076"/>
        <pc:sldMkLst>
          <pc:docMk/>
          <pc:sldMk cId="1071918637" sldId="444"/>
        </pc:sldMkLst>
        <pc:spChg chg="mod">
          <ac:chgData name="Austin Francis" userId="S::apf006@uark.edu::d9206161-76a2-4d0d-bb71-2bac416203d9" providerId="AD" clId="Web-{63CA3052-DA26-DD79-DCD9-DC46D438CF09}" dt="2024-08-23T23:21:15.721" v="464" actId="20577"/>
          <ac:spMkLst>
            <pc:docMk/>
            <pc:sldMk cId="1071918637" sldId="444"/>
            <ac:spMk id="2" creationId="{A9A10DC1-DDE1-4347-BDBB-4B2ACA3E8D0F}"/>
          </ac:spMkLst>
        </pc:spChg>
        <pc:spChg chg="add del mod">
          <ac:chgData name="Austin Francis" userId="S::apf006@uark.edu::d9206161-76a2-4d0d-bb71-2bac416203d9" providerId="AD" clId="Web-{63CA3052-DA26-DD79-DCD9-DC46D438CF09}" dt="2024-08-23T23:21:16.472" v="465"/>
          <ac:spMkLst>
            <pc:docMk/>
            <pc:sldMk cId="1071918637" sldId="444"/>
            <ac:spMk id="4" creationId="{D21A52C0-E483-6F3C-ABDE-D73926085F12}"/>
          </ac:spMkLst>
        </pc:spChg>
        <pc:spChg chg="add del mod">
          <ac:chgData name="Austin Francis" userId="S::apf006@uark.edu::d9206161-76a2-4d0d-bb71-2bac416203d9" providerId="AD" clId="Web-{63CA3052-DA26-DD79-DCD9-DC46D438CF09}" dt="2024-08-23T23:21:35.269" v="471"/>
          <ac:spMkLst>
            <pc:docMk/>
            <pc:sldMk cId="1071918637" sldId="444"/>
            <ac:spMk id="9" creationId="{7759EF57-BD46-CDAC-D723-655102056A54}"/>
          </ac:spMkLst>
        </pc:spChg>
        <pc:picChg chg="del">
          <ac:chgData name="Austin Francis" userId="S::apf006@uark.edu::d9206161-76a2-4d0d-bb71-2bac416203d9" providerId="AD" clId="Web-{63CA3052-DA26-DD79-DCD9-DC46D438CF09}" dt="2024-08-23T23:19:51.890" v="445"/>
          <ac:picMkLst>
            <pc:docMk/>
            <pc:sldMk cId="1071918637" sldId="444"/>
            <ac:picMk id="5" creationId="{5CED2E20-1786-4212-F47D-82E9007D2028}"/>
          </ac:picMkLst>
        </pc:picChg>
        <pc:picChg chg="add del mod ord">
          <ac:chgData name="Austin Francis" userId="S::apf006@uark.edu::d9206161-76a2-4d0d-bb71-2bac416203d9" providerId="AD" clId="Web-{63CA3052-DA26-DD79-DCD9-DC46D438CF09}" dt="2024-08-23T23:21:22.019" v="470"/>
          <ac:picMkLst>
            <pc:docMk/>
            <pc:sldMk cId="1071918637" sldId="444"/>
            <ac:picMk id="6" creationId="{16E53AA9-2F31-6508-5EB9-9116DCFC43B2}"/>
          </ac:picMkLst>
        </pc:picChg>
        <pc:picChg chg="del">
          <ac:chgData name="Austin Francis" userId="S::apf006@uark.edu::d9206161-76a2-4d0d-bb71-2bac416203d9" providerId="AD" clId="Web-{63CA3052-DA26-DD79-DCD9-DC46D438CF09}" dt="2024-08-23T23:19:52.578" v="446"/>
          <ac:picMkLst>
            <pc:docMk/>
            <pc:sldMk cId="1071918637" sldId="444"/>
            <ac:picMk id="7" creationId="{C1BC1DC2-9E35-AE23-48EF-B9AB725AC397}"/>
          </ac:picMkLst>
        </pc:picChg>
        <pc:picChg chg="add mod ord">
          <ac:chgData name="Austin Francis" userId="S::apf006@uark.edu::d9206161-76a2-4d0d-bb71-2bac416203d9" providerId="AD" clId="Web-{63CA3052-DA26-DD79-DCD9-DC46D438CF09}" dt="2024-08-23T23:21:37.019" v="472" actId="1076"/>
          <ac:picMkLst>
            <pc:docMk/>
            <pc:sldMk cId="1071918637" sldId="444"/>
            <ac:picMk id="10" creationId="{D703C038-9576-E14C-B5E1-BC7A91D779FB}"/>
          </ac:picMkLst>
        </pc:picChg>
      </pc:sldChg>
      <pc:sldChg chg="addSp delSp modSp">
        <pc:chgData name="Austin Francis" userId="S::apf006@uark.edu::d9206161-76a2-4d0d-bb71-2bac416203d9" providerId="AD" clId="Web-{63CA3052-DA26-DD79-DCD9-DC46D438CF09}" dt="2024-08-26T14:21:28.690" v="498" actId="1076"/>
        <pc:sldMkLst>
          <pc:docMk/>
          <pc:sldMk cId="1873507160" sldId="445"/>
        </pc:sldMkLst>
        <pc:spChg chg="mod">
          <ac:chgData name="Austin Francis" userId="S::apf006@uark.edu::d9206161-76a2-4d0d-bb71-2bac416203d9" providerId="AD" clId="Web-{63CA3052-DA26-DD79-DCD9-DC46D438CF09}" dt="2024-08-26T14:21:23.752" v="495" actId="20577"/>
          <ac:spMkLst>
            <pc:docMk/>
            <pc:sldMk cId="1873507160" sldId="445"/>
            <ac:spMk id="2" creationId="{A9A10DC1-DDE1-4347-BDBB-4B2ACA3E8D0F}"/>
          </ac:spMkLst>
        </pc:spChg>
        <pc:spChg chg="add del mod">
          <ac:chgData name="Austin Francis" userId="S::apf006@uark.edu::d9206161-76a2-4d0d-bb71-2bac416203d9" providerId="AD" clId="Web-{63CA3052-DA26-DD79-DCD9-DC46D438CF09}" dt="2024-08-26T14:21:26.611" v="497"/>
          <ac:spMkLst>
            <pc:docMk/>
            <pc:sldMk cId="1873507160" sldId="445"/>
            <ac:spMk id="4" creationId="{FD7696ED-BA33-704F-2466-8A7D3F510CE0}"/>
          </ac:spMkLst>
        </pc:spChg>
        <pc:picChg chg="add mod ord">
          <ac:chgData name="Austin Francis" userId="S::apf006@uark.edu::d9206161-76a2-4d0d-bb71-2bac416203d9" providerId="AD" clId="Web-{63CA3052-DA26-DD79-DCD9-DC46D438CF09}" dt="2024-08-26T14:21:28.690" v="498" actId="1076"/>
          <ac:picMkLst>
            <pc:docMk/>
            <pc:sldMk cId="1873507160" sldId="445"/>
            <ac:picMk id="5" creationId="{68B1A232-F8CB-8409-3581-F8FEDAAD17B1}"/>
          </ac:picMkLst>
        </pc:picChg>
        <pc:picChg chg="del">
          <ac:chgData name="Austin Francis" userId="S::apf006@uark.edu::d9206161-76a2-4d0d-bb71-2bac416203d9" providerId="AD" clId="Web-{63CA3052-DA26-DD79-DCD9-DC46D438CF09}" dt="2024-08-26T14:21:24.846" v="496"/>
          <ac:picMkLst>
            <pc:docMk/>
            <pc:sldMk cId="1873507160" sldId="445"/>
            <ac:picMk id="6" creationId="{7EB43F5E-51FA-97F1-38E5-3C61F9650255}"/>
          </ac:picMkLst>
        </pc:picChg>
      </pc:sldChg>
      <pc:sldChg chg="addSp delSp modSp">
        <pc:chgData name="Austin Francis" userId="S::apf006@uark.edu::d9206161-76a2-4d0d-bb71-2bac416203d9" providerId="AD" clId="Web-{63CA3052-DA26-DD79-DCD9-DC46D438CF09}" dt="2024-08-26T14:23:06.802" v="523" actId="1076"/>
        <pc:sldMkLst>
          <pc:docMk/>
          <pc:sldMk cId="255185723" sldId="446"/>
        </pc:sldMkLst>
        <pc:spChg chg="mod">
          <ac:chgData name="Austin Francis" userId="S::apf006@uark.edu::d9206161-76a2-4d0d-bb71-2bac416203d9" providerId="AD" clId="Web-{63CA3052-DA26-DD79-DCD9-DC46D438CF09}" dt="2024-08-26T14:22:41.536" v="520" actId="20577"/>
          <ac:spMkLst>
            <pc:docMk/>
            <pc:sldMk cId="255185723" sldId="446"/>
            <ac:spMk id="2" creationId="{A9A10DC1-DDE1-4347-BDBB-4B2ACA3E8D0F}"/>
          </ac:spMkLst>
        </pc:spChg>
        <pc:spChg chg="add del mod">
          <ac:chgData name="Austin Francis" userId="S::apf006@uark.edu::d9206161-76a2-4d0d-bb71-2bac416203d9" providerId="AD" clId="Web-{63CA3052-DA26-DD79-DCD9-DC46D438CF09}" dt="2024-08-26T14:23:02.974" v="522"/>
          <ac:spMkLst>
            <pc:docMk/>
            <pc:sldMk cId="255185723" sldId="446"/>
            <ac:spMk id="4" creationId="{7F2979FB-749F-421F-B005-CBF6E7C37C88}"/>
          </ac:spMkLst>
        </pc:spChg>
        <pc:picChg chg="del">
          <ac:chgData name="Austin Francis" userId="S::apf006@uark.edu::d9206161-76a2-4d0d-bb71-2bac416203d9" providerId="AD" clId="Web-{63CA3052-DA26-DD79-DCD9-DC46D438CF09}" dt="2024-08-26T14:22:47.599" v="521"/>
          <ac:picMkLst>
            <pc:docMk/>
            <pc:sldMk cId="255185723" sldId="446"/>
            <ac:picMk id="5" creationId="{A1060D54-6EB4-99A4-A563-AE06D8D19025}"/>
          </ac:picMkLst>
        </pc:picChg>
        <pc:picChg chg="add mod ord">
          <ac:chgData name="Austin Francis" userId="S::apf006@uark.edu::d9206161-76a2-4d0d-bb71-2bac416203d9" providerId="AD" clId="Web-{63CA3052-DA26-DD79-DCD9-DC46D438CF09}" dt="2024-08-26T14:23:06.802" v="523" actId="1076"/>
          <ac:picMkLst>
            <pc:docMk/>
            <pc:sldMk cId="255185723" sldId="446"/>
            <ac:picMk id="6" creationId="{193A2B50-5242-4000-DBFC-2BDFF77D839F}"/>
          </ac:picMkLst>
        </pc:picChg>
      </pc:sldChg>
      <pc:sldChg chg="del">
        <pc:chgData name="Austin Francis" userId="S::apf006@uark.edu::d9206161-76a2-4d0d-bb71-2bac416203d9" providerId="AD" clId="Web-{63CA3052-DA26-DD79-DCD9-DC46D438CF09}" dt="2024-08-26T14:24:04.836" v="531"/>
        <pc:sldMkLst>
          <pc:docMk/>
          <pc:sldMk cId="3171331945" sldId="447"/>
        </pc:sldMkLst>
      </pc:sldChg>
      <pc:sldChg chg="del">
        <pc:chgData name="Austin Francis" userId="S::apf006@uark.edu::d9206161-76a2-4d0d-bb71-2bac416203d9" providerId="AD" clId="Web-{63CA3052-DA26-DD79-DCD9-DC46D438CF09}" dt="2024-08-26T14:24:06.257" v="532"/>
        <pc:sldMkLst>
          <pc:docMk/>
          <pc:sldMk cId="1677918249" sldId="448"/>
        </pc:sldMkLst>
      </pc:sldChg>
      <pc:sldChg chg="del">
        <pc:chgData name="Austin Francis" userId="S::apf006@uark.edu::d9206161-76a2-4d0d-bb71-2bac416203d9" providerId="AD" clId="Web-{63CA3052-DA26-DD79-DCD9-DC46D438CF09}" dt="2024-08-26T14:24:08.851" v="536"/>
        <pc:sldMkLst>
          <pc:docMk/>
          <pc:sldMk cId="3283057294" sldId="449"/>
        </pc:sldMkLst>
      </pc:sldChg>
      <pc:sldChg chg="del">
        <pc:chgData name="Austin Francis" userId="S::apf006@uark.edu::d9206161-76a2-4d0d-bb71-2bac416203d9" providerId="AD" clId="Web-{63CA3052-DA26-DD79-DCD9-DC46D438CF09}" dt="2024-08-26T14:24:09.508" v="537"/>
        <pc:sldMkLst>
          <pc:docMk/>
          <pc:sldMk cId="2580859544" sldId="450"/>
        </pc:sldMkLst>
      </pc:sldChg>
      <pc:sldChg chg="del">
        <pc:chgData name="Austin Francis" userId="S::apf006@uark.edu::d9206161-76a2-4d0d-bb71-2bac416203d9" providerId="AD" clId="Web-{63CA3052-DA26-DD79-DCD9-DC46D438CF09}" dt="2024-08-26T14:24:10.133" v="538"/>
        <pc:sldMkLst>
          <pc:docMk/>
          <pc:sldMk cId="3512462835" sldId="451"/>
        </pc:sldMkLst>
      </pc:sldChg>
      <pc:sldChg chg="del">
        <pc:chgData name="Austin Francis" userId="S::apf006@uark.edu::d9206161-76a2-4d0d-bb71-2bac416203d9" providerId="AD" clId="Web-{63CA3052-DA26-DD79-DCD9-DC46D438CF09}" dt="2024-08-26T14:24:11.101" v="540"/>
        <pc:sldMkLst>
          <pc:docMk/>
          <pc:sldMk cId="3190394525" sldId="452"/>
        </pc:sldMkLst>
      </pc:sldChg>
      <pc:sldChg chg="modSp">
        <pc:chgData name="Austin Francis" userId="S::apf006@uark.edu::d9206161-76a2-4d0d-bb71-2bac416203d9" providerId="AD" clId="Web-{63CA3052-DA26-DD79-DCD9-DC46D438CF09}" dt="2024-08-26T14:33:21.699" v="603" actId="20577"/>
        <pc:sldMkLst>
          <pc:docMk/>
          <pc:sldMk cId="4233582726" sldId="453"/>
        </pc:sldMkLst>
        <pc:spChg chg="mod">
          <ac:chgData name="Austin Francis" userId="S::apf006@uark.edu::d9206161-76a2-4d0d-bb71-2bac416203d9" providerId="AD" clId="Web-{63CA3052-DA26-DD79-DCD9-DC46D438CF09}" dt="2024-08-26T14:33:21.699" v="603" actId="20577"/>
          <ac:spMkLst>
            <pc:docMk/>
            <pc:sldMk cId="4233582726" sldId="453"/>
            <ac:spMk id="3" creationId="{C57A2EFD-A0BC-81FA-1CC0-C60FF5F3D1CA}"/>
          </ac:spMkLst>
        </pc:spChg>
      </pc:sldChg>
      <pc:sldChg chg="modSp">
        <pc:chgData name="Austin Francis" userId="S::apf006@uark.edu::d9206161-76a2-4d0d-bb71-2bac416203d9" providerId="AD" clId="Web-{63CA3052-DA26-DD79-DCD9-DC46D438CF09}" dt="2024-08-26T14:35:28.078" v="682" actId="20577"/>
        <pc:sldMkLst>
          <pc:docMk/>
          <pc:sldMk cId="3278758722" sldId="454"/>
        </pc:sldMkLst>
        <pc:spChg chg="mod">
          <ac:chgData name="Austin Francis" userId="S::apf006@uark.edu::d9206161-76a2-4d0d-bb71-2bac416203d9" providerId="AD" clId="Web-{63CA3052-DA26-DD79-DCD9-DC46D438CF09}" dt="2024-08-26T14:35:28.078" v="682" actId="20577"/>
          <ac:spMkLst>
            <pc:docMk/>
            <pc:sldMk cId="3278758722" sldId="454"/>
            <ac:spMk id="4" creationId="{22DDC56A-D7F3-FBC5-8D2F-DA585681679B}"/>
          </ac:spMkLst>
        </pc:spChg>
      </pc:sldChg>
      <pc:sldChg chg="modSp">
        <pc:chgData name="Austin Francis" userId="S::apf006@uark.edu::d9206161-76a2-4d0d-bb71-2bac416203d9" providerId="AD" clId="Web-{63CA3052-DA26-DD79-DCD9-DC46D438CF09}" dt="2024-08-26T14:42:57.782" v="721" actId="20577"/>
        <pc:sldMkLst>
          <pc:docMk/>
          <pc:sldMk cId="3419803062" sldId="455"/>
        </pc:sldMkLst>
        <pc:spChg chg="mod">
          <ac:chgData name="Austin Francis" userId="S::apf006@uark.edu::d9206161-76a2-4d0d-bb71-2bac416203d9" providerId="AD" clId="Web-{63CA3052-DA26-DD79-DCD9-DC46D438CF09}" dt="2024-08-26T14:42:57.782" v="721" actId="20577"/>
          <ac:spMkLst>
            <pc:docMk/>
            <pc:sldMk cId="3419803062" sldId="455"/>
            <ac:spMk id="4" creationId="{22DDC56A-D7F3-FBC5-8D2F-DA585681679B}"/>
          </ac:spMkLst>
        </pc:spChg>
      </pc:sldChg>
      <pc:sldChg chg="modSp">
        <pc:chgData name="Austin Francis" userId="S::apf006@uark.edu::d9206161-76a2-4d0d-bb71-2bac416203d9" providerId="AD" clId="Web-{63CA3052-DA26-DD79-DCD9-DC46D438CF09}" dt="2024-08-26T14:49:18.811" v="1017" actId="1076"/>
        <pc:sldMkLst>
          <pc:docMk/>
          <pc:sldMk cId="686375482" sldId="456"/>
        </pc:sldMkLst>
        <pc:spChg chg="mod">
          <ac:chgData name="Austin Francis" userId="S::apf006@uark.edu::d9206161-76a2-4d0d-bb71-2bac416203d9" providerId="AD" clId="Web-{63CA3052-DA26-DD79-DCD9-DC46D438CF09}" dt="2024-08-26T14:49:18.811" v="1017" actId="1076"/>
          <ac:spMkLst>
            <pc:docMk/>
            <pc:sldMk cId="686375482" sldId="456"/>
            <ac:spMk id="3" creationId="{FE278BFF-FA8B-34A3-C83B-1D0BFB2544CD}"/>
          </ac:spMkLst>
        </pc:spChg>
      </pc:sldChg>
      <pc:sldChg chg="modSp">
        <pc:chgData name="Austin Francis" userId="S::apf006@uark.edu::d9206161-76a2-4d0d-bb71-2bac416203d9" providerId="AD" clId="Web-{63CA3052-DA26-DD79-DCD9-DC46D438CF09}" dt="2024-08-26T15:18:59.521" v="1213" actId="20577"/>
        <pc:sldMkLst>
          <pc:docMk/>
          <pc:sldMk cId="201112120" sldId="457"/>
        </pc:sldMkLst>
        <pc:spChg chg="mod">
          <ac:chgData name="Austin Francis" userId="S::apf006@uark.edu::d9206161-76a2-4d0d-bb71-2bac416203d9" providerId="AD" clId="Web-{63CA3052-DA26-DD79-DCD9-DC46D438CF09}" dt="2024-08-26T15:18:59.521" v="1213" actId="20577"/>
          <ac:spMkLst>
            <pc:docMk/>
            <pc:sldMk cId="201112120" sldId="457"/>
            <ac:spMk id="3" creationId="{799C04E8-AC9D-FFEC-9CD5-82C52CAC320B}"/>
          </ac:spMkLst>
        </pc:spChg>
      </pc:sldChg>
      <pc:sldChg chg="del">
        <pc:chgData name="Austin Francis" userId="S::apf006@uark.edu::d9206161-76a2-4d0d-bb71-2bac416203d9" providerId="AD" clId="Web-{63CA3052-DA26-DD79-DCD9-DC46D438CF09}" dt="2024-08-26T14:24:07.539" v="534"/>
        <pc:sldMkLst>
          <pc:docMk/>
          <pc:sldMk cId="2668269484" sldId="458"/>
        </pc:sldMkLst>
      </pc:sldChg>
      <pc:sldChg chg="del">
        <pc:chgData name="Austin Francis" userId="S::apf006@uark.edu::d9206161-76a2-4d0d-bb71-2bac416203d9" providerId="AD" clId="Web-{63CA3052-DA26-DD79-DCD9-DC46D438CF09}" dt="2024-08-26T14:24:06.914" v="533"/>
        <pc:sldMkLst>
          <pc:docMk/>
          <pc:sldMk cId="3071430942" sldId="459"/>
        </pc:sldMkLst>
      </pc:sldChg>
      <pc:sldChg chg="del">
        <pc:chgData name="Austin Francis" userId="S::apf006@uark.edu::d9206161-76a2-4d0d-bb71-2bac416203d9" providerId="AD" clId="Web-{63CA3052-DA26-DD79-DCD9-DC46D438CF09}" dt="2024-08-26T14:24:07.961" v="535"/>
        <pc:sldMkLst>
          <pc:docMk/>
          <pc:sldMk cId="1184469485" sldId="460"/>
        </pc:sldMkLst>
      </pc:sldChg>
      <pc:sldChg chg="del">
        <pc:chgData name="Austin Francis" userId="S::apf006@uark.edu::d9206161-76a2-4d0d-bb71-2bac416203d9" providerId="AD" clId="Web-{63CA3052-DA26-DD79-DCD9-DC46D438CF09}" dt="2024-08-26T14:24:10.539" v="539"/>
        <pc:sldMkLst>
          <pc:docMk/>
          <pc:sldMk cId="215721517" sldId="461"/>
        </pc:sldMkLst>
      </pc:sldChg>
      <pc:sldChg chg="del">
        <pc:chgData name="Austin Francis" userId="S::apf006@uark.edu::d9206161-76a2-4d0d-bb71-2bac416203d9" providerId="AD" clId="Web-{63CA3052-DA26-DD79-DCD9-DC46D438CF09}" dt="2024-08-26T14:23:54.101" v="528"/>
        <pc:sldMkLst>
          <pc:docMk/>
          <pc:sldMk cId="3621315794" sldId="462"/>
        </pc:sldMkLst>
      </pc:sldChg>
      <pc:sldChg chg="addSp modSp new modNotes">
        <pc:chgData name="Austin Francis" userId="S::apf006@uark.edu::d9206161-76a2-4d0d-bb71-2bac416203d9" providerId="AD" clId="Web-{63CA3052-DA26-DD79-DCD9-DC46D438CF09}" dt="2024-08-23T23:05:18.075" v="372" actId="1076"/>
        <pc:sldMkLst>
          <pc:docMk/>
          <pc:sldMk cId="978978087" sldId="463"/>
        </pc:sldMkLst>
        <pc:spChg chg="mod">
          <ac:chgData name="Austin Francis" userId="S::apf006@uark.edu::d9206161-76a2-4d0d-bb71-2bac416203d9" providerId="AD" clId="Web-{63CA3052-DA26-DD79-DCD9-DC46D438CF09}" dt="2024-08-23T22:54:19.250" v="323" actId="20577"/>
          <ac:spMkLst>
            <pc:docMk/>
            <pc:sldMk cId="978978087" sldId="463"/>
            <ac:spMk id="2" creationId="{FD0BFFDF-3957-68FC-4516-0B21A8BD2938}"/>
          </ac:spMkLst>
        </pc:spChg>
        <pc:spChg chg="mod">
          <ac:chgData name="Austin Francis" userId="S::apf006@uark.edu::d9206161-76a2-4d0d-bb71-2bac416203d9" providerId="AD" clId="Web-{63CA3052-DA26-DD79-DCD9-DC46D438CF09}" dt="2024-08-23T22:58:28.509" v="331" actId="20577"/>
          <ac:spMkLst>
            <pc:docMk/>
            <pc:sldMk cId="978978087" sldId="463"/>
            <ac:spMk id="3" creationId="{C14AECF1-4AD3-C012-18D8-19AE4056440F}"/>
          </ac:spMkLst>
        </pc:spChg>
        <pc:picChg chg="add mod">
          <ac:chgData name="Austin Francis" userId="S::apf006@uark.edu::d9206161-76a2-4d0d-bb71-2bac416203d9" providerId="AD" clId="Web-{63CA3052-DA26-DD79-DCD9-DC46D438CF09}" dt="2024-08-23T22:58:39.400" v="335" actId="1076"/>
          <ac:picMkLst>
            <pc:docMk/>
            <pc:sldMk cId="978978087" sldId="463"/>
            <ac:picMk id="4" creationId="{6171A86D-43C4-4DD0-8D25-AB55A18C097A}"/>
          </ac:picMkLst>
        </pc:picChg>
        <pc:picChg chg="add mod">
          <ac:chgData name="Austin Francis" userId="S::apf006@uark.edu::d9206161-76a2-4d0d-bb71-2bac416203d9" providerId="AD" clId="Web-{63CA3052-DA26-DD79-DCD9-DC46D438CF09}" dt="2024-08-23T23:05:18.075" v="372" actId="1076"/>
          <ac:picMkLst>
            <pc:docMk/>
            <pc:sldMk cId="978978087" sldId="463"/>
            <ac:picMk id="5" creationId="{8D4DA63A-CB66-5AE0-FAFC-43A63F8C1E62}"/>
          </ac:picMkLst>
        </pc:picChg>
      </pc:sldChg>
      <pc:sldChg chg="addSp delSp modSp add replId">
        <pc:chgData name="Austin Francis" userId="S::apf006@uark.edu::d9206161-76a2-4d0d-bb71-2bac416203d9" providerId="AD" clId="Web-{63CA3052-DA26-DD79-DCD9-DC46D438CF09}" dt="2024-08-23T23:22:01.036" v="476" actId="1076"/>
        <pc:sldMkLst>
          <pc:docMk/>
          <pc:sldMk cId="2873402699" sldId="464"/>
        </pc:sldMkLst>
        <pc:spChg chg="add del mod">
          <ac:chgData name="Austin Francis" userId="S::apf006@uark.edu::d9206161-76a2-4d0d-bb71-2bac416203d9" providerId="AD" clId="Web-{63CA3052-DA26-DD79-DCD9-DC46D438CF09}" dt="2024-08-23T23:21:58.848" v="475"/>
          <ac:spMkLst>
            <pc:docMk/>
            <pc:sldMk cId="2873402699" sldId="464"/>
            <ac:spMk id="4" creationId="{9999C8B1-4FB6-67C7-0524-477547DF7277}"/>
          </ac:spMkLst>
        </pc:spChg>
        <pc:picChg chg="add mod ord">
          <ac:chgData name="Austin Francis" userId="S::apf006@uark.edu::d9206161-76a2-4d0d-bb71-2bac416203d9" providerId="AD" clId="Web-{63CA3052-DA26-DD79-DCD9-DC46D438CF09}" dt="2024-08-23T23:22:01.036" v="476" actId="1076"/>
          <ac:picMkLst>
            <pc:docMk/>
            <pc:sldMk cId="2873402699" sldId="464"/>
            <ac:picMk id="5" creationId="{714A5814-4707-C224-DC0E-2D1E41B445F4}"/>
          </ac:picMkLst>
        </pc:picChg>
        <pc:picChg chg="del">
          <ac:chgData name="Austin Francis" userId="S::apf006@uark.edu::d9206161-76a2-4d0d-bb71-2bac416203d9" providerId="AD" clId="Web-{63CA3052-DA26-DD79-DCD9-DC46D438CF09}" dt="2024-08-23T23:21:57.395" v="474"/>
          <ac:picMkLst>
            <pc:docMk/>
            <pc:sldMk cId="2873402699" sldId="464"/>
            <ac:picMk id="10" creationId="{D703C038-9576-E14C-B5E1-BC7A91D779FB}"/>
          </ac:picMkLst>
        </pc:picChg>
      </pc:sldChg>
      <pc:sldChg chg="addSp delSp modSp add replId">
        <pc:chgData name="Austin Francis" userId="S::apf006@uark.edu::d9206161-76a2-4d0d-bb71-2bac416203d9" providerId="AD" clId="Web-{63CA3052-DA26-DD79-DCD9-DC46D438CF09}" dt="2024-08-26T14:21:58.191" v="502" actId="1076"/>
        <pc:sldMkLst>
          <pc:docMk/>
          <pc:sldMk cId="475043155" sldId="465"/>
        </pc:sldMkLst>
        <pc:spChg chg="add del mod">
          <ac:chgData name="Austin Francis" userId="S::apf006@uark.edu::d9206161-76a2-4d0d-bb71-2bac416203d9" providerId="AD" clId="Web-{63CA3052-DA26-DD79-DCD9-DC46D438CF09}" dt="2024-08-26T14:21:55.628" v="501"/>
          <ac:spMkLst>
            <pc:docMk/>
            <pc:sldMk cId="475043155" sldId="465"/>
            <ac:spMk id="4" creationId="{50B74F21-E1CD-C026-FE80-F84ADD6F340B}"/>
          </ac:spMkLst>
        </pc:spChg>
        <pc:picChg chg="del">
          <ac:chgData name="Austin Francis" userId="S::apf006@uark.edu::d9206161-76a2-4d0d-bb71-2bac416203d9" providerId="AD" clId="Web-{63CA3052-DA26-DD79-DCD9-DC46D438CF09}" dt="2024-08-26T14:21:37.455" v="500"/>
          <ac:picMkLst>
            <pc:docMk/>
            <pc:sldMk cId="475043155" sldId="465"/>
            <ac:picMk id="5" creationId="{68B1A232-F8CB-8409-3581-F8FEDAAD17B1}"/>
          </ac:picMkLst>
        </pc:picChg>
        <pc:picChg chg="add mod ord">
          <ac:chgData name="Austin Francis" userId="S::apf006@uark.edu::d9206161-76a2-4d0d-bb71-2bac416203d9" providerId="AD" clId="Web-{63CA3052-DA26-DD79-DCD9-DC46D438CF09}" dt="2024-08-26T14:21:58.191" v="502" actId="1076"/>
          <ac:picMkLst>
            <pc:docMk/>
            <pc:sldMk cId="475043155" sldId="465"/>
            <ac:picMk id="6" creationId="{FE551F57-43CB-9D2B-76DA-88E09B13ECA3}"/>
          </ac:picMkLst>
        </pc:picChg>
      </pc:sldChg>
      <pc:sldChg chg="addSp delSp modSp add replId">
        <pc:chgData name="Austin Francis" userId="S::apf006@uark.edu::d9206161-76a2-4d0d-bb71-2bac416203d9" providerId="AD" clId="Web-{63CA3052-DA26-DD79-DCD9-DC46D438CF09}" dt="2024-08-26T14:23:33.881" v="527" actId="1076"/>
        <pc:sldMkLst>
          <pc:docMk/>
          <pc:sldMk cId="824158794" sldId="466"/>
        </pc:sldMkLst>
        <pc:spChg chg="add del mod">
          <ac:chgData name="Austin Francis" userId="S::apf006@uark.edu::d9206161-76a2-4d0d-bb71-2bac416203d9" providerId="AD" clId="Web-{63CA3052-DA26-DD79-DCD9-DC46D438CF09}" dt="2024-08-26T14:23:30.944" v="526"/>
          <ac:spMkLst>
            <pc:docMk/>
            <pc:sldMk cId="824158794" sldId="466"/>
            <ac:spMk id="4" creationId="{11288725-AA35-1109-1077-25892298B666}"/>
          </ac:spMkLst>
        </pc:spChg>
        <pc:picChg chg="add mod ord">
          <ac:chgData name="Austin Francis" userId="S::apf006@uark.edu::d9206161-76a2-4d0d-bb71-2bac416203d9" providerId="AD" clId="Web-{63CA3052-DA26-DD79-DCD9-DC46D438CF09}" dt="2024-08-26T14:23:33.881" v="527" actId="1076"/>
          <ac:picMkLst>
            <pc:docMk/>
            <pc:sldMk cId="824158794" sldId="466"/>
            <ac:picMk id="5" creationId="{11F38937-C519-EF82-CC96-C3A6AF462C43}"/>
          </ac:picMkLst>
        </pc:picChg>
        <pc:picChg chg="del">
          <ac:chgData name="Austin Francis" userId="S::apf006@uark.edu::d9206161-76a2-4d0d-bb71-2bac416203d9" providerId="AD" clId="Web-{63CA3052-DA26-DD79-DCD9-DC46D438CF09}" dt="2024-08-26T14:23:15.974" v="525"/>
          <ac:picMkLst>
            <pc:docMk/>
            <pc:sldMk cId="824158794" sldId="466"/>
            <ac:picMk id="6" creationId="{193A2B50-5242-4000-DBFC-2BDFF77D839F}"/>
          </ac:picMkLst>
        </pc:picChg>
      </pc:sldChg>
      <pc:sldChg chg="modSp new">
        <pc:chgData name="Austin Francis" userId="S::apf006@uark.edu::d9206161-76a2-4d0d-bb71-2bac416203d9" providerId="AD" clId="Web-{63CA3052-DA26-DD79-DCD9-DC46D438CF09}" dt="2024-08-26T15:20:27.259" v="1355" actId="20577"/>
        <pc:sldMkLst>
          <pc:docMk/>
          <pc:sldMk cId="2074764308" sldId="467"/>
        </pc:sldMkLst>
        <pc:spChg chg="mod">
          <ac:chgData name="Austin Francis" userId="S::apf006@uark.edu::d9206161-76a2-4d0d-bb71-2bac416203d9" providerId="AD" clId="Web-{63CA3052-DA26-DD79-DCD9-DC46D438CF09}" dt="2024-08-26T15:19:15.568" v="1225" actId="20577"/>
          <ac:spMkLst>
            <pc:docMk/>
            <pc:sldMk cId="2074764308" sldId="467"/>
            <ac:spMk id="2" creationId="{5DD2B3E3-A2BF-E7C3-A054-67EA46499E20}"/>
          </ac:spMkLst>
        </pc:spChg>
        <pc:spChg chg="mod">
          <ac:chgData name="Austin Francis" userId="S::apf006@uark.edu::d9206161-76a2-4d0d-bb71-2bac416203d9" providerId="AD" clId="Web-{63CA3052-DA26-DD79-DCD9-DC46D438CF09}" dt="2024-08-26T15:20:27.259" v="1355" actId="20577"/>
          <ac:spMkLst>
            <pc:docMk/>
            <pc:sldMk cId="2074764308" sldId="467"/>
            <ac:spMk id="3" creationId="{C70C4E4E-EFCF-33E0-033C-D4100F897E0C}"/>
          </ac:spMkLst>
        </pc:spChg>
      </pc:sldChg>
    </pc:docChg>
  </pc:docChgLst>
  <pc:docChgLst>
    <pc:chgData name="Austin Francis" userId="d9206161-76a2-4d0d-bb71-2bac416203d9" providerId="ADAL" clId="{575FAE71-7301-445B-A2F7-CBF723CAF6AF}"/>
    <pc:docChg chg="undo custSel modSld">
      <pc:chgData name="Austin Francis" userId="d9206161-76a2-4d0d-bb71-2bac416203d9" providerId="ADAL" clId="{575FAE71-7301-445B-A2F7-CBF723CAF6AF}" dt="2024-09-03T14:27:52.935" v="1246" actId="1076"/>
      <pc:docMkLst>
        <pc:docMk/>
      </pc:docMkLst>
      <pc:sldChg chg="modSp mod">
        <pc:chgData name="Austin Francis" userId="d9206161-76a2-4d0d-bb71-2bac416203d9" providerId="ADAL" clId="{575FAE71-7301-445B-A2F7-CBF723CAF6AF}" dt="2024-09-03T14:27:52.935" v="1246" actId="1076"/>
        <pc:sldMkLst>
          <pc:docMk/>
          <pc:sldMk cId="869680711" sldId="346"/>
        </pc:sldMkLst>
        <pc:spChg chg="mod">
          <ac:chgData name="Austin Francis" userId="d9206161-76a2-4d0d-bb71-2bac416203d9" providerId="ADAL" clId="{575FAE71-7301-445B-A2F7-CBF723CAF6AF}" dt="2024-09-03T14:27:52.935" v="1246" actId="1076"/>
          <ac:spMkLst>
            <pc:docMk/>
            <pc:sldMk cId="869680711" sldId="346"/>
            <ac:spMk id="2" creationId="{A9A10DC1-DDE1-4347-BDBB-4B2ACA3E8D0F}"/>
          </ac:spMkLst>
        </pc:spChg>
        <pc:spChg chg="mod">
          <ac:chgData name="Austin Francis" userId="d9206161-76a2-4d0d-bb71-2bac416203d9" providerId="ADAL" clId="{575FAE71-7301-445B-A2F7-CBF723CAF6AF}" dt="2024-09-03T14:27:49.177" v="1245" actId="1076"/>
          <ac:spMkLst>
            <pc:docMk/>
            <pc:sldMk cId="869680711" sldId="346"/>
            <ac:spMk id="3" creationId="{EC44ADDE-7BAE-4D27-8839-0025B3A2D42C}"/>
          </ac:spMkLst>
        </pc:spChg>
      </pc:sldChg>
      <pc:sldChg chg="modNotesTx">
        <pc:chgData name="Austin Francis" userId="d9206161-76a2-4d0d-bb71-2bac416203d9" providerId="ADAL" clId="{575FAE71-7301-445B-A2F7-CBF723CAF6AF}" dt="2024-09-03T12:28:10.457" v="209" actId="20577"/>
        <pc:sldMkLst>
          <pc:docMk/>
          <pc:sldMk cId="1660926710" sldId="397"/>
        </pc:sldMkLst>
      </pc:sldChg>
      <pc:sldChg chg="modNotesTx">
        <pc:chgData name="Austin Francis" userId="d9206161-76a2-4d0d-bb71-2bac416203d9" providerId="ADAL" clId="{575FAE71-7301-445B-A2F7-CBF723CAF6AF}" dt="2024-09-03T12:40:52.970" v="624" actId="20577"/>
        <pc:sldMkLst>
          <pc:docMk/>
          <pc:sldMk cId="1873507160" sldId="445"/>
        </pc:sldMkLst>
      </pc:sldChg>
      <pc:sldChg chg="modSp mod">
        <pc:chgData name="Austin Francis" userId="d9206161-76a2-4d0d-bb71-2bac416203d9" providerId="ADAL" clId="{575FAE71-7301-445B-A2F7-CBF723CAF6AF}" dt="2024-09-03T12:37:37.212" v="419" actId="20577"/>
        <pc:sldMkLst>
          <pc:docMk/>
          <pc:sldMk cId="3278758722" sldId="454"/>
        </pc:sldMkLst>
        <pc:spChg chg="mod">
          <ac:chgData name="Austin Francis" userId="d9206161-76a2-4d0d-bb71-2bac416203d9" providerId="ADAL" clId="{575FAE71-7301-445B-A2F7-CBF723CAF6AF}" dt="2024-09-03T12:37:37.212" v="419" actId="20577"/>
          <ac:spMkLst>
            <pc:docMk/>
            <pc:sldMk cId="3278758722" sldId="454"/>
            <ac:spMk id="4" creationId="{22DDC56A-D7F3-FBC5-8D2F-DA585681679B}"/>
          </ac:spMkLst>
        </pc:spChg>
      </pc:sldChg>
      <pc:sldChg chg="modSp mod">
        <pc:chgData name="Austin Francis" userId="d9206161-76a2-4d0d-bb71-2bac416203d9" providerId="ADAL" clId="{575FAE71-7301-445B-A2F7-CBF723CAF6AF}" dt="2024-09-03T12:39:32.121" v="511" actId="20577"/>
        <pc:sldMkLst>
          <pc:docMk/>
          <pc:sldMk cId="3419803062" sldId="455"/>
        </pc:sldMkLst>
        <pc:spChg chg="mod">
          <ac:chgData name="Austin Francis" userId="d9206161-76a2-4d0d-bb71-2bac416203d9" providerId="ADAL" clId="{575FAE71-7301-445B-A2F7-CBF723CAF6AF}" dt="2024-09-03T12:39:32.121" v="511" actId="20577"/>
          <ac:spMkLst>
            <pc:docMk/>
            <pc:sldMk cId="3419803062" sldId="455"/>
            <ac:spMk id="4" creationId="{22DDC56A-D7F3-FBC5-8D2F-DA585681679B}"/>
          </ac:spMkLst>
        </pc:spChg>
      </pc:sldChg>
      <pc:sldChg chg="modNotesTx">
        <pc:chgData name="Austin Francis" userId="d9206161-76a2-4d0d-bb71-2bac416203d9" providerId="ADAL" clId="{575FAE71-7301-445B-A2F7-CBF723CAF6AF}" dt="2024-09-03T12:42:08.829" v="734" actId="20577"/>
        <pc:sldMkLst>
          <pc:docMk/>
          <pc:sldMk cId="686375482" sldId="456"/>
        </pc:sldMkLst>
      </pc:sldChg>
      <pc:sldChg chg="modSp mod modNotesTx">
        <pc:chgData name="Austin Francis" userId="d9206161-76a2-4d0d-bb71-2bac416203d9" providerId="ADAL" clId="{575FAE71-7301-445B-A2F7-CBF723CAF6AF}" dt="2024-09-03T12:53:59.230" v="1244" actId="1076"/>
        <pc:sldMkLst>
          <pc:docMk/>
          <pc:sldMk cId="2074764308" sldId="467"/>
        </pc:sldMkLst>
        <pc:spChg chg="mod">
          <ac:chgData name="Austin Francis" userId="d9206161-76a2-4d0d-bb71-2bac416203d9" providerId="ADAL" clId="{575FAE71-7301-445B-A2F7-CBF723CAF6AF}" dt="2024-09-03T12:53:59.230" v="1244" actId="1076"/>
          <ac:spMkLst>
            <pc:docMk/>
            <pc:sldMk cId="2074764308" sldId="467"/>
            <ac:spMk id="2" creationId="{5DD2B3E3-A2BF-E7C3-A054-67EA46499E20}"/>
          </ac:spMkLst>
        </pc:spChg>
        <pc:spChg chg="mod">
          <ac:chgData name="Austin Francis" userId="d9206161-76a2-4d0d-bb71-2bac416203d9" providerId="ADAL" clId="{575FAE71-7301-445B-A2F7-CBF723CAF6AF}" dt="2024-09-03T12:53:56.740" v="1243" actId="1076"/>
          <ac:spMkLst>
            <pc:docMk/>
            <pc:sldMk cId="2074764308" sldId="467"/>
            <ac:spMk id="3" creationId="{C70C4E4E-EFCF-33E0-033C-D4100F897E0C}"/>
          </ac:spMkLst>
        </pc:spChg>
      </pc:sldChg>
      <pc:sldChg chg="addSp modSp mod modNotesTx">
        <pc:chgData name="Austin Francis" userId="d9206161-76a2-4d0d-bb71-2bac416203d9" providerId="ADAL" clId="{575FAE71-7301-445B-A2F7-CBF723CAF6AF}" dt="2024-09-03T12:32:44.757" v="300" actId="14100"/>
        <pc:sldMkLst>
          <pc:docMk/>
          <pc:sldMk cId="1898961290" sldId="468"/>
        </pc:sldMkLst>
        <pc:spChg chg="add mod">
          <ac:chgData name="Austin Francis" userId="d9206161-76a2-4d0d-bb71-2bac416203d9" providerId="ADAL" clId="{575FAE71-7301-445B-A2F7-CBF723CAF6AF}" dt="2024-09-03T12:32:44.757" v="300" actId="14100"/>
          <ac:spMkLst>
            <pc:docMk/>
            <pc:sldMk cId="1898961290" sldId="468"/>
            <ac:spMk id="3" creationId="{F03E9BE1-FAA9-3C5B-1284-A981FA8C645D}"/>
          </ac:spMkLst>
        </pc:spChg>
      </pc:sldChg>
      <pc:sldChg chg="modNotesTx">
        <pc:chgData name="Austin Francis" userId="d9206161-76a2-4d0d-bb71-2bac416203d9" providerId="ADAL" clId="{575FAE71-7301-445B-A2F7-CBF723CAF6AF}" dt="2024-09-03T12:34:37.868" v="417" actId="20577"/>
        <pc:sldMkLst>
          <pc:docMk/>
          <pc:sldMk cId="3473631934" sldId="471"/>
        </pc:sldMkLst>
      </pc:sldChg>
      <pc:sldChg chg="modNotesTx">
        <pc:chgData name="Austin Francis" userId="d9206161-76a2-4d0d-bb71-2bac416203d9" providerId="ADAL" clId="{575FAE71-7301-445B-A2F7-CBF723CAF6AF}" dt="2024-09-03T12:46:06.734" v="870" actId="20577"/>
        <pc:sldMkLst>
          <pc:docMk/>
          <pc:sldMk cId="3053758625" sldId="477"/>
        </pc:sldMkLst>
      </pc:sldChg>
      <pc:sldChg chg="modNotesTx">
        <pc:chgData name="Austin Francis" userId="d9206161-76a2-4d0d-bb71-2bac416203d9" providerId="ADAL" clId="{575FAE71-7301-445B-A2F7-CBF723CAF6AF}" dt="2024-09-03T12:51:08.036" v="896" actId="20577"/>
        <pc:sldMkLst>
          <pc:docMk/>
          <pc:sldMk cId="3271607978" sldId="485"/>
        </pc:sldMkLst>
      </pc:sldChg>
      <pc:sldChg chg="modSp mod">
        <pc:chgData name="Austin Francis" userId="d9206161-76a2-4d0d-bb71-2bac416203d9" providerId="ADAL" clId="{575FAE71-7301-445B-A2F7-CBF723CAF6AF}" dt="2024-09-03T12:43:41.860" v="735" actId="313"/>
        <pc:sldMkLst>
          <pc:docMk/>
          <pc:sldMk cId="2543566513" sldId="487"/>
        </pc:sldMkLst>
        <pc:spChg chg="mod">
          <ac:chgData name="Austin Francis" userId="d9206161-76a2-4d0d-bb71-2bac416203d9" providerId="ADAL" clId="{575FAE71-7301-445B-A2F7-CBF723CAF6AF}" dt="2024-09-03T12:43:41.860" v="735" actId="313"/>
          <ac:spMkLst>
            <pc:docMk/>
            <pc:sldMk cId="2543566513" sldId="487"/>
            <ac:spMk id="3" creationId="{E398D4EE-6D9D-ADB3-580D-B44F059C1780}"/>
          </ac:spMkLst>
        </pc:spChg>
      </pc:sldChg>
    </pc:docChg>
  </pc:docChgLst>
  <pc:docChgLst>
    <pc:chgData name="Austin Francis" userId="S::apf006@uark.edu::d9206161-76a2-4d0d-bb71-2bac416203d9" providerId="AD" clId="Web-{50C42D9F-3692-C4D6-B051-5DD044A9DE6E}"/>
    <pc:docChg chg="addSld delSld modSld modSection">
      <pc:chgData name="Austin Francis" userId="S::apf006@uark.edu::d9206161-76a2-4d0d-bb71-2bac416203d9" providerId="AD" clId="Web-{50C42D9F-3692-C4D6-B051-5DD044A9DE6E}" dt="2024-08-22T18:09:33.607" v="934" actId="1076"/>
      <pc:docMkLst>
        <pc:docMk/>
      </pc:docMkLst>
      <pc:sldChg chg="modSp">
        <pc:chgData name="Austin Francis" userId="S::apf006@uark.edu::d9206161-76a2-4d0d-bb71-2bac416203d9" providerId="AD" clId="Web-{50C42D9F-3692-C4D6-B051-5DD044A9DE6E}" dt="2024-08-22T17:18:05.132" v="83" actId="20577"/>
        <pc:sldMkLst>
          <pc:docMk/>
          <pc:sldMk cId="875954484" sldId="256"/>
        </pc:sldMkLst>
        <pc:spChg chg="mod">
          <ac:chgData name="Austin Francis" userId="S::apf006@uark.edu::d9206161-76a2-4d0d-bb71-2bac416203d9" providerId="AD" clId="Web-{50C42D9F-3692-C4D6-B051-5DD044A9DE6E}" dt="2024-08-22T17:18:05.132" v="83" actId="20577"/>
          <ac:spMkLst>
            <pc:docMk/>
            <pc:sldMk cId="875954484" sldId="256"/>
            <ac:spMk id="2" creationId="{00000000-0000-0000-0000-000000000000}"/>
          </ac:spMkLst>
        </pc:spChg>
        <pc:spChg chg="mod">
          <ac:chgData name="Austin Francis" userId="S::apf006@uark.edu::d9206161-76a2-4d0d-bb71-2bac416203d9" providerId="AD" clId="Web-{50C42D9F-3692-C4D6-B051-5DD044A9DE6E}" dt="2024-08-22T17:13:43.560" v="82" actId="20577"/>
          <ac:spMkLst>
            <pc:docMk/>
            <pc:sldMk cId="875954484" sldId="256"/>
            <ac:spMk id="3" creationId="{00000000-0000-0000-0000-000000000000}"/>
          </ac:spMkLst>
        </pc:spChg>
      </pc:sldChg>
      <pc:sldChg chg="modSp">
        <pc:chgData name="Austin Francis" userId="S::apf006@uark.edu::d9206161-76a2-4d0d-bb71-2bac416203d9" providerId="AD" clId="Web-{50C42D9F-3692-C4D6-B051-5DD044A9DE6E}" dt="2024-08-22T17:18:51.946" v="127" actId="20577"/>
        <pc:sldMkLst>
          <pc:docMk/>
          <pc:sldMk cId="718245954" sldId="315"/>
        </pc:sldMkLst>
        <pc:spChg chg="mod">
          <ac:chgData name="Austin Francis" userId="S::apf006@uark.edu::d9206161-76a2-4d0d-bb71-2bac416203d9" providerId="AD" clId="Web-{50C42D9F-3692-C4D6-B051-5DD044A9DE6E}" dt="2024-08-22T17:18:51.946" v="127" actId="20577"/>
          <ac:spMkLst>
            <pc:docMk/>
            <pc:sldMk cId="718245954" sldId="315"/>
            <ac:spMk id="3" creationId="{EC44ADDE-7BAE-4D27-8839-0025B3A2D42C}"/>
          </ac:spMkLst>
        </pc:spChg>
      </pc:sldChg>
      <pc:sldChg chg="modSp">
        <pc:chgData name="Austin Francis" userId="S::apf006@uark.edu::d9206161-76a2-4d0d-bb71-2bac416203d9" providerId="AD" clId="Web-{50C42D9F-3692-C4D6-B051-5DD044A9DE6E}" dt="2024-08-22T17:35:27.843" v="372" actId="20577"/>
        <pc:sldMkLst>
          <pc:docMk/>
          <pc:sldMk cId="869680711" sldId="346"/>
        </pc:sldMkLst>
        <pc:spChg chg="mod">
          <ac:chgData name="Austin Francis" userId="S::apf006@uark.edu::d9206161-76a2-4d0d-bb71-2bac416203d9" providerId="AD" clId="Web-{50C42D9F-3692-C4D6-B051-5DD044A9DE6E}" dt="2024-08-22T17:35:27.843" v="372" actId="20577"/>
          <ac:spMkLst>
            <pc:docMk/>
            <pc:sldMk cId="869680711" sldId="346"/>
            <ac:spMk id="3" creationId="{EC44ADDE-7BAE-4D27-8839-0025B3A2D42C}"/>
          </ac:spMkLst>
        </pc:spChg>
      </pc:sldChg>
      <pc:sldChg chg="modSp">
        <pc:chgData name="Austin Francis" userId="S::apf006@uark.edu::d9206161-76a2-4d0d-bb71-2bac416203d9" providerId="AD" clId="Web-{50C42D9F-3692-C4D6-B051-5DD044A9DE6E}" dt="2024-08-22T17:40:00.275" v="498" actId="20577"/>
        <pc:sldMkLst>
          <pc:docMk/>
          <pc:sldMk cId="2158989465" sldId="395"/>
        </pc:sldMkLst>
        <pc:spChg chg="mod">
          <ac:chgData name="Austin Francis" userId="S::apf006@uark.edu::d9206161-76a2-4d0d-bb71-2bac416203d9" providerId="AD" clId="Web-{50C42D9F-3692-C4D6-B051-5DD044A9DE6E}" dt="2024-08-22T17:40:00.275" v="498" actId="20577"/>
          <ac:spMkLst>
            <pc:docMk/>
            <pc:sldMk cId="2158989465" sldId="395"/>
            <ac:spMk id="3" creationId="{EC44ADDE-7BAE-4D27-8839-0025B3A2D42C}"/>
          </ac:spMkLst>
        </pc:spChg>
      </pc:sldChg>
      <pc:sldChg chg="addSp delSp modSp">
        <pc:chgData name="Austin Francis" userId="S::apf006@uark.edu::d9206161-76a2-4d0d-bb71-2bac416203d9" providerId="AD" clId="Web-{50C42D9F-3692-C4D6-B051-5DD044A9DE6E}" dt="2024-08-22T17:41:31.013" v="539" actId="20577"/>
        <pc:sldMkLst>
          <pc:docMk/>
          <pc:sldMk cId="1660926710" sldId="397"/>
        </pc:sldMkLst>
        <pc:spChg chg="mod">
          <ac:chgData name="Austin Francis" userId="S::apf006@uark.edu::d9206161-76a2-4d0d-bb71-2bac416203d9" providerId="AD" clId="Web-{50C42D9F-3692-C4D6-B051-5DD044A9DE6E}" dt="2024-08-22T17:41:31.013" v="539" actId="20577"/>
          <ac:spMkLst>
            <pc:docMk/>
            <pc:sldMk cId="1660926710" sldId="397"/>
            <ac:spMk id="2" creationId="{A9A10DC1-DDE1-4347-BDBB-4B2ACA3E8D0F}"/>
          </ac:spMkLst>
        </pc:spChg>
        <pc:spChg chg="add del mod">
          <ac:chgData name="Austin Francis" userId="S::apf006@uark.edu::d9206161-76a2-4d0d-bb71-2bac416203d9" providerId="AD" clId="Web-{50C42D9F-3692-C4D6-B051-5DD044A9DE6E}" dt="2024-08-22T17:41:10.325" v="500"/>
          <ac:spMkLst>
            <pc:docMk/>
            <pc:sldMk cId="1660926710" sldId="397"/>
            <ac:spMk id="4" creationId="{5F25AFC7-0A28-E146-3AD1-4B84B3AC68E6}"/>
          </ac:spMkLst>
        </pc:spChg>
        <pc:picChg chg="del">
          <ac:chgData name="Austin Francis" userId="S::apf006@uark.edu::d9206161-76a2-4d0d-bb71-2bac416203d9" providerId="AD" clId="Web-{50C42D9F-3692-C4D6-B051-5DD044A9DE6E}" dt="2024-08-22T17:41:07.465" v="499"/>
          <ac:picMkLst>
            <pc:docMk/>
            <pc:sldMk cId="1660926710" sldId="397"/>
            <ac:picMk id="5" creationId="{B7675B4C-990C-4647-A34D-205983A6E971}"/>
          </ac:picMkLst>
        </pc:picChg>
        <pc:picChg chg="add mod ord">
          <ac:chgData name="Austin Francis" userId="S::apf006@uark.edu::d9206161-76a2-4d0d-bb71-2bac416203d9" providerId="AD" clId="Web-{50C42D9F-3692-C4D6-B051-5DD044A9DE6E}" dt="2024-08-22T17:41:16.856" v="502" actId="14100"/>
          <ac:picMkLst>
            <pc:docMk/>
            <pc:sldMk cId="1660926710" sldId="397"/>
            <ac:picMk id="6" creationId="{9AEFFBE4-B4EF-5F56-5F73-B6433144C00C}"/>
          </ac:picMkLst>
        </pc:picChg>
      </pc:sldChg>
      <pc:sldChg chg="addSp delSp modSp add replId">
        <pc:chgData name="Austin Francis" userId="S::apf006@uark.edu::d9206161-76a2-4d0d-bb71-2bac416203d9" providerId="AD" clId="Web-{50C42D9F-3692-C4D6-B051-5DD044A9DE6E}" dt="2024-08-22T17:42:52.125" v="548" actId="1076"/>
        <pc:sldMkLst>
          <pc:docMk/>
          <pc:sldMk cId="85289448" sldId="441"/>
        </pc:sldMkLst>
        <pc:spChg chg="add del mod">
          <ac:chgData name="Austin Francis" userId="S::apf006@uark.edu::d9206161-76a2-4d0d-bb71-2bac416203d9" providerId="AD" clId="Web-{50C42D9F-3692-C4D6-B051-5DD044A9DE6E}" dt="2024-08-22T17:42:39.094" v="542"/>
          <ac:spMkLst>
            <pc:docMk/>
            <pc:sldMk cId="85289448" sldId="441"/>
            <ac:spMk id="4" creationId="{491019D8-2453-5C70-AD5D-40EAEA1F2A6B}"/>
          </ac:spMkLst>
        </pc:spChg>
        <pc:picChg chg="add mod ord">
          <ac:chgData name="Austin Francis" userId="S::apf006@uark.edu::d9206161-76a2-4d0d-bb71-2bac416203d9" providerId="AD" clId="Web-{50C42D9F-3692-C4D6-B051-5DD044A9DE6E}" dt="2024-08-22T17:42:52.125" v="548" actId="1076"/>
          <ac:picMkLst>
            <pc:docMk/>
            <pc:sldMk cId="85289448" sldId="441"/>
            <ac:picMk id="5" creationId="{AE03653D-20A0-BCB0-E406-967F2C03CB77}"/>
          </ac:picMkLst>
        </pc:picChg>
        <pc:picChg chg="del">
          <ac:chgData name="Austin Francis" userId="S::apf006@uark.edu::d9206161-76a2-4d0d-bb71-2bac416203d9" providerId="AD" clId="Web-{50C42D9F-3692-C4D6-B051-5DD044A9DE6E}" dt="2024-08-22T17:42:37.375" v="541"/>
          <ac:picMkLst>
            <pc:docMk/>
            <pc:sldMk cId="85289448" sldId="441"/>
            <ac:picMk id="6" creationId="{9AEFFBE4-B4EF-5F56-5F73-B6433144C00C}"/>
          </ac:picMkLst>
        </pc:picChg>
      </pc:sldChg>
      <pc:sldChg chg="addSp delSp modSp add replId">
        <pc:chgData name="Austin Francis" userId="S::apf006@uark.edu::d9206161-76a2-4d0d-bb71-2bac416203d9" providerId="AD" clId="Web-{50C42D9F-3692-C4D6-B051-5DD044A9DE6E}" dt="2024-08-22T17:46:51.306" v="616" actId="1076"/>
        <pc:sldMkLst>
          <pc:docMk/>
          <pc:sldMk cId="3921299865" sldId="442"/>
        </pc:sldMkLst>
        <pc:spChg chg="mod">
          <ac:chgData name="Austin Francis" userId="S::apf006@uark.edu::d9206161-76a2-4d0d-bb71-2bac416203d9" providerId="AD" clId="Web-{50C42D9F-3692-C4D6-B051-5DD044A9DE6E}" dt="2024-08-22T17:46:15.946" v="609" actId="14100"/>
          <ac:spMkLst>
            <pc:docMk/>
            <pc:sldMk cId="3921299865" sldId="442"/>
            <ac:spMk id="2" creationId="{A9A10DC1-DDE1-4347-BDBB-4B2ACA3E8D0F}"/>
          </ac:spMkLst>
        </pc:spChg>
        <pc:spChg chg="add del mod">
          <ac:chgData name="Austin Francis" userId="S::apf006@uark.edu::d9206161-76a2-4d0d-bb71-2bac416203d9" providerId="AD" clId="Web-{50C42D9F-3692-C4D6-B051-5DD044A9DE6E}" dt="2024-08-22T17:46:35.446" v="611"/>
          <ac:spMkLst>
            <pc:docMk/>
            <pc:sldMk cId="3921299865" sldId="442"/>
            <ac:spMk id="4" creationId="{AAB1AD00-74B4-A94C-42A6-98452F7A9C80}"/>
          </ac:spMkLst>
        </pc:spChg>
        <pc:picChg chg="del">
          <ac:chgData name="Austin Francis" userId="S::apf006@uark.edu::d9206161-76a2-4d0d-bb71-2bac416203d9" providerId="AD" clId="Web-{50C42D9F-3692-C4D6-B051-5DD044A9DE6E}" dt="2024-08-22T17:46:17.946" v="610"/>
          <ac:picMkLst>
            <pc:docMk/>
            <pc:sldMk cId="3921299865" sldId="442"/>
            <ac:picMk id="5" creationId="{AE03653D-20A0-BCB0-E406-967F2C03CB77}"/>
          </ac:picMkLst>
        </pc:picChg>
        <pc:picChg chg="add mod ord">
          <ac:chgData name="Austin Francis" userId="S::apf006@uark.edu::d9206161-76a2-4d0d-bb71-2bac416203d9" providerId="AD" clId="Web-{50C42D9F-3692-C4D6-B051-5DD044A9DE6E}" dt="2024-08-22T17:46:51.306" v="616" actId="1076"/>
          <ac:picMkLst>
            <pc:docMk/>
            <pc:sldMk cId="3921299865" sldId="442"/>
            <ac:picMk id="6" creationId="{D245BDB9-C476-80C7-D479-B011205E8B8A}"/>
          </ac:picMkLst>
        </pc:picChg>
      </pc:sldChg>
      <pc:sldChg chg="add del replId">
        <pc:chgData name="Austin Francis" userId="S::apf006@uark.edu::d9206161-76a2-4d0d-bb71-2bac416203d9" providerId="AD" clId="Web-{50C42D9F-3692-C4D6-B051-5DD044A9DE6E}" dt="2024-08-22T17:55:16.310" v="705"/>
        <pc:sldMkLst>
          <pc:docMk/>
          <pc:sldMk cId="2812226804" sldId="443"/>
        </pc:sldMkLst>
      </pc:sldChg>
      <pc:sldChg chg="addSp delSp modSp add replId">
        <pc:chgData name="Austin Francis" userId="S::apf006@uark.edu::d9206161-76a2-4d0d-bb71-2bac416203d9" providerId="AD" clId="Web-{50C42D9F-3692-C4D6-B051-5DD044A9DE6E}" dt="2024-08-22T17:52:18.490" v="653" actId="20577"/>
        <pc:sldMkLst>
          <pc:docMk/>
          <pc:sldMk cId="1071918637" sldId="444"/>
        </pc:sldMkLst>
        <pc:spChg chg="mod">
          <ac:chgData name="Austin Francis" userId="S::apf006@uark.edu::d9206161-76a2-4d0d-bb71-2bac416203d9" providerId="AD" clId="Web-{50C42D9F-3692-C4D6-B051-5DD044A9DE6E}" dt="2024-08-22T17:52:18.490" v="653" actId="20577"/>
          <ac:spMkLst>
            <pc:docMk/>
            <pc:sldMk cId="1071918637" sldId="444"/>
            <ac:spMk id="2" creationId="{A9A10DC1-DDE1-4347-BDBB-4B2ACA3E8D0F}"/>
          </ac:spMkLst>
        </pc:spChg>
        <pc:spChg chg="add del mod">
          <ac:chgData name="Austin Francis" userId="S::apf006@uark.edu::d9206161-76a2-4d0d-bb71-2bac416203d9" providerId="AD" clId="Web-{50C42D9F-3692-C4D6-B051-5DD044A9DE6E}" dt="2024-08-22T17:49:19.156" v="642"/>
          <ac:spMkLst>
            <pc:docMk/>
            <pc:sldMk cId="1071918637" sldId="444"/>
            <ac:spMk id="4" creationId="{197777BF-D5FF-637E-958E-B13176DEB6C2}"/>
          </ac:spMkLst>
        </pc:spChg>
        <pc:picChg chg="add mod ord">
          <ac:chgData name="Austin Francis" userId="S::apf006@uark.edu::d9206161-76a2-4d0d-bb71-2bac416203d9" providerId="AD" clId="Web-{50C42D9F-3692-C4D6-B051-5DD044A9DE6E}" dt="2024-08-22T17:49:25.640" v="645" actId="1076"/>
          <ac:picMkLst>
            <pc:docMk/>
            <pc:sldMk cId="1071918637" sldId="444"/>
            <ac:picMk id="5" creationId="{5CED2E20-1786-4212-F47D-82E9007D2028}"/>
          </ac:picMkLst>
        </pc:picChg>
        <pc:picChg chg="del">
          <ac:chgData name="Austin Francis" userId="S::apf006@uark.edu::d9206161-76a2-4d0d-bb71-2bac416203d9" providerId="AD" clId="Web-{50C42D9F-3692-C4D6-B051-5DD044A9DE6E}" dt="2024-08-22T17:48:50.123" v="641"/>
          <ac:picMkLst>
            <pc:docMk/>
            <pc:sldMk cId="1071918637" sldId="444"/>
            <ac:picMk id="6" creationId="{D245BDB9-C476-80C7-D479-B011205E8B8A}"/>
          </ac:picMkLst>
        </pc:picChg>
        <pc:picChg chg="add mod">
          <ac:chgData name="Austin Francis" userId="S::apf006@uark.edu::d9206161-76a2-4d0d-bb71-2bac416203d9" providerId="AD" clId="Web-{50C42D9F-3692-C4D6-B051-5DD044A9DE6E}" dt="2024-08-22T17:50:33.002" v="651" actId="1076"/>
          <ac:picMkLst>
            <pc:docMk/>
            <pc:sldMk cId="1071918637" sldId="444"/>
            <ac:picMk id="7" creationId="{C1BC1DC2-9E35-AE23-48EF-B9AB725AC397}"/>
          </ac:picMkLst>
        </pc:picChg>
      </pc:sldChg>
      <pc:sldChg chg="addSp delSp modSp add replId">
        <pc:chgData name="Austin Francis" userId="S::apf006@uark.edu::d9206161-76a2-4d0d-bb71-2bac416203d9" providerId="AD" clId="Web-{50C42D9F-3692-C4D6-B051-5DD044A9DE6E}" dt="2024-08-22T17:54:43.183" v="704" actId="20577"/>
        <pc:sldMkLst>
          <pc:docMk/>
          <pc:sldMk cId="1873507160" sldId="445"/>
        </pc:sldMkLst>
        <pc:spChg chg="mod">
          <ac:chgData name="Austin Francis" userId="S::apf006@uark.edu::d9206161-76a2-4d0d-bb71-2bac416203d9" providerId="AD" clId="Web-{50C42D9F-3692-C4D6-B051-5DD044A9DE6E}" dt="2024-08-22T17:54:43.183" v="704" actId="20577"/>
          <ac:spMkLst>
            <pc:docMk/>
            <pc:sldMk cId="1873507160" sldId="445"/>
            <ac:spMk id="2" creationId="{A9A10DC1-DDE1-4347-BDBB-4B2ACA3E8D0F}"/>
          </ac:spMkLst>
        </pc:spChg>
        <pc:spChg chg="add del mod">
          <ac:chgData name="Austin Francis" userId="S::apf006@uark.edu::d9206161-76a2-4d0d-bb71-2bac416203d9" providerId="AD" clId="Web-{50C42D9F-3692-C4D6-B051-5DD044A9DE6E}" dt="2024-08-22T17:53:02.726" v="657"/>
          <ac:spMkLst>
            <pc:docMk/>
            <pc:sldMk cId="1873507160" sldId="445"/>
            <ac:spMk id="4" creationId="{DF2FAE59-D15A-8BBA-2361-F405A8F43847}"/>
          </ac:spMkLst>
        </pc:spChg>
        <pc:picChg chg="del">
          <ac:chgData name="Austin Francis" userId="S::apf006@uark.edu::d9206161-76a2-4d0d-bb71-2bac416203d9" providerId="AD" clId="Web-{50C42D9F-3692-C4D6-B051-5DD044A9DE6E}" dt="2024-08-22T17:52:56.992" v="655"/>
          <ac:picMkLst>
            <pc:docMk/>
            <pc:sldMk cId="1873507160" sldId="445"/>
            <ac:picMk id="5" creationId="{5CED2E20-1786-4212-F47D-82E9007D2028}"/>
          </ac:picMkLst>
        </pc:picChg>
        <pc:picChg chg="add mod ord">
          <ac:chgData name="Austin Francis" userId="S::apf006@uark.edu::d9206161-76a2-4d0d-bb71-2bac416203d9" providerId="AD" clId="Web-{50C42D9F-3692-C4D6-B051-5DD044A9DE6E}" dt="2024-08-22T17:53:22.102" v="662" actId="1076"/>
          <ac:picMkLst>
            <pc:docMk/>
            <pc:sldMk cId="1873507160" sldId="445"/>
            <ac:picMk id="6" creationId="{7EB43F5E-51FA-97F1-38E5-3C61F9650255}"/>
          </ac:picMkLst>
        </pc:picChg>
        <pc:picChg chg="del">
          <ac:chgData name="Austin Francis" userId="S::apf006@uark.edu::d9206161-76a2-4d0d-bb71-2bac416203d9" providerId="AD" clId="Web-{50C42D9F-3692-C4D6-B051-5DD044A9DE6E}" dt="2024-08-22T17:53:00.711" v="656"/>
          <ac:picMkLst>
            <pc:docMk/>
            <pc:sldMk cId="1873507160" sldId="445"/>
            <ac:picMk id="7" creationId="{C1BC1DC2-9E35-AE23-48EF-B9AB725AC397}"/>
          </ac:picMkLst>
        </pc:picChg>
      </pc:sldChg>
      <pc:sldChg chg="addSp delSp modSp add replId">
        <pc:chgData name="Austin Francis" userId="S::apf006@uark.edu::d9206161-76a2-4d0d-bb71-2bac416203d9" providerId="AD" clId="Web-{50C42D9F-3692-C4D6-B051-5DD044A9DE6E}" dt="2024-08-22T17:57:42.581" v="749" actId="1076"/>
        <pc:sldMkLst>
          <pc:docMk/>
          <pc:sldMk cId="255185723" sldId="446"/>
        </pc:sldMkLst>
        <pc:spChg chg="mod">
          <ac:chgData name="Austin Francis" userId="S::apf006@uark.edu::d9206161-76a2-4d0d-bb71-2bac416203d9" providerId="AD" clId="Web-{50C42D9F-3692-C4D6-B051-5DD044A9DE6E}" dt="2024-08-22T17:57:07.861" v="742" actId="20577"/>
          <ac:spMkLst>
            <pc:docMk/>
            <pc:sldMk cId="255185723" sldId="446"/>
            <ac:spMk id="2" creationId="{A9A10DC1-DDE1-4347-BDBB-4B2ACA3E8D0F}"/>
          </ac:spMkLst>
        </pc:spChg>
        <pc:spChg chg="add del mod">
          <ac:chgData name="Austin Francis" userId="S::apf006@uark.edu::d9206161-76a2-4d0d-bb71-2bac416203d9" providerId="AD" clId="Web-{50C42D9F-3692-C4D6-B051-5DD044A9DE6E}" dt="2024-08-22T17:57:25.268" v="744"/>
          <ac:spMkLst>
            <pc:docMk/>
            <pc:sldMk cId="255185723" sldId="446"/>
            <ac:spMk id="4" creationId="{2EAA6113-09E6-D552-E84A-A6E65E8F08D9}"/>
          </ac:spMkLst>
        </pc:spChg>
        <pc:picChg chg="add mod ord">
          <ac:chgData name="Austin Francis" userId="S::apf006@uark.edu::d9206161-76a2-4d0d-bb71-2bac416203d9" providerId="AD" clId="Web-{50C42D9F-3692-C4D6-B051-5DD044A9DE6E}" dt="2024-08-22T17:57:42.581" v="749" actId="1076"/>
          <ac:picMkLst>
            <pc:docMk/>
            <pc:sldMk cId="255185723" sldId="446"/>
            <ac:picMk id="5" creationId="{A1060D54-6EB4-99A4-A563-AE06D8D19025}"/>
          </ac:picMkLst>
        </pc:picChg>
        <pc:picChg chg="del">
          <ac:chgData name="Austin Francis" userId="S::apf006@uark.edu::d9206161-76a2-4d0d-bb71-2bac416203d9" providerId="AD" clId="Web-{50C42D9F-3692-C4D6-B051-5DD044A9DE6E}" dt="2024-08-22T17:57:10.126" v="743"/>
          <ac:picMkLst>
            <pc:docMk/>
            <pc:sldMk cId="255185723" sldId="446"/>
            <ac:picMk id="6" creationId="{7EB43F5E-51FA-97F1-38E5-3C61F9650255}"/>
          </ac:picMkLst>
        </pc:picChg>
      </pc:sldChg>
      <pc:sldChg chg="addSp delSp modSp add replId">
        <pc:chgData name="Austin Francis" userId="S::apf006@uark.edu::d9206161-76a2-4d0d-bb71-2bac416203d9" providerId="AD" clId="Web-{50C42D9F-3692-C4D6-B051-5DD044A9DE6E}" dt="2024-08-22T17:58:29.661" v="758" actId="1076"/>
        <pc:sldMkLst>
          <pc:docMk/>
          <pc:sldMk cId="3171331945" sldId="447"/>
        </pc:sldMkLst>
        <pc:spChg chg="add del mod">
          <ac:chgData name="Austin Francis" userId="S::apf006@uark.edu::d9206161-76a2-4d0d-bb71-2bac416203d9" providerId="AD" clId="Web-{50C42D9F-3692-C4D6-B051-5DD044A9DE6E}" dt="2024-08-22T17:58:11.285" v="752"/>
          <ac:spMkLst>
            <pc:docMk/>
            <pc:sldMk cId="3171331945" sldId="447"/>
            <ac:spMk id="4" creationId="{FCF7CF29-A971-B771-7349-0A3AC104B489}"/>
          </ac:spMkLst>
        </pc:spChg>
        <pc:picChg chg="del">
          <ac:chgData name="Austin Francis" userId="S::apf006@uark.edu::d9206161-76a2-4d0d-bb71-2bac416203d9" providerId="AD" clId="Web-{50C42D9F-3692-C4D6-B051-5DD044A9DE6E}" dt="2024-08-22T17:57:55.097" v="751"/>
          <ac:picMkLst>
            <pc:docMk/>
            <pc:sldMk cId="3171331945" sldId="447"/>
            <ac:picMk id="5" creationId="{A1060D54-6EB4-99A4-A563-AE06D8D19025}"/>
          </ac:picMkLst>
        </pc:picChg>
        <pc:picChg chg="add mod ord">
          <ac:chgData name="Austin Francis" userId="S::apf006@uark.edu::d9206161-76a2-4d0d-bb71-2bac416203d9" providerId="AD" clId="Web-{50C42D9F-3692-C4D6-B051-5DD044A9DE6E}" dt="2024-08-22T17:58:29.661" v="758" actId="1076"/>
          <ac:picMkLst>
            <pc:docMk/>
            <pc:sldMk cId="3171331945" sldId="447"/>
            <ac:picMk id="6" creationId="{21510298-7969-CFD3-5AE5-BF62A5E7E5E4}"/>
          </ac:picMkLst>
        </pc:picChg>
      </pc:sldChg>
      <pc:sldChg chg="addSp delSp modSp add replId">
        <pc:chgData name="Austin Francis" userId="S::apf006@uark.edu::d9206161-76a2-4d0d-bb71-2bac416203d9" providerId="AD" clId="Web-{50C42D9F-3692-C4D6-B051-5DD044A9DE6E}" dt="2024-08-22T18:00:38.619" v="783" actId="1076"/>
        <pc:sldMkLst>
          <pc:docMk/>
          <pc:sldMk cId="1677918249" sldId="448"/>
        </pc:sldMkLst>
        <pc:spChg chg="mod">
          <ac:chgData name="Austin Francis" userId="S::apf006@uark.edu::d9206161-76a2-4d0d-bb71-2bac416203d9" providerId="AD" clId="Web-{50C42D9F-3692-C4D6-B051-5DD044A9DE6E}" dt="2024-08-22T18:00:09.743" v="778" actId="20577"/>
          <ac:spMkLst>
            <pc:docMk/>
            <pc:sldMk cId="1677918249" sldId="448"/>
            <ac:spMk id="2" creationId="{A9A10DC1-DDE1-4347-BDBB-4B2ACA3E8D0F}"/>
          </ac:spMkLst>
        </pc:spChg>
        <pc:spChg chg="add del mod">
          <ac:chgData name="Austin Francis" userId="S::apf006@uark.edu::d9206161-76a2-4d0d-bb71-2bac416203d9" providerId="AD" clId="Web-{50C42D9F-3692-C4D6-B051-5DD044A9DE6E}" dt="2024-08-22T18:00:27.759" v="780"/>
          <ac:spMkLst>
            <pc:docMk/>
            <pc:sldMk cId="1677918249" sldId="448"/>
            <ac:spMk id="4" creationId="{29291333-5A37-55DF-E89D-60DB7CAB6738}"/>
          </ac:spMkLst>
        </pc:spChg>
        <pc:picChg chg="add mod ord">
          <ac:chgData name="Austin Francis" userId="S::apf006@uark.edu::d9206161-76a2-4d0d-bb71-2bac416203d9" providerId="AD" clId="Web-{50C42D9F-3692-C4D6-B051-5DD044A9DE6E}" dt="2024-08-22T18:00:38.619" v="783" actId="1076"/>
          <ac:picMkLst>
            <pc:docMk/>
            <pc:sldMk cId="1677918249" sldId="448"/>
            <ac:picMk id="5" creationId="{EAFC242B-0AF1-64D7-ACAD-7AE192FA141F}"/>
          </ac:picMkLst>
        </pc:picChg>
        <pc:picChg chg="del">
          <ac:chgData name="Austin Francis" userId="S::apf006@uark.edu::d9206161-76a2-4d0d-bb71-2bac416203d9" providerId="AD" clId="Web-{50C42D9F-3692-C4D6-B051-5DD044A9DE6E}" dt="2024-08-22T18:00:13.040" v="779"/>
          <ac:picMkLst>
            <pc:docMk/>
            <pc:sldMk cId="1677918249" sldId="448"/>
            <ac:picMk id="6" creationId="{21510298-7969-CFD3-5AE5-BF62A5E7E5E4}"/>
          </ac:picMkLst>
        </pc:picChg>
      </pc:sldChg>
      <pc:sldChg chg="addSp delSp modSp add replId">
        <pc:chgData name="Austin Francis" userId="S::apf006@uark.edu::d9206161-76a2-4d0d-bb71-2bac416203d9" providerId="AD" clId="Web-{50C42D9F-3692-C4D6-B051-5DD044A9DE6E}" dt="2024-08-22T18:04:46.769" v="863" actId="1076"/>
        <pc:sldMkLst>
          <pc:docMk/>
          <pc:sldMk cId="3283057294" sldId="449"/>
        </pc:sldMkLst>
        <pc:spChg chg="mod">
          <ac:chgData name="Austin Francis" userId="S::apf006@uark.edu::d9206161-76a2-4d0d-bb71-2bac416203d9" providerId="AD" clId="Web-{50C42D9F-3692-C4D6-B051-5DD044A9DE6E}" dt="2024-08-22T18:04:35.128" v="858" actId="20577"/>
          <ac:spMkLst>
            <pc:docMk/>
            <pc:sldMk cId="3283057294" sldId="449"/>
            <ac:spMk id="2" creationId="{A9A10DC1-DDE1-4347-BDBB-4B2ACA3E8D0F}"/>
          </ac:spMkLst>
        </pc:spChg>
        <pc:spChg chg="add del mod">
          <ac:chgData name="Austin Francis" userId="S::apf006@uark.edu::d9206161-76a2-4d0d-bb71-2bac416203d9" providerId="AD" clId="Web-{50C42D9F-3692-C4D6-B051-5DD044A9DE6E}" dt="2024-08-22T18:01:16.761" v="789"/>
          <ac:spMkLst>
            <pc:docMk/>
            <pc:sldMk cId="3283057294" sldId="449"/>
            <ac:spMk id="6" creationId="{4CA6A0E0-BC8C-A877-D3DF-78155BCBBDEB}"/>
          </ac:spMkLst>
        </pc:spChg>
        <pc:picChg chg="add del mod">
          <ac:chgData name="Austin Francis" userId="S::apf006@uark.edu::d9206161-76a2-4d0d-bb71-2bac416203d9" providerId="AD" clId="Web-{50C42D9F-3692-C4D6-B051-5DD044A9DE6E}" dt="2024-08-22T18:04:36.831" v="859"/>
          <ac:picMkLst>
            <pc:docMk/>
            <pc:sldMk cId="3283057294" sldId="449"/>
            <ac:picMk id="3" creationId="{B7CB12AA-9EEC-5941-CC47-C316C0FF8442}"/>
          </ac:picMkLst>
        </pc:picChg>
        <pc:picChg chg="del">
          <ac:chgData name="Austin Francis" userId="S::apf006@uark.edu::d9206161-76a2-4d0d-bb71-2bac416203d9" providerId="AD" clId="Web-{50C42D9F-3692-C4D6-B051-5DD044A9DE6E}" dt="2024-08-22T18:01:01.635" v="786"/>
          <ac:picMkLst>
            <pc:docMk/>
            <pc:sldMk cId="3283057294" sldId="449"/>
            <ac:picMk id="5" creationId="{EAFC242B-0AF1-64D7-ACAD-7AE192FA141F}"/>
          </ac:picMkLst>
        </pc:picChg>
        <pc:picChg chg="add mod">
          <ac:chgData name="Austin Francis" userId="S::apf006@uark.edu::d9206161-76a2-4d0d-bb71-2bac416203d9" providerId="AD" clId="Web-{50C42D9F-3692-C4D6-B051-5DD044A9DE6E}" dt="2024-08-22T18:04:46.769" v="863" actId="1076"/>
          <ac:picMkLst>
            <pc:docMk/>
            <pc:sldMk cId="3283057294" sldId="449"/>
            <ac:picMk id="7" creationId="{EAA2E322-1475-166C-D420-DAE947C2101E}"/>
          </ac:picMkLst>
        </pc:picChg>
      </pc:sldChg>
      <pc:sldChg chg="addSp delSp modSp add del replId">
        <pc:chgData name="Austin Francis" userId="S::apf006@uark.edu::d9206161-76a2-4d0d-bb71-2bac416203d9" providerId="AD" clId="Web-{50C42D9F-3692-C4D6-B051-5DD044A9DE6E}" dt="2024-08-22T18:01:50.231" v="794"/>
        <pc:sldMkLst>
          <pc:docMk/>
          <pc:sldMk cId="1180406736" sldId="450"/>
        </pc:sldMkLst>
        <pc:spChg chg="add del">
          <ac:chgData name="Austin Francis" userId="S::apf006@uark.edu::d9206161-76a2-4d0d-bb71-2bac416203d9" providerId="AD" clId="Web-{50C42D9F-3692-C4D6-B051-5DD044A9DE6E}" dt="2024-08-22T18:01:49.231" v="793"/>
          <ac:spMkLst>
            <pc:docMk/>
            <pc:sldMk cId="1180406736" sldId="450"/>
            <ac:spMk id="2" creationId="{A9A10DC1-DDE1-4347-BDBB-4B2ACA3E8D0F}"/>
          </ac:spMkLst>
        </pc:spChg>
        <pc:spChg chg="add del mod">
          <ac:chgData name="Austin Francis" userId="S::apf006@uark.edu::d9206161-76a2-4d0d-bb71-2bac416203d9" providerId="AD" clId="Web-{50C42D9F-3692-C4D6-B051-5DD044A9DE6E}" dt="2024-08-22T18:01:49.231" v="793"/>
          <ac:spMkLst>
            <pc:docMk/>
            <pc:sldMk cId="1180406736" sldId="450"/>
            <ac:spMk id="5" creationId="{9DF45C6C-8DBC-B6FF-4CD8-21271CB07187}"/>
          </ac:spMkLst>
        </pc:spChg>
      </pc:sldChg>
      <pc:sldChg chg="add replId">
        <pc:chgData name="Austin Francis" userId="S::apf006@uark.edu::d9206161-76a2-4d0d-bb71-2bac416203d9" providerId="AD" clId="Web-{50C42D9F-3692-C4D6-B051-5DD044A9DE6E}" dt="2024-08-22T18:05:41.630" v="864"/>
        <pc:sldMkLst>
          <pc:docMk/>
          <pc:sldMk cId="2580859544" sldId="450"/>
        </pc:sldMkLst>
      </pc:sldChg>
      <pc:sldChg chg="addSp delSp modSp add replId">
        <pc:chgData name="Austin Francis" userId="S::apf006@uark.edu::d9206161-76a2-4d0d-bb71-2bac416203d9" providerId="AD" clId="Web-{50C42D9F-3692-C4D6-B051-5DD044A9DE6E}" dt="2024-08-22T18:06:10.678" v="870" actId="1076"/>
        <pc:sldMkLst>
          <pc:docMk/>
          <pc:sldMk cId="3512462835" sldId="451"/>
        </pc:sldMkLst>
        <pc:picChg chg="add mod">
          <ac:chgData name="Austin Francis" userId="S::apf006@uark.edu::d9206161-76a2-4d0d-bb71-2bac416203d9" providerId="AD" clId="Web-{50C42D9F-3692-C4D6-B051-5DD044A9DE6E}" dt="2024-08-22T18:06:10.678" v="870" actId="1076"/>
          <ac:picMkLst>
            <pc:docMk/>
            <pc:sldMk cId="3512462835" sldId="451"/>
            <ac:picMk id="3" creationId="{5397A63A-6B28-DB95-D47E-77FD92658E80}"/>
          </ac:picMkLst>
        </pc:picChg>
        <pc:picChg chg="del">
          <ac:chgData name="Austin Francis" userId="S::apf006@uark.edu::d9206161-76a2-4d0d-bb71-2bac416203d9" providerId="AD" clId="Web-{50C42D9F-3692-C4D6-B051-5DD044A9DE6E}" dt="2024-08-22T18:06:03.334" v="866"/>
          <ac:picMkLst>
            <pc:docMk/>
            <pc:sldMk cId="3512462835" sldId="451"/>
            <ac:picMk id="7" creationId="{EAA2E322-1475-166C-D420-DAE947C2101E}"/>
          </ac:picMkLst>
        </pc:picChg>
      </pc:sldChg>
      <pc:sldChg chg="addSp delSp modSp add replId">
        <pc:chgData name="Austin Francis" userId="S::apf006@uark.edu::d9206161-76a2-4d0d-bb71-2bac416203d9" providerId="AD" clId="Web-{50C42D9F-3692-C4D6-B051-5DD044A9DE6E}" dt="2024-08-22T18:09:33.607" v="934" actId="1076"/>
        <pc:sldMkLst>
          <pc:docMk/>
          <pc:sldMk cId="3190394525" sldId="452"/>
        </pc:sldMkLst>
        <pc:spChg chg="mod">
          <ac:chgData name="Austin Francis" userId="S::apf006@uark.edu::d9206161-76a2-4d0d-bb71-2bac416203d9" providerId="AD" clId="Web-{50C42D9F-3692-C4D6-B051-5DD044A9DE6E}" dt="2024-08-22T18:07:45.088" v="916" actId="20577"/>
          <ac:spMkLst>
            <pc:docMk/>
            <pc:sldMk cId="3190394525" sldId="452"/>
            <ac:spMk id="2" creationId="{A9A10DC1-DDE1-4347-BDBB-4B2ACA3E8D0F}"/>
          </ac:spMkLst>
        </pc:spChg>
        <pc:picChg chg="del">
          <ac:chgData name="Austin Francis" userId="S::apf006@uark.edu::d9206161-76a2-4d0d-bb71-2bac416203d9" providerId="AD" clId="Web-{50C42D9F-3692-C4D6-B051-5DD044A9DE6E}" dt="2024-08-22T18:07:46.135" v="917"/>
          <ac:picMkLst>
            <pc:docMk/>
            <pc:sldMk cId="3190394525" sldId="452"/>
            <ac:picMk id="3" creationId="{5397A63A-6B28-DB95-D47E-77FD92658E80}"/>
          </ac:picMkLst>
        </pc:picChg>
        <pc:picChg chg="add del mod">
          <ac:chgData name="Austin Francis" userId="S::apf006@uark.edu::d9206161-76a2-4d0d-bb71-2bac416203d9" providerId="AD" clId="Web-{50C42D9F-3692-C4D6-B051-5DD044A9DE6E}" dt="2024-08-22T18:07:57.369" v="919"/>
          <ac:picMkLst>
            <pc:docMk/>
            <pc:sldMk cId="3190394525" sldId="452"/>
            <ac:picMk id="4" creationId="{305DAF12-94BD-681E-971B-65CE7184CEBA}"/>
          </ac:picMkLst>
        </pc:picChg>
        <pc:picChg chg="add mod">
          <ac:chgData name="Austin Francis" userId="S::apf006@uark.edu::d9206161-76a2-4d0d-bb71-2bac416203d9" providerId="AD" clId="Web-{50C42D9F-3692-C4D6-B051-5DD044A9DE6E}" dt="2024-08-22T18:08:24.699" v="925" actId="1076"/>
          <ac:picMkLst>
            <pc:docMk/>
            <pc:sldMk cId="3190394525" sldId="452"/>
            <ac:picMk id="5" creationId="{5D197B4A-D153-72BA-15AD-1D45E513EF41}"/>
          </ac:picMkLst>
        </pc:picChg>
        <pc:picChg chg="add mod">
          <ac:chgData name="Austin Francis" userId="S::apf006@uark.edu::d9206161-76a2-4d0d-bb71-2bac416203d9" providerId="AD" clId="Web-{50C42D9F-3692-C4D6-B051-5DD044A9DE6E}" dt="2024-08-22T18:09:33.607" v="934" actId="1076"/>
          <ac:picMkLst>
            <pc:docMk/>
            <pc:sldMk cId="3190394525" sldId="452"/>
            <ac:picMk id="6" creationId="{5BF142B4-3F3E-0374-6368-D5D93098CA1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44" tIns="48323" rIns="96644" bIns="48323"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44" tIns="48323" rIns="96644" bIns="48323" rtlCol="0"/>
          <a:lstStyle>
            <a:lvl1pPr algn="r">
              <a:defRPr sz="1200"/>
            </a:lvl1pPr>
          </a:lstStyle>
          <a:p>
            <a:fld id="{77EE0671-D154-4A0D-90F0-4F99050D0CF0}" type="datetimeFigureOut">
              <a:rPr lang="en-US" smtClean="0"/>
              <a:t>9/16/2024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4" tIns="48323" rIns="96644" bIns="48323"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44" tIns="48323" rIns="96644" bIns="4832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4" tIns="48323" rIns="96644" bIns="48323"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4" tIns="48323" rIns="96644" bIns="48323" rtlCol="0" anchor="b"/>
          <a:lstStyle>
            <a:lvl1pPr algn="r">
              <a:defRPr sz="1200"/>
            </a:lvl1pPr>
          </a:lstStyle>
          <a:p>
            <a:fld id="{55CCDD01-DD87-4F55-A952-E63114553089}" type="slidenum">
              <a:rPr lang="en-US" smtClean="0"/>
              <a:t>‹#›</a:t>
            </a:fld>
            <a:endParaRPr lang="en-US"/>
          </a:p>
        </p:txBody>
      </p:sp>
    </p:spTree>
    <p:extLst>
      <p:ext uri="{BB962C8B-B14F-4D97-AF65-F5344CB8AC3E}">
        <p14:creationId xmlns:p14="http://schemas.microsoft.com/office/powerpoint/2010/main" val="1739130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2</a:t>
            </a:fld>
            <a:endParaRPr lang="en-US"/>
          </a:p>
        </p:txBody>
      </p:sp>
    </p:spTree>
    <p:extLst>
      <p:ext uri="{BB962C8B-B14F-4D97-AF65-F5344CB8AC3E}">
        <p14:creationId xmlns:p14="http://schemas.microsoft.com/office/powerpoint/2010/main" val="1203571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3</a:t>
            </a:fld>
            <a:endParaRPr lang="en-US"/>
          </a:p>
        </p:txBody>
      </p:sp>
    </p:spTree>
    <p:extLst>
      <p:ext uri="{BB962C8B-B14F-4D97-AF65-F5344CB8AC3E}">
        <p14:creationId xmlns:p14="http://schemas.microsoft.com/office/powerpoint/2010/main" val="1213616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5</a:t>
            </a:fld>
            <a:endParaRPr lang="en-US"/>
          </a:p>
        </p:txBody>
      </p:sp>
    </p:spTree>
    <p:extLst>
      <p:ext uri="{BB962C8B-B14F-4D97-AF65-F5344CB8AC3E}">
        <p14:creationId xmlns:p14="http://schemas.microsoft.com/office/powerpoint/2010/main" val="3777218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6</a:t>
            </a:fld>
            <a:endParaRPr lang="en-US"/>
          </a:p>
        </p:txBody>
      </p:sp>
    </p:spTree>
    <p:extLst>
      <p:ext uri="{BB962C8B-B14F-4D97-AF65-F5344CB8AC3E}">
        <p14:creationId xmlns:p14="http://schemas.microsoft.com/office/powerpoint/2010/main" val="3350740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b="1"/>
              <a:t>Higher spreads</a:t>
            </a:r>
            <a:r>
              <a:rPr lang="en-US"/>
              <a:t> (343 bps for disclosers vs. 282 bps for non-disclosers).</a:t>
            </a:r>
          </a:p>
          <a:p>
            <a:pPr marL="171450" indent="-171450">
              <a:buFont typeface="Arial"/>
              <a:buChar char="•"/>
            </a:pPr>
            <a:r>
              <a:rPr lang="en-US" b="1" dirty="0"/>
              <a:t>Larger loan amounts</a:t>
            </a:r>
            <a:r>
              <a:rPr lang="en-US" dirty="0"/>
              <a:t> ($146 million for disclosers vs. $106 million for non-disclosers).</a:t>
            </a:r>
            <a:endParaRPr lang="en-US" dirty="0">
              <a:ea typeface="Calibri"/>
              <a:cs typeface="Calibri"/>
            </a:endParaRPr>
          </a:p>
          <a:p>
            <a:pPr marL="171450" indent="-171450">
              <a:buFont typeface="Arial"/>
              <a:buChar char="•"/>
            </a:pPr>
            <a:r>
              <a:rPr lang="en-US" b="1" dirty="0"/>
              <a:t>Longer maturity</a:t>
            </a:r>
            <a:r>
              <a:rPr lang="en-US" dirty="0"/>
              <a:t> (68 months for disclosers vs. 49 months for non-disclosers).</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7</a:t>
            </a:fld>
            <a:endParaRPr lang="en-US"/>
          </a:p>
        </p:txBody>
      </p:sp>
    </p:spTree>
    <p:extLst>
      <p:ext uri="{BB962C8B-B14F-4D97-AF65-F5344CB8AC3E}">
        <p14:creationId xmlns:p14="http://schemas.microsoft.com/office/powerpoint/2010/main" val="1998564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Disclose = dummy variable </a:t>
            </a:r>
          </a:p>
          <a:p>
            <a:endParaRPr lang="en-US" dirty="0">
              <a:ea typeface="Calibri"/>
              <a:cs typeface="Calibri"/>
            </a:endParaRPr>
          </a:p>
          <a:p>
            <a:r>
              <a:rPr lang="en-US">
                <a:ea typeface="Calibri"/>
                <a:cs typeface="Calibri"/>
              </a:rPr>
              <a:t>X = loan controls from loan agreement</a:t>
            </a:r>
          </a:p>
          <a:p>
            <a:endParaRPr lang="en-US" dirty="0">
              <a:ea typeface="Calibri"/>
              <a:cs typeface="Calibri"/>
            </a:endParaRPr>
          </a:p>
          <a:p>
            <a:r>
              <a:rPr lang="en-US" dirty="0">
                <a:ea typeface="Calibri"/>
                <a:cs typeface="Calibri"/>
              </a:rPr>
              <a:t>W = borrower fixed effects </a:t>
            </a:r>
          </a:p>
          <a:p>
            <a:endParaRPr lang="en-US" dirty="0">
              <a:ea typeface="Calibri"/>
              <a:cs typeface="Calibri"/>
            </a:endParaRPr>
          </a:p>
          <a:p>
            <a:r>
              <a:rPr lang="en-US" dirty="0">
                <a:ea typeface="Calibri"/>
                <a:cs typeface="Calibri"/>
              </a:rPr>
              <a:t>U = lender fixed effects </a:t>
            </a:r>
          </a:p>
          <a:p>
            <a:endParaRPr lang="en-US" dirty="0">
              <a:ea typeface="Calibri"/>
              <a:cs typeface="Calibri"/>
            </a:endParaRPr>
          </a:p>
          <a:p>
            <a:r>
              <a:rPr lang="en-US" dirty="0">
                <a:ea typeface="Calibri"/>
                <a:cs typeface="Calibri"/>
              </a:rPr>
              <a:t>V = year fixed effects </a:t>
            </a:r>
          </a:p>
        </p:txBody>
      </p:sp>
      <p:sp>
        <p:nvSpPr>
          <p:cNvPr id="4" name="Slide Number Placeholder 3"/>
          <p:cNvSpPr>
            <a:spLocks noGrp="1"/>
          </p:cNvSpPr>
          <p:nvPr>
            <p:ph type="sldNum" sz="quarter" idx="5"/>
          </p:nvPr>
        </p:nvSpPr>
        <p:spPr/>
        <p:txBody>
          <a:bodyPr/>
          <a:lstStyle/>
          <a:p>
            <a:fld id="{55CCDD01-DD87-4F55-A952-E63114553089}" type="slidenum">
              <a:rPr lang="en-US" smtClean="0"/>
              <a:t>8</a:t>
            </a:fld>
            <a:endParaRPr lang="en-US"/>
          </a:p>
        </p:txBody>
      </p:sp>
    </p:spTree>
    <p:extLst>
      <p:ext uri="{BB962C8B-B14F-4D97-AF65-F5344CB8AC3E}">
        <p14:creationId xmlns:p14="http://schemas.microsoft.com/office/powerpoint/2010/main" val="17949499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econometric model estimating the </a:t>
            </a:r>
            <a:r>
              <a:rPr lang="en-US" b="1" dirty="0"/>
              <a:t>excess return</a:t>
            </a:r>
            <a:r>
              <a:rPr lang="en-US" dirty="0"/>
              <a:t> (</a:t>
            </a:r>
            <a:r>
              <a:rPr lang="en-US" dirty="0" err="1"/>
              <a:t>ri,t−Ri,tBr</a:t>
            </a:r>
            <a:r>
              <a:rPr lang="en-US" dirty="0"/>
              <a:t>_{</a:t>
            </a:r>
            <a:r>
              <a:rPr lang="en-US" dirty="0" err="1"/>
              <a:t>i,t</a:t>
            </a:r>
            <a:r>
              <a:rPr lang="en-US" dirty="0"/>
              <a:t>} - R^B_{</a:t>
            </a:r>
            <a:r>
              <a:rPr lang="en-US" dirty="0" err="1"/>
              <a:t>i,t</a:t>
            </a:r>
            <a:r>
              <a:rPr lang="en-US" dirty="0"/>
              <a:t>}</a:t>
            </a:r>
            <a:r>
              <a:rPr lang="en-US" dirty="0" err="1"/>
              <a:t>ri,t</a:t>
            </a:r>
            <a:r>
              <a:rPr lang="en-US" dirty="0"/>
              <a:t>​−</a:t>
            </a:r>
            <a:r>
              <a:rPr lang="en-US" dirty="0" err="1"/>
              <a:t>Ri,tB</a:t>
            </a:r>
            <a:r>
              <a:rPr lang="en-US" dirty="0"/>
              <a:t>​) of a firm at time </a:t>
            </a:r>
            <a:r>
              <a:rPr lang="en-US" dirty="0" err="1"/>
              <a:t>ttt</a:t>
            </a:r>
            <a:r>
              <a:rPr lang="en-US" dirty="0"/>
              <a:t>, which is the return of the firm minus the benchmark return (</a:t>
            </a:r>
            <a:r>
              <a:rPr lang="en-US" dirty="0" err="1"/>
              <a:t>Ri,tBR^B</a:t>
            </a:r>
            <a:r>
              <a:rPr lang="en-US" dirty="0"/>
              <a:t>_{</a:t>
            </a:r>
            <a:r>
              <a:rPr lang="en-US" dirty="0" err="1"/>
              <a:t>i,t</a:t>
            </a:r>
            <a:r>
              <a:rPr lang="en-US" dirty="0"/>
              <a:t>}</a:t>
            </a:r>
            <a:r>
              <a:rPr lang="en-US" dirty="0" err="1"/>
              <a:t>Ri,tB</a:t>
            </a:r>
            <a:r>
              <a:rPr lang="en-US" dirty="0"/>
              <a:t>​). The model regresses the excess return on several explanatory variables that reflect changes in the firm’s characteristics relative to its market value from the previous period. Here's a breakdown of the equation:</a:t>
            </a:r>
          </a:p>
          <a:p>
            <a:r>
              <a:rPr lang="en-US" b="1" dirty="0"/>
              <a:t>Variables in the Model:</a:t>
            </a:r>
          </a:p>
          <a:p>
            <a:pPr>
              <a:buFont typeface="Arial" panose="020B0604020202020204" pitchFamily="34" charset="0"/>
              <a:buChar char="•"/>
            </a:pPr>
            <a:r>
              <a:rPr lang="el-GR" dirty="0"/>
              <a:t>Δ</a:t>
            </a:r>
            <a:r>
              <a:rPr lang="en-US" dirty="0" err="1"/>
              <a:t>Ci,t</a:t>
            </a:r>
            <a:r>
              <a:rPr lang="en-US" dirty="0"/>
              <a:t>\Delta C_{</a:t>
            </a:r>
            <a:r>
              <a:rPr lang="en-US" dirty="0" err="1"/>
              <a:t>i,t</a:t>
            </a:r>
            <a:r>
              <a:rPr lang="en-US" dirty="0"/>
              <a:t>}</a:t>
            </a:r>
            <a:r>
              <a:rPr lang="el-GR" dirty="0"/>
              <a:t>Δ</a:t>
            </a:r>
            <a:r>
              <a:rPr lang="en-US" dirty="0" err="1"/>
              <a:t>Ci,t</a:t>
            </a:r>
            <a:r>
              <a:rPr lang="en-US" dirty="0"/>
              <a:t>​: Change in cash.</a:t>
            </a:r>
          </a:p>
          <a:p>
            <a:pPr>
              <a:buFont typeface="Arial" panose="020B0604020202020204" pitchFamily="34" charset="0"/>
              <a:buChar char="•"/>
            </a:pPr>
            <a:r>
              <a:rPr lang="el-GR" dirty="0"/>
              <a:t>Δ</a:t>
            </a:r>
            <a:r>
              <a:rPr lang="en-US" dirty="0" err="1"/>
              <a:t>Ei,t</a:t>
            </a:r>
            <a:r>
              <a:rPr lang="en-US" dirty="0"/>
              <a:t>\Delta E_{</a:t>
            </a:r>
            <a:r>
              <a:rPr lang="en-US" dirty="0" err="1"/>
              <a:t>i,t</a:t>
            </a:r>
            <a:r>
              <a:rPr lang="en-US" dirty="0"/>
              <a:t>}</a:t>
            </a:r>
            <a:r>
              <a:rPr lang="el-GR" dirty="0"/>
              <a:t>Δ</a:t>
            </a:r>
            <a:r>
              <a:rPr lang="en-US" dirty="0" err="1"/>
              <a:t>Ei,t</a:t>
            </a:r>
            <a:r>
              <a:rPr lang="en-US" dirty="0"/>
              <a:t>​: Change in earnings.</a:t>
            </a:r>
          </a:p>
          <a:p>
            <a:pPr>
              <a:buFont typeface="Arial" panose="020B0604020202020204" pitchFamily="34" charset="0"/>
              <a:buChar char="•"/>
            </a:pPr>
            <a:r>
              <a:rPr lang="el-GR" dirty="0"/>
              <a:t>Δ</a:t>
            </a:r>
            <a:r>
              <a:rPr lang="en-US" dirty="0" err="1"/>
              <a:t>NAi,t</a:t>
            </a:r>
            <a:r>
              <a:rPr lang="en-US" dirty="0"/>
              <a:t>\Delta NA_{</a:t>
            </a:r>
            <a:r>
              <a:rPr lang="en-US" dirty="0" err="1"/>
              <a:t>i,t</a:t>
            </a:r>
            <a:r>
              <a:rPr lang="en-US" dirty="0"/>
              <a:t>}</a:t>
            </a:r>
            <a:r>
              <a:rPr lang="el-GR" dirty="0"/>
              <a:t>Δ</a:t>
            </a:r>
            <a:r>
              <a:rPr lang="en-US" dirty="0" err="1"/>
              <a:t>NAi,t</a:t>
            </a:r>
            <a:r>
              <a:rPr lang="en-US" dirty="0"/>
              <a:t>​: Change in net assets.</a:t>
            </a:r>
          </a:p>
          <a:p>
            <a:pPr>
              <a:buFont typeface="Arial" panose="020B0604020202020204" pitchFamily="34" charset="0"/>
              <a:buChar char="•"/>
            </a:pPr>
            <a:r>
              <a:rPr lang="el-GR" dirty="0"/>
              <a:t>Δ</a:t>
            </a:r>
            <a:r>
              <a:rPr lang="en-US" dirty="0" err="1"/>
              <a:t>RDi,t</a:t>
            </a:r>
            <a:r>
              <a:rPr lang="en-US" dirty="0"/>
              <a:t>\Delta RD_{</a:t>
            </a:r>
            <a:r>
              <a:rPr lang="en-US" dirty="0" err="1"/>
              <a:t>i,t</a:t>
            </a:r>
            <a:r>
              <a:rPr lang="en-US" dirty="0"/>
              <a:t>}</a:t>
            </a:r>
            <a:r>
              <a:rPr lang="el-GR" dirty="0"/>
              <a:t>Δ</a:t>
            </a:r>
            <a:r>
              <a:rPr lang="en-US" dirty="0" err="1"/>
              <a:t>RDi,t</a:t>
            </a:r>
            <a:r>
              <a:rPr lang="en-US" dirty="0"/>
              <a:t>​: Change in research and development (R&amp;D) expenses.</a:t>
            </a:r>
          </a:p>
          <a:p>
            <a:pPr>
              <a:buFont typeface="Arial" panose="020B0604020202020204" pitchFamily="34" charset="0"/>
              <a:buChar char="•"/>
            </a:pPr>
            <a:r>
              <a:rPr lang="el-GR" dirty="0"/>
              <a:t>Δ</a:t>
            </a:r>
            <a:r>
              <a:rPr lang="en-US" dirty="0" err="1"/>
              <a:t>Ii,t</a:t>
            </a:r>
            <a:r>
              <a:rPr lang="en-US" dirty="0"/>
              <a:t>\Delta I_{</a:t>
            </a:r>
            <a:r>
              <a:rPr lang="en-US" dirty="0" err="1"/>
              <a:t>i,t</a:t>
            </a:r>
            <a:r>
              <a:rPr lang="en-US" dirty="0"/>
              <a:t>}</a:t>
            </a:r>
            <a:r>
              <a:rPr lang="el-GR" dirty="0"/>
              <a:t>Δ</a:t>
            </a:r>
            <a:r>
              <a:rPr lang="en-US" dirty="0" err="1"/>
              <a:t>Ii,t</a:t>
            </a:r>
            <a:r>
              <a:rPr lang="en-US" dirty="0"/>
              <a:t>​: Change in interest expense.</a:t>
            </a:r>
          </a:p>
          <a:p>
            <a:pPr>
              <a:buFont typeface="Arial" panose="020B0604020202020204" pitchFamily="34" charset="0"/>
              <a:buChar char="•"/>
            </a:pPr>
            <a:r>
              <a:rPr lang="el-GR" dirty="0"/>
              <a:t>Δ</a:t>
            </a:r>
            <a:r>
              <a:rPr lang="en-US" dirty="0" err="1"/>
              <a:t>Di,t</a:t>
            </a:r>
            <a:r>
              <a:rPr lang="en-US" dirty="0"/>
              <a:t>\Delta D_{</a:t>
            </a:r>
            <a:r>
              <a:rPr lang="en-US" dirty="0" err="1"/>
              <a:t>i,t</a:t>
            </a:r>
            <a:r>
              <a:rPr lang="en-US" dirty="0"/>
              <a:t>}</a:t>
            </a:r>
            <a:r>
              <a:rPr lang="el-GR" dirty="0"/>
              <a:t>Δ</a:t>
            </a:r>
            <a:r>
              <a:rPr lang="en-US" dirty="0" err="1"/>
              <a:t>Di,t</a:t>
            </a:r>
            <a:r>
              <a:rPr lang="en-US" dirty="0"/>
              <a:t>​: Change in dividends.</a:t>
            </a:r>
          </a:p>
          <a:p>
            <a:r>
              <a:rPr lang="en-US" dirty="0"/>
              <a:t>All the variables listed above are scaled by the firm's market value at time t−1t-1t−1 (i.e., Mi,t−1M_{i,t-1}Mi,t−1​).</a:t>
            </a:r>
          </a:p>
          <a:p>
            <a:r>
              <a:rPr lang="en-US" dirty="0"/>
              <a:t>Additional terms:</a:t>
            </a:r>
          </a:p>
          <a:p>
            <a:pPr>
              <a:buFont typeface="Arial" panose="020B0604020202020204" pitchFamily="34" charset="0"/>
              <a:buChar char="•"/>
            </a:pPr>
            <a:r>
              <a:rPr lang="en-US" dirty="0"/>
              <a:t>Ci,t−1Mi,t−1\frac{C_{i,t-1}}{M_{i,t-1}}Mi,t−1​Ci,t−1​​: Lagged cash as a percentage of market value.</a:t>
            </a:r>
          </a:p>
          <a:p>
            <a:pPr>
              <a:buFont typeface="Arial" panose="020B0604020202020204" pitchFamily="34" charset="0"/>
              <a:buChar char="•"/>
            </a:pPr>
            <a:r>
              <a:rPr lang="en-US" dirty="0"/>
              <a:t>Li,t−1Mi,t−1\frac{L_{i,t-1}}{M_{i,t-1}}Mi,t−1​Li,t−1​​: Lagged leverage (debt relative to market value).</a:t>
            </a:r>
          </a:p>
          <a:p>
            <a:pPr>
              <a:buFont typeface="Arial" panose="020B0604020202020204" pitchFamily="34" charset="0"/>
              <a:buChar char="•"/>
            </a:pPr>
            <a:r>
              <a:rPr lang="en-US" dirty="0"/>
              <a:t>NFi,tMi,t−1\frac{NF_{</a:t>
            </a:r>
            <a:r>
              <a:rPr lang="en-US" dirty="0" err="1"/>
              <a:t>i,t</a:t>
            </a:r>
            <a:r>
              <a:rPr lang="en-US" dirty="0"/>
              <a:t>}}{M_{i,t-1}}Mi,t−1​</a:t>
            </a:r>
            <a:r>
              <a:rPr lang="en-US" dirty="0" err="1"/>
              <a:t>NFi,t</a:t>
            </a:r>
            <a:r>
              <a:rPr lang="en-US" dirty="0"/>
              <a:t>​​: Net financing activities (new debt or equity issues) relative to market value.</a:t>
            </a:r>
          </a:p>
          <a:p>
            <a:r>
              <a:rPr lang="en-US" b="1" dirty="0"/>
              <a:t>Coefficients (</a:t>
            </a:r>
            <a:r>
              <a:rPr lang="el-GR" b="1" dirty="0"/>
              <a:t>γ1,γ2,...,γ9\</a:t>
            </a:r>
            <a:r>
              <a:rPr lang="en-US" b="1" dirty="0"/>
              <a:t>gamma_1, \gamma_2, ..., \gamma_9</a:t>
            </a:r>
            <a:r>
              <a:rPr lang="el-GR" b="1" dirty="0"/>
              <a:t>γ1​,γ2​,...,γ9​):</a:t>
            </a:r>
          </a:p>
          <a:p>
            <a:r>
              <a:rPr lang="en-US" dirty="0"/>
              <a:t>Each of these represents the estimated </a:t>
            </a:r>
            <a:r>
              <a:rPr lang="en-US" b="1" dirty="0"/>
              <a:t>impact</a:t>
            </a:r>
            <a:r>
              <a:rPr lang="en-US" dirty="0"/>
              <a:t> of the respective firm characteristic on the excess return. For example:</a:t>
            </a:r>
          </a:p>
          <a:p>
            <a:pPr>
              <a:buFont typeface="Arial" panose="020B0604020202020204" pitchFamily="34" charset="0"/>
              <a:buChar char="•"/>
            </a:pPr>
            <a:r>
              <a:rPr lang="el-GR" b="1" dirty="0"/>
              <a:t>γ1\</a:t>
            </a:r>
            <a:r>
              <a:rPr lang="en-US" b="1" dirty="0"/>
              <a:t>gamma_1</a:t>
            </a:r>
            <a:r>
              <a:rPr lang="el-GR" b="1" dirty="0"/>
              <a:t>γ1​</a:t>
            </a:r>
            <a:r>
              <a:rPr lang="el-GR" dirty="0"/>
              <a:t> </a:t>
            </a:r>
            <a:r>
              <a:rPr lang="en-US" dirty="0"/>
              <a:t>captures the effect of changes in cash (</a:t>
            </a:r>
            <a:r>
              <a:rPr lang="el-GR" dirty="0"/>
              <a:t>Δ</a:t>
            </a:r>
            <a:r>
              <a:rPr lang="en-US" dirty="0" err="1"/>
              <a:t>Ci,t</a:t>
            </a:r>
            <a:r>
              <a:rPr lang="en-US" dirty="0"/>
              <a:t>\Delta C_{</a:t>
            </a:r>
            <a:r>
              <a:rPr lang="en-US" dirty="0" err="1"/>
              <a:t>i,t</a:t>
            </a:r>
            <a:r>
              <a:rPr lang="en-US" dirty="0"/>
              <a:t>}</a:t>
            </a:r>
            <a:r>
              <a:rPr lang="el-GR" dirty="0"/>
              <a:t>Δ</a:t>
            </a:r>
            <a:r>
              <a:rPr lang="en-US" dirty="0" err="1"/>
              <a:t>Ci,t</a:t>
            </a:r>
            <a:r>
              <a:rPr lang="en-US" dirty="0"/>
              <a:t>​) on the firm’s excess return.</a:t>
            </a:r>
          </a:p>
          <a:p>
            <a:pPr>
              <a:buFont typeface="Arial" panose="020B0604020202020204" pitchFamily="34" charset="0"/>
              <a:buChar char="•"/>
            </a:pPr>
            <a:r>
              <a:rPr lang="el-GR" b="1" dirty="0"/>
              <a:t>γ7\</a:t>
            </a:r>
            <a:r>
              <a:rPr lang="en-US" b="1" dirty="0"/>
              <a:t>gamma_7</a:t>
            </a:r>
            <a:r>
              <a:rPr lang="el-GR" b="1" dirty="0"/>
              <a:t>γ7​</a:t>
            </a:r>
            <a:r>
              <a:rPr lang="el-GR" dirty="0"/>
              <a:t> </a:t>
            </a:r>
            <a:r>
              <a:rPr lang="en-US" dirty="0"/>
              <a:t>represents the impact of lagged cash holdings on the firm's excess return.</a:t>
            </a:r>
          </a:p>
          <a:p>
            <a:r>
              <a:rPr lang="en-US" b="1" dirty="0"/>
              <a:t>Error term (</a:t>
            </a:r>
            <a:r>
              <a:rPr lang="el-GR" b="1" dirty="0"/>
              <a:t>ϵ</a:t>
            </a:r>
            <a:r>
              <a:rPr lang="en-US" b="1" dirty="0" err="1"/>
              <a:t>i,t</a:t>
            </a:r>
            <a:r>
              <a:rPr lang="en-US" b="1" dirty="0"/>
              <a:t>\epsilon_{</a:t>
            </a:r>
            <a:r>
              <a:rPr lang="en-US" b="1" dirty="0" err="1"/>
              <a:t>i,t</a:t>
            </a:r>
            <a:r>
              <a:rPr lang="en-US" b="1" dirty="0"/>
              <a:t>}</a:t>
            </a:r>
            <a:r>
              <a:rPr lang="el-GR" b="1" dirty="0"/>
              <a:t>ϵ</a:t>
            </a:r>
            <a:r>
              <a:rPr lang="en-US" b="1" dirty="0" err="1"/>
              <a:t>i,t</a:t>
            </a:r>
            <a:r>
              <a:rPr lang="en-US" b="1" dirty="0"/>
              <a:t>​):</a:t>
            </a:r>
          </a:p>
          <a:p>
            <a:r>
              <a:rPr lang="en-US" dirty="0"/>
              <a:t>This captures any unexplained variation in the firm’s excess return that is not accounted for by the included variables.</a:t>
            </a:r>
          </a:p>
          <a:p>
            <a:r>
              <a:rPr lang="en-US" b="1" dirty="0"/>
              <a:t>Simplified Explanation:</a:t>
            </a:r>
          </a:p>
          <a:p>
            <a:r>
              <a:rPr lang="en-US" dirty="0"/>
              <a:t>This model tries to explain how different changes in a firm's financial characteristics (like cash, earnings, and dividends) influence how its stock performs compared to a benchmark return. </a:t>
            </a:r>
            <a:r>
              <a:rPr lang="en-US"/>
              <a:t>Each term in the equation looks at how these changes, adjusted by the firm's size (market value), impact stock performance.</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9</a:t>
            </a:fld>
            <a:endParaRPr lang="en-US"/>
          </a:p>
        </p:txBody>
      </p:sp>
    </p:spTree>
    <p:extLst>
      <p:ext uri="{BB962C8B-B14F-4D97-AF65-F5344CB8AC3E}">
        <p14:creationId xmlns:p14="http://schemas.microsoft.com/office/powerpoint/2010/main" val="2420346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Notice how the Value-of-Cash estimates are rising, regardless of the window length. If you exclude 1999, the correlation is even higher to .64</a:t>
            </a:r>
          </a:p>
        </p:txBody>
      </p:sp>
      <p:sp>
        <p:nvSpPr>
          <p:cNvPr id="4" name="Slide Number Placeholder 3"/>
          <p:cNvSpPr>
            <a:spLocks noGrp="1"/>
          </p:cNvSpPr>
          <p:nvPr>
            <p:ph type="sldNum" sz="quarter" idx="5"/>
          </p:nvPr>
        </p:nvSpPr>
        <p:spPr/>
        <p:txBody>
          <a:bodyPr/>
          <a:lstStyle/>
          <a:p>
            <a:fld id="{55CCDD01-DD87-4F55-A952-E63114553089}" type="slidenum">
              <a:rPr lang="en-US" smtClean="0"/>
              <a:t>10</a:t>
            </a:fld>
            <a:endParaRPr lang="en-US"/>
          </a:p>
        </p:txBody>
      </p:sp>
    </p:spTree>
    <p:extLst>
      <p:ext uri="{BB962C8B-B14F-4D97-AF65-F5344CB8AC3E}">
        <p14:creationId xmlns:p14="http://schemas.microsoft.com/office/powerpoint/2010/main" val="37368092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12</a:t>
            </a:fld>
            <a:endParaRPr lang="en-US"/>
          </a:p>
        </p:txBody>
      </p:sp>
    </p:spTree>
    <p:extLst>
      <p:ext uri="{BB962C8B-B14F-4D97-AF65-F5344CB8AC3E}">
        <p14:creationId xmlns:p14="http://schemas.microsoft.com/office/powerpoint/2010/main" val="5742192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Model 1 excludes decade indicator variables.</a:t>
            </a:r>
          </a:p>
          <a:p>
            <a:pPr marL="171450" indent="-171450">
              <a:buFont typeface="Arial" panose="020B0604020202020204" pitchFamily="34" charset="0"/>
              <a:buChar char="•"/>
            </a:pPr>
            <a:r>
              <a:rPr lang="en-US" dirty="0"/>
              <a:t> Model 2 has decade indicators for the 90s and 2000s.</a:t>
            </a:r>
          </a:p>
          <a:p>
            <a:pPr marL="171450" indent="-171450">
              <a:buFont typeface="Arial" panose="020B0604020202020204" pitchFamily="34" charset="0"/>
              <a:buChar char="•"/>
            </a:pPr>
            <a:r>
              <a:rPr lang="en-US" dirty="0"/>
              <a:t> The estimates of 90s / 2000s are compared to the baseline of 1980. So you can see how they are increasing as the decades progress </a:t>
            </a:r>
            <a:br>
              <a:rPr lang="en-US" dirty="0"/>
            </a:br>
            <a:br>
              <a:rPr lang="en-US" dirty="0"/>
            </a:br>
            <a:r>
              <a:rPr lang="en-US" dirty="0"/>
              <a:t>Model 3: controls for cash and leverage effects over time. </a:t>
            </a:r>
          </a:p>
        </p:txBody>
      </p:sp>
      <p:sp>
        <p:nvSpPr>
          <p:cNvPr id="4" name="Slide Number Placeholder 3"/>
          <p:cNvSpPr>
            <a:spLocks noGrp="1"/>
          </p:cNvSpPr>
          <p:nvPr>
            <p:ph type="sldNum" sz="quarter" idx="5"/>
          </p:nvPr>
        </p:nvSpPr>
        <p:spPr/>
        <p:txBody>
          <a:bodyPr/>
          <a:lstStyle/>
          <a:p>
            <a:fld id="{55CCDD01-DD87-4F55-A952-E63114553089}" type="slidenum">
              <a:rPr lang="en-US" smtClean="0"/>
              <a:t>13</a:t>
            </a:fld>
            <a:endParaRPr lang="en-US"/>
          </a:p>
        </p:txBody>
      </p:sp>
    </p:spTree>
    <p:extLst>
      <p:ext uri="{BB962C8B-B14F-4D97-AF65-F5344CB8AC3E}">
        <p14:creationId xmlns:p14="http://schemas.microsoft.com/office/powerpoint/2010/main" val="16897275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14</a:t>
            </a:fld>
            <a:endParaRPr lang="en-US"/>
          </a:p>
        </p:txBody>
      </p:sp>
    </p:spTree>
    <p:extLst>
      <p:ext uri="{BB962C8B-B14F-4D97-AF65-F5344CB8AC3E}">
        <p14:creationId xmlns:p14="http://schemas.microsoft.com/office/powerpoint/2010/main" val="31166821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15</a:t>
            </a:fld>
            <a:endParaRPr lang="en-US"/>
          </a:p>
        </p:txBody>
      </p:sp>
    </p:spTree>
    <p:extLst>
      <p:ext uri="{BB962C8B-B14F-4D97-AF65-F5344CB8AC3E}">
        <p14:creationId xmlns:p14="http://schemas.microsoft.com/office/powerpoint/2010/main" val="23237019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16</a:t>
            </a:fld>
            <a:endParaRPr lang="en-US"/>
          </a:p>
        </p:txBody>
      </p:sp>
    </p:spTree>
    <p:extLst>
      <p:ext uri="{BB962C8B-B14F-4D97-AF65-F5344CB8AC3E}">
        <p14:creationId xmlns:p14="http://schemas.microsoft.com/office/powerpoint/2010/main" val="40014748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17</a:t>
            </a:fld>
            <a:endParaRPr lang="en-US"/>
          </a:p>
        </p:txBody>
      </p:sp>
    </p:spTree>
    <p:extLst>
      <p:ext uri="{BB962C8B-B14F-4D97-AF65-F5344CB8AC3E}">
        <p14:creationId xmlns:p14="http://schemas.microsoft.com/office/powerpoint/2010/main" val="2727868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18</a:t>
            </a:fld>
            <a:endParaRPr lang="en-US"/>
          </a:p>
        </p:txBody>
      </p:sp>
    </p:spTree>
    <p:extLst>
      <p:ext uri="{BB962C8B-B14F-4D97-AF65-F5344CB8AC3E}">
        <p14:creationId xmlns:p14="http://schemas.microsoft.com/office/powerpoint/2010/main" val="27267993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ea typeface="Calibri"/>
                <a:cs typeface="Calibri"/>
              </a:rPr>
              <a:t>This implies that the SOA if faster for higher levels of excess cash. </a:t>
            </a:r>
            <a:br>
              <a:rPr lang="en-US" dirty="0">
                <a:ea typeface="Calibri"/>
                <a:cs typeface="Calibri"/>
              </a:rPr>
            </a:br>
            <a:br>
              <a:rPr lang="en-US" dirty="0">
                <a:ea typeface="Calibri"/>
                <a:cs typeface="Calibri"/>
              </a:rPr>
            </a:br>
            <a:r>
              <a:rPr lang="en-US" dirty="0"/>
              <a:t>The key finding is that the interaction term between </a:t>
            </a:r>
            <a:r>
              <a:rPr lang="en-US" b="1" dirty="0"/>
              <a:t>lagged cash</a:t>
            </a:r>
            <a:r>
              <a:rPr lang="en-US" dirty="0"/>
              <a:t> and </a:t>
            </a:r>
            <a:r>
              <a:rPr lang="en-US" b="1" dirty="0"/>
              <a:t>excess cash</a:t>
            </a:r>
            <a:r>
              <a:rPr lang="en-US" dirty="0"/>
              <a:t> is </a:t>
            </a:r>
            <a:r>
              <a:rPr lang="en-US" b="1" dirty="0"/>
              <a:t>negative</a:t>
            </a:r>
            <a:r>
              <a:rPr lang="en-US" dirty="0"/>
              <a:t>, indicating that firms with higher levels of excess cash adjust more quickly toward their optimal cash holdings. This implies that firms with surplus cash can more easily adjust by paying out or investing excess cash, whereas firms with cash deficits face greater frictions.</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19</a:t>
            </a:fld>
            <a:endParaRPr lang="en-US"/>
          </a:p>
        </p:txBody>
      </p:sp>
    </p:spTree>
    <p:extLst>
      <p:ext uri="{BB962C8B-B14F-4D97-AF65-F5344CB8AC3E}">
        <p14:creationId xmlns:p14="http://schemas.microsoft.com/office/powerpoint/2010/main" val="6644038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20</a:t>
            </a:fld>
            <a:endParaRPr lang="en-US"/>
          </a:p>
        </p:txBody>
      </p:sp>
    </p:spTree>
    <p:extLst>
      <p:ext uri="{BB962C8B-B14F-4D97-AF65-F5344CB8AC3E}">
        <p14:creationId xmlns:p14="http://schemas.microsoft.com/office/powerpoint/2010/main" val="24889206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22</a:t>
            </a:fld>
            <a:endParaRPr lang="en-US"/>
          </a:p>
        </p:txBody>
      </p:sp>
    </p:spTree>
    <p:extLst>
      <p:ext uri="{BB962C8B-B14F-4D97-AF65-F5344CB8AC3E}">
        <p14:creationId xmlns:p14="http://schemas.microsoft.com/office/powerpoint/2010/main" val="1673863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Book leverage. </a:t>
            </a:r>
          </a:p>
        </p:txBody>
      </p:sp>
      <p:sp>
        <p:nvSpPr>
          <p:cNvPr id="4" name="Slide Number Placeholder 3"/>
          <p:cNvSpPr>
            <a:spLocks noGrp="1"/>
          </p:cNvSpPr>
          <p:nvPr>
            <p:ph type="sldNum" sz="quarter" idx="5"/>
          </p:nvPr>
        </p:nvSpPr>
        <p:spPr/>
        <p:txBody>
          <a:bodyPr/>
          <a:lstStyle/>
          <a:p>
            <a:fld id="{55CCDD01-DD87-4F55-A952-E63114553089}" type="slidenum">
              <a:rPr lang="en-US" smtClean="0"/>
              <a:t>24</a:t>
            </a:fld>
            <a:endParaRPr lang="en-US"/>
          </a:p>
        </p:txBody>
      </p:sp>
    </p:spTree>
    <p:extLst>
      <p:ext uri="{BB962C8B-B14F-4D97-AF65-F5344CB8AC3E}">
        <p14:creationId xmlns:p14="http://schemas.microsoft.com/office/powerpoint/2010/main" val="15743257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26</a:t>
            </a:fld>
            <a:endParaRPr lang="en-US"/>
          </a:p>
        </p:txBody>
      </p:sp>
    </p:spTree>
    <p:extLst>
      <p:ext uri="{BB962C8B-B14F-4D97-AF65-F5344CB8AC3E}">
        <p14:creationId xmlns:p14="http://schemas.microsoft.com/office/powerpoint/2010/main" val="4079982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E038BA-856D-E640-9AF0-8E7AA133C933}"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524648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01227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4E038BA-856D-E640-9AF0-8E7AA133C933}"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30303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E038BA-856D-E640-9AF0-8E7AA133C933}"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8544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E038BA-856D-E640-9AF0-8E7AA133C933}" type="datetimeFigureOut">
              <a:rPr lang="en-US" smtClean="0"/>
              <a:t>9/16/2024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87067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E038BA-856D-E640-9AF0-8E7AA133C933}" type="datetimeFigureOut">
              <a:rPr lang="en-US" smtClean="0"/>
              <a:t>9/16/2024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00859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038BA-856D-E640-9AF0-8E7AA133C933}" type="datetimeFigureOut">
              <a:rPr lang="en-US" smtClean="0"/>
              <a:t>9/16/2024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21865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20688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57140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10983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400307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397736"/>
            <a:ext cx="9153144" cy="757423"/>
          </a:xfrm>
          <a:prstGeom prst="rect">
            <a:avLst/>
          </a:prstGeom>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4E038BA-856D-E640-9AF0-8E7AA133C933}" type="datetimeFigureOut">
              <a:rPr lang="en-US" smtClean="0"/>
              <a:t>9/16/2024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70BBC46-B35C-FC4A-B901-4F9F5D11ECB6}" type="slidenum">
              <a:rPr lang="en-US" smtClean="0"/>
              <a:t>‹#›</a:t>
            </a:fld>
            <a:endParaRPr lang="en-US"/>
          </a:p>
        </p:txBody>
      </p:sp>
    </p:spTree>
    <p:extLst>
      <p:ext uri="{BB962C8B-B14F-4D97-AF65-F5344CB8AC3E}">
        <p14:creationId xmlns:p14="http://schemas.microsoft.com/office/powerpoint/2010/main" val="3537387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38264"/>
            <a:ext cx="7772400" cy="1102519"/>
          </a:xfrm>
        </p:spPr>
        <p:txBody>
          <a:bodyPr>
            <a:normAutofit fontScale="90000"/>
          </a:bodyPr>
          <a:lstStyle/>
          <a:p>
            <a:r>
              <a:rPr lang="en-US" sz="3600" dirty="0">
                <a:ea typeface="+mj-lt"/>
                <a:cs typeface="+mj-lt"/>
              </a:rPr>
              <a:t>Why Has the Value of Cash Increased Over Time?</a:t>
            </a:r>
          </a:p>
        </p:txBody>
      </p:sp>
      <p:sp>
        <p:nvSpPr>
          <p:cNvPr id="3" name="Subtitle 2"/>
          <p:cNvSpPr>
            <a:spLocks noGrp="1"/>
          </p:cNvSpPr>
          <p:nvPr>
            <p:ph type="subTitle" idx="1"/>
          </p:nvPr>
        </p:nvSpPr>
        <p:spPr>
          <a:xfrm>
            <a:off x="1073150" y="1589529"/>
            <a:ext cx="6997700" cy="2639787"/>
          </a:xfrm>
        </p:spPr>
        <p:txBody>
          <a:bodyPr vert="horz" lIns="91440" tIns="45720" rIns="91440" bIns="45720" rtlCol="0" anchor="t">
            <a:normAutofit fontScale="47500" lnSpcReduction="20000"/>
          </a:bodyPr>
          <a:lstStyle/>
          <a:p>
            <a:endParaRPr lang="en-US" sz="2900" b="1" dirty="0">
              <a:solidFill>
                <a:schemeClr val="tx1"/>
              </a:solidFill>
              <a:latin typeface="+mj-lt"/>
              <a:ea typeface="Calibri"/>
              <a:cs typeface="Times New Roman" panose="02020603050405020304" pitchFamily="18" charset="0"/>
            </a:endParaRPr>
          </a:p>
          <a:p>
            <a:r>
              <a:rPr lang="en-US" sz="2900" b="1" dirty="0">
                <a:solidFill>
                  <a:schemeClr val="tx1"/>
                </a:solidFill>
                <a:ea typeface="Calibri"/>
                <a:cs typeface="Calibri"/>
              </a:rPr>
              <a:t>Thomas W. Bates</a:t>
            </a:r>
            <a:br>
              <a:rPr lang="en-US" sz="2900" dirty="0">
                <a:solidFill>
                  <a:schemeClr val="tx1"/>
                </a:solidFill>
                <a:ea typeface="Calibri"/>
                <a:cs typeface="Calibri"/>
              </a:rPr>
            </a:br>
            <a:r>
              <a:rPr lang="en-US" sz="2900" dirty="0">
                <a:solidFill>
                  <a:schemeClr val="tx1"/>
                </a:solidFill>
                <a:ea typeface="Calibri"/>
                <a:cs typeface="Calibri"/>
              </a:rPr>
              <a:t>Arizona State University </a:t>
            </a:r>
          </a:p>
          <a:p>
            <a:br>
              <a:rPr lang="en-US" sz="2900" b="1" dirty="0">
                <a:ea typeface="Calibri"/>
                <a:cs typeface="Calibri"/>
              </a:rPr>
            </a:br>
            <a:r>
              <a:rPr lang="en-US" sz="2900" b="1" dirty="0">
                <a:solidFill>
                  <a:schemeClr val="tx1"/>
                </a:solidFill>
                <a:ea typeface="Calibri"/>
                <a:cs typeface="Calibri"/>
              </a:rPr>
              <a:t>Ching-Hung Chang</a:t>
            </a:r>
            <a:br>
              <a:rPr lang="en-US" sz="2900" dirty="0">
                <a:solidFill>
                  <a:schemeClr val="tx1"/>
                </a:solidFill>
                <a:ea typeface="Calibri"/>
                <a:cs typeface="Calibri"/>
              </a:rPr>
            </a:br>
            <a:r>
              <a:rPr lang="en-US" sz="2900" dirty="0">
                <a:solidFill>
                  <a:schemeClr val="tx1"/>
                </a:solidFill>
                <a:ea typeface="Calibri"/>
                <a:cs typeface="Calibri"/>
              </a:rPr>
              <a:t>National Taiwan University</a:t>
            </a:r>
          </a:p>
          <a:p>
            <a:br>
              <a:rPr lang="en-US" sz="2900" dirty="0">
                <a:solidFill>
                  <a:schemeClr val="tx1"/>
                </a:solidFill>
                <a:ea typeface="Calibri"/>
                <a:cs typeface="Calibri"/>
              </a:rPr>
            </a:br>
            <a:r>
              <a:rPr lang="en-US" sz="2900" b="1" dirty="0" err="1">
                <a:solidFill>
                  <a:schemeClr val="tx1"/>
                </a:solidFill>
                <a:ea typeface="Calibri"/>
                <a:cs typeface="Calibri"/>
              </a:rPr>
              <a:t>Jianxin</a:t>
            </a:r>
            <a:r>
              <a:rPr lang="en-US" sz="2900" b="1" dirty="0">
                <a:solidFill>
                  <a:schemeClr val="tx1"/>
                </a:solidFill>
                <a:ea typeface="Calibri"/>
                <a:cs typeface="Calibri"/>
              </a:rPr>
              <a:t> Daniel Chi</a:t>
            </a:r>
            <a:br>
              <a:rPr lang="en-US" sz="2900" b="1" dirty="0">
                <a:ea typeface="Calibri"/>
                <a:cs typeface="Calibri"/>
              </a:rPr>
            </a:br>
            <a:r>
              <a:rPr lang="en-US" sz="2900" dirty="0">
                <a:solidFill>
                  <a:schemeClr val="tx1"/>
                </a:solidFill>
                <a:ea typeface="Calibri"/>
                <a:cs typeface="Calibri"/>
              </a:rPr>
              <a:t>UNLV</a:t>
            </a:r>
            <a:endParaRPr lang="en-US" dirty="0">
              <a:solidFill>
                <a:schemeClr val="tx1"/>
              </a:solidFill>
            </a:endParaRPr>
          </a:p>
          <a:p>
            <a:endParaRPr lang="en-US" sz="2600" i="1" dirty="0">
              <a:solidFill>
                <a:schemeClr val="tx1"/>
              </a:solidFill>
              <a:latin typeface="+mj-lt"/>
              <a:ea typeface="Calibri"/>
              <a:cs typeface="Times New Roman"/>
            </a:endParaRPr>
          </a:p>
          <a:p>
            <a:endParaRPr lang="en-US" sz="2900" dirty="0">
              <a:solidFill>
                <a:srgbClr val="000000"/>
              </a:solidFill>
              <a:ea typeface="Calibri"/>
              <a:cs typeface="Times New Roman"/>
            </a:endParaRPr>
          </a:p>
          <a:p>
            <a:endParaRPr lang="en-US" sz="2000" i="1" dirty="0">
              <a:solidFill>
                <a:schemeClr val="tx1"/>
              </a:solidFill>
              <a:latin typeface="+mj-lt"/>
              <a:ea typeface="Calibri"/>
              <a:cs typeface="Times New Roman" panose="02020603050405020304" pitchFamily="18" charset="0"/>
            </a:endParaRPr>
          </a:p>
          <a:p>
            <a:r>
              <a:rPr lang="en-US" sz="1800" dirty="0">
                <a:solidFill>
                  <a:schemeClr val="tx1"/>
                </a:solidFill>
                <a:latin typeface="+mj-lt"/>
                <a:cs typeface="Times New Roman"/>
              </a:rPr>
              <a:t>Presented by Austin Francis</a:t>
            </a:r>
            <a:endParaRPr lang="en-US" sz="1800" dirty="0">
              <a:solidFill>
                <a:schemeClr val="tx1"/>
              </a:solidFill>
              <a:latin typeface="+mj-lt"/>
              <a:ea typeface="Calibri"/>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95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lstStyle/>
          <a:p>
            <a:r>
              <a:rPr lang="en-US"/>
              <a:t>Research Question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p:txBody>
          <a:bodyPr vert="horz" lIns="91440" tIns="45720" rIns="91440" bIns="45720" rtlCol="0" anchor="t">
            <a:normAutofit/>
          </a:bodyPr>
          <a:lstStyle/>
          <a:p>
            <a:r>
              <a:rPr lang="en-US" sz="2800" dirty="0">
                <a:ea typeface="+mn-lt"/>
                <a:cs typeface="+mn-lt"/>
              </a:rPr>
              <a:t>How does voluntary information sharing by private borrowers affect lender competition, borrower switching behavior, loan financing costs, and financial constraints?</a:t>
            </a:r>
            <a:endParaRPr lang="en-US" sz="2800" dirty="0">
              <a:ea typeface="Calibri"/>
              <a:cs typeface="Times New Roman"/>
            </a:endParaRPr>
          </a:p>
        </p:txBody>
      </p:sp>
    </p:spTree>
    <p:extLst>
      <p:ext uri="{BB962C8B-B14F-4D97-AF65-F5344CB8AC3E}">
        <p14:creationId xmlns:p14="http://schemas.microsoft.com/office/powerpoint/2010/main" val="71824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57200" y="108824"/>
            <a:ext cx="8229600" cy="681526"/>
          </a:xfrm>
        </p:spPr>
        <p:txBody>
          <a:bodyPr>
            <a:normAutofit fontScale="90000"/>
          </a:bodyPr>
          <a:lstStyle/>
          <a:p>
            <a:r>
              <a:rPr lang="en-US" dirty="0"/>
              <a:t>Prior Literature</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895927"/>
            <a:ext cx="8229600" cy="3715416"/>
          </a:xfrm>
        </p:spPr>
        <p:txBody>
          <a:bodyPr vert="horz" lIns="91440" tIns="45720" rIns="91440" bIns="45720" rtlCol="0" anchor="t">
            <a:noAutofit/>
          </a:bodyPr>
          <a:lstStyle/>
          <a:p>
            <a:pPr marL="342900" lvl="1" indent="-342900">
              <a:buFont typeface="Arial"/>
              <a:buChar char="•"/>
            </a:pPr>
            <a:r>
              <a:rPr lang="en-US" sz="2000" dirty="0">
                <a:ea typeface="Calibri"/>
                <a:cs typeface="Calibri"/>
              </a:rPr>
              <a:t>An increase in levels of cash can be largely explained by fluctuations in firm characteristics, as well as changes in composition of public firms. </a:t>
            </a:r>
          </a:p>
          <a:p>
            <a:pPr marL="342900" lvl="1" indent="-342900">
              <a:buFont typeface="Arial"/>
              <a:buChar char="•"/>
            </a:pPr>
            <a:r>
              <a:rPr lang="en-US" sz="2000" dirty="0">
                <a:ea typeface="Calibri"/>
                <a:cs typeface="Calibri"/>
              </a:rPr>
              <a:t>The variation in the marginal value of cash can be attributed to leverage and the relative tax effects of payout decisions. (</a:t>
            </a:r>
            <a:r>
              <a:rPr lang="en-US" sz="2000" dirty="0" err="1">
                <a:ea typeface="Calibri"/>
                <a:cs typeface="Calibri"/>
              </a:rPr>
              <a:t>Faulkender</a:t>
            </a:r>
            <a:r>
              <a:rPr lang="en-US" sz="2000" dirty="0">
                <a:ea typeface="Calibri"/>
                <a:cs typeface="Calibri"/>
              </a:rPr>
              <a:t> and Wang, 2006) </a:t>
            </a:r>
          </a:p>
          <a:p>
            <a:pPr marL="342900" lvl="1" indent="-342900">
              <a:buFont typeface="Arial"/>
              <a:buChar char="•"/>
            </a:pPr>
            <a:r>
              <a:rPr lang="en-US" sz="2000" dirty="0">
                <a:ea typeface="Calibri"/>
                <a:cs typeface="Calibri"/>
              </a:rPr>
              <a:t>The value of cash is higher for financially constrained firms. (Denis and </a:t>
            </a:r>
            <a:r>
              <a:rPr lang="en-US" sz="2000" dirty="0" err="1">
                <a:ea typeface="Calibri"/>
                <a:cs typeface="Calibri"/>
              </a:rPr>
              <a:t>Sibilkov</a:t>
            </a:r>
            <a:r>
              <a:rPr lang="en-US" sz="2000" dirty="0">
                <a:ea typeface="Calibri"/>
                <a:cs typeface="Calibri"/>
              </a:rPr>
              <a:t>, 2010) </a:t>
            </a:r>
          </a:p>
          <a:p>
            <a:pPr marL="342900" lvl="1" indent="-342900">
              <a:buFont typeface="Arial"/>
              <a:buChar char="•"/>
            </a:pPr>
            <a:r>
              <a:rPr lang="en-US" sz="2000" dirty="0">
                <a:ea typeface="Calibri"/>
                <a:cs typeface="Calibri"/>
              </a:rPr>
              <a:t>Value of cash varies with agency conflicts</a:t>
            </a:r>
          </a:p>
        </p:txBody>
      </p:sp>
    </p:spTree>
    <p:extLst>
      <p:ext uri="{BB962C8B-B14F-4D97-AF65-F5344CB8AC3E}">
        <p14:creationId xmlns:p14="http://schemas.microsoft.com/office/powerpoint/2010/main" val="869680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9BDF-685E-4E84-164E-063738161EA0}"/>
              </a:ext>
            </a:extLst>
          </p:cNvPr>
          <p:cNvSpPr>
            <a:spLocks noGrp="1"/>
          </p:cNvSpPr>
          <p:nvPr>
            <p:ph type="title"/>
          </p:nvPr>
        </p:nvSpPr>
        <p:spPr/>
        <p:txBody>
          <a:bodyPr/>
          <a:lstStyle/>
          <a:p>
            <a:r>
              <a:rPr lang="en-US" dirty="0"/>
              <a:t>Key Findings</a:t>
            </a:r>
          </a:p>
        </p:txBody>
      </p:sp>
      <p:sp>
        <p:nvSpPr>
          <p:cNvPr id="3" name="Content Placeholder 2">
            <a:extLst>
              <a:ext uri="{FF2B5EF4-FFF2-40B4-BE49-F238E27FC236}">
                <a16:creationId xmlns:a16="http://schemas.microsoft.com/office/drawing/2014/main" id="{42FB8C10-60D5-40E3-47EB-1B9E7603DB57}"/>
              </a:ext>
            </a:extLst>
          </p:cNvPr>
          <p:cNvSpPr>
            <a:spLocks noGrp="1"/>
          </p:cNvSpPr>
          <p:nvPr>
            <p:ph idx="1"/>
          </p:nvPr>
        </p:nvSpPr>
        <p:spPr/>
        <p:txBody>
          <a:bodyPr>
            <a:normAutofit fontScale="85000" lnSpcReduction="10000"/>
          </a:bodyPr>
          <a:lstStyle/>
          <a:p>
            <a:r>
              <a:rPr lang="en-US" dirty="0"/>
              <a:t>The value of corporate cash holdings has increased significantly in recent decades. </a:t>
            </a:r>
          </a:p>
          <a:p>
            <a:r>
              <a:rPr lang="en-US" dirty="0"/>
              <a:t>This increase is driven by the investment opportunity set and cash-flow volatility, as well as product market competition, credit market risk, within firm diversification.</a:t>
            </a:r>
          </a:p>
          <a:p>
            <a:r>
              <a:rPr lang="en-US" dirty="0"/>
              <a:t>On average, one dollar of cash is valued at $0.61 in the 1980s, $1.04 in the 1990s, and $1.12 in the 2000s</a:t>
            </a:r>
          </a:p>
        </p:txBody>
      </p:sp>
    </p:spTree>
    <p:extLst>
      <p:ext uri="{BB962C8B-B14F-4D97-AF65-F5344CB8AC3E}">
        <p14:creationId xmlns:p14="http://schemas.microsoft.com/office/powerpoint/2010/main" val="3188028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noAutofit/>
          </a:bodyPr>
          <a:lstStyle/>
          <a:p>
            <a:r>
              <a:rPr lang="en-US" dirty="0"/>
              <a:t>Data Description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1063229"/>
            <a:ext cx="8229600" cy="3394472"/>
          </a:xfrm>
        </p:spPr>
        <p:txBody>
          <a:bodyPr vert="horz" lIns="91440" tIns="45720" rIns="91440" bIns="45720" rtlCol="0" anchor="t">
            <a:normAutofit/>
          </a:bodyPr>
          <a:lstStyle/>
          <a:p>
            <a:pPr marL="171450" indent="-171450">
              <a:buFont typeface="Arial" panose="020B0604020202020204" pitchFamily="34" charset="0"/>
              <a:buChar char="•"/>
            </a:pPr>
            <a:r>
              <a:rPr lang="en-US" dirty="0">
                <a:ea typeface="Calibri"/>
                <a:cs typeface="Calibri"/>
              </a:rPr>
              <a:t>CRSP / </a:t>
            </a:r>
            <a:r>
              <a:rPr lang="en-US" dirty="0" err="1">
                <a:ea typeface="Calibri"/>
                <a:cs typeface="Calibri"/>
              </a:rPr>
              <a:t>Compustat</a:t>
            </a:r>
            <a:r>
              <a:rPr lang="en-US" dirty="0">
                <a:ea typeface="Calibri"/>
                <a:cs typeface="Calibri"/>
              </a:rPr>
              <a:t> merged database for the years 1980-2009 </a:t>
            </a:r>
          </a:p>
          <a:p>
            <a:pPr marL="171450" indent="-171450">
              <a:buFont typeface="Arial" panose="020B0604020202020204" pitchFamily="34" charset="0"/>
              <a:buChar char="•"/>
            </a:pPr>
            <a:r>
              <a:rPr lang="en-US" dirty="0">
                <a:ea typeface="Calibri"/>
                <a:cs typeface="Calibri"/>
              </a:rPr>
              <a:t>Excluding financial firms, utilities. </a:t>
            </a:r>
          </a:p>
          <a:p>
            <a:pPr marL="171450" indent="-171450">
              <a:buFont typeface="Arial" panose="020B0604020202020204" pitchFamily="34" charset="0"/>
              <a:buChar char="•"/>
            </a:pPr>
            <a:r>
              <a:rPr lang="en-US" dirty="0">
                <a:ea typeface="Calibri"/>
                <a:cs typeface="Calibri"/>
              </a:rPr>
              <a:t>Final sample : 12,845 unique firms and 108,357 firm-year observations</a:t>
            </a:r>
          </a:p>
          <a:p>
            <a:pPr marL="171450" indent="-171450">
              <a:buFont typeface="Arial" panose="020B0604020202020204" pitchFamily="34" charset="0"/>
              <a:buChar char="•"/>
            </a:pPr>
            <a:endParaRPr lang="en-US" dirty="0">
              <a:ea typeface="Calibri"/>
              <a:cs typeface="Calibri"/>
            </a:endParaRPr>
          </a:p>
          <a:p>
            <a:pPr marL="171450" indent="-171450">
              <a:buFont typeface="Arial" panose="020B0604020202020204" pitchFamily="34" charset="0"/>
              <a:buChar char="•"/>
            </a:pPr>
            <a:endParaRPr lang="en-US" dirty="0">
              <a:ea typeface="Calibri"/>
              <a:cs typeface="Calibri"/>
            </a:endParaRPr>
          </a:p>
        </p:txBody>
      </p:sp>
    </p:spTree>
    <p:extLst>
      <p:ext uri="{BB962C8B-B14F-4D97-AF65-F5344CB8AC3E}">
        <p14:creationId xmlns:p14="http://schemas.microsoft.com/office/powerpoint/2010/main" val="2158989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91740" y="70624"/>
            <a:ext cx="9177086" cy="857250"/>
          </a:xfrm>
          <a:ln>
            <a:solidFill>
              <a:srgbClr val="4472C4"/>
            </a:solidFill>
          </a:ln>
        </p:spPr>
        <p:txBody>
          <a:bodyPr>
            <a:noAutofit/>
          </a:bodyPr>
          <a:lstStyle/>
          <a:p>
            <a:r>
              <a:rPr lang="en-US" sz="2800"/>
              <a:t>Table 1 – Summary Statistics</a:t>
            </a:r>
            <a:endParaRPr lang="en-US" sz="2800">
              <a:ea typeface="Calibri"/>
              <a:cs typeface="Calibri"/>
            </a:endParaRPr>
          </a:p>
        </p:txBody>
      </p:sp>
      <p:sp>
        <p:nvSpPr>
          <p:cNvPr id="5" name="Rectangle 4">
            <a:extLst>
              <a:ext uri="{FF2B5EF4-FFF2-40B4-BE49-F238E27FC236}">
                <a16:creationId xmlns:a16="http://schemas.microsoft.com/office/drawing/2014/main" id="{BB3E50EF-061C-13A1-7541-C8A2B27147B1}"/>
              </a:ext>
            </a:extLst>
          </p:cNvPr>
          <p:cNvSpPr/>
          <p:nvPr/>
        </p:nvSpPr>
        <p:spPr>
          <a:xfrm>
            <a:off x="2848086" y="2277030"/>
            <a:ext cx="669868" cy="1639526"/>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4158E4E2-4E7E-86DF-3AB3-3709AF6D3282}"/>
              </a:ext>
            </a:extLst>
          </p:cNvPr>
          <p:cNvPicPr>
            <a:picLocks noGrp="1" noChangeAspect="1"/>
          </p:cNvPicPr>
          <p:nvPr>
            <p:ph idx="1"/>
          </p:nvPr>
        </p:nvPicPr>
        <p:blipFill>
          <a:blip r:embed="rId3"/>
          <a:stretch>
            <a:fillRect/>
          </a:stretch>
        </p:blipFill>
        <p:spPr>
          <a:xfrm>
            <a:off x="2320907" y="816362"/>
            <a:ext cx="4002776" cy="3993531"/>
          </a:xfrm>
        </p:spPr>
      </p:pic>
    </p:spTree>
    <p:extLst>
      <p:ext uri="{BB962C8B-B14F-4D97-AF65-F5344CB8AC3E}">
        <p14:creationId xmlns:p14="http://schemas.microsoft.com/office/powerpoint/2010/main" val="1660926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264F8-2588-11AC-4B49-3C96314C6727}"/>
              </a:ext>
            </a:extLst>
          </p:cNvPr>
          <p:cNvSpPr>
            <a:spLocks noGrp="1"/>
          </p:cNvSpPr>
          <p:nvPr>
            <p:ph type="title"/>
          </p:nvPr>
        </p:nvSpPr>
        <p:spPr/>
        <p:txBody>
          <a:bodyPr/>
          <a:lstStyle/>
          <a:p>
            <a:r>
              <a:rPr lang="en-US">
                <a:ea typeface="Calibri"/>
                <a:cs typeface="Calibri"/>
              </a:rPr>
              <a:t>Table 1 Takeaways</a:t>
            </a:r>
            <a:endParaRPr lang="en-US"/>
          </a:p>
        </p:txBody>
      </p:sp>
      <p:sp>
        <p:nvSpPr>
          <p:cNvPr id="3" name="Content Placeholder 2">
            <a:extLst>
              <a:ext uri="{FF2B5EF4-FFF2-40B4-BE49-F238E27FC236}">
                <a16:creationId xmlns:a16="http://schemas.microsoft.com/office/drawing/2014/main" id="{C57A2EFD-A0BC-81FA-1CC0-C60FF5F3D1CA}"/>
              </a:ext>
            </a:extLst>
          </p:cNvPr>
          <p:cNvSpPr>
            <a:spLocks noGrp="1"/>
          </p:cNvSpPr>
          <p:nvPr>
            <p:ph idx="1"/>
          </p:nvPr>
        </p:nvSpPr>
        <p:spPr/>
        <p:txBody>
          <a:bodyPr vert="horz" lIns="91440" tIns="45720" rIns="91440" bIns="45720" rtlCol="0" anchor="t">
            <a:normAutofit/>
          </a:bodyPr>
          <a:lstStyle/>
          <a:p>
            <a:endParaRPr lang="en-US" dirty="0">
              <a:ea typeface="Calibri"/>
              <a:cs typeface="Calibri"/>
            </a:endParaRPr>
          </a:p>
        </p:txBody>
      </p:sp>
    </p:spTree>
    <p:extLst>
      <p:ext uri="{BB962C8B-B14F-4D97-AF65-F5344CB8AC3E}">
        <p14:creationId xmlns:p14="http://schemas.microsoft.com/office/powerpoint/2010/main" val="4233582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19C56-8DF6-8A04-72BA-266E74E89A03}"/>
              </a:ext>
            </a:extLst>
          </p:cNvPr>
          <p:cNvSpPr>
            <a:spLocks noGrp="1"/>
          </p:cNvSpPr>
          <p:nvPr>
            <p:ph type="title"/>
          </p:nvPr>
        </p:nvSpPr>
        <p:spPr/>
        <p:txBody>
          <a:bodyPr>
            <a:normAutofit/>
          </a:bodyPr>
          <a:lstStyle/>
          <a:p>
            <a:r>
              <a:rPr lang="en-US" dirty="0">
                <a:ea typeface="Calibri"/>
                <a:cs typeface="Calibri"/>
              </a:rPr>
              <a:t>Marginal Value of Cash</a:t>
            </a:r>
          </a:p>
        </p:txBody>
      </p:sp>
      <p:sp>
        <p:nvSpPr>
          <p:cNvPr id="5" name="Content Placeholder 4">
            <a:extLst>
              <a:ext uri="{FF2B5EF4-FFF2-40B4-BE49-F238E27FC236}">
                <a16:creationId xmlns:a16="http://schemas.microsoft.com/office/drawing/2014/main" id="{C7B37800-A044-F335-3568-8FE9F5A03B77}"/>
              </a:ext>
            </a:extLst>
          </p:cNvPr>
          <p:cNvSpPr>
            <a:spLocks noGrp="1"/>
          </p:cNvSpPr>
          <p:nvPr>
            <p:ph idx="1"/>
          </p:nvPr>
        </p:nvSpPr>
        <p:spPr/>
        <p:txBody>
          <a:bodyPr>
            <a:normAutofit lnSpcReduction="10000"/>
          </a:bodyPr>
          <a:lstStyle/>
          <a:p>
            <a:r>
              <a:rPr lang="en-US" dirty="0"/>
              <a:t>Methodology described in </a:t>
            </a:r>
            <a:r>
              <a:rPr lang="en-US" dirty="0" err="1"/>
              <a:t>Faulkender</a:t>
            </a:r>
            <a:r>
              <a:rPr lang="en-US" dirty="0"/>
              <a:t> and Wang (2006)</a:t>
            </a:r>
          </a:p>
          <a:p>
            <a:r>
              <a:rPr lang="en-US" dirty="0"/>
              <a:t>Compute firm’s excess equity return as its nominal return during a fiscal year, minus the benchmark portfolio return estimated using the </a:t>
            </a:r>
            <a:r>
              <a:rPr lang="en-US" dirty="0" err="1"/>
              <a:t>Fama</a:t>
            </a:r>
            <a:r>
              <a:rPr lang="en-US" dirty="0"/>
              <a:t>-French (1993) 25 size and book-to-market portfolios. </a:t>
            </a:r>
          </a:p>
        </p:txBody>
      </p:sp>
    </p:spTree>
    <p:extLst>
      <p:ext uri="{BB962C8B-B14F-4D97-AF65-F5344CB8AC3E}">
        <p14:creationId xmlns:p14="http://schemas.microsoft.com/office/powerpoint/2010/main" val="978402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19C56-8DF6-8A04-72BA-266E74E89A03}"/>
              </a:ext>
            </a:extLst>
          </p:cNvPr>
          <p:cNvSpPr>
            <a:spLocks noGrp="1"/>
          </p:cNvSpPr>
          <p:nvPr>
            <p:ph type="title"/>
          </p:nvPr>
        </p:nvSpPr>
        <p:spPr/>
        <p:txBody>
          <a:bodyPr>
            <a:normAutofit/>
          </a:bodyPr>
          <a:lstStyle/>
          <a:p>
            <a:r>
              <a:rPr lang="en-US" dirty="0">
                <a:ea typeface="Calibri"/>
                <a:cs typeface="Calibri"/>
              </a:rPr>
              <a:t>Marginal Value of Cash</a:t>
            </a:r>
          </a:p>
        </p:txBody>
      </p:sp>
      <p:pic>
        <p:nvPicPr>
          <p:cNvPr id="4" name="Content Placeholder 3">
            <a:extLst>
              <a:ext uri="{FF2B5EF4-FFF2-40B4-BE49-F238E27FC236}">
                <a16:creationId xmlns:a16="http://schemas.microsoft.com/office/drawing/2014/main" id="{B637B4D4-C409-CE9E-351C-4AA598CC0D88}"/>
              </a:ext>
            </a:extLst>
          </p:cNvPr>
          <p:cNvPicPr>
            <a:picLocks noGrp="1" noChangeAspect="1"/>
          </p:cNvPicPr>
          <p:nvPr>
            <p:ph idx="1"/>
          </p:nvPr>
        </p:nvPicPr>
        <p:blipFill>
          <a:blip r:embed="rId3"/>
          <a:stretch>
            <a:fillRect/>
          </a:stretch>
        </p:blipFill>
        <p:spPr>
          <a:xfrm>
            <a:off x="914995" y="1063229"/>
            <a:ext cx="7423390" cy="1266689"/>
          </a:xfrm>
        </p:spPr>
      </p:pic>
    </p:spTree>
    <p:extLst>
      <p:ext uri="{BB962C8B-B14F-4D97-AF65-F5344CB8AC3E}">
        <p14:creationId xmlns:p14="http://schemas.microsoft.com/office/powerpoint/2010/main" val="3815055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0" y="889580"/>
            <a:ext cx="4703077" cy="857250"/>
          </a:xfrm>
        </p:spPr>
        <p:txBody>
          <a:bodyPr>
            <a:noAutofit/>
          </a:bodyPr>
          <a:lstStyle/>
          <a:p>
            <a:r>
              <a:rPr lang="en-US" sz="2800" dirty="0"/>
              <a:t>Table 2 - Value of Cash: Annual Estimates and 5-year and 10-year Moving Averages</a:t>
            </a:r>
            <a:br>
              <a:rPr lang="en-US" sz="2800" dirty="0"/>
            </a:br>
            <a:endParaRPr lang="en-US" sz="2800" dirty="0"/>
          </a:p>
        </p:txBody>
      </p:sp>
      <p:pic>
        <p:nvPicPr>
          <p:cNvPr id="9" name="Content Placeholder 8">
            <a:extLst>
              <a:ext uri="{FF2B5EF4-FFF2-40B4-BE49-F238E27FC236}">
                <a16:creationId xmlns:a16="http://schemas.microsoft.com/office/drawing/2014/main" id="{5ACA3C7C-ABAE-A3AD-8387-59B02242DA18}"/>
              </a:ext>
            </a:extLst>
          </p:cNvPr>
          <p:cNvPicPr>
            <a:picLocks noGrp="1" noChangeAspect="1"/>
          </p:cNvPicPr>
          <p:nvPr>
            <p:ph idx="1"/>
          </p:nvPr>
        </p:nvPicPr>
        <p:blipFill>
          <a:blip r:embed="rId3"/>
          <a:stretch>
            <a:fillRect/>
          </a:stretch>
        </p:blipFill>
        <p:spPr>
          <a:xfrm>
            <a:off x="4698380" y="64391"/>
            <a:ext cx="3389971" cy="4972536"/>
          </a:xfrm>
        </p:spPr>
      </p:pic>
    </p:spTree>
    <p:extLst>
      <p:ext uri="{BB962C8B-B14F-4D97-AF65-F5344CB8AC3E}">
        <p14:creationId xmlns:p14="http://schemas.microsoft.com/office/powerpoint/2010/main" val="3921299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A8324-4B03-27AF-C70B-50C8C1D1AE90}"/>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306CB35-B3F8-7E6C-770F-0AA106A4F8E7}"/>
              </a:ext>
            </a:extLst>
          </p:cNvPr>
          <p:cNvPicPr>
            <a:picLocks noGrp="1" noChangeAspect="1"/>
          </p:cNvPicPr>
          <p:nvPr>
            <p:ph idx="1"/>
          </p:nvPr>
        </p:nvPicPr>
        <p:blipFill>
          <a:blip r:embed="rId2"/>
          <a:stretch>
            <a:fillRect/>
          </a:stretch>
        </p:blipFill>
        <p:spPr>
          <a:xfrm>
            <a:off x="599383" y="305468"/>
            <a:ext cx="8087417" cy="4385869"/>
          </a:xfrm>
        </p:spPr>
      </p:pic>
    </p:spTree>
    <p:extLst>
      <p:ext uri="{BB962C8B-B14F-4D97-AF65-F5344CB8AC3E}">
        <p14:creationId xmlns:p14="http://schemas.microsoft.com/office/powerpoint/2010/main" val="2455693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a:t>Table 2 Takeaways</a:t>
            </a:r>
          </a:p>
        </p:txBody>
      </p:sp>
      <p:sp>
        <p:nvSpPr>
          <p:cNvPr id="4" name="Content Placeholder 3">
            <a:extLst>
              <a:ext uri="{FF2B5EF4-FFF2-40B4-BE49-F238E27FC236}">
                <a16:creationId xmlns:a16="http://schemas.microsoft.com/office/drawing/2014/main" id="{22DDC56A-D7F3-FBC5-8D2F-DA585681679B}"/>
              </a:ext>
            </a:extLst>
          </p:cNvPr>
          <p:cNvSpPr>
            <a:spLocks noGrp="1"/>
          </p:cNvSpPr>
          <p:nvPr>
            <p:ph idx="1"/>
          </p:nvPr>
        </p:nvSpPr>
        <p:spPr/>
        <p:txBody>
          <a:bodyPr vert="horz" lIns="91440" tIns="45720" rIns="91440" bIns="45720" rtlCol="0" anchor="t">
            <a:normAutofit/>
          </a:bodyPr>
          <a:lstStyle/>
          <a:p>
            <a:r>
              <a:rPr lang="en-US" dirty="0">
                <a:ea typeface="Calibri"/>
                <a:cs typeface="Calibri"/>
              </a:rPr>
              <a:t>Value of cash has been rising over the years</a:t>
            </a:r>
          </a:p>
          <a:p>
            <a:r>
              <a:rPr lang="en-US" dirty="0">
                <a:ea typeface="Calibri"/>
                <a:cs typeface="Calibri"/>
              </a:rPr>
              <a:t>Marginal value of each dollar increased from $0.61 in the 80s to $1.12 in the 200s</a:t>
            </a:r>
          </a:p>
          <a:p>
            <a:pPr marL="0" indent="0">
              <a:buNone/>
            </a:pPr>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3278758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0" y="889580"/>
            <a:ext cx="4703077" cy="857250"/>
          </a:xfrm>
        </p:spPr>
        <p:txBody>
          <a:bodyPr>
            <a:noAutofit/>
          </a:bodyPr>
          <a:lstStyle/>
          <a:p>
            <a:r>
              <a:rPr lang="en-US" sz="2800" dirty="0"/>
              <a:t>Table 3 -Baseline Regressions: The Increase in the Value of Cash Over Time</a:t>
            </a:r>
            <a:br>
              <a:rPr lang="en-US" sz="2800" dirty="0"/>
            </a:br>
            <a:endParaRPr lang="en-US" sz="2800" dirty="0"/>
          </a:p>
        </p:txBody>
      </p:sp>
      <p:pic>
        <p:nvPicPr>
          <p:cNvPr id="6" name="Picture 5">
            <a:extLst>
              <a:ext uri="{FF2B5EF4-FFF2-40B4-BE49-F238E27FC236}">
                <a16:creationId xmlns:a16="http://schemas.microsoft.com/office/drawing/2014/main" id="{52CAAC0F-1F54-4B53-C8B2-6543B46B8943}"/>
              </a:ext>
            </a:extLst>
          </p:cNvPr>
          <p:cNvPicPr>
            <a:picLocks noChangeAspect="1"/>
          </p:cNvPicPr>
          <p:nvPr/>
        </p:nvPicPr>
        <p:blipFill>
          <a:blip r:embed="rId3"/>
          <a:stretch>
            <a:fillRect/>
          </a:stretch>
        </p:blipFill>
        <p:spPr>
          <a:xfrm>
            <a:off x="5038739" y="158254"/>
            <a:ext cx="3090499" cy="4826992"/>
          </a:xfrm>
          <a:prstGeom prst="rect">
            <a:avLst/>
          </a:prstGeom>
        </p:spPr>
      </p:pic>
    </p:spTree>
    <p:extLst>
      <p:ext uri="{BB962C8B-B14F-4D97-AF65-F5344CB8AC3E}">
        <p14:creationId xmlns:p14="http://schemas.microsoft.com/office/powerpoint/2010/main" val="3990079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a:t>Table 3 Takeaways</a:t>
            </a:r>
          </a:p>
        </p:txBody>
      </p:sp>
      <p:sp>
        <p:nvSpPr>
          <p:cNvPr id="4" name="Content Placeholder 3">
            <a:extLst>
              <a:ext uri="{FF2B5EF4-FFF2-40B4-BE49-F238E27FC236}">
                <a16:creationId xmlns:a16="http://schemas.microsoft.com/office/drawing/2014/main" id="{22DDC56A-D7F3-FBC5-8D2F-DA585681679B}"/>
              </a:ext>
            </a:extLst>
          </p:cNvPr>
          <p:cNvSpPr>
            <a:spLocks noGrp="1"/>
          </p:cNvSpPr>
          <p:nvPr>
            <p:ph idx="1"/>
          </p:nvPr>
        </p:nvSpPr>
        <p:spPr/>
        <p:txBody>
          <a:bodyPr vert="horz" lIns="91440" tIns="45720" rIns="91440" bIns="45720" rtlCol="0" anchor="t">
            <a:normAutofit/>
          </a:bodyPr>
          <a:lstStyle/>
          <a:p>
            <a:r>
              <a:rPr lang="en-US" dirty="0">
                <a:ea typeface="Calibri"/>
                <a:cs typeface="Calibri"/>
              </a:rPr>
              <a:t>Results highlight a consistent rise in the value of cash over time</a:t>
            </a:r>
          </a:p>
          <a:p>
            <a:r>
              <a:rPr lang="en-US" dirty="0">
                <a:ea typeface="Calibri"/>
                <a:cs typeface="Calibri"/>
              </a:rPr>
              <a:t>Negative impact of cash and leverage over time</a:t>
            </a:r>
          </a:p>
        </p:txBody>
      </p:sp>
    </p:spTree>
    <p:extLst>
      <p:ext uri="{BB962C8B-B14F-4D97-AF65-F5344CB8AC3E}">
        <p14:creationId xmlns:p14="http://schemas.microsoft.com/office/powerpoint/2010/main" val="3419803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dirty="0"/>
              <a:t>Table 4 - The Impact of Individual Determinants</a:t>
            </a:r>
            <a:endParaRPr lang="en-US" sz="2800" dirty="0">
              <a:ea typeface="Calibri"/>
              <a:cs typeface="Calibri"/>
            </a:endParaRPr>
          </a:p>
        </p:txBody>
      </p:sp>
      <p:sp>
        <p:nvSpPr>
          <p:cNvPr id="5" name="Content Placeholder 4">
            <a:extLst>
              <a:ext uri="{FF2B5EF4-FFF2-40B4-BE49-F238E27FC236}">
                <a16:creationId xmlns:a16="http://schemas.microsoft.com/office/drawing/2014/main" id="{A9DCF78C-371B-28AD-2A30-2C5A4C5FB793}"/>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3FC4F179-39E5-66D1-4A08-0551045C30A9}"/>
              </a:ext>
            </a:extLst>
          </p:cNvPr>
          <p:cNvPicPr>
            <a:picLocks noChangeAspect="1"/>
          </p:cNvPicPr>
          <p:nvPr/>
        </p:nvPicPr>
        <p:blipFill>
          <a:blip r:embed="rId3"/>
          <a:stretch>
            <a:fillRect/>
          </a:stretch>
        </p:blipFill>
        <p:spPr>
          <a:xfrm>
            <a:off x="947853" y="926903"/>
            <a:ext cx="7248293" cy="4071632"/>
          </a:xfrm>
          <a:prstGeom prst="rect">
            <a:avLst/>
          </a:prstGeom>
        </p:spPr>
      </p:pic>
    </p:spTree>
    <p:extLst>
      <p:ext uri="{BB962C8B-B14F-4D97-AF65-F5344CB8AC3E}">
        <p14:creationId xmlns:p14="http://schemas.microsoft.com/office/powerpoint/2010/main" val="1873507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806F7-E015-3400-3C17-82867A787420}"/>
              </a:ext>
            </a:extLst>
          </p:cNvPr>
          <p:cNvSpPr>
            <a:spLocks noGrp="1"/>
          </p:cNvSpPr>
          <p:nvPr>
            <p:ph type="title"/>
          </p:nvPr>
        </p:nvSpPr>
        <p:spPr/>
        <p:txBody>
          <a:bodyPr/>
          <a:lstStyle/>
          <a:p>
            <a:r>
              <a:rPr lang="en-US" dirty="0">
                <a:ea typeface="Calibri"/>
                <a:cs typeface="Calibri"/>
              </a:rPr>
              <a:t>Table 4 Takeaways</a:t>
            </a:r>
          </a:p>
        </p:txBody>
      </p:sp>
      <p:sp>
        <p:nvSpPr>
          <p:cNvPr id="3" name="Content Placeholder 2">
            <a:extLst>
              <a:ext uri="{FF2B5EF4-FFF2-40B4-BE49-F238E27FC236}">
                <a16:creationId xmlns:a16="http://schemas.microsoft.com/office/drawing/2014/main" id="{FE278BFF-FA8B-34A3-C83B-1D0BFB2544CD}"/>
              </a:ext>
            </a:extLst>
          </p:cNvPr>
          <p:cNvSpPr>
            <a:spLocks noGrp="1"/>
          </p:cNvSpPr>
          <p:nvPr>
            <p:ph idx="1"/>
          </p:nvPr>
        </p:nvSpPr>
        <p:spPr>
          <a:xfrm>
            <a:off x="457200" y="1060939"/>
            <a:ext cx="8229600" cy="3394472"/>
          </a:xfrm>
        </p:spPr>
        <p:txBody>
          <a:bodyPr vert="horz" lIns="91440" tIns="45720" rIns="91440" bIns="45720" rtlCol="0" anchor="t">
            <a:normAutofit fontScale="85000" lnSpcReduction="20000"/>
          </a:bodyPr>
          <a:lstStyle/>
          <a:p>
            <a:r>
              <a:rPr lang="en-US" dirty="0">
                <a:ea typeface="Calibri"/>
                <a:cs typeface="Calibri"/>
              </a:rPr>
              <a:t>Marginal value of cash is higher for firms in successively later IPO cohorts ($0.329 higher in 1990).</a:t>
            </a:r>
          </a:p>
          <a:p>
            <a:r>
              <a:rPr lang="en-US" dirty="0">
                <a:ea typeface="Calibri"/>
                <a:cs typeface="Calibri"/>
              </a:rPr>
              <a:t>Investment opportunities (as indicated by R&amp;D expenditure) significantly contribute to the value of cash</a:t>
            </a:r>
          </a:p>
          <a:p>
            <a:r>
              <a:rPr lang="en-US" dirty="0"/>
              <a:t>Firms facing greater financial constraints show a higher value of cash</a:t>
            </a:r>
          </a:p>
          <a:p>
            <a:r>
              <a:rPr lang="en-US" dirty="0">
                <a:ea typeface="Calibri"/>
                <a:cs typeface="Calibri"/>
              </a:rPr>
              <a:t>Firms facing more competition (HHI Index) are associated with higher marginal values of cash</a:t>
            </a:r>
          </a:p>
        </p:txBody>
      </p:sp>
    </p:spTree>
    <p:extLst>
      <p:ext uri="{BB962C8B-B14F-4D97-AF65-F5344CB8AC3E}">
        <p14:creationId xmlns:p14="http://schemas.microsoft.com/office/powerpoint/2010/main" val="686375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dirty="0"/>
              <a:t>Table 4 - The Impact of All Determinants Simultaneously</a:t>
            </a:r>
            <a:endParaRPr lang="en-US" sz="2800" dirty="0">
              <a:ea typeface="Calibri"/>
              <a:cs typeface="Calibri"/>
            </a:endParaRPr>
          </a:p>
        </p:txBody>
      </p:sp>
      <p:sp>
        <p:nvSpPr>
          <p:cNvPr id="4" name="Rectangle 3">
            <a:extLst>
              <a:ext uri="{FF2B5EF4-FFF2-40B4-BE49-F238E27FC236}">
                <a16:creationId xmlns:a16="http://schemas.microsoft.com/office/drawing/2014/main" id="{38E371B6-7E68-020B-AAC5-C3FCEE3E73F7}"/>
              </a:ext>
            </a:extLst>
          </p:cNvPr>
          <p:cNvSpPr/>
          <p:nvPr/>
        </p:nvSpPr>
        <p:spPr>
          <a:xfrm>
            <a:off x="2289286" y="1794765"/>
            <a:ext cx="6022090" cy="448843"/>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A9DCF78C-371B-28AD-2A30-2C5A4C5FB793}"/>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0C0A318A-F809-459C-1288-C421C4660B90}"/>
              </a:ext>
            </a:extLst>
          </p:cNvPr>
          <p:cNvPicPr>
            <a:picLocks noChangeAspect="1"/>
          </p:cNvPicPr>
          <p:nvPr/>
        </p:nvPicPr>
        <p:blipFill>
          <a:blip r:embed="rId3"/>
          <a:stretch>
            <a:fillRect/>
          </a:stretch>
        </p:blipFill>
        <p:spPr>
          <a:xfrm>
            <a:off x="747447" y="825190"/>
            <a:ext cx="7649106" cy="4195712"/>
          </a:xfrm>
          <a:prstGeom prst="rect">
            <a:avLst/>
          </a:prstGeom>
        </p:spPr>
      </p:pic>
    </p:spTree>
    <p:extLst>
      <p:ext uri="{BB962C8B-B14F-4D97-AF65-F5344CB8AC3E}">
        <p14:creationId xmlns:p14="http://schemas.microsoft.com/office/powerpoint/2010/main" val="2244644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806F7-E015-3400-3C17-82867A787420}"/>
              </a:ext>
            </a:extLst>
          </p:cNvPr>
          <p:cNvSpPr>
            <a:spLocks noGrp="1"/>
          </p:cNvSpPr>
          <p:nvPr>
            <p:ph type="title"/>
          </p:nvPr>
        </p:nvSpPr>
        <p:spPr/>
        <p:txBody>
          <a:bodyPr/>
          <a:lstStyle/>
          <a:p>
            <a:r>
              <a:rPr lang="en-US" dirty="0">
                <a:ea typeface="Calibri"/>
                <a:cs typeface="Calibri"/>
              </a:rPr>
              <a:t>Table 4 Takeaways</a:t>
            </a:r>
          </a:p>
        </p:txBody>
      </p:sp>
      <p:sp>
        <p:nvSpPr>
          <p:cNvPr id="3" name="Content Placeholder 2">
            <a:extLst>
              <a:ext uri="{FF2B5EF4-FFF2-40B4-BE49-F238E27FC236}">
                <a16:creationId xmlns:a16="http://schemas.microsoft.com/office/drawing/2014/main" id="{FE278BFF-FA8B-34A3-C83B-1D0BFB2544CD}"/>
              </a:ext>
            </a:extLst>
          </p:cNvPr>
          <p:cNvSpPr>
            <a:spLocks noGrp="1"/>
          </p:cNvSpPr>
          <p:nvPr>
            <p:ph idx="1"/>
          </p:nvPr>
        </p:nvSpPr>
        <p:spPr>
          <a:xfrm>
            <a:off x="457200" y="1060939"/>
            <a:ext cx="8229600" cy="3394472"/>
          </a:xfrm>
        </p:spPr>
        <p:txBody>
          <a:bodyPr vert="horz" lIns="91440" tIns="45720" rIns="91440" bIns="45720" rtlCol="0" anchor="t">
            <a:normAutofit fontScale="92500"/>
          </a:bodyPr>
          <a:lstStyle/>
          <a:p>
            <a:r>
              <a:rPr lang="en-US" sz="2800" dirty="0">
                <a:ea typeface="Calibri"/>
                <a:cs typeface="Calibri"/>
              </a:rPr>
              <a:t>The statistical insignificance of the decade dummies (∆Ct × DUM_1990 and ∆Ct × DUM_2000) suggests that the variations in cash value over time are well captured by the included economic determinants, rather than by the passage of time alone.</a:t>
            </a:r>
          </a:p>
          <a:p>
            <a:r>
              <a:rPr lang="en-US" sz="2800" dirty="0">
                <a:ea typeface="Calibri"/>
                <a:cs typeface="Calibri"/>
              </a:rPr>
              <a:t>Initially, multi-segment firms (diversification) had a lower value of cash in the 1980s. This relationship fades in significance when considering all factors in Panel B</a:t>
            </a:r>
          </a:p>
        </p:txBody>
      </p:sp>
    </p:spTree>
    <p:extLst>
      <p:ext uri="{BB962C8B-B14F-4D97-AF65-F5344CB8AC3E}">
        <p14:creationId xmlns:p14="http://schemas.microsoft.com/office/powerpoint/2010/main" val="677549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3707" y="452643"/>
            <a:ext cx="4568293" cy="857250"/>
          </a:xfrm>
        </p:spPr>
        <p:txBody>
          <a:bodyPr>
            <a:noAutofit/>
          </a:bodyPr>
          <a:lstStyle/>
          <a:p>
            <a:r>
              <a:rPr lang="en-US" sz="2800" dirty="0"/>
              <a:t>Table 5 – Panel A: SOA Regressions</a:t>
            </a:r>
            <a:endParaRPr lang="en-US" sz="2800" dirty="0">
              <a:ea typeface="Calibri"/>
              <a:cs typeface="Calibri"/>
            </a:endParaRPr>
          </a:p>
        </p:txBody>
      </p:sp>
      <p:pic>
        <p:nvPicPr>
          <p:cNvPr id="6" name="Picture 5">
            <a:extLst>
              <a:ext uri="{FF2B5EF4-FFF2-40B4-BE49-F238E27FC236}">
                <a16:creationId xmlns:a16="http://schemas.microsoft.com/office/drawing/2014/main" id="{EA8129E0-FF26-9BA2-A2C5-1FBD65B576D4}"/>
              </a:ext>
            </a:extLst>
          </p:cNvPr>
          <p:cNvPicPr>
            <a:picLocks noChangeAspect="1"/>
          </p:cNvPicPr>
          <p:nvPr/>
        </p:nvPicPr>
        <p:blipFill>
          <a:blip r:embed="rId3"/>
          <a:stretch>
            <a:fillRect/>
          </a:stretch>
        </p:blipFill>
        <p:spPr>
          <a:xfrm>
            <a:off x="4882497" y="229994"/>
            <a:ext cx="3739819" cy="4683512"/>
          </a:xfrm>
          <a:prstGeom prst="rect">
            <a:avLst/>
          </a:prstGeom>
        </p:spPr>
      </p:pic>
      <p:sp>
        <p:nvSpPr>
          <p:cNvPr id="3" name="Rectangle 2">
            <a:extLst>
              <a:ext uri="{FF2B5EF4-FFF2-40B4-BE49-F238E27FC236}">
                <a16:creationId xmlns:a16="http://schemas.microsoft.com/office/drawing/2014/main" id="{AB1818F7-C1E3-3AF2-D92E-41DBF5A4837C}"/>
              </a:ext>
            </a:extLst>
          </p:cNvPr>
          <p:cNvSpPr/>
          <p:nvPr/>
        </p:nvSpPr>
        <p:spPr>
          <a:xfrm>
            <a:off x="6415548" y="1201994"/>
            <a:ext cx="1017639" cy="398206"/>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185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354975" y="341131"/>
            <a:ext cx="8434049" cy="857250"/>
          </a:xfrm>
        </p:spPr>
        <p:txBody>
          <a:bodyPr>
            <a:noAutofit/>
          </a:bodyPr>
          <a:lstStyle/>
          <a:p>
            <a:r>
              <a:rPr lang="en-US" sz="2800" dirty="0"/>
              <a:t>Table 5 – Panel B: The SOA for Quartiles of Excess Cash Over Time</a:t>
            </a:r>
            <a:endParaRPr lang="en-US" sz="2800" dirty="0">
              <a:ea typeface="Calibri"/>
              <a:cs typeface="Calibri"/>
            </a:endParaRPr>
          </a:p>
        </p:txBody>
      </p:sp>
      <p:pic>
        <p:nvPicPr>
          <p:cNvPr id="4" name="Picture 3">
            <a:extLst>
              <a:ext uri="{FF2B5EF4-FFF2-40B4-BE49-F238E27FC236}">
                <a16:creationId xmlns:a16="http://schemas.microsoft.com/office/drawing/2014/main" id="{B524011F-1777-1E9B-277F-57D3CF9E82B8}"/>
              </a:ext>
            </a:extLst>
          </p:cNvPr>
          <p:cNvPicPr>
            <a:picLocks noChangeAspect="1"/>
          </p:cNvPicPr>
          <p:nvPr/>
        </p:nvPicPr>
        <p:blipFill>
          <a:blip r:embed="rId3"/>
          <a:stretch>
            <a:fillRect/>
          </a:stretch>
        </p:blipFill>
        <p:spPr>
          <a:xfrm>
            <a:off x="1329780" y="1713512"/>
            <a:ext cx="6484440" cy="1950209"/>
          </a:xfrm>
          <a:prstGeom prst="rect">
            <a:avLst/>
          </a:prstGeom>
        </p:spPr>
      </p:pic>
    </p:spTree>
    <p:extLst>
      <p:ext uri="{BB962C8B-B14F-4D97-AF65-F5344CB8AC3E}">
        <p14:creationId xmlns:p14="http://schemas.microsoft.com/office/powerpoint/2010/main" val="2344250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FB8F-C378-2A00-9A8F-9D534304B335}"/>
              </a:ext>
            </a:extLst>
          </p:cNvPr>
          <p:cNvSpPr>
            <a:spLocks noGrp="1"/>
          </p:cNvSpPr>
          <p:nvPr>
            <p:ph type="title"/>
          </p:nvPr>
        </p:nvSpPr>
        <p:spPr/>
        <p:txBody>
          <a:bodyPr/>
          <a:lstStyle/>
          <a:p>
            <a:r>
              <a:rPr lang="en-US" dirty="0"/>
              <a:t>Table 5 Takeaways</a:t>
            </a:r>
          </a:p>
        </p:txBody>
      </p:sp>
      <p:sp>
        <p:nvSpPr>
          <p:cNvPr id="3" name="Content Placeholder 2">
            <a:extLst>
              <a:ext uri="{FF2B5EF4-FFF2-40B4-BE49-F238E27FC236}">
                <a16:creationId xmlns:a16="http://schemas.microsoft.com/office/drawing/2014/main" id="{EC063DA3-8403-FE2E-5E6F-CC9F5134A831}"/>
              </a:ext>
            </a:extLst>
          </p:cNvPr>
          <p:cNvSpPr>
            <a:spLocks noGrp="1"/>
          </p:cNvSpPr>
          <p:nvPr>
            <p:ph idx="1"/>
          </p:nvPr>
        </p:nvSpPr>
        <p:spPr/>
        <p:txBody>
          <a:bodyPr/>
          <a:lstStyle/>
          <a:p>
            <a:r>
              <a:rPr lang="en-US" dirty="0"/>
              <a:t>Firms with higher cash levels have higher SOA, reflecting lower friction in cash reduction </a:t>
            </a:r>
          </a:p>
          <a:p>
            <a:r>
              <a:rPr lang="en-US" dirty="0"/>
              <a:t>SOA has generally decreased over time  </a:t>
            </a:r>
          </a:p>
          <a:p>
            <a:r>
              <a:rPr lang="en-US" dirty="0"/>
              <a:t>Top quartile of excess cash holders have unique differences from 80s to 2000s</a:t>
            </a:r>
          </a:p>
        </p:txBody>
      </p:sp>
    </p:spTree>
    <p:extLst>
      <p:ext uri="{BB962C8B-B14F-4D97-AF65-F5344CB8AC3E}">
        <p14:creationId xmlns:p14="http://schemas.microsoft.com/office/powerpoint/2010/main" val="40616361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74615-9BE8-371E-EBF9-71E8417E4A47}"/>
              </a:ext>
            </a:extLst>
          </p:cNvPr>
          <p:cNvSpPr>
            <a:spLocks noGrp="1"/>
          </p:cNvSpPr>
          <p:nvPr>
            <p:ph type="title"/>
          </p:nvPr>
        </p:nvSpPr>
        <p:spPr>
          <a:xfrm>
            <a:off x="2117" y="174229"/>
            <a:ext cx="9129183" cy="793750"/>
          </a:xfrm>
        </p:spPr>
        <p:txBody>
          <a:bodyPr vert="horz" lIns="91440" tIns="45720" rIns="91440" bIns="45720" rtlCol="0" anchor="ctr">
            <a:noAutofit/>
          </a:bodyPr>
          <a:lstStyle/>
          <a:p>
            <a:r>
              <a:rPr lang="en-US" sz="3200" dirty="0">
                <a:ea typeface="Calibri"/>
                <a:cs typeface="Calibri"/>
              </a:rPr>
              <a:t>Table 6 – Financial Constraints and the SOA in Cash Holdings Over Time</a:t>
            </a:r>
          </a:p>
        </p:txBody>
      </p:sp>
      <p:pic>
        <p:nvPicPr>
          <p:cNvPr id="6" name="Picture 5">
            <a:extLst>
              <a:ext uri="{FF2B5EF4-FFF2-40B4-BE49-F238E27FC236}">
                <a16:creationId xmlns:a16="http://schemas.microsoft.com/office/drawing/2014/main" id="{42E85194-DCB2-E83F-CEB1-78CBF900B8B3}"/>
              </a:ext>
            </a:extLst>
          </p:cNvPr>
          <p:cNvPicPr>
            <a:picLocks noChangeAspect="1"/>
          </p:cNvPicPr>
          <p:nvPr/>
        </p:nvPicPr>
        <p:blipFill>
          <a:blip r:embed="rId3"/>
          <a:stretch>
            <a:fillRect/>
          </a:stretch>
        </p:blipFill>
        <p:spPr>
          <a:xfrm>
            <a:off x="990599" y="1193451"/>
            <a:ext cx="7162801" cy="3775820"/>
          </a:xfrm>
          <a:prstGeom prst="rect">
            <a:avLst/>
          </a:prstGeom>
        </p:spPr>
      </p:pic>
    </p:spTree>
    <p:extLst>
      <p:ext uri="{BB962C8B-B14F-4D97-AF65-F5344CB8AC3E}">
        <p14:creationId xmlns:p14="http://schemas.microsoft.com/office/powerpoint/2010/main" val="2060909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93BED-C20E-9153-E266-BBEC9090913A}"/>
              </a:ext>
            </a:extLst>
          </p:cNvPr>
          <p:cNvSpPr>
            <a:spLocks noGrp="1"/>
          </p:cNvSpPr>
          <p:nvPr>
            <p:ph type="title"/>
          </p:nvPr>
        </p:nvSpPr>
        <p:spPr/>
        <p:txBody>
          <a:bodyPr/>
          <a:lstStyle/>
          <a:p>
            <a:r>
              <a:rPr lang="en-US">
                <a:ea typeface="Calibri"/>
                <a:cs typeface="Calibri"/>
              </a:rPr>
              <a:t>Table 6 Takeaways</a:t>
            </a:r>
            <a:endParaRPr lang="en-US"/>
          </a:p>
        </p:txBody>
      </p:sp>
      <p:sp>
        <p:nvSpPr>
          <p:cNvPr id="3" name="Content Placeholder 2">
            <a:extLst>
              <a:ext uri="{FF2B5EF4-FFF2-40B4-BE49-F238E27FC236}">
                <a16:creationId xmlns:a16="http://schemas.microsoft.com/office/drawing/2014/main" id="{67AC8FC0-555E-A909-14FB-9A3F2D8B1D8B}"/>
              </a:ext>
            </a:extLst>
          </p:cNvPr>
          <p:cNvSpPr>
            <a:spLocks noGrp="1"/>
          </p:cNvSpPr>
          <p:nvPr>
            <p:ph idx="1"/>
          </p:nvPr>
        </p:nvSpPr>
        <p:spPr/>
        <p:txBody>
          <a:bodyPr vert="horz" lIns="91440" tIns="45720" rIns="91440" bIns="45720" rtlCol="0" anchor="t">
            <a:normAutofit fontScale="85000" lnSpcReduction="10000"/>
          </a:bodyPr>
          <a:lstStyle/>
          <a:p>
            <a:r>
              <a:rPr lang="en-US" dirty="0"/>
              <a:t>Financially constrained firms consistently show a </a:t>
            </a:r>
            <a:r>
              <a:rPr lang="en-US" b="1" dirty="0"/>
              <a:t>slower SOA</a:t>
            </a:r>
            <a:r>
              <a:rPr lang="en-US" dirty="0"/>
              <a:t> than unconstrained firms across all proxies</a:t>
            </a:r>
          </a:p>
          <a:p>
            <a:r>
              <a:rPr lang="en-US" dirty="0"/>
              <a:t>Firms with bond ratings or those not paying dividends exhibit higher SOA</a:t>
            </a:r>
          </a:p>
          <a:p>
            <a:r>
              <a:rPr lang="en-US" dirty="0"/>
              <a:t>The results suggest that firms facing </a:t>
            </a:r>
            <a:r>
              <a:rPr lang="en-US" b="1" dirty="0"/>
              <a:t>higher financial constraints</a:t>
            </a:r>
            <a:r>
              <a:rPr lang="en-US" dirty="0"/>
              <a:t> struggle more to adjust their cash holdings, reflecting increased external financing costs and limited access to capital.</a:t>
            </a:r>
          </a:p>
        </p:txBody>
      </p:sp>
    </p:spTree>
    <p:extLst>
      <p:ext uri="{BB962C8B-B14F-4D97-AF65-F5344CB8AC3E}">
        <p14:creationId xmlns:p14="http://schemas.microsoft.com/office/powerpoint/2010/main" val="2375801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106D1-B197-02AD-F80F-526FD16568E8}"/>
              </a:ext>
            </a:extLst>
          </p:cNvPr>
          <p:cNvSpPr>
            <a:spLocks noGrp="1"/>
          </p:cNvSpPr>
          <p:nvPr>
            <p:ph type="title"/>
          </p:nvPr>
        </p:nvSpPr>
        <p:spPr>
          <a:xfrm>
            <a:off x="203200" y="161182"/>
            <a:ext cx="8928099" cy="910166"/>
          </a:xfrm>
        </p:spPr>
        <p:txBody>
          <a:bodyPr>
            <a:normAutofit fontScale="90000"/>
          </a:bodyPr>
          <a:lstStyle/>
          <a:p>
            <a:r>
              <a:rPr lang="en-US" dirty="0">
                <a:ea typeface="Calibri"/>
                <a:cs typeface="Calibri"/>
              </a:rPr>
              <a:t>Table 7 – The Effect of Block Holdings on the Value of Cash Over Time</a:t>
            </a:r>
          </a:p>
        </p:txBody>
      </p:sp>
      <p:pic>
        <p:nvPicPr>
          <p:cNvPr id="6" name="Content Placeholder 5">
            <a:extLst>
              <a:ext uri="{FF2B5EF4-FFF2-40B4-BE49-F238E27FC236}">
                <a16:creationId xmlns:a16="http://schemas.microsoft.com/office/drawing/2014/main" id="{C1A43FBF-2383-04DA-65F8-276C6A79D950}"/>
              </a:ext>
            </a:extLst>
          </p:cNvPr>
          <p:cNvPicPr>
            <a:picLocks noGrp="1" noChangeAspect="1"/>
          </p:cNvPicPr>
          <p:nvPr>
            <p:ph idx="1"/>
          </p:nvPr>
        </p:nvPicPr>
        <p:blipFill>
          <a:blip r:embed="rId3"/>
          <a:stretch>
            <a:fillRect/>
          </a:stretch>
        </p:blipFill>
        <p:spPr>
          <a:xfrm>
            <a:off x="3064244" y="1302372"/>
            <a:ext cx="3015512" cy="3679946"/>
          </a:xfrm>
        </p:spPr>
      </p:pic>
    </p:spTree>
    <p:extLst>
      <p:ext uri="{BB962C8B-B14F-4D97-AF65-F5344CB8AC3E}">
        <p14:creationId xmlns:p14="http://schemas.microsoft.com/office/powerpoint/2010/main" val="2929092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40659-B3D3-29DF-53EE-248C8EE577DA}"/>
              </a:ext>
            </a:extLst>
          </p:cNvPr>
          <p:cNvSpPr>
            <a:spLocks noGrp="1"/>
          </p:cNvSpPr>
          <p:nvPr>
            <p:ph type="title"/>
          </p:nvPr>
        </p:nvSpPr>
        <p:spPr/>
        <p:txBody>
          <a:bodyPr/>
          <a:lstStyle/>
          <a:p>
            <a:r>
              <a:rPr lang="en-US">
                <a:ea typeface="Calibri"/>
                <a:cs typeface="Calibri"/>
              </a:rPr>
              <a:t>Table 7 Takeaways</a:t>
            </a:r>
            <a:endParaRPr lang="en-US"/>
          </a:p>
        </p:txBody>
      </p:sp>
      <p:sp>
        <p:nvSpPr>
          <p:cNvPr id="3" name="Content Placeholder 2">
            <a:extLst>
              <a:ext uri="{FF2B5EF4-FFF2-40B4-BE49-F238E27FC236}">
                <a16:creationId xmlns:a16="http://schemas.microsoft.com/office/drawing/2014/main" id="{FBA70239-8221-57C6-1E2C-3DB3A8A7F17C}"/>
              </a:ext>
            </a:extLst>
          </p:cNvPr>
          <p:cNvSpPr>
            <a:spLocks noGrp="1"/>
          </p:cNvSpPr>
          <p:nvPr>
            <p:ph idx="1"/>
          </p:nvPr>
        </p:nvSpPr>
        <p:spPr/>
        <p:txBody>
          <a:bodyPr vert="horz" lIns="91440" tIns="45720" rIns="91440" bIns="45720" rtlCol="0" anchor="t">
            <a:normAutofit/>
          </a:bodyPr>
          <a:lstStyle/>
          <a:p>
            <a:r>
              <a:rPr lang="en-US" dirty="0">
                <a:ea typeface="Calibri"/>
                <a:cs typeface="Calibri"/>
              </a:rPr>
              <a:t>Presence of block holders is linked to a significant impact on the value of cash over time</a:t>
            </a:r>
          </a:p>
          <a:p>
            <a:r>
              <a:rPr lang="en-US" dirty="0">
                <a:ea typeface="Calibri"/>
                <a:cs typeface="Calibri"/>
              </a:rPr>
              <a:t>Firms with higher ownership concentration tend to place more value on cash holdings</a:t>
            </a:r>
          </a:p>
        </p:txBody>
      </p:sp>
    </p:spTree>
    <p:extLst>
      <p:ext uri="{BB962C8B-B14F-4D97-AF65-F5344CB8AC3E}">
        <p14:creationId xmlns:p14="http://schemas.microsoft.com/office/powerpoint/2010/main" val="1632687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2B3E3-A2BF-E7C3-A054-67EA46499E20}"/>
              </a:ext>
            </a:extLst>
          </p:cNvPr>
          <p:cNvSpPr>
            <a:spLocks noGrp="1"/>
          </p:cNvSpPr>
          <p:nvPr>
            <p:ph type="title"/>
          </p:nvPr>
        </p:nvSpPr>
        <p:spPr>
          <a:xfrm>
            <a:off x="457200" y="116769"/>
            <a:ext cx="8229600" cy="857250"/>
          </a:xfrm>
        </p:spPr>
        <p:txBody>
          <a:bodyPr/>
          <a:lstStyle/>
          <a:p>
            <a:r>
              <a:rPr lang="en-US" dirty="0">
                <a:ea typeface="Calibri"/>
                <a:cs typeface="Calibri"/>
              </a:rPr>
              <a:t>Conclusion</a:t>
            </a:r>
            <a:endParaRPr lang="en-US" dirty="0"/>
          </a:p>
        </p:txBody>
      </p:sp>
      <p:sp>
        <p:nvSpPr>
          <p:cNvPr id="3" name="Content Placeholder 2">
            <a:extLst>
              <a:ext uri="{FF2B5EF4-FFF2-40B4-BE49-F238E27FC236}">
                <a16:creationId xmlns:a16="http://schemas.microsoft.com/office/drawing/2014/main" id="{C70C4E4E-EFCF-33E0-033C-D4100F897E0C}"/>
              </a:ext>
            </a:extLst>
          </p:cNvPr>
          <p:cNvSpPr>
            <a:spLocks noGrp="1"/>
          </p:cNvSpPr>
          <p:nvPr>
            <p:ph idx="1"/>
          </p:nvPr>
        </p:nvSpPr>
        <p:spPr>
          <a:xfrm>
            <a:off x="457200" y="1063229"/>
            <a:ext cx="8229600" cy="3394472"/>
          </a:xfrm>
        </p:spPr>
        <p:txBody>
          <a:bodyPr vert="horz" lIns="91440" tIns="45720" rIns="91440" bIns="45720" rtlCol="0" anchor="t">
            <a:normAutofit lnSpcReduction="10000"/>
          </a:bodyPr>
          <a:lstStyle/>
          <a:p>
            <a:r>
              <a:rPr lang="en-US" dirty="0">
                <a:ea typeface="Calibri"/>
                <a:cs typeface="Calibri"/>
              </a:rPr>
              <a:t>There has been an increased value of cash over time </a:t>
            </a:r>
          </a:p>
          <a:p>
            <a:r>
              <a:rPr lang="en-US" dirty="0">
                <a:ea typeface="Calibri"/>
                <a:cs typeface="Calibri"/>
              </a:rPr>
              <a:t>This increase is driven by both macroeconomic (credit spreads, and increased competition) and firm specific drivers </a:t>
            </a:r>
          </a:p>
          <a:p>
            <a:r>
              <a:rPr lang="en-US" dirty="0">
                <a:ea typeface="Calibri"/>
                <a:cs typeface="Calibri"/>
              </a:rPr>
              <a:t>SOA has generally decreased over time, likely due to </a:t>
            </a:r>
            <a:r>
              <a:rPr lang="en-US">
                <a:ea typeface="Calibri"/>
                <a:cs typeface="Calibri"/>
              </a:rPr>
              <a:t>market frictions</a:t>
            </a:r>
            <a:endParaRPr lang="en-US" dirty="0">
              <a:ea typeface="Calibri"/>
              <a:cs typeface="Calibri"/>
            </a:endParaRPr>
          </a:p>
        </p:txBody>
      </p:sp>
    </p:spTree>
    <p:extLst>
      <p:ext uri="{BB962C8B-B14F-4D97-AF65-F5344CB8AC3E}">
        <p14:creationId xmlns:p14="http://schemas.microsoft.com/office/powerpoint/2010/main" val="20747643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1095</TotalTime>
  <Words>1676</Words>
  <Application>Microsoft Office PowerPoint</Application>
  <PresentationFormat>On-screen Show (16:9)</PresentationFormat>
  <Paragraphs>126</Paragraphs>
  <Slides>26</Slides>
  <Notes>20</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Times New Roman</vt:lpstr>
      <vt:lpstr>Office Theme</vt:lpstr>
      <vt:lpstr>Why Has the Value of Cash Increased Over Time?</vt:lpstr>
      <vt:lpstr>Research Question</vt:lpstr>
      <vt:lpstr>Prior Literature</vt:lpstr>
      <vt:lpstr>Key Findings</vt:lpstr>
      <vt:lpstr>Data Description</vt:lpstr>
      <vt:lpstr>Table 1 – Summary Statistics</vt:lpstr>
      <vt:lpstr>Table 1 Takeaways</vt:lpstr>
      <vt:lpstr>Marginal Value of Cash</vt:lpstr>
      <vt:lpstr>Marginal Value of Cash</vt:lpstr>
      <vt:lpstr>Table 2 - Value of Cash: Annual Estimates and 5-year and 10-year Moving Averages </vt:lpstr>
      <vt:lpstr>PowerPoint Presentation</vt:lpstr>
      <vt:lpstr>Table 2 Takeaways</vt:lpstr>
      <vt:lpstr>Table 3 -Baseline Regressions: The Increase in the Value of Cash Over Time </vt:lpstr>
      <vt:lpstr>Table 3 Takeaways</vt:lpstr>
      <vt:lpstr>Table 4 - The Impact of Individual Determinants</vt:lpstr>
      <vt:lpstr>Table 4 Takeaways</vt:lpstr>
      <vt:lpstr>Table 4 - The Impact of All Determinants Simultaneously</vt:lpstr>
      <vt:lpstr>Table 4 Takeaways</vt:lpstr>
      <vt:lpstr>Table 5 – Panel A: SOA Regressions</vt:lpstr>
      <vt:lpstr>Table 5 – Panel B: The SOA for Quartiles of Excess Cash Over Time</vt:lpstr>
      <vt:lpstr>Table 5 Takeaways</vt:lpstr>
      <vt:lpstr>Table 6 – Financial Constraints and the SOA in Cash Holdings Over Time</vt:lpstr>
      <vt:lpstr>Table 6 Takeaways</vt:lpstr>
      <vt:lpstr>Table 7 – The Effect of Block Holdings on the Value of Cash Over Time</vt:lpstr>
      <vt:lpstr>Table 7 Takeaways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Sharing, Holdup, and External Finance: Evidence from Private Firms</dc:title>
  <dc:creator>Tyler Johnson</dc:creator>
  <cp:lastModifiedBy>Austin Francis</cp:lastModifiedBy>
  <cp:revision>351</cp:revision>
  <dcterms:created xsi:type="dcterms:W3CDTF">2020-09-10T18:37:45Z</dcterms:created>
  <dcterms:modified xsi:type="dcterms:W3CDTF">2024-09-17T13:59:41Z</dcterms:modified>
</cp:coreProperties>
</file>