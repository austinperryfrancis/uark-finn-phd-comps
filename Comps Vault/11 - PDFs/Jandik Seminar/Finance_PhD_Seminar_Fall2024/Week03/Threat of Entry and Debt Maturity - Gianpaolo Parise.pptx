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315" r:id="rId3"/>
    <p:sldId id="346" r:id="rId4"/>
    <p:sldId id="395" r:id="rId5"/>
    <p:sldId id="397" r:id="rId6"/>
    <p:sldId id="468" r:id="rId7"/>
    <p:sldId id="453" r:id="rId8"/>
    <p:sldId id="469" r:id="rId9"/>
    <p:sldId id="470" r:id="rId10"/>
    <p:sldId id="471" r:id="rId11"/>
    <p:sldId id="442" r:id="rId12"/>
    <p:sldId id="454" r:id="rId13"/>
    <p:sldId id="444" r:id="rId14"/>
    <p:sldId id="455" r:id="rId15"/>
    <p:sldId id="445" r:id="rId16"/>
    <p:sldId id="456" r:id="rId17"/>
    <p:sldId id="446" r:id="rId18"/>
    <p:sldId id="487"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67" r:id="rId35"/>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395"/>
            <p14:sldId id="397"/>
            <p14:sldId id="468"/>
            <p14:sldId id="453"/>
            <p14:sldId id="469"/>
            <p14:sldId id="470"/>
            <p14:sldId id="471"/>
            <p14:sldId id="442"/>
            <p14:sldId id="454"/>
            <p14:sldId id="444"/>
            <p14:sldId id="455"/>
            <p14:sldId id="445"/>
            <p14:sldId id="456"/>
            <p14:sldId id="446"/>
            <p14:sldId id="487"/>
            <p14:sldId id="472"/>
            <p14:sldId id="473"/>
            <p14:sldId id="474"/>
            <p14:sldId id="475"/>
            <p14:sldId id="476"/>
            <p14:sldId id="477"/>
            <p14:sldId id="478"/>
            <p14:sldId id="479"/>
            <p14:sldId id="480"/>
            <p14:sldId id="481"/>
            <p14:sldId id="482"/>
            <p14:sldId id="483"/>
            <p14:sldId id="484"/>
            <p14:sldId id="485"/>
            <p14:sldId id="486"/>
            <p14:sldId id="46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FAE71-7301-445B-A2F7-CBF723CAF6AF}" v="1" dt="2024-09-03T12:28:28.621"/>
    <p1510:client id="{EB68F22C-E0BD-BCEE-1501-D62074E7F648}" v="1160" dt="2024-09-03T03:31:40.1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S::apf006@uark.edu::d9206161-76a2-4d0d-bb71-2bac416203d9" providerId="AD" clId="Web-{C64FB65F-14A5-C573-B804-B8343143B81D}"/>
    <pc:docChg chg="modSld">
      <pc:chgData name="Austin Francis" userId="S::apf006@uark.edu::d9206161-76a2-4d0d-bb71-2bac416203d9" providerId="AD" clId="Web-{C64FB65F-14A5-C573-B804-B8343143B81D}" dt="2024-08-27T13:33:00.034" v="306"/>
      <pc:docMkLst>
        <pc:docMk/>
      </pc:docMkLst>
      <pc:sldChg chg="modNotes">
        <pc:chgData name="Austin Francis" userId="S::apf006@uark.edu::d9206161-76a2-4d0d-bb71-2bac416203d9" providerId="AD" clId="Web-{C64FB65F-14A5-C573-B804-B8343143B81D}" dt="2024-08-27T13:32:01.876" v="300"/>
        <pc:sldMkLst>
          <pc:docMk/>
          <pc:sldMk cId="1873507160" sldId="445"/>
        </pc:sldMkLst>
      </pc:sldChg>
      <pc:sldChg chg="modNotes">
        <pc:chgData name="Austin Francis" userId="S::apf006@uark.edu::d9206161-76a2-4d0d-bb71-2bac416203d9" providerId="AD" clId="Web-{C64FB65F-14A5-C573-B804-B8343143B81D}" dt="2024-08-27T13:32:51.518" v="305"/>
        <pc:sldMkLst>
          <pc:docMk/>
          <pc:sldMk cId="255185723" sldId="446"/>
        </pc:sldMkLst>
      </pc:sldChg>
      <pc:sldChg chg="modNotes">
        <pc:chgData name="Austin Francis" userId="S::apf006@uark.edu::d9206161-76a2-4d0d-bb71-2bac416203d9" providerId="AD" clId="Web-{C64FB65F-14A5-C573-B804-B8343143B81D}" dt="2024-08-27T13:29:05.978" v="223"/>
        <pc:sldMkLst>
          <pc:docMk/>
          <pc:sldMk cId="3278758722" sldId="454"/>
        </pc:sldMkLst>
      </pc:sldChg>
      <pc:sldChg chg="modNotes">
        <pc:chgData name="Austin Francis" userId="S::apf006@uark.edu::d9206161-76a2-4d0d-bb71-2bac416203d9" providerId="AD" clId="Web-{C64FB65F-14A5-C573-B804-B8343143B81D}" dt="2024-08-27T13:29:20.932" v="224"/>
        <pc:sldMkLst>
          <pc:docMk/>
          <pc:sldMk cId="3419803062" sldId="455"/>
        </pc:sldMkLst>
      </pc:sldChg>
      <pc:sldChg chg="modSp">
        <pc:chgData name="Austin Francis" userId="S::apf006@uark.edu::d9206161-76a2-4d0d-bb71-2bac416203d9" providerId="AD" clId="Web-{C64FB65F-14A5-C573-B804-B8343143B81D}" dt="2024-08-27T13:32:47.456" v="304" actId="20577"/>
        <pc:sldMkLst>
          <pc:docMk/>
          <pc:sldMk cId="686375482" sldId="456"/>
        </pc:sldMkLst>
        <pc:spChg chg="mod">
          <ac:chgData name="Austin Francis" userId="S::apf006@uark.edu::d9206161-76a2-4d0d-bb71-2bac416203d9" providerId="AD" clId="Web-{C64FB65F-14A5-C573-B804-B8343143B81D}" dt="2024-08-27T13:32:47.456" v="304" actId="20577"/>
          <ac:spMkLst>
            <pc:docMk/>
            <pc:sldMk cId="686375482" sldId="456"/>
            <ac:spMk id="3" creationId="{FE278BFF-FA8B-34A3-C83B-1D0BFB2544CD}"/>
          </ac:spMkLst>
        </pc:spChg>
      </pc:sldChg>
      <pc:sldChg chg="modNotes">
        <pc:chgData name="Austin Francis" userId="S::apf006@uark.edu::d9206161-76a2-4d0d-bb71-2bac416203d9" providerId="AD" clId="Web-{C64FB65F-14A5-C573-B804-B8343143B81D}" dt="2024-08-27T13:27:04.785" v="222"/>
        <pc:sldMkLst>
          <pc:docMk/>
          <pc:sldMk cId="978978087" sldId="463"/>
        </pc:sldMkLst>
      </pc:sldChg>
      <pc:sldChg chg="modNotes">
        <pc:chgData name="Austin Francis" userId="S::apf006@uark.edu::d9206161-76a2-4d0d-bb71-2bac416203d9" providerId="AD" clId="Web-{C64FB65F-14A5-C573-B804-B8343143B81D}" dt="2024-08-27T13:29:58.620" v="226"/>
        <pc:sldMkLst>
          <pc:docMk/>
          <pc:sldMk cId="475043155" sldId="465"/>
        </pc:sldMkLst>
      </pc:sldChg>
      <pc:sldChg chg="modNotes">
        <pc:chgData name="Austin Francis" userId="S::apf006@uark.edu::d9206161-76a2-4d0d-bb71-2bac416203d9" providerId="AD" clId="Web-{C64FB65F-14A5-C573-B804-B8343143B81D}" dt="2024-08-27T13:33:00.034" v="306"/>
        <pc:sldMkLst>
          <pc:docMk/>
          <pc:sldMk cId="824158794" sldId="466"/>
        </pc:sldMkLst>
      </pc:sldChg>
    </pc:docChg>
  </pc:docChgLst>
  <pc:docChgLst>
    <pc:chgData name="Austin Francis" userId="S::apf006@uark.edu::d9206161-76a2-4d0d-bb71-2bac416203d9" providerId="AD" clId="Web-{3C9AD1C9-A966-AECC-0F34-2A2AA67F666F}"/>
    <pc:docChg chg="addSld delSld modSld modSection">
      <pc:chgData name="Austin Francis" userId="S::apf006@uark.edu::d9206161-76a2-4d0d-bb71-2bac416203d9" providerId="AD" clId="Web-{3C9AD1C9-A966-AECC-0F34-2A2AA67F666F}" dt="2024-08-30T15:51:42.092" v="612" actId="20577"/>
      <pc:docMkLst>
        <pc:docMk/>
      </pc:docMkLst>
      <pc:sldChg chg="addSp delSp modSp">
        <pc:chgData name="Austin Francis" userId="S::apf006@uark.edu::d9206161-76a2-4d0d-bb71-2bac416203d9" providerId="AD" clId="Web-{3C9AD1C9-A966-AECC-0F34-2A2AA67F666F}" dt="2024-08-30T15:31:56.246" v="279" actId="1076"/>
        <pc:sldMkLst>
          <pc:docMk/>
          <pc:sldMk cId="3921299865" sldId="442"/>
        </pc:sldMkLst>
        <pc:spChg chg="mod">
          <ac:chgData name="Austin Francis" userId="S::apf006@uark.edu::d9206161-76a2-4d0d-bb71-2bac416203d9" providerId="AD" clId="Web-{3C9AD1C9-A966-AECC-0F34-2A2AA67F666F}" dt="2024-08-30T15:31:32.433" v="273" actId="20577"/>
          <ac:spMkLst>
            <pc:docMk/>
            <pc:sldMk cId="3921299865" sldId="442"/>
            <ac:spMk id="2" creationId="{A9A10DC1-DDE1-4347-BDBB-4B2ACA3E8D0F}"/>
          </ac:spMkLst>
        </pc:spChg>
        <pc:spChg chg="add del mod">
          <ac:chgData name="Austin Francis" userId="S::apf006@uark.edu::d9206161-76a2-4d0d-bb71-2bac416203d9" providerId="AD" clId="Web-{3C9AD1C9-A966-AECC-0F34-2A2AA67F666F}" dt="2024-08-30T15:31:47.605" v="275"/>
          <ac:spMkLst>
            <pc:docMk/>
            <pc:sldMk cId="3921299865" sldId="442"/>
            <ac:spMk id="4" creationId="{48650C23-E4F8-3EB9-5F2C-D0DB017C3940}"/>
          </ac:spMkLst>
        </pc:spChg>
        <pc:picChg chg="del">
          <ac:chgData name="Austin Francis" userId="S::apf006@uark.edu::d9206161-76a2-4d0d-bb71-2bac416203d9" providerId="AD" clId="Web-{3C9AD1C9-A966-AECC-0F34-2A2AA67F666F}" dt="2024-08-30T15:31:33.370" v="274"/>
          <ac:picMkLst>
            <pc:docMk/>
            <pc:sldMk cId="3921299865" sldId="442"/>
            <ac:picMk id="5" creationId="{0B38C5F0-113D-FC2E-5C30-1105358B4506}"/>
          </ac:picMkLst>
        </pc:picChg>
        <pc:picChg chg="add mod ord">
          <ac:chgData name="Austin Francis" userId="S::apf006@uark.edu::d9206161-76a2-4d0d-bb71-2bac416203d9" providerId="AD" clId="Web-{3C9AD1C9-A966-AECC-0F34-2A2AA67F666F}" dt="2024-08-30T15:31:56.246" v="279" actId="1076"/>
          <ac:picMkLst>
            <pc:docMk/>
            <pc:sldMk cId="3921299865" sldId="442"/>
            <ac:picMk id="6" creationId="{DC1D27A8-7813-CC98-388E-742779FABD0B}"/>
          </ac:picMkLst>
        </pc:picChg>
      </pc:sldChg>
      <pc:sldChg chg="addSp delSp modSp">
        <pc:chgData name="Austin Francis" userId="S::apf006@uark.edu::d9206161-76a2-4d0d-bb71-2bac416203d9" providerId="AD" clId="Web-{3C9AD1C9-A966-AECC-0F34-2A2AA67F666F}" dt="2024-08-30T15:33:14.656" v="304" actId="1076"/>
        <pc:sldMkLst>
          <pc:docMk/>
          <pc:sldMk cId="1071918637" sldId="444"/>
        </pc:sldMkLst>
        <pc:spChg chg="mod">
          <ac:chgData name="Austin Francis" userId="S::apf006@uark.edu::d9206161-76a2-4d0d-bb71-2bac416203d9" providerId="AD" clId="Web-{3C9AD1C9-A966-AECC-0F34-2A2AA67F666F}" dt="2024-08-30T15:33:14.656" v="304" actId="1076"/>
          <ac:spMkLst>
            <pc:docMk/>
            <pc:sldMk cId="1071918637" sldId="444"/>
            <ac:spMk id="2" creationId="{A9A10DC1-DDE1-4347-BDBB-4B2ACA3E8D0F}"/>
          </ac:spMkLst>
        </pc:spChg>
        <pc:spChg chg="add del mod">
          <ac:chgData name="Austin Francis" userId="S::apf006@uark.edu::d9206161-76a2-4d0d-bb71-2bac416203d9" providerId="AD" clId="Web-{3C9AD1C9-A966-AECC-0F34-2A2AA67F666F}" dt="2024-08-30T15:32:55.218" v="299"/>
          <ac:spMkLst>
            <pc:docMk/>
            <pc:sldMk cId="1071918637" sldId="444"/>
            <ac:spMk id="4" creationId="{228D8915-1D45-051B-ED82-E012C01F6719}"/>
          </ac:spMkLst>
        </pc:spChg>
        <pc:picChg chg="add mod ord">
          <ac:chgData name="Austin Francis" userId="S::apf006@uark.edu::d9206161-76a2-4d0d-bb71-2bac416203d9" providerId="AD" clId="Web-{3C9AD1C9-A966-AECC-0F34-2A2AA67F666F}" dt="2024-08-30T15:33:10.624" v="303" actId="1076"/>
          <ac:picMkLst>
            <pc:docMk/>
            <pc:sldMk cId="1071918637" sldId="444"/>
            <ac:picMk id="5" creationId="{6580FCAC-CA34-A9DA-5488-C3A0CA6FEA05}"/>
          </ac:picMkLst>
        </pc:picChg>
        <pc:picChg chg="del">
          <ac:chgData name="Austin Francis" userId="S::apf006@uark.edu::d9206161-76a2-4d0d-bb71-2bac416203d9" providerId="AD" clId="Web-{3C9AD1C9-A966-AECC-0F34-2A2AA67F666F}" dt="2024-08-30T15:32:40.670" v="298"/>
          <ac:picMkLst>
            <pc:docMk/>
            <pc:sldMk cId="1071918637" sldId="444"/>
            <ac:picMk id="10" creationId="{D703C038-9576-E14C-B5E1-BC7A91D779FB}"/>
          </ac:picMkLst>
        </pc:picChg>
      </pc:sldChg>
      <pc:sldChg chg="addSp delSp modSp">
        <pc:chgData name="Austin Francis" userId="S::apf006@uark.edu::d9206161-76a2-4d0d-bb71-2bac416203d9" providerId="AD" clId="Web-{3C9AD1C9-A966-AECC-0F34-2A2AA67F666F}" dt="2024-08-30T15:34:13.205" v="323" actId="1076"/>
        <pc:sldMkLst>
          <pc:docMk/>
          <pc:sldMk cId="1873507160" sldId="445"/>
        </pc:sldMkLst>
        <pc:spChg chg="mod">
          <ac:chgData name="Austin Francis" userId="S::apf006@uark.edu::d9206161-76a2-4d0d-bb71-2bac416203d9" providerId="AD" clId="Web-{3C9AD1C9-A966-AECC-0F34-2A2AA67F666F}" dt="2024-08-30T15:33:47.204" v="318" actId="20577"/>
          <ac:spMkLst>
            <pc:docMk/>
            <pc:sldMk cId="1873507160" sldId="445"/>
            <ac:spMk id="2" creationId="{A9A10DC1-DDE1-4347-BDBB-4B2ACA3E8D0F}"/>
          </ac:spMkLst>
        </pc:spChg>
        <pc:spChg chg="add del mod">
          <ac:chgData name="Austin Francis" userId="S::apf006@uark.edu::d9206161-76a2-4d0d-bb71-2bac416203d9" providerId="AD" clId="Web-{3C9AD1C9-A966-AECC-0F34-2A2AA67F666F}" dt="2024-08-30T15:34:04.142" v="320"/>
          <ac:spMkLst>
            <pc:docMk/>
            <pc:sldMk cId="1873507160" sldId="445"/>
            <ac:spMk id="4" creationId="{B8412AD4-4329-40B0-AD72-0821E0467C0A}"/>
          </ac:spMkLst>
        </pc:spChg>
        <pc:picChg chg="del">
          <ac:chgData name="Austin Francis" userId="S::apf006@uark.edu::d9206161-76a2-4d0d-bb71-2bac416203d9" providerId="AD" clId="Web-{3C9AD1C9-A966-AECC-0F34-2A2AA67F666F}" dt="2024-08-30T15:33:49.110" v="319"/>
          <ac:picMkLst>
            <pc:docMk/>
            <pc:sldMk cId="1873507160" sldId="445"/>
            <ac:picMk id="5" creationId="{68B1A232-F8CB-8409-3581-F8FEDAAD17B1}"/>
          </ac:picMkLst>
        </pc:picChg>
        <pc:picChg chg="add mod ord">
          <ac:chgData name="Austin Francis" userId="S::apf006@uark.edu::d9206161-76a2-4d0d-bb71-2bac416203d9" providerId="AD" clId="Web-{3C9AD1C9-A966-AECC-0F34-2A2AA67F666F}" dt="2024-08-30T15:34:13.205" v="323" actId="1076"/>
          <ac:picMkLst>
            <pc:docMk/>
            <pc:sldMk cId="1873507160" sldId="445"/>
            <ac:picMk id="6" creationId="{4685A9F3-0956-FB4E-2F1C-ED4F6B6628EC}"/>
          </ac:picMkLst>
        </pc:picChg>
      </pc:sldChg>
      <pc:sldChg chg="addSp delSp modSp">
        <pc:chgData name="Austin Francis" userId="S::apf006@uark.edu::d9206161-76a2-4d0d-bb71-2bac416203d9" providerId="AD" clId="Web-{3C9AD1C9-A966-AECC-0F34-2A2AA67F666F}" dt="2024-08-30T15:36:17.257" v="351" actId="1076"/>
        <pc:sldMkLst>
          <pc:docMk/>
          <pc:sldMk cId="255185723" sldId="446"/>
        </pc:sldMkLst>
        <pc:spChg chg="mod">
          <ac:chgData name="Austin Francis" userId="S::apf006@uark.edu::d9206161-76a2-4d0d-bb71-2bac416203d9" providerId="AD" clId="Web-{3C9AD1C9-A966-AECC-0F34-2A2AA67F666F}" dt="2024-08-30T15:36:08.538" v="346" actId="1076"/>
          <ac:spMkLst>
            <pc:docMk/>
            <pc:sldMk cId="255185723" sldId="446"/>
            <ac:spMk id="2" creationId="{A9A10DC1-DDE1-4347-BDBB-4B2ACA3E8D0F}"/>
          </ac:spMkLst>
        </pc:spChg>
        <pc:spChg chg="add del mod">
          <ac:chgData name="Austin Francis" userId="S::apf006@uark.edu::d9206161-76a2-4d0d-bb71-2bac416203d9" providerId="AD" clId="Web-{3C9AD1C9-A966-AECC-0F34-2A2AA67F666F}" dt="2024-08-30T15:35:51.850" v="341"/>
          <ac:spMkLst>
            <pc:docMk/>
            <pc:sldMk cId="255185723" sldId="446"/>
            <ac:spMk id="4" creationId="{FC4F26AB-DD61-59C9-1B1E-0B92F303F454}"/>
          </ac:spMkLst>
        </pc:spChg>
        <pc:picChg chg="add mod ord">
          <ac:chgData name="Austin Francis" userId="S::apf006@uark.edu::d9206161-76a2-4d0d-bb71-2bac416203d9" providerId="AD" clId="Web-{3C9AD1C9-A966-AECC-0F34-2A2AA67F666F}" dt="2024-08-30T15:36:17.257" v="351" actId="1076"/>
          <ac:picMkLst>
            <pc:docMk/>
            <pc:sldMk cId="255185723" sldId="446"/>
            <ac:picMk id="5" creationId="{C6ED4173-D4D0-12C3-43ED-C707F90D52E7}"/>
          </ac:picMkLst>
        </pc:picChg>
        <pc:picChg chg="del">
          <ac:chgData name="Austin Francis" userId="S::apf006@uark.edu::d9206161-76a2-4d0d-bb71-2bac416203d9" providerId="AD" clId="Web-{3C9AD1C9-A966-AECC-0F34-2A2AA67F666F}" dt="2024-08-30T15:35:06.957" v="340"/>
          <ac:picMkLst>
            <pc:docMk/>
            <pc:sldMk cId="255185723" sldId="446"/>
            <ac:picMk id="6" creationId="{193A2B50-5242-4000-DBFC-2BDFF77D839F}"/>
          </ac:picMkLst>
        </pc:picChg>
      </pc:sldChg>
      <pc:sldChg chg="modSp modNotes">
        <pc:chgData name="Austin Francis" userId="S::apf006@uark.edu::d9206161-76a2-4d0d-bb71-2bac416203d9" providerId="AD" clId="Web-{3C9AD1C9-A966-AECC-0F34-2A2AA67F666F}" dt="2024-08-30T15:23:46.257" v="160"/>
        <pc:sldMkLst>
          <pc:docMk/>
          <pc:sldMk cId="4233582726" sldId="453"/>
        </pc:sldMkLst>
        <pc:spChg chg="mod">
          <ac:chgData name="Austin Francis" userId="S::apf006@uark.edu::d9206161-76a2-4d0d-bb71-2bac416203d9" providerId="AD" clId="Web-{3C9AD1C9-A966-AECC-0F34-2A2AA67F666F}" dt="2024-08-30T15:20:05.873" v="152"/>
          <ac:spMkLst>
            <pc:docMk/>
            <pc:sldMk cId="4233582726" sldId="453"/>
            <ac:spMk id="3" creationId="{C57A2EFD-A0BC-81FA-1CC0-C60FF5F3D1CA}"/>
          </ac:spMkLst>
        </pc:spChg>
      </pc:sldChg>
      <pc:sldChg chg="modSp">
        <pc:chgData name="Austin Francis" userId="S::apf006@uark.edu::d9206161-76a2-4d0d-bb71-2bac416203d9" providerId="AD" clId="Web-{3C9AD1C9-A966-AECC-0F34-2A2AA67F666F}" dt="2024-08-30T15:34:29.550" v="326" actId="20577"/>
        <pc:sldMkLst>
          <pc:docMk/>
          <pc:sldMk cId="3419803062" sldId="455"/>
        </pc:sldMkLst>
        <pc:spChg chg="mod">
          <ac:chgData name="Austin Francis" userId="S::apf006@uark.edu::d9206161-76a2-4d0d-bb71-2bac416203d9" providerId="AD" clId="Web-{3C9AD1C9-A966-AECC-0F34-2A2AA67F666F}" dt="2024-08-30T15:34:29.550" v="326" actId="20577"/>
          <ac:spMkLst>
            <pc:docMk/>
            <pc:sldMk cId="3419803062" sldId="455"/>
            <ac:spMk id="4" creationId="{22DDC56A-D7F3-FBC5-8D2F-DA585681679B}"/>
          </ac:spMkLst>
        </pc:spChg>
      </pc:sldChg>
      <pc:sldChg chg="modSp">
        <pc:chgData name="Austin Francis" userId="S::apf006@uark.edu::d9206161-76a2-4d0d-bb71-2bac416203d9" providerId="AD" clId="Web-{3C9AD1C9-A966-AECC-0F34-2A2AA67F666F}" dt="2024-08-30T15:34:35.628" v="328" actId="20577"/>
        <pc:sldMkLst>
          <pc:docMk/>
          <pc:sldMk cId="686375482" sldId="456"/>
        </pc:sldMkLst>
        <pc:spChg chg="mod">
          <ac:chgData name="Austin Francis" userId="S::apf006@uark.edu::d9206161-76a2-4d0d-bb71-2bac416203d9" providerId="AD" clId="Web-{3C9AD1C9-A966-AECC-0F34-2A2AA67F666F}" dt="2024-08-30T15:34:35.628" v="328" actId="20577"/>
          <ac:spMkLst>
            <pc:docMk/>
            <pc:sldMk cId="686375482" sldId="456"/>
            <ac:spMk id="3" creationId="{FE278BFF-FA8B-34A3-C83B-1D0BFB2544CD}"/>
          </ac:spMkLst>
        </pc:spChg>
      </pc:sldChg>
      <pc:sldChg chg="modSp">
        <pc:chgData name="Austin Francis" userId="S::apf006@uark.edu::d9206161-76a2-4d0d-bb71-2bac416203d9" providerId="AD" clId="Web-{3C9AD1C9-A966-AECC-0F34-2A2AA67F666F}" dt="2024-08-30T15:36:37.477" v="354" actId="20577"/>
        <pc:sldMkLst>
          <pc:docMk/>
          <pc:sldMk cId="201112120" sldId="457"/>
        </pc:sldMkLst>
        <pc:spChg chg="mod">
          <ac:chgData name="Austin Francis" userId="S::apf006@uark.edu::d9206161-76a2-4d0d-bb71-2bac416203d9" providerId="AD" clId="Web-{3C9AD1C9-A966-AECC-0F34-2A2AA67F666F}" dt="2024-08-30T15:36:37.477" v="354" actId="20577"/>
          <ac:spMkLst>
            <pc:docMk/>
            <pc:sldMk cId="201112120" sldId="457"/>
            <ac:spMk id="3" creationId="{799C04E8-AC9D-FFEC-9CD5-82C52CAC320B}"/>
          </ac:spMkLst>
        </pc:spChg>
      </pc:sldChg>
      <pc:sldChg chg="delSp modSp">
        <pc:chgData name="Austin Francis" userId="S::apf006@uark.edu::d9206161-76a2-4d0d-bb71-2bac416203d9" providerId="AD" clId="Web-{3C9AD1C9-A966-AECC-0F34-2A2AA67F666F}" dt="2024-08-30T14:59:20.118" v="2" actId="20577"/>
        <pc:sldMkLst>
          <pc:docMk/>
          <pc:sldMk cId="978978087" sldId="463"/>
        </pc:sldMkLst>
        <pc:spChg chg="mod">
          <ac:chgData name="Austin Francis" userId="S::apf006@uark.edu::d9206161-76a2-4d0d-bb71-2bac416203d9" providerId="AD" clId="Web-{3C9AD1C9-A966-AECC-0F34-2A2AA67F666F}" dt="2024-08-30T14:59:20.118" v="2" actId="20577"/>
          <ac:spMkLst>
            <pc:docMk/>
            <pc:sldMk cId="978978087" sldId="463"/>
            <ac:spMk id="3" creationId="{C14AECF1-4AD3-C012-18D8-19AE4056440F}"/>
          </ac:spMkLst>
        </pc:spChg>
        <pc:picChg chg="del">
          <ac:chgData name="Austin Francis" userId="S::apf006@uark.edu::d9206161-76a2-4d0d-bb71-2bac416203d9" providerId="AD" clId="Web-{3C9AD1C9-A966-AECC-0F34-2A2AA67F666F}" dt="2024-08-30T14:59:17.477" v="1"/>
          <ac:picMkLst>
            <pc:docMk/>
            <pc:sldMk cId="978978087" sldId="463"/>
            <ac:picMk id="4" creationId="{6171A86D-43C4-4DD0-8D25-AB55A18C097A}"/>
          </ac:picMkLst>
        </pc:picChg>
        <pc:picChg chg="del">
          <ac:chgData name="Austin Francis" userId="S::apf006@uark.edu::d9206161-76a2-4d0d-bb71-2bac416203d9" providerId="AD" clId="Web-{3C9AD1C9-A966-AECC-0F34-2A2AA67F666F}" dt="2024-08-30T14:59:16.759" v="0"/>
          <ac:picMkLst>
            <pc:docMk/>
            <pc:sldMk cId="978978087" sldId="463"/>
            <ac:picMk id="5" creationId="{8D4DA63A-CB66-5AE0-FAFC-43A63F8C1E62}"/>
          </ac:picMkLst>
        </pc:picChg>
      </pc:sldChg>
      <pc:sldChg chg="del">
        <pc:chgData name="Austin Francis" userId="S::apf006@uark.edu::d9206161-76a2-4d0d-bb71-2bac416203d9" providerId="AD" clId="Web-{3C9AD1C9-A966-AECC-0F34-2A2AA67F666F}" dt="2024-08-30T15:33:27.188" v="305"/>
        <pc:sldMkLst>
          <pc:docMk/>
          <pc:sldMk cId="2873402699" sldId="464"/>
        </pc:sldMkLst>
      </pc:sldChg>
      <pc:sldChg chg="addSp delSp modSp del">
        <pc:chgData name="Austin Francis" userId="S::apf006@uark.edu::d9206161-76a2-4d0d-bb71-2bac416203d9" providerId="AD" clId="Web-{3C9AD1C9-A966-AECC-0F34-2A2AA67F666F}" dt="2024-08-30T15:34:26.503" v="325"/>
        <pc:sldMkLst>
          <pc:docMk/>
          <pc:sldMk cId="475043155" sldId="465"/>
        </pc:sldMkLst>
        <pc:spChg chg="add mod">
          <ac:chgData name="Austin Francis" userId="S::apf006@uark.edu::d9206161-76a2-4d0d-bb71-2bac416203d9" providerId="AD" clId="Web-{3C9AD1C9-A966-AECC-0F34-2A2AA67F666F}" dt="2024-08-30T15:34:23.502" v="324"/>
          <ac:spMkLst>
            <pc:docMk/>
            <pc:sldMk cId="475043155" sldId="465"/>
            <ac:spMk id="4" creationId="{3618F29D-ACC4-19FC-9A3D-A1C7821334A4}"/>
          </ac:spMkLst>
        </pc:spChg>
        <pc:picChg chg="del">
          <ac:chgData name="Austin Francis" userId="S::apf006@uark.edu::d9206161-76a2-4d0d-bb71-2bac416203d9" providerId="AD" clId="Web-{3C9AD1C9-A966-AECC-0F34-2A2AA67F666F}" dt="2024-08-30T15:34:23.502" v="324"/>
          <ac:picMkLst>
            <pc:docMk/>
            <pc:sldMk cId="475043155" sldId="465"/>
            <ac:picMk id="6" creationId="{FE551F57-43CB-9D2B-76DA-88E09B13ECA3}"/>
          </ac:picMkLst>
        </pc:picChg>
      </pc:sldChg>
      <pc:sldChg chg="del">
        <pc:chgData name="Austin Francis" userId="S::apf006@uark.edu::d9206161-76a2-4d0d-bb71-2bac416203d9" providerId="AD" clId="Web-{3C9AD1C9-A966-AECC-0F34-2A2AA67F666F}" dt="2024-08-30T15:36:32.742" v="352"/>
        <pc:sldMkLst>
          <pc:docMk/>
          <pc:sldMk cId="824158794" sldId="466"/>
        </pc:sldMkLst>
      </pc:sldChg>
      <pc:sldChg chg="modSp">
        <pc:chgData name="Austin Francis" userId="S::apf006@uark.edu::d9206161-76a2-4d0d-bb71-2bac416203d9" providerId="AD" clId="Web-{3C9AD1C9-A966-AECC-0F34-2A2AA67F666F}" dt="2024-08-30T15:51:42.092" v="612" actId="20577"/>
        <pc:sldMkLst>
          <pc:docMk/>
          <pc:sldMk cId="2074764308" sldId="467"/>
        </pc:sldMkLst>
        <pc:spChg chg="mod">
          <ac:chgData name="Austin Francis" userId="S::apf006@uark.edu::d9206161-76a2-4d0d-bb71-2bac416203d9" providerId="AD" clId="Web-{3C9AD1C9-A966-AECC-0F34-2A2AA67F666F}" dt="2024-08-30T15:51:42.092" v="612" actId="20577"/>
          <ac:spMkLst>
            <pc:docMk/>
            <pc:sldMk cId="2074764308" sldId="467"/>
            <ac:spMk id="3" creationId="{C70C4E4E-EFCF-33E0-033C-D4100F897E0C}"/>
          </ac:spMkLst>
        </pc:spChg>
      </pc:sldChg>
      <pc:sldChg chg="modNotes">
        <pc:chgData name="Austin Francis" userId="S::apf006@uark.edu::d9206161-76a2-4d0d-bb71-2bac416203d9" providerId="AD" clId="Web-{3C9AD1C9-A966-AECC-0F34-2A2AA67F666F}" dt="2024-08-30T15:21:05.485" v="155"/>
        <pc:sldMkLst>
          <pc:docMk/>
          <pc:sldMk cId="1898961290" sldId="468"/>
        </pc:sldMkLst>
      </pc:sldChg>
      <pc:sldChg chg="modSp">
        <pc:chgData name="Austin Francis" userId="S::apf006@uark.edu::d9206161-76a2-4d0d-bb71-2bac416203d9" providerId="AD" clId="Web-{3C9AD1C9-A966-AECC-0F34-2A2AA67F666F}" dt="2024-08-30T15:25:03.432" v="246" actId="20577"/>
        <pc:sldMkLst>
          <pc:docMk/>
          <pc:sldMk cId="978402029" sldId="469"/>
        </pc:sldMkLst>
        <pc:spChg chg="mod">
          <ac:chgData name="Austin Francis" userId="S::apf006@uark.edu::d9206161-76a2-4d0d-bb71-2bac416203d9" providerId="AD" clId="Web-{3C9AD1C9-A966-AECC-0F34-2A2AA67F666F}" dt="2024-08-30T15:25:03.432" v="246" actId="20577"/>
          <ac:spMkLst>
            <pc:docMk/>
            <pc:sldMk cId="978402029" sldId="469"/>
            <ac:spMk id="3" creationId="{8A16AEF2-95B3-FFDD-C575-762863A319DA}"/>
          </ac:spMkLst>
        </pc:spChg>
      </pc:sldChg>
      <pc:sldChg chg="addSp delSp modSp add replId">
        <pc:chgData name="Austin Francis" userId="S::apf006@uark.edu::d9206161-76a2-4d0d-bb71-2bac416203d9" providerId="AD" clId="Web-{3C9AD1C9-A966-AECC-0F34-2A2AA67F666F}" dt="2024-08-30T15:25:19.964" v="252" actId="1076"/>
        <pc:sldMkLst>
          <pc:docMk/>
          <pc:sldMk cId="2654556775" sldId="470"/>
        </pc:sldMkLst>
        <pc:spChg chg="del mod">
          <ac:chgData name="Austin Francis" userId="S::apf006@uark.edu::d9206161-76a2-4d0d-bb71-2bac416203d9" providerId="AD" clId="Web-{3C9AD1C9-A966-AECC-0F34-2A2AA67F666F}" dt="2024-08-30T15:25:12.823" v="250"/>
          <ac:spMkLst>
            <pc:docMk/>
            <pc:sldMk cId="2654556775" sldId="470"/>
            <ac:spMk id="3" creationId="{8A16AEF2-95B3-FFDD-C575-762863A319DA}"/>
          </ac:spMkLst>
        </pc:spChg>
        <pc:picChg chg="add mod ord">
          <ac:chgData name="Austin Francis" userId="S::apf006@uark.edu::d9206161-76a2-4d0d-bb71-2bac416203d9" providerId="AD" clId="Web-{3C9AD1C9-A966-AECC-0F34-2A2AA67F666F}" dt="2024-08-30T15:25:19.964" v="252" actId="1076"/>
          <ac:picMkLst>
            <pc:docMk/>
            <pc:sldMk cId="2654556775" sldId="470"/>
            <ac:picMk id="4" creationId="{15CC387F-A49C-F9D5-DD1E-EFC3DA55BEAE}"/>
          </ac:picMkLst>
        </pc:picChg>
      </pc:sldChg>
      <pc:sldChg chg="addSp delSp modSp add replId">
        <pc:chgData name="Austin Francis" userId="S::apf006@uark.edu::d9206161-76a2-4d0d-bb71-2bac416203d9" providerId="AD" clId="Web-{3C9AD1C9-A966-AECC-0F34-2A2AA67F666F}" dt="2024-08-30T15:27:41.595" v="262" actId="14100"/>
        <pc:sldMkLst>
          <pc:docMk/>
          <pc:sldMk cId="3473631934" sldId="471"/>
        </pc:sldMkLst>
        <pc:spChg chg="add del mod">
          <ac:chgData name="Austin Francis" userId="S::apf006@uark.edu::d9206161-76a2-4d0d-bb71-2bac416203d9" providerId="AD" clId="Web-{3C9AD1C9-A966-AECC-0F34-2A2AA67F666F}" dt="2024-08-30T15:27:05.687" v="255"/>
          <ac:spMkLst>
            <pc:docMk/>
            <pc:sldMk cId="3473631934" sldId="471"/>
            <ac:spMk id="5" creationId="{BA847356-D5CD-ACA4-1771-322206C7AF13}"/>
          </ac:spMkLst>
        </pc:spChg>
        <pc:picChg chg="del">
          <ac:chgData name="Austin Francis" userId="S::apf006@uark.edu::d9206161-76a2-4d0d-bb71-2bac416203d9" providerId="AD" clId="Web-{3C9AD1C9-A966-AECC-0F34-2A2AA67F666F}" dt="2024-08-30T15:26:51.296" v="254"/>
          <ac:picMkLst>
            <pc:docMk/>
            <pc:sldMk cId="3473631934" sldId="471"/>
            <ac:picMk id="4" creationId="{15CC387F-A49C-F9D5-DD1E-EFC3DA55BEAE}"/>
          </ac:picMkLst>
        </pc:picChg>
        <pc:picChg chg="add mod ord">
          <ac:chgData name="Austin Francis" userId="S::apf006@uark.edu::d9206161-76a2-4d0d-bb71-2bac416203d9" providerId="AD" clId="Web-{3C9AD1C9-A966-AECC-0F34-2A2AA67F666F}" dt="2024-08-30T15:27:15.282" v="259" actId="1076"/>
          <ac:picMkLst>
            <pc:docMk/>
            <pc:sldMk cId="3473631934" sldId="471"/>
            <ac:picMk id="6" creationId="{1C809394-16FE-E35A-BE85-265F635C85C4}"/>
          </ac:picMkLst>
        </pc:picChg>
        <pc:picChg chg="add mod">
          <ac:chgData name="Austin Francis" userId="S::apf006@uark.edu::d9206161-76a2-4d0d-bb71-2bac416203d9" providerId="AD" clId="Web-{3C9AD1C9-A966-AECC-0F34-2A2AA67F666F}" dt="2024-08-30T15:27:41.595" v="262" actId="14100"/>
          <ac:picMkLst>
            <pc:docMk/>
            <pc:sldMk cId="3473631934" sldId="471"/>
            <ac:picMk id="7" creationId="{38A537E5-D9C5-C125-2358-32158F0DE21B}"/>
          </ac:picMkLst>
        </pc:picChg>
      </pc:sldChg>
      <pc:sldChg chg="addSp delSp modSp new">
        <pc:chgData name="Austin Francis" userId="S::apf006@uark.edu::d9206161-76a2-4d0d-bb71-2bac416203d9" providerId="AD" clId="Web-{3C9AD1C9-A966-AECC-0F34-2A2AA67F666F}" dt="2024-08-30T15:37:35.401" v="360" actId="1076"/>
        <pc:sldMkLst>
          <pc:docMk/>
          <pc:sldMk cId="4216062859" sldId="472"/>
        </pc:sldMkLst>
        <pc:spChg chg="del">
          <ac:chgData name="Austin Francis" userId="S::apf006@uark.edu::d9206161-76a2-4d0d-bb71-2bac416203d9" providerId="AD" clId="Web-{3C9AD1C9-A966-AECC-0F34-2A2AA67F666F}" dt="2024-08-30T15:37:14.103" v="356"/>
          <ac:spMkLst>
            <pc:docMk/>
            <pc:sldMk cId="4216062859" sldId="472"/>
            <ac:spMk id="3" creationId="{18698333-CEF0-5779-FB26-CABEA7F92B86}"/>
          </ac:spMkLst>
        </pc:spChg>
        <pc:picChg chg="add mod ord">
          <ac:chgData name="Austin Francis" userId="S::apf006@uark.edu::d9206161-76a2-4d0d-bb71-2bac416203d9" providerId="AD" clId="Web-{3C9AD1C9-A966-AECC-0F34-2A2AA67F666F}" dt="2024-08-30T15:37:35.401" v="360" actId="1076"/>
          <ac:picMkLst>
            <pc:docMk/>
            <pc:sldMk cId="4216062859" sldId="472"/>
            <ac:picMk id="4" creationId="{22127FF4-6865-4395-2E3E-A9F575FBB9A7}"/>
          </ac:picMkLst>
        </pc:picChg>
      </pc:sldChg>
      <pc:sldChg chg="addSp delSp modSp new">
        <pc:chgData name="Austin Francis" userId="S::apf006@uark.edu::d9206161-76a2-4d0d-bb71-2bac416203d9" providerId="AD" clId="Web-{3C9AD1C9-A966-AECC-0F34-2A2AA67F666F}" dt="2024-08-30T15:38:34.950" v="393" actId="1076"/>
        <pc:sldMkLst>
          <pc:docMk/>
          <pc:sldMk cId="2060909779" sldId="473"/>
        </pc:sldMkLst>
        <pc:spChg chg="mod">
          <ac:chgData name="Austin Francis" userId="S::apf006@uark.edu::d9206161-76a2-4d0d-bb71-2bac416203d9" providerId="AD" clId="Web-{3C9AD1C9-A966-AECC-0F34-2A2AA67F666F}" dt="2024-08-30T15:38:29.341" v="391" actId="1076"/>
          <ac:spMkLst>
            <pc:docMk/>
            <pc:sldMk cId="2060909779" sldId="473"/>
            <ac:spMk id="2" creationId="{5FC74615-9BE8-371E-EBF9-71E8417E4A47}"/>
          </ac:spMkLst>
        </pc:spChg>
        <pc:spChg chg="del">
          <ac:chgData name="Austin Francis" userId="S::apf006@uark.edu::d9206161-76a2-4d0d-bb71-2bac416203d9" providerId="AD" clId="Web-{3C9AD1C9-A966-AECC-0F34-2A2AA67F666F}" dt="2024-08-30T15:38:23.653" v="389"/>
          <ac:spMkLst>
            <pc:docMk/>
            <pc:sldMk cId="2060909779" sldId="473"/>
            <ac:spMk id="3" creationId="{36430E6A-8FE2-1609-940C-5197080B4016}"/>
          </ac:spMkLst>
        </pc:spChg>
        <pc:picChg chg="add mod ord">
          <ac:chgData name="Austin Francis" userId="S::apf006@uark.edu::d9206161-76a2-4d0d-bb71-2bac416203d9" providerId="AD" clId="Web-{3C9AD1C9-A966-AECC-0F34-2A2AA67F666F}" dt="2024-08-30T15:38:34.950" v="393" actId="1076"/>
          <ac:picMkLst>
            <pc:docMk/>
            <pc:sldMk cId="2060909779" sldId="473"/>
            <ac:picMk id="4" creationId="{E9D98CF2-B891-A366-2677-91A7EB8F0FE7}"/>
          </ac:picMkLst>
        </pc:picChg>
      </pc:sldChg>
      <pc:sldChg chg="modSp new">
        <pc:chgData name="Austin Francis" userId="S::apf006@uark.edu::d9206161-76a2-4d0d-bb71-2bac416203d9" providerId="AD" clId="Web-{3C9AD1C9-A966-AECC-0F34-2A2AA67F666F}" dt="2024-08-30T15:39:38.406" v="401" actId="20577"/>
        <pc:sldMkLst>
          <pc:docMk/>
          <pc:sldMk cId="2375801828" sldId="474"/>
        </pc:sldMkLst>
        <pc:spChg chg="mod">
          <ac:chgData name="Austin Francis" userId="S::apf006@uark.edu::d9206161-76a2-4d0d-bb71-2bac416203d9" providerId="AD" clId="Web-{3C9AD1C9-A966-AECC-0F34-2A2AA67F666F}" dt="2024-08-30T15:39:38.406" v="401" actId="20577"/>
          <ac:spMkLst>
            <pc:docMk/>
            <pc:sldMk cId="2375801828" sldId="474"/>
            <ac:spMk id="2" creationId="{01893BED-C20E-9153-E266-BBEC9090913A}"/>
          </ac:spMkLst>
        </pc:spChg>
      </pc:sldChg>
      <pc:sldChg chg="addSp delSp modSp new">
        <pc:chgData name="Austin Francis" userId="S::apf006@uark.edu::d9206161-76a2-4d0d-bb71-2bac416203d9" providerId="AD" clId="Web-{3C9AD1C9-A966-AECC-0F34-2A2AA67F666F}" dt="2024-08-30T15:40:39.627" v="438" actId="1076"/>
        <pc:sldMkLst>
          <pc:docMk/>
          <pc:sldMk cId="292909213" sldId="475"/>
        </pc:sldMkLst>
        <pc:spChg chg="mod">
          <ac:chgData name="Austin Francis" userId="S::apf006@uark.edu::d9206161-76a2-4d0d-bb71-2bac416203d9" providerId="AD" clId="Web-{3C9AD1C9-A966-AECC-0F34-2A2AA67F666F}" dt="2024-08-30T15:40:37.002" v="437" actId="1076"/>
          <ac:spMkLst>
            <pc:docMk/>
            <pc:sldMk cId="292909213" sldId="475"/>
            <ac:spMk id="2" creationId="{C59106D1-B197-02AD-F80F-526FD16568E8}"/>
          </ac:spMkLst>
        </pc:spChg>
        <pc:spChg chg="del">
          <ac:chgData name="Austin Francis" userId="S::apf006@uark.edu::d9206161-76a2-4d0d-bb71-2bac416203d9" providerId="AD" clId="Web-{3C9AD1C9-A966-AECC-0F34-2A2AA67F666F}" dt="2024-08-30T15:40:30.377" v="434"/>
          <ac:spMkLst>
            <pc:docMk/>
            <pc:sldMk cId="292909213" sldId="475"/>
            <ac:spMk id="3" creationId="{437C98AD-E930-1983-2CBD-3F42E389E664}"/>
          </ac:spMkLst>
        </pc:spChg>
        <pc:picChg chg="add mod ord">
          <ac:chgData name="Austin Francis" userId="S::apf006@uark.edu::d9206161-76a2-4d0d-bb71-2bac416203d9" providerId="AD" clId="Web-{3C9AD1C9-A966-AECC-0F34-2A2AA67F666F}" dt="2024-08-30T15:40:39.627" v="438" actId="1076"/>
          <ac:picMkLst>
            <pc:docMk/>
            <pc:sldMk cId="292909213" sldId="475"/>
            <ac:picMk id="4" creationId="{AEF0DFDC-E03C-705B-C49A-0CE600580D39}"/>
          </ac:picMkLst>
        </pc:picChg>
      </pc:sldChg>
      <pc:sldChg chg="modSp new">
        <pc:chgData name="Austin Francis" userId="S::apf006@uark.edu::d9206161-76a2-4d0d-bb71-2bac416203d9" providerId="AD" clId="Web-{3C9AD1C9-A966-AECC-0F34-2A2AA67F666F}" dt="2024-08-30T15:40:07.501" v="433" actId="20577"/>
        <pc:sldMkLst>
          <pc:docMk/>
          <pc:sldMk cId="163268738" sldId="476"/>
        </pc:sldMkLst>
        <pc:spChg chg="mod">
          <ac:chgData name="Austin Francis" userId="S::apf006@uark.edu::d9206161-76a2-4d0d-bb71-2bac416203d9" providerId="AD" clId="Web-{3C9AD1C9-A966-AECC-0F34-2A2AA67F666F}" dt="2024-08-30T15:40:07.501" v="433" actId="20577"/>
          <ac:spMkLst>
            <pc:docMk/>
            <pc:sldMk cId="163268738" sldId="476"/>
            <ac:spMk id="2" creationId="{3E340659-B3D3-29DF-53EE-248C8EE577DA}"/>
          </ac:spMkLst>
        </pc:spChg>
      </pc:sldChg>
      <pc:sldChg chg="addSp delSp modSp new">
        <pc:chgData name="Austin Francis" userId="S::apf006@uark.edu::d9206161-76a2-4d0d-bb71-2bac416203d9" providerId="AD" clId="Web-{3C9AD1C9-A966-AECC-0F34-2A2AA67F666F}" dt="2024-08-30T15:41:52.990" v="479" actId="1076"/>
        <pc:sldMkLst>
          <pc:docMk/>
          <pc:sldMk cId="3053758625" sldId="477"/>
        </pc:sldMkLst>
        <pc:spChg chg="mod">
          <ac:chgData name="Austin Francis" userId="S::apf006@uark.edu::d9206161-76a2-4d0d-bb71-2bac416203d9" providerId="AD" clId="Web-{3C9AD1C9-A966-AECC-0F34-2A2AA67F666F}" dt="2024-08-30T15:41:24.082" v="475" actId="1076"/>
          <ac:spMkLst>
            <pc:docMk/>
            <pc:sldMk cId="3053758625" sldId="477"/>
            <ac:spMk id="2" creationId="{A171A6FA-9104-C389-A205-B3B04AADAA8B}"/>
          </ac:spMkLst>
        </pc:spChg>
        <pc:spChg chg="del">
          <ac:chgData name="Austin Francis" userId="S::apf006@uark.edu::d9206161-76a2-4d0d-bb71-2bac416203d9" providerId="AD" clId="Web-{3C9AD1C9-A966-AECC-0F34-2A2AA67F666F}" dt="2024-08-30T15:41:42.911" v="476"/>
          <ac:spMkLst>
            <pc:docMk/>
            <pc:sldMk cId="3053758625" sldId="477"/>
            <ac:spMk id="3" creationId="{A3991AD6-7E17-ED18-1BD1-57BD09A27067}"/>
          </ac:spMkLst>
        </pc:spChg>
        <pc:picChg chg="add mod ord">
          <ac:chgData name="Austin Francis" userId="S::apf006@uark.edu::d9206161-76a2-4d0d-bb71-2bac416203d9" providerId="AD" clId="Web-{3C9AD1C9-A966-AECC-0F34-2A2AA67F666F}" dt="2024-08-30T15:41:52.990" v="479" actId="1076"/>
          <ac:picMkLst>
            <pc:docMk/>
            <pc:sldMk cId="3053758625" sldId="477"/>
            <ac:picMk id="4" creationId="{74C3EF68-4BDB-6343-998E-6AB7970FA38E}"/>
          </ac:picMkLst>
        </pc:picChg>
      </pc:sldChg>
      <pc:sldChg chg="modSp new">
        <pc:chgData name="Austin Francis" userId="S::apf006@uark.edu::d9206161-76a2-4d0d-bb71-2bac416203d9" providerId="AD" clId="Web-{3C9AD1C9-A966-AECC-0F34-2A2AA67F666F}" dt="2024-08-30T15:43:03.680" v="482" actId="20577"/>
        <pc:sldMkLst>
          <pc:docMk/>
          <pc:sldMk cId="3801312249" sldId="478"/>
        </pc:sldMkLst>
        <pc:spChg chg="mod">
          <ac:chgData name="Austin Francis" userId="S::apf006@uark.edu::d9206161-76a2-4d0d-bb71-2bac416203d9" providerId="AD" clId="Web-{3C9AD1C9-A966-AECC-0F34-2A2AA67F666F}" dt="2024-08-30T15:43:03.680" v="482" actId="20577"/>
          <ac:spMkLst>
            <pc:docMk/>
            <pc:sldMk cId="3801312249" sldId="478"/>
            <ac:spMk id="2" creationId="{4D106E87-8000-FE78-B6AD-0F76991A260C}"/>
          </ac:spMkLst>
        </pc:spChg>
      </pc:sldChg>
      <pc:sldChg chg="addSp delSp modSp new">
        <pc:chgData name="Austin Francis" userId="S::apf006@uark.edu::d9206161-76a2-4d0d-bb71-2bac416203d9" providerId="AD" clId="Web-{3C9AD1C9-A966-AECC-0F34-2A2AA67F666F}" dt="2024-08-30T15:44:09.277" v="513" actId="1076"/>
        <pc:sldMkLst>
          <pc:docMk/>
          <pc:sldMk cId="59643071" sldId="479"/>
        </pc:sldMkLst>
        <pc:spChg chg="mod">
          <ac:chgData name="Austin Francis" userId="S::apf006@uark.edu::d9206161-76a2-4d0d-bb71-2bac416203d9" providerId="AD" clId="Web-{3C9AD1C9-A966-AECC-0F34-2A2AA67F666F}" dt="2024-08-30T15:43:58.417" v="510" actId="1076"/>
          <ac:spMkLst>
            <pc:docMk/>
            <pc:sldMk cId="59643071" sldId="479"/>
            <ac:spMk id="2" creationId="{51ADBD37-0207-251E-8548-6DD25D69AB2A}"/>
          </ac:spMkLst>
        </pc:spChg>
        <pc:spChg chg="del">
          <ac:chgData name="Austin Francis" userId="S::apf006@uark.edu::d9206161-76a2-4d0d-bb71-2bac416203d9" providerId="AD" clId="Web-{3C9AD1C9-A966-AECC-0F34-2A2AA67F666F}" dt="2024-08-30T15:43:46.119" v="506"/>
          <ac:spMkLst>
            <pc:docMk/>
            <pc:sldMk cId="59643071" sldId="479"/>
            <ac:spMk id="3" creationId="{D329619D-0C4E-89DE-11F7-3BA6D6D52EFE}"/>
          </ac:spMkLst>
        </pc:spChg>
        <pc:picChg chg="add mod ord">
          <ac:chgData name="Austin Francis" userId="S::apf006@uark.edu::d9206161-76a2-4d0d-bb71-2bac416203d9" providerId="AD" clId="Web-{3C9AD1C9-A966-AECC-0F34-2A2AA67F666F}" dt="2024-08-30T15:44:09.277" v="513" actId="1076"/>
          <ac:picMkLst>
            <pc:docMk/>
            <pc:sldMk cId="59643071" sldId="479"/>
            <ac:picMk id="4" creationId="{E0443DB9-D47B-545E-3248-424DBFC82139}"/>
          </ac:picMkLst>
        </pc:picChg>
      </pc:sldChg>
      <pc:sldChg chg="addSp delSp modSp add replId">
        <pc:chgData name="Austin Francis" userId="S::apf006@uark.edu::d9206161-76a2-4d0d-bb71-2bac416203d9" providerId="AD" clId="Web-{3C9AD1C9-A966-AECC-0F34-2A2AA67F666F}" dt="2024-08-30T15:44:50.122" v="520" actId="20577"/>
        <pc:sldMkLst>
          <pc:docMk/>
          <pc:sldMk cId="1961816772" sldId="480"/>
        </pc:sldMkLst>
        <pc:spChg chg="mod">
          <ac:chgData name="Austin Francis" userId="S::apf006@uark.edu::d9206161-76a2-4d0d-bb71-2bac416203d9" providerId="AD" clId="Web-{3C9AD1C9-A966-AECC-0F34-2A2AA67F666F}" dt="2024-08-30T15:44:50.122" v="520" actId="20577"/>
          <ac:spMkLst>
            <pc:docMk/>
            <pc:sldMk cId="1961816772" sldId="480"/>
            <ac:spMk id="2" creationId="{51ADBD37-0207-251E-8548-6DD25D69AB2A}"/>
          </ac:spMkLst>
        </pc:spChg>
        <pc:spChg chg="add mod">
          <ac:chgData name="Austin Francis" userId="S::apf006@uark.edu::d9206161-76a2-4d0d-bb71-2bac416203d9" providerId="AD" clId="Web-{3C9AD1C9-A966-AECC-0F34-2A2AA67F666F}" dt="2024-08-30T15:44:24.605" v="515"/>
          <ac:spMkLst>
            <pc:docMk/>
            <pc:sldMk cId="1961816772" sldId="480"/>
            <ac:spMk id="5" creationId="{3E03B235-92A8-1BA3-A63C-BAEF68493073}"/>
          </ac:spMkLst>
        </pc:spChg>
        <pc:picChg chg="del">
          <ac:chgData name="Austin Francis" userId="S::apf006@uark.edu::d9206161-76a2-4d0d-bb71-2bac416203d9" providerId="AD" clId="Web-{3C9AD1C9-A966-AECC-0F34-2A2AA67F666F}" dt="2024-08-30T15:44:24.605" v="515"/>
          <ac:picMkLst>
            <pc:docMk/>
            <pc:sldMk cId="1961816772" sldId="480"/>
            <ac:picMk id="4" creationId="{E0443DB9-D47B-545E-3248-424DBFC82139}"/>
          </ac:picMkLst>
        </pc:picChg>
      </pc:sldChg>
      <pc:sldChg chg="addSp delSp modSp add replId">
        <pc:chgData name="Austin Francis" userId="S::apf006@uark.edu::d9206161-76a2-4d0d-bb71-2bac416203d9" providerId="AD" clId="Web-{3C9AD1C9-A966-AECC-0F34-2A2AA67F666F}" dt="2024-08-30T15:48:57.773" v="552" actId="1076"/>
        <pc:sldMkLst>
          <pc:docMk/>
          <pc:sldMk cId="4104768236" sldId="481"/>
        </pc:sldMkLst>
        <pc:spChg chg="mod">
          <ac:chgData name="Austin Francis" userId="S::apf006@uark.edu::d9206161-76a2-4d0d-bb71-2bac416203d9" providerId="AD" clId="Web-{3C9AD1C9-A966-AECC-0F34-2A2AA67F666F}" dt="2024-08-30T15:45:34.171" v="543" actId="20577"/>
          <ac:spMkLst>
            <pc:docMk/>
            <pc:sldMk cId="4104768236" sldId="481"/>
            <ac:spMk id="2" creationId="{51ADBD37-0207-251E-8548-6DD25D69AB2A}"/>
          </ac:spMkLst>
        </pc:spChg>
        <pc:spChg chg="del">
          <ac:chgData name="Austin Francis" userId="S::apf006@uark.edu::d9206161-76a2-4d0d-bb71-2bac416203d9" providerId="AD" clId="Web-{3C9AD1C9-A966-AECC-0F34-2A2AA67F666F}" dt="2024-08-30T15:45:35.389" v="544"/>
          <ac:spMkLst>
            <pc:docMk/>
            <pc:sldMk cId="4104768236" sldId="481"/>
            <ac:spMk id="5" creationId="{3E03B235-92A8-1BA3-A63C-BAEF68493073}"/>
          </ac:spMkLst>
        </pc:spChg>
        <pc:picChg chg="add mod ord">
          <ac:chgData name="Austin Francis" userId="S::apf006@uark.edu::d9206161-76a2-4d0d-bb71-2bac416203d9" providerId="AD" clId="Web-{3C9AD1C9-A966-AECC-0F34-2A2AA67F666F}" dt="2024-08-30T15:48:57.773" v="552" actId="1076"/>
          <ac:picMkLst>
            <pc:docMk/>
            <pc:sldMk cId="4104768236" sldId="481"/>
            <ac:picMk id="3" creationId="{7088B1E7-7FEC-2AF4-A482-2447D8CF9B94}"/>
          </ac:picMkLst>
        </pc:picChg>
      </pc:sldChg>
      <pc:sldChg chg="modSp new">
        <pc:chgData name="Austin Francis" userId="S::apf006@uark.edu::d9206161-76a2-4d0d-bb71-2bac416203d9" providerId="AD" clId="Web-{3C9AD1C9-A966-AECC-0F34-2A2AA67F666F}" dt="2024-08-30T15:49:06.867" v="564" actId="20577"/>
        <pc:sldMkLst>
          <pc:docMk/>
          <pc:sldMk cId="929529814" sldId="482"/>
        </pc:sldMkLst>
        <pc:spChg chg="mod">
          <ac:chgData name="Austin Francis" userId="S::apf006@uark.edu::d9206161-76a2-4d0d-bb71-2bac416203d9" providerId="AD" clId="Web-{3C9AD1C9-A966-AECC-0F34-2A2AA67F666F}" dt="2024-08-30T15:49:06.867" v="564" actId="20577"/>
          <ac:spMkLst>
            <pc:docMk/>
            <pc:sldMk cId="929529814" sldId="482"/>
            <ac:spMk id="2" creationId="{F6B17F53-B206-D06D-32CD-8106C04A1EE9}"/>
          </ac:spMkLst>
        </pc:spChg>
      </pc:sldChg>
      <pc:sldChg chg="add del replId">
        <pc:chgData name="Austin Francis" userId="S::apf006@uark.edu::d9206161-76a2-4d0d-bb71-2bac416203d9" providerId="AD" clId="Web-{3C9AD1C9-A966-AECC-0F34-2A2AA67F666F}" dt="2024-08-30T15:48:50.585" v="550"/>
        <pc:sldMkLst>
          <pc:docMk/>
          <pc:sldMk cId="2763699966" sldId="482"/>
        </pc:sldMkLst>
      </pc:sldChg>
      <pc:sldChg chg="addSp delSp modSp new">
        <pc:chgData name="Austin Francis" userId="S::apf006@uark.edu::d9206161-76a2-4d0d-bb71-2bac416203d9" providerId="AD" clId="Web-{3C9AD1C9-A966-AECC-0F34-2A2AA67F666F}" dt="2024-08-30T15:49:58.306" v="581" actId="1076"/>
        <pc:sldMkLst>
          <pc:docMk/>
          <pc:sldMk cId="3523173628" sldId="483"/>
        </pc:sldMkLst>
        <pc:spChg chg="mod">
          <ac:chgData name="Austin Francis" userId="S::apf006@uark.edu::d9206161-76a2-4d0d-bb71-2bac416203d9" providerId="AD" clId="Web-{3C9AD1C9-A966-AECC-0F34-2A2AA67F666F}" dt="2024-08-30T15:49:53.306" v="579" actId="1076"/>
          <ac:spMkLst>
            <pc:docMk/>
            <pc:sldMk cId="3523173628" sldId="483"/>
            <ac:spMk id="2" creationId="{3504C1B8-421C-C9F3-268B-0FFF4F3CA1BE}"/>
          </ac:spMkLst>
        </pc:spChg>
        <pc:spChg chg="del">
          <ac:chgData name="Austin Francis" userId="S::apf006@uark.edu::d9206161-76a2-4d0d-bb71-2bac416203d9" providerId="AD" clId="Web-{3C9AD1C9-A966-AECC-0F34-2A2AA67F666F}" dt="2024-08-30T15:49:48.384" v="577"/>
          <ac:spMkLst>
            <pc:docMk/>
            <pc:sldMk cId="3523173628" sldId="483"/>
            <ac:spMk id="3" creationId="{1F0E46AD-E6ED-D3BA-8F57-399D9135B398}"/>
          </ac:spMkLst>
        </pc:spChg>
        <pc:picChg chg="add mod ord">
          <ac:chgData name="Austin Francis" userId="S::apf006@uark.edu::d9206161-76a2-4d0d-bb71-2bac416203d9" providerId="AD" clId="Web-{3C9AD1C9-A966-AECC-0F34-2A2AA67F666F}" dt="2024-08-30T15:49:58.306" v="581" actId="1076"/>
          <ac:picMkLst>
            <pc:docMk/>
            <pc:sldMk cId="3523173628" sldId="483"/>
            <ac:picMk id="4" creationId="{BBBCDB3D-2F0E-3C25-E7BE-2C2587BD510F}"/>
          </ac:picMkLst>
        </pc:picChg>
      </pc:sldChg>
      <pc:sldChg chg="modSp add replId">
        <pc:chgData name="Austin Francis" userId="S::apf006@uark.edu::d9206161-76a2-4d0d-bb71-2bac416203d9" providerId="AD" clId="Web-{3C9AD1C9-A966-AECC-0F34-2A2AA67F666F}" dt="2024-08-30T15:49:29.321" v="576" actId="20577"/>
        <pc:sldMkLst>
          <pc:docMk/>
          <pc:sldMk cId="1279047133" sldId="484"/>
        </pc:sldMkLst>
        <pc:spChg chg="mod">
          <ac:chgData name="Austin Francis" userId="S::apf006@uark.edu::d9206161-76a2-4d0d-bb71-2bac416203d9" providerId="AD" clId="Web-{3C9AD1C9-A966-AECC-0F34-2A2AA67F666F}" dt="2024-08-30T15:49:29.321" v="576" actId="20577"/>
          <ac:spMkLst>
            <pc:docMk/>
            <pc:sldMk cId="1279047133" sldId="484"/>
            <ac:spMk id="2" creationId="{3504C1B8-421C-C9F3-268B-0FFF4F3CA1BE}"/>
          </ac:spMkLst>
        </pc:spChg>
      </pc:sldChg>
      <pc:sldChg chg="addSp delSp modSp new">
        <pc:chgData name="Austin Francis" userId="S::apf006@uark.edu::d9206161-76a2-4d0d-bb71-2bac416203d9" providerId="AD" clId="Web-{3C9AD1C9-A966-AECC-0F34-2A2AA67F666F}" dt="2024-08-30T15:51:13.778" v="611" actId="20577"/>
        <pc:sldMkLst>
          <pc:docMk/>
          <pc:sldMk cId="3271607978" sldId="485"/>
        </pc:sldMkLst>
        <pc:spChg chg="mod">
          <ac:chgData name="Austin Francis" userId="S::apf006@uark.edu::d9206161-76a2-4d0d-bb71-2bac416203d9" providerId="AD" clId="Web-{3C9AD1C9-A966-AECC-0F34-2A2AA67F666F}" dt="2024-08-30T15:51:13.778" v="611" actId="20577"/>
          <ac:spMkLst>
            <pc:docMk/>
            <pc:sldMk cId="3271607978" sldId="485"/>
            <ac:spMk id="2" creationId="{56531061-A357-CC84-C2B6-39C2FDD6D7BA}"/>
          </ac:spMkLst>
        </pc:spChg>
        <pc:spChg chg="del">
          <ac:chgData name="Austin Francis" userId="S::apf006@uark.edu::d9206161-76a2-4d0d-bb71-2bac416203d9" providerId="AD" clId="Web-{3C9AD1C9-A966-AECC-0F34-2A2AA67F666F}" dt="2024-08-30T15:50:37.292" v="594"/>
          <ac:spMkLst>
            <pc:docMk/>
            <pc:sldMk cId="3271607978" sldId="485"/>
            <ac:spMk id="3" creationId="{AC5E2B60-973F-5368-903B-2B0D45DB1C56}"/>
          </ac:spMkLst>
        </pc:spChg>
        <pc:picChg chg="add mod ord">
          <ac:chgData name="Austin Francis" userId="S::apf006@uark.edu::d9206161-76a2-4d0d-bb71-2bac416203d9" providerId="AD" clId="Web-{3C9AD1C9-A966-AECC-0F34-2A2AA67F666F}" dt="2024-08-30T15:50:44.449" v="597" actId="1076"/>
          <ac:picMkLst>
            <pc:docMk/>
            <pc:sldMk cId="3271607978" sldId="485"/>
            <ac:picMk id="4" creationId="{50778521-EC3B-6BE6-B72C-BF5E1A2090CF}"/>
          </ac:picMkLst>
        </pc:picChg>
      </pc:sldChg>
      <pc:sldChg chg="modSp add replId">
        <pc:chgData name="Austin Francis" userId="S::apf006@uark.edu::d9206161-76a2-4d0d-bb71-2bac416203d9" providerId="AD" clId="Web-{3C9AD1C9-A966-AECC-0F34-2A2AA67F666F}" dt="2024-08-30T15:50:22.714" v="593" actId="20577"/>
        <pc:sldMkLst>
          <pc:docMk/>
          <pc:sldMk cId="2617688870" sldId="486"/>
        </pc:sldMkLst>
        <pc:spChg chg="mod">
          <ac:chgData name="Austin Francis" userId="S::apf006@uark.edu::d9206161-76a2-4d0d-bb71-2bac416203d9" providerId="AD" clId="Web-{3C9AD1C9-A966-AECC-0F34-2A2AA67F666F}" dt="2024-08-30T15:50:22.714" v="593" actId="20577"/>
          <ac:spMkLst>
            <pc:docMk/>
            <pc:sldMk cId="2617688870" sldId="486"/>
            <ac:spMk id="2" creationId="{56531061-A357-CC84-C2B6-39C2FDD6D7BA}"/>
          </ac:spMkLst>
        </pc:spChg>
      </pc:sldChg>
    </pc:docChg>
  </pc:docChgLst>
  <pc:docChgLst>
    <pc:chgData name="Austin Francis" userId="S::apf006@uark.edu::d9206161-76a2-4d0d-bb71-2bac416203d9" providerId="AD" clId="Web-{FE8ECAFB-A058-C08A-418F-5FDF4215FA31}"/>
    <pc:docChg chg="addSld delSld modSld sldOrd modSection">
      <pc:chgData name="Austin Francis" userId="S::apf006@uark.edu::d9206161-76a2-4d0d-bb71-2bac416203d9" providerId="AD" clId="Web-{FE8ECAFB-A058-C08A-418F-5FDF4215FA31}" dt="2024-08-23T21:57:21.186" v="1433" actId="20577"/>
      <pc:docMkLst>
        <pc:docMk/>
      </pc:docMkLst>
      <pc:sldChg chg="modSp">
        <pc:chgData name="Austin Francis" userId="S::apf006@uark.edu::d9206161-76a2-4d0d-bb71-2bac416203d9" providerId="AD" clId="Web-{FE8ECAFB-A058-C08A-418F-5FDF4215FA31}" dt="2024-08-23T21:57:21.186" v="1433" actId="20577"/>
        <pc:sldMkLst>
          <pc:docMk/>
          <pc:sldMk cId="3066262826" sldId="384"/>
        </pc:sldMkLst>
        <pc:spChg chg="mod">
          <ac:chgData name="Austin Francis" userId="S::apf006@uark.edu::d9206161-76a2-4d0d-bb71-2bac416203d9" providerId="AD" clId="Web-{FE8ECAFB-A058-C08A-418F-5FDF4215FA31}" dt="2024-08-23T21:57:21.186" v="1433" actId="20577"/>
          <ac:spMkLst>
            <pc:docMk/>
            <pc:sldMk cId="3066262826" sldId="384"/>
            <ac:spMk id="6" creationId="{78B0190A-318C-428F-AC44-193FA1E8EE6D}"/>
          </ac:spMkLst>
        </pc:spChg>
      </pc:sldChg>
      <pc:sldChg chg="del">
        <pc:chgData name="Austin Francis" userId="S::apf006@uark.edu::d9206161-76a2-4d0d-bb71-2bac416203d9" providerId="AD" clId="Web-{FE8ECAFB-A058-C08A-418F-5FDF4215FA31}" dt="2024-08-22T19:13:35.518" v="2"/>
        <pc:sldMkLst>
          <pc:docMk/>
          <pc:sldMk cId="961413874" sldId="419"/>
        </pc:sldMkLst>
      </pc:sldChg>
      <pc:sldChg chg="del">
        <pc:chgData name="Austin Francis" userId="S::apf006@uark.edu::d9206161-76a2-4d0d-bb71-2bac416203d9" providerId="AD" clId="Web-{FE8ECAFB-A058-C08A-418F-5FDF4215FA31}" dt="2024-08-22T19:13:36.018" v="3"/>
        <pc:sldMkLst>
          <pc:docMk/>
          <pc:sldMk cId="3641142653" sldId="420"/>
        </pc:sldMkLst>
      </pc:sldChg>
      <pc:sldChg chg="del">
        <pc:chgData name="Austin Francis" userId="S::apf006@uark.edu::d9206161-76a2-4d0d-bb71-2bac416203d9" providerId="AD" clId="Web-{FE8ECAFB-A058-C08A-418F-5FDF4215FA31}" dt="2024-08-22T19:13:37.988" v="5"/>
        <pc:sldMkLst>
          <pc:docMk/>
          <pc:sldMk cId="2831240196" sldId="421"/>
        </pc:sldMkLst>
      </pc:sldChg>
      <pc:sldChg chg="del">
        <pc:chgData name="Austin Francis" userId="S::apf006@uark.edu::d9206161-76a2-4d0d-bb71-2bac416203d9" providerId="AD" clId="Web-{FE8ECAFB-A058-C08A-418F-5FDF4215FA31}" dt="2024-08-22T19:13:39.424" v="7"/>
        <pc:sldMkLst>
          <pc:docMk/>
          <pc:sldMk cId="2294991768" sldId="422"/>
        </pc:sldMkLst>
      </pc:sldChg>
      <pc:sldChg chg="del">
        <pc:chgData name="Austin Francis" userId="S::apf006@uark.edu::d9206161-76a2-4d0d-bb71-2bac416203d9" providerId="AD" clId="Web-{FE8ECAFB-A058-C08A-418F-5FDF4215FA31}" dt="2024-08-22T19:13:40.003" v="8"/>
        <pc:sldMkLst>
          <pc:docMk/>
          <pc:sldMk cId="3810101679" sldId="423"/>
        </pc:sldMkLst>
      </pc:sldChg>
      <pc:sldChg chg="del">
        <pc:chgData name="Austin Francis" userId="S::apf006@uark.edu::d9206161-76a2-4d0d-bb71-2bac416203d9" providerId="AD" clId="Web-{FE8ECAFB-A058-C08A-418F-5FDF4215FA31}" dt="2024-08-22T19:13:41.175" v="9"/>
        <pc:sldMkLst>
          <pc:docMk/>
          <pc:sldMk cId="1845505338" sldId="424"/>
        </pc:sldMkLst>
      </pc:sldChg>
      <pc:sldChg chg="del">
        <pc:chgData name="Austin Francis" userId="S::apf006@uark.edu::d9206161-76a2-4d0d-bb71-2bac416203d9" providerId="AD" clId="Web-{FE8ECAFB-A058-C08A-418F-5FDF4215FA31}" dt="2024-08-22T19:13:42.440" v="10"/>
        <pc:sldMkLst>
          <pc:docMk/>
          <pc:sldMk cId="23978395" sldId="425"/>
        </pc:sldMkLst>
      </pc:sldChg>
      <pc:sldChg chg="del">
        <pc:chgData name="Austin Francis" userId="S::apf006@uark.edu::d9206161-76a2-4d0d-bb71-2bac416203d9" providerId="AD" clId="Web-{FE8ECAFB-A058-C08A-418F-5FDF4215FA31}" dt="2024-08-22T19:13:43.628" v="11"/>
        <pc:sldMkLst>
          <pc:docMk/>
          <pc:sldMk cId="788537137" sldId="426"/>
        </pc:sldMkLst>
      </pc:sldChg>
      <pc:sldChg chg="del">
        <pc:chgData name="Austin Francis" userId="S::apf006@uark.edu::d9206161-76a2-4d0d-bb71-2bac416203d9" providerId="AD" clId="Web-{FE8ECAFB-A058-C08A-418F-5FDF4215FA31}" dt="2024-08-22T19:13:44.847" v="12"/>
        <pc:sldMkLst>
          <pc:docMk/>
          <pc:sldMk cId="1488549890" sldId="427"/>
        </pc:sldMkLst>
      </pc:sldChg>
      <pc:sldChg chg="del">
        <pc:chgData name="Austin Francis" userId="S::apf006@uark.edu::d9206161-76a2-4d0d-bb71-2bac416203d9" providerId="AD" clId="Web-{FE8ECAFB-A058-C08A-418F-5FDF4215FA31}" dt="2024-08-22T19:13:45.815" v="13"/>
        <pc:sldMkLst>
          <pc:docMk/>
          <pc:sldMk cId="3726266920" sldId="428"/>
        </pc:sldMkLst>
      </pc:sldChg>
      <pc:sldChg chg="del">
        <pc:chgData name="Austin Francis" userId="S::apf006@uark.edu::d9206161-76a2-4d0d-bb71-2bac416203d9" providerId="AD" clId="Web-{FE8ECAFB-A058-C08A-418F-5FDF4215FA31}" dt="2024-08-22T19:13:46.722" v="14"/>
        <pc:sldMkLst>
          <pc:docMk/>
          <pc:sldMk cId="1168077990" sldId="429"/>
        </pc:sldMkLst>
      </pc:sldChg>
      <pc:sldChg chg="del">
        <pc:chgData name="Austin Francis" userId="S::apf006@uark.edu::d9206161-76a2-4d0d-bb71-2bac416203d9" providerId="AD" clId="Web-{FE8ECAFB-A058-C08A-418F-5FDF4215FA31}" dt="2024-08-22T19:13:47.425" v="15"/>
        <pc:sldMkLst>
          <pc:docMk/>
          <pc:sldMk cId="4139846211" sldId="431"/>
        </pc:sldMkLst>
      </pc:sldChg>
      <pc:sldChg chg="del">
        <pc:chgData name="Austin Francis" userId="S::apf006@uark.edu::d9206161-76a2-4d0d-bb71-2bac416203d9" providerId="AD" clId="Web-{FE8ECAFB-A058-C08A-418F-5FDF4215FA31}" dt="2024-08-22T19:13:48.222" v="16"/>
        <pc:sldMkLst>
          <pc:docMk/>
          <pc:sldMk cId="4207043543" sldId="432"/>
        </pc:sldMkLst>
      </pc:sldChg>
      <pc:sldChg chg="del">
        <pc:chgData name="Austin Francis" userId="S::apf006@uark.edu::d9206161-76a2-4d0d-bb71-2bac416203d9" providerId="AD" clId="Web-{FE8ECAFB-A058-C08A-418F-5FDF4215FA31}" dt="2024-08-22T19:13:48.894" v="17"/>
        <pc:sldMkLst>
          <pc:docMk/>
          <pc:sldMk cId="3676278994" sldId="433"/>
        </pc:sldMkLst>
      </pc:sldChg>
      <pc:sldChg chg="del">
        <pc:chgData name="Austin Francis" userId="S::apf006@uark.edu::d9206161-76a2-4d0d-bb71-2bac416203d9" providerId="AD" clId="Web-{FE8ECAFB-A058-C08A-418F-5FDF4215FA31}" dt="2024-08-22T19:13:49.597" v="18"/>
        <pc:sldMkLst>
          <pc:docMk/>
          <pc:sldMk cId="451926200" sldId="434"/>
        </pc:sldMkLst>
      </pc:sldChg>
      <pc:sldChg chg="del">
        <pc:chgData name="Austin Francis" userId="S::apf006@uark.edu::d9206161-76a2-4d0d-bb71-2bac416203d9" providerId="AD" clId="Web-{FE8ECAFB-A058-C08A-418F-5FDF4215FA31}" dt="2024-08-22T19:13:52.503" v="20"/>
        <pc:sldMkLst>
          <pc:docMk/>
          <pc:sldMk cId="1484798657" sldId="435"/>
        </pc:sldMkLst>
      </pc:sldChg>
      <pc:sldChg chg="del">
        <pc:chgData name="Austin Francis" userId="S::apf006@uark.edu::d9206161-76a2-4d0d-bb71-2bac416203d9" providerId="AD" clId="Web-{FE8ECAFB-A058-C08A-418F-5FDF4215FA31}" dt="2024-08-22T19:13:50.441" v="19"/>
        <pc:sldMkLst>
          <pc:docMk/>
          <pc:sldMk cId="87993756" sldId="436"/>
        </pc:sldMkLst>
      </pc:sldChg>
      <pc:sldChg chg="del">
        <pc:chgData name="Austin Francis" userId="S::apf006@uark.edu::d9206161-76a2-4d0d-bb71-2bac416203d9" providerId="AD" clId="Web-{FE8ECAFB-A058-C08A-418F-5FDF4215FA31}" dt="2024-08-22T19:13:21.002" v="1"/>
        <pc:sldMkLst>
          <pc:docMk/>
          <pc:sldMk cId="20748548" sldId="437"/>
        </pc:sldMkLst>
      </pc:sldChg>
      <pc:sldChg chg="del">
        <pc:chgData name="Austin Francis" userId="S::apf006@uark.edu::d9206161-76a2-4d0d-bb71-2bac416203d9" providerId="AD" clId="Web-{FE8ECAFB-A058-C08A-418F-5FDF4215FA31}" dt="2024-08-22T19:13:17.846" v="0"/>
        <pc:sldMkLst>
          <pc:docMk/>
          <pc:sldMk cId="1772826417" sldId="438"/>
        </pc:sldMkLst>
      </pc:sldChg>
      <pc:sldChg chg="del">
        <pc:chgData name="Austin Francis" userId="S::apf006@uark.edu::d9206161-76a2-4d0d-bb71-2bac416203d9" providerId="AD" clId="Web-{FE8ECAFB-A058-C08A-418F-5FDF4215FA31}" dt="2024-08-22T19:13:37.315" v="4"/>
        <pc:sldMkLst>
          <pc:docMk/>
          <pc:sldMk cId="856224077" sldId="439"/>
        </pc:sldMkLst>
      </pc:sldChg>
      <pc:sldChg chg="del">
        <pc:chgData name="Austin Francis" userId="S::apf006@uark.edu::d9206161-76a2-4d0d-bb71-2bac416203d9" providerId="AD" clId="Web-{FE8ECAFB-A058-C08A-418F-5FDF4215FA31}" dt="2024-08-22T19:13:38.721" v="6"/>
        <pc:sldMkLst>
          <pc:docMk/>
          <pc:sldMk cId="2514446288" sldId="440"/>
        </pc:sldMkLst>
      </pc:sldChg>
      <pc:sldChg chg="modSp new">
        <pc:chgData name="Austin Francis" userId="S::apf006@uark.edu::d9206161-76a2-4d0d-bb71-2bac416203d9" providerId="AD" clId="Web-{FE8ECAFB-A058-C08A-418F-5FDF4215FA31}" dt="2024-08-22T19:36:36.585" v="356" actId="20577"/>
        <pc:sldMkLst>
          <pc:docMk/>
          <pc:sldMk cId="4233582726" sldId="453"/>
        </pc:sldMkLst>
        <pc:spChg chg="mod">
          <ac:chgData name="Austin Francis" userId="S::apf006@uark.edu::d9206161-76a2-4d0d-bb71-2bac416203d9" providerId="AD" clId="Web-{FE8ECAFB-A058-C08A-418F-5FDF4215FA31}" dt="2024-08-22T19:19:13.031" v="30" actId="20577"/>
          <ac:spMkLst>
            <pc:docMk/>
            <pc:sldMk cId="4233582726" sldId="453"/>
            <ac:spMk id="2" creationId="{046264F8-2588-11AC-4B49-3C96314C6727}"/>
          </ac:spMkLst>
        </pc:spChg>
        <pc:spChg chg="mod">
          <ac:chgData name="Austin Francis" userId="S::apf006@uark.edu::d9206161-76a2-4d0d-bb71-2bac416203d9" providerId="AD" clId="Web-{FE8ECAFB-A058-C08A-418F-5FDF4215FA31}" dt="2024-08-22T19:36:36.585" v="356" actId="20577"/>
          <ac:spMkLst>
            <pc:docMk/>
            <pc:sldMk cId="4233582726" sldId="453"/>
            <ac:spMk id="3" creationId="{C57A2EFD-A0BC-81FA-1CC0-C60FF5F3D1CA}"/>
          </ac:spMkLst>
        </pc:spChg>
      </pc:sldChg>
      <pc:sldChg chg="addSp delSp modSp add replId">
        <pc:chgData name="Austin Francis" userId="S::apf006@uark.edu::d9206161-76a2-4d0d-bb71-2bac416203d9" providerId="AD" clId="Web-{FE8ECAFB-A058-C08A-418F-5FDF4215FA31}" dt="2024-08-22T19:40:13.890" v="521" actId="20577"/>
        <pc:sldMkLst>
          <pc:docMk/>
          <pc:sldMk cId="3278758722" sldId="454"/>
        </pc:sldMkLst>
        <pc:spChg chg="mod">
          <ac:chgData name="Austin Francis" userId="S::apf006@uark.edu::d9206161-76a2-4d0d-bb71-2bac416203d9" providerId="AD" clId="Web-{FE8ECAFB-A058-C08A-418F-5FDF4215FA31}" dt="2024-08-22T19:34:39.893" v="326" actId="20577"/>
          <ac:spMkLst>
            <pc:docMk/>
            <pc:sldMk cId="3278758722" sldId="454"/>
            <ac:spMk id="2" creationId="{A9A10DC1-DDE1-4347-BDBB-4B2ACA3E8D0F}"/>
          </ac:spMkLst>
        </pc:spChg>
        <pc:spChg chg="add mod">
          <ac:chgData name="Austin Francis" userId="S::apf006@uark.edu::d9206161-76a2-4d0d-bb71-2bac416203d9" providerId="AD" clId="Web-{FE8ECAFB-A058-C08A-418F-5FDF4215FA31}" dt="2024-08-22T19:40:13.890" v="521" actId="20577"/>
          <ac:spMkLst>
            <pc:docMk/>
            <pc:sldMk cId="3278758722" sldId="454"/>
            <ac:spMk id="4" creationId="{22DDC56A-D7F3-FBC5-8D2F-DA585681679B}"/>
          </ac:spMkLst>
        </pc:spChg>
        <pc:picChg chg="del">
          <ac:chgData name="Austin Francis" userId="S::apf006@uark.edu::d9206161-76a2-4d0d-bb71-2bac416203d9" providerId="AD" clId="Web-{FE8ECAFB-A058-C08A-418F-5FDF4215FA31}" dt="2024-08-22T19:34:28.111" v="314"/>
          <ac:picMkLst>
            <pc:docMk/>
            <pc:sldMk cId="3278758722" sldId="454"/>
            <ac:picMk id="6" creationId="{D245BDB9-C476-80C7-D479-B011205E8B8A}"/>
          </ac:picMkLst>
        </pc:picChg>
      </pc:sldChg>
      <pc:sldChg chg="modSp add ord replId">
        <pc:chgData name="Austin Francis" userId="S::apf006@uark.edu::d9206161-76a2-4d0d-bb71-2bac416203d9" providerId="AD" clId="Web-{FE8ECAFB-A058-C08A-418F-5FDF4215FA31}" dt="2024-08-22T20:01:38.844" v="706" actId="20577"/>
        <pc:sldMkLst>
          <pc:docMk/>
          <pc:sldMk cId="3419803062" sldId="455"/>
        </pc:sldMkLst>
        <pc:spChg chg="mod">
          <ac:chgData name="Austin Francis" userId="S::apf006@uark.edu::d9206161-76a2-4d0d-bb71-2bac416203d9" providerId="AD" clId="Web-{FE8ECAFB-A058-C08A-418F-5FDF4215FA31}" dt="2024-08-22T19:40:32.437" v="525" actId="20577"/>
          <ac:spMkLst>
            <pc:docMk/>
            <pc:sldMk cId="3419803062" sldId="455"/>
            <ac:spMk id="2" creationId="{A9A10DC1-DDE1-4347-BDBB-4B2ACA3E8D0F}"/>
          </ac:spMkLst>
        </pc:spChg>
        <pc:spChg chg="mod">
          <ac:chgData name="Austin Francis" userId="S::apf006@uark.edu::d9206161-76a2-4d0d-bb71-2bac416203d9" providerId="AD" clId="Web-{FE8ECAFB-A058-C08A-418F-5FDF4215FA31}" dt="2024-08-22T20:01:38.844" v="706" actId="20577"/>
          <ac:spMkLst>
            <pc:docMk/>
            <pc:sldMk cId="3419803062" sldId="455"/>
            <ac:spMk id="4" creationId="{22DDC56A-D7F3-FBC5-8D2F-DA585681679B}"/>
          </ac:spMkLst>
        </pc:spChg>
      </pc:sldChg>
      <pc:sldChg chg="modSp new">
        <pc:chgData name="Austin Francis" userId="S::apf006@uark.edu::d9206161-76a2-4d0d-bb71-2bac416203d9" providerId="AD" clId="Web-{FE8ECAFB-A058-C08A-418F-5FDF4215FA31}" dt="2024-08-22T20:04:48.445" v="783" actId="20577"/>
        <pc:sldMkLst>
          <pc:docMk/>
          <pc:sldMk cId="686375482" sldId="456"/>
        </pc:sldMkLst>
        <pc:spChg chg="mod">
          <ac:chgData name="Austin Francis" userId="S::apf006@uark.edu::d9206161-76a2-4d0d-bb71-2bac416203d9" providerId="AD" clId="Web-{FE8ECAFB-A058-C08A-418F-5FDF4215FA31}" dt="2024-08-22T20:04:17.271" v="721" actId="20577"/>
          <ac:spMkLst>
            <pc:docMk/>
            <pc:sldMk cId="686375482" sldId="456"/>
            <ac:spMk id="2" creationId="{458806F7-E015-3400-3C17-82867A787420}"/>
          </ac:spMkLst>
        </pc:spChg>
        <pc:spChg chg="mod">
          <ac:chgData name="Austin Francis" userId="S::apf006@uark.edu::d9206161-76a2-4d0d-bb71-2bac416203d9" providerId="AD" clId="Web-{FE8ECAFB-A058-C08A-418F-5FDF4215FA31}" dt="2024-08-22T20:04:48.445" v="783" actId="20577"/>
          <ac:spMkLst>
            <pc:docMk/>
            <pc:sldMk cId="686375482" sldId="456"/>
            <ac:spMk id="3" creationId="{FE278BFF-FA8B-34A3-C83B-1D0BFB2544CD}"/>
          </ac:spMkLst>
        </pc:spChg>
      </pc:sldChg>
      <pc:sldChg chg="modSp new">
        <pc:chgData name="Austin Francis" userId="S::apf006@uark.edu::d9206161-76a2-4d0d-bb71-2bac416203d9" providerId="AD" clId="Web-{FE8ECAFB-A058-C08A-418F-5FDF4215FA31}" dt="2024-08-23T14:50:53.480" v="908" actId="20577"/>
        <pc:sldMkLst>
          <pc:docMk/>
          <pc:sldMk cId="201112120" sldId="457"/>
        </pc:sldMkLst>
        <pc:spChg chg="mod">
          <ac:chgData name="Austin Francis" userId="S::apf006@uark.edu::d9206161-76a2-4d0d-bb71-2bac416203d9" providerId="AD" clId="Web-{FE8ECAFB-A058-C08A-418F-5FDF4215FA31}" dt="2024-08-22T21:31:40.466" v="797" actId="20577"/>
          <ac:spMkLst>
            <pc:docMk/>
            <pc:sldMk cId="201112120" sldId="457"/>
            <ac:spMk id="2" creationId="{4CC6AE64-9E65-7404-0DA6-EA20FA7F3E1D}"/>
          </ac:spMkLst>
        </pc:spChg>
        <pc:spChg chg="mod">
          <ac:chgData name="Austin Francis" userId="S::apf006@uark.edu::d9206161-76a2-4d0d-bb71-2bac416203d9" providerId="AD" clId="Web-{FE8ECAFB-A058-C08A-418F-5FDF4215FA31}" dt="2024-08-23T14:50:53.480" v="908" actId="20577"/>
          <ac:spMkLst>
            <pc:docMk/>
            <pc:sldMk cId="201112120" sldId="457"/>
            <ac:spMk id="3" creationId="{799C04E8-AC9D-FFEC-9CD5-82C52CAC320B}"/>
          </ac:spMkLst>
        </pc:spChg>
      </pc:sldChg>
      <pc:sldChg chg="add del replId">
        <pc:chgData name="Austin Francis" userId="S::apf006@uark.edu::d9206161-76a2-4d0d-bb71-2bac416203d9" providerId="AD" clId="Web-{FE8ECAFB-A058-C08A-418F-5FDF4215FA31}" dt="2024-08-22T21:29:20.290" v="785"/>
        <pc:sldMkLst>
          <pc:docMk/>
          <pc:sldMk cId="3761543633" sldId="457"/>
        </pc:sldMkLst>
      </pc:sldChg>
      <pc:sldChg chg="modSp new">
        <pc:chgData name="Austin Francis" userId="S::apf006@uark.edu::d9206161-76a2-4d0d-bb71-2bac416203d9" providerId="AD" clId="Web-{FE8ECAFB-A058-C08A-418F-5FDF4215FA31}" dt="2024-08-23T15:10:57.674" v="1008" actId="20577"/>
        <pc:sldMkLst>
          <pc:docMk/>
          <pc:sldMk cId="2668269484" sldId="458"/>
        </pc:sldMkLst>
        <pc:spChg chg="mod">
          <ac:chgData name="Austin Francis" userId="S::apf006@uark.edu::d9206161-76a2-4d0d-bb71-2bac416203d9" providerId="AD" clId="Web-{FE8ECAFB-A058-C08A-418F-5FDF4215FA31}" dt="2024-08-23T14:53:41.783" v="922" actId="20577"/>
          <ac:spMkLst>
            <pc:docMk/>
            <pc:sldMk cId="2668269484" sldId="458"/>
            <ac:spMk id="2" creationId="{4FBD732C-678A-0062-4DDD-88C4D4C578B7}"/>
          </ac:spMkLst>
        </pc:spChg>
        <pc:spChg chg="mod">
          <ac:chgData name="Austin Francis" userId="S::apf006@uark.edu::d9206161-76a2-4d0d-bb71-2bac416203d9" providerId="AD" clId="Web-{FE8ECAFB-A058-C08A-418F-5FDF4215FA31}" dt="2024-08-23T15:10:57.674" v="1008" actId="20577"/>
          <ac:spMkLst>
            <pc:docMk/>
            <pc:sldMk cId="2668269484" sldId="458"/>
            <ac:spMk id="3" creationId="{8D297B84-C146-3112-A7D3-3C250BE8DEF4}"/>
          </ac:spMkLst>
        </pc:spChg>
      </pc:sldChg>
      <pc:sldChg chg="addSp delSp modSp add replId">
        <pc:chgData name="Austin Francis" userId="S::apf006@uark.edu::d9206161-76a2-4d0d-bb71-2bac416203d9" providerId="AD" clId="Web-{FE8ECAFB-A058-C08A-418F-5FDF4215FA31}" dt="2024-08-23T15:17:07.332" v="1012" actId="1076"/>
        <pc:sldMkLst>
          <pc:docMk/>
          <pc:sldMk cId="3071430942" sldId="459"/>
        </pc:sldMkLst>
        <pc:spChg chg="add del mod">
          <ac:chgData name="Austin Francis" userId="S::apf006@uark.edu::d9206161-76a2-4d0d-bb71-2bac416203d9" providerId="AD" clId="Web-{FE8ECAFB-A058-C08A-418F-5FDF4215FA31}" dt="2024-08-23T15:17:01.660" v="1011"/>
          <ac:spMkLst>
            <pc:docMk/>
            <pc:sldMk cId="3071430942" sldId="459"/>
            <ac:spMk id="4" creationId="{45A57062-0E38-D5ED-321A-6AE4D2948AC6}"/>
          </ac:spMkLst>
        </pc:spChg>
        <pc:picChg chg="del">
          <ac:chgData name="Austin Francis" userId="S::apf006@uark.edu::d9206161-76a2-4d0d-bb71-2bac416203d9" providerId="AD" clId="Web-{FE8ECAFB-A058-C08A-418F-5FDF4215FA31}" dt="2024-08-23T15:16:59.348" v="1010"/>
          <ac:picMkLst>
            <pc:docMk/>
            <pc:sldMk cId="3071430942" sldId="459"/>
            <ac:picMk id="5" creationId="{EAFC242B-0AF1-64D7-ACAD-7AE192FA141F}"/>
          </ac:picMkLst>
        </pc:picChg>
        <pc:picChg chg="add mod ord">
          <ac:chgData name="Austin Francis" userId="S::apf006@uark.edu::d9206161-76a2-4d0d-bb71-2bac416203d9" providerId="AD" clId="Web-{FE8ECAFB-A058-C08A-418F-5FDF4215FA31}" dt="2024-08-23T15:17:07.332" v="1012" actId="1076"/>
          <ac:picMkLst>
            <pc:docMk/>
            <pc:sldMk cId="3071430942" sldId="459"/>
            <ac:picMk id="6" creationId="{9964891D-146C-70FA-D530-E35C75DF3123}"/>
          </ac:picMkLst>
        </pc:picChg>
      </pc:sldChg>
      <pc:sldChg chg="modSp add replId">
        <pc:chgData name="Austin Francis" userId="S::apf006@uark.edu::d9206161-76a2-4d0d-bb71-2bac416203d9" providerId="AD" clId="Web-{FE8ECAFB-A058-C08A-418F-5FDF4215FA31}" dt="2024-08-23T15:22:31.959" v="1138" actId="20577"/>
        <pc:sldMkLst>
          <pc:docMk/>
          <pc:sldMk cId="1184469485" sldId="460"/>
        </pc:sldMkLst>
        <pc:spChg chg="mod">
          <ac:chgData name="Austin Francis" userId="S::apf006@uark.edu::d9206161-76a2-4d0d-bb71-2bac416203d9" providerId="AD" clId="Web-{FE8ECAFB-A058-C08A-418F-5FDF4215FA31}" dt="2024-08-23T15:22:31.959" v="1138" actId="20577"/>
          <ac:spMkLst>
            <pc:docMk/>
            <pc:sldMk cId="1184469485" sldId="460"/>
            <ac:spMk id="3" creationId="{8D297B84-C146-3112-A7D3-3C250BE8DEF4}"/>
          </ac:spMkLst>
        </pc:spChg>
      </pc:sldChg>
      <pc:sldChg chg="modSp new">
        <pc:chgData name="Austin Francis" userId="S::apf006@uark.edu::d9206161-76a2-4d0d-bb71-2bac416203d9" providerId="AD" clId="Web-{FE8ECAFB-A058-C08A-418F-5FDF4215FA31}" dt="2024-08-23T15:32:21.197" v="1257" actId="20577"/>
        <pc:sldMkLst>
          <pc:docMk/>
          <pc:sldMk cId="215721517" sldId="461"/>
        </pc:sldMkLst>
        <pc:spChg chg="mod">
          <ac:chgData name="Austin Francis" userId="S::apf006@uark.edu::d9206161-76a2-4d0d-bb71-2bac416203d9" providerId="AD" clId="Web-{FE8ECAFB-A058-C08A-418F-5FDF4215FA31}" dt="2024-08-23T15:29:49.931" v="1153" actId="20577"/>
          <ac:spMkLst>
            <pc:docMk/>
            <pc:sldMk cId="215721517" sldId="461"/>
            <ac:spMk id="2" creationId="{E6630525-3628-FE09-37E9-14C5082D7CFA}"/>
          </ac:spMkLst>
        </pc:spChg>
        <pc:spChg chg="mod">
          <ac:chgData name="Austin Francis" userId="S::apf006@uark.edu::d9206161-76a2-4d0d-bb71-2bac416203d9" providerId="AD" clId="Web-{FE8ECAFB-A058-C08A-418F-5FDF4215FA31}" dt="2024-08-23T15:32:21.197" v="1257" actId="20577"/>
          <ac:spMkLst>
            <pc:docMk/>
            <pc:sldMk cId="215721517" sldId="461"/>
            <ac:spMk id="3" creationId="{049D466A-2C57-8D75-B703-CF1A861BA836}"/>
          </ac:spMkLst>
        </pc:spChg>
      </pc:sldChg>
      <pc:sldChg chg="modSp new">
        <pc:chgData name="Austin Francis" userId="S::apf006@uark.edu::d9206161-76a2-4d0d-bb71-2bac416203d9" providerId="AD" clId="Web-{FE8ECAFB-A058-C08A-418F-5FDF4215FA31}" dt="2024-08-23T15:34:32.776" v="1368" actId="20577"/>
        <pc:sldMkLst>
          <pc:docMk/>
          <pc:sldMk cId="3621315794" sldId="462"/>
        </pc:sldMkLst>
        <pc:spChg chg="mod">
          <ac:chgData name="Austin Francis" userId="S::apf006@uark.edu::d9206161-76a2-4d0d-bb71-2bac416203d9" providerId="AD" clId="Web-{FE8ECAFB-A058-C08A-418F-5FDF4215FA31}" dt="2024-08-23T15:32:33.041" v="1264" actId="20577"/>
          <ac:spMkLst>
            <pc:docMk/>
            <pc:sldMk cId="3621315794" sldId="462"/>
            <ac:spMk id="2" creationId="{88EDE6D9-6A86-F746-5426-A892C594EFDD}"/>
          </ac:spMkLst>
        </pc:spChg>
        <pc:spChg chg="mod">
          <ac:chgData name="Austin Francis" userId="S::apf006@uark.edu::d9206161-76a2-4d0d-bb71-2bac416203d9" providerId="AD" clId="Web-{FE8ECAFB-A058-C08A-418F-5FDF4215FA31}" dt="2024-08-23T15:34:32.776" v="1368" actId="20577"/>
          <ac:spMkLst>
            <pc:docMk/>
            <pc:sldMk cId="3621315794" sldId="462"/>
            <ac:spMk id="3" creationId="{FB61FB6D-F052-C974-A580-8BA88597BC72}"/>
          </ac:spMkLst>
        </pc:spChg>
      </pc:sldChg>
    </pc:docChg>
  </pc:docChgLst>
  <pc:docChgLst>
    <pc:chgData name="Austin Francis" userId="S::apf006@uark.edu::d9206161-76a2-4d0d-bb71-2bac416203d9" providerId="AD" clId="Web-{63CA3052-DA26-DD79-DCD9-DC46D438CF09}"/>
    <pc:docChg chg="addSld delSld modSld modSection">
      <pc:chgData name="Austin Francis" userId="S::apf006@uark.edu::d9206161-76a2-4d0d-bb71-2bac416203d9" providerId="AD" clId="Web-{63CA3052-DA26-DD79-DCD9-DC46D438CF09}" dt="2024-08-26T15:20:27.259" v="1355" actId="20577"/>
      <pc:docMkLst>
        <pc:docMk/>
      </pc:docMkLst>
      <pc:sldChg chg="modSp">
        <pc:chgData name="Austin Francis" userId="S::apf006@uark.edu::d9206161-76a2-4d0d-bb71-2bac416203d9" providerId="AD" clId="Web-{63CA3052-DA26-DD79-DCD9-DC46D438CF09}" dt="2024-08-23T22:26:52.616" v="23" actId="20577"/>
        <pc:sldMkLst>
          <pc:docMk/>
          <pc:sldMk cId="875954484" sldId="256"/>
        </pc:sldMkLst>
        <pc:spChg chg="mod">
          <ac:chgData name="Austin Francis" userId="S::apf006@uark.edu::d9206161-76a2-4d0d-bb71-2bac416203d9" providerId="AD" clId="Web-{63CA3052-DA26-DD79-DCD9-DC46D438CF09}" dt="2024-08-23T22:25:43.082" v="0" actId="20577"/>
          <ac:spMkLst>
            <pc:docMk/>
            <pc:sldMk cId="875954484" sldId="256"/>
            <ac:spMk id="2" creationId="{00000000-0000-0000-0000-000000000000}"/>
          </ac:spMkLst>
        </pc:spChg>
        <pc:spChg chg="mod">
          <ac:chgData name="Austin Francis" userId="S::apf006@uark.edu::d9206161-76a2-4d0d-bb71-2bac416203d9" providerId="AD" clId="Web-{63CA3052-DA26-DD79-DCD9-DC46D438CF09}" dt="2024-08-23T22:26:52.616" v="23" actId="20577"/>
          <ac:spMkLst>
            <pc:docMk/>
            <pc:sldMk cId="875954484" sldId="256"/>
            <ac:spMk id="3" creationId="{00000000-0000-0000-0000-000000000000}"/>
          </ac:spMkLst>
        </pc:spChg>
      </pc:sldChg>
      <pc:sldChg chg="modSp">
        <pc:chgData name="Austin Francis" userId="S::apf006@uark.edu::d9206161-76a2-4d0d-bb71-2bac416203d9" providerId="AD" clId="Web-{63CA3052-DA26-DD79-DCD9-DC46D438CF09}" dt="2024-08-23T22:30:55.327" v="52" actId="20577"/>
        <pc:sldMkLst>
          <pc:docMk/>
          <pc:sldMk cId="718245954" sldId="315"/>
        </pc:sldMkLst>
        <pc:spChg chg="mod">
          <ac:chgData name="Austin Francis" userId="S::apf006@uark.edu::d9206161-76a2-4d0d-bb71-2bac416203d9" providerId="AD" clId="Web-{63CA3052-DA26-DD79-DCD9-DC46D438CF09}" dt="2024-08-23T22:30:55.327" v="52" actId="20577"/>
          <ac:spMkLst>
            <pc:docMk/>
            <pc:sldMk cId="718245954" sldId="315"/>
            <ac:spMk id="3" creationId="{EC44ADDE-7BAE-4D27-8839-0025B3A2D42C}"/>
          </ac:spMkLst>
        </pc:spChg>
      </pc:sldChg>
      <pc:sldChg chg="modSp">
        <pc:chgData name="Austin Francis" userId="S::apf006@uark.edu::d9206161-76a2-4d0d-bb71-2bac416203d9" providerId="AD" clId="Web-{63CA3052-DA26-DD79-DCD9-DC46D438CF09}" dt="2024-08-23T22:41:39.224" v="223" actId="20577"/>
        <pc:sldMkLst>
          <pc:docMk/>
          <pc:sldMk cId="869680711" sldId="346"/>
        </pc:sldMkLst>
        <pc:spChg chg="mod">
          <ac:chgData name="Austin Francis" userId="S::apf006@uark.edu::d9206161-76a2-4d0d-bb71-2bac416203d9" providerId="AD" clId="Web-{63CA3052-DA26-DD79-DCD9-DC46D438CF09}" dt="2024-08-23T22:41:39.224" v="223" actId="20577"/>
          <ac:spMkLst>
            <pc:docMk/>
            <pc:sldMk cId="869680711" sldId="346"/>
            <ac:spMk id="3" creationId="{EC44ADDE-7BAE-4D27-8839-0025B3A2D42C}"/>
          </ac:spMkLst>
        </pc:spChg>
      </pc:sldChg>
      <pc:sldChg chg="modSp add del">
        <pc:chgData name="Austin Francis" userId="S::apf006@uark.edu::d9206161-76a2-4d0d-bb71-2bac416203d9" providerId="AD" clId="Web-{63CA3052-DA26-DD79-DCD9-DC46D438CF09}" dt="2024-08-26T15:19:11.349" v="1215"/>
        <pc:sldMkLst>
          <pc:docMk/>
          <pc:sldMk cId="3066262826" sldId="384"/>
        </pc:sldMkLst>
        <pc:spChg chg="mod">
          <ac:chgData name="Austin Francis" userId="S::apf006@uark.edu::d9206161-76a2-4d0d-bb71-2bac416203d9" providerId="AD" clId="Web-{63CA3052-DA26-DD79-DCD9-DC46D438CF09}" dt="2024-08-26T14:25:08.416" v="542" actId="20577"/>
          <ac:spMkLst>
            <pc:docMk/>
            <pc:sldMk cId="3066262826" sldId="384"/>
            <ac:spMk id="6" creationId="{78B0190A-318C-428F-AC44-193FA1E8EE6D}"/>
          </ac:spMkLst>
        </pc:spChg>
      </pc:sldChg>
      <pc:sldChg chg="modSp">
        <pc:chgData name="Austin Francis" userId="S::apf006@uark.edu::d9206161-76a2-4d0d-bb71-2bac416203d9" providerId="AD" clId="Web-{63CA3052-DA26-DD79-DCD9-DC46D438CF09}" dt="2024-08-23T22:53:14.076" v="310" actId="20577"/>
        <pc:sldMkLst>
          <pc:docMk/>
          <pc:sldMk cId="2158989465" sldId="395"/>
        </pc:sldMkLst>
        <pc:spChg chg="mod">
          <ac:chgData name="Austin Francis" userId="S::apf006@uark.edu::d9206161-76a2-4d0d-bb71-2bac416203d9" providerId="AD" clId="Web-{63CA3052-DA26-DD79-DCD9-DC46D438CF09}" dt="2024-08-23T22:53:14.076" v="310" actId="20577"/>
          <ac:spMkLst>
            <pc:docMk/>
            <pc:sldMk cId="2158989465" sldId="395"/>
            <ac:spMk id="3" creationId="{EC44ADDE-7BAE-4D27-8839-0025B3A2D42C}"/>
          </ac:spMkLst>
        </pc:spChg>
      </pc:sldChg>
      <pc:sldChg chg="addSp delSp modSp modNotes">
        <pc:chgData name="Austin Francis" userId="S::apf006@uark.edu::d9206161-76a2-4d0d-bb71-2bac416203d9" providerId="AD" clId="Web-{63CA3052-DA26-DD79-DCD9-DC46D438CF09}" dt="2024-08-23T23:14:14.078" v="425"/>
        <pc:sldMkLst>
          <pc:docMk/>
          <pc:sldMk cId="1660926710" sldId="397"/>
        </pc:sldMkLst>
        <pc:spChg chg="mod">
          <ac:chgData name="Austin Francis" userId="S::apf006@uark.edu::d9206161-76a2-4d0d-bb71-2bac416203d9" providerId="AD" clId="Web-{63CA3052-DA26-DD79-DCD9-DC46D438CF09}" dt="2024-08-23T23:10:08.741" v="391" actId="1076"/>
          <ac:spMkLst>
            <pc:docMk/>
            <pc:sldMk cId="1660926710" sldId="397"/>
            <ac:spMk id="2" creationId="{A9A10DC1-DDE1-4347-BDBB-4B2ACA3E8D0F}"/>
          </ac:spMkLst>
        </pc:spChg>
        <pc:spChg chg="add del mod">
          <ac:chgData name="Austin Francis" userId="S::apf006@uark.edu::d9206161-76a2-4d0d-bb71-2bac416203d9" providerId="AD" clId="Web-{63CA3052-DA26-DD79-DCD9-DC46D438CF09}" dt="2024-08-23T23:09:42.100" v="387"/>
          <ac:spMkLst>
            <pc:docMk/>
            <pc:sldMk cId="1660926710" sldId="397"/>
            <ac:spMk id="4" creationId="{6AB537E5-8058-E1EF-7A3D-4F99903D42C1}"/>
          </ac:spMkLst>
        </pc:spChg>
        <pc:picChg chg="add mod ord">
          <ac:chgData name="Austin Francis" userId="S::apf006@uark.edu::d9206161-76a2-4d0d-bb71-2bac416203d9" providerId="AD" clId="Web-{63CA3052-DA26-DD79-DCD9-DC46D438CF09}" dt="2024-08-23T23:10:11.085" v="392" actId="1076"/>
          <ac:picMkLst>
            <pc:docMk/>
            <pc:sldMk cId="1660926710" sldId="397"/>
            <ac:picMk id="5" creationId="{20BA4054-CD65-49FC-9221-1F95153AAC08}"/>
          </ac:picMkLst>
        </pc:picChg>
        <pc:picChg chg="del">
          <ac:chgData name="Austin Francis" userId="S::apf006@uark.edu::d9206161-76a2-4d0d-bb71-2bac416203d9" providerId="AD" clId="Web-{63CA3052-DA26-DD79-DCD9-DC46D438CF09}" dt="2024-08-23T23:05:59.873" v="374"/>
          <ac:picMkLst>
            <pc:docMk/>
            <pc:sldMk cId="1660926710" sldId="397"/>
            <ac:picMk id="6" creationId="{9AEFFBE4-B4EF-5F56-5F73-B6433144C00C}"/>
          </ac:picMkLst>
        </pc:picChg>
      </pc:sldChg>
      <pc:sldChg chg="del">
        <pc:chgData name="Austin Francis" userId="S::apf006@uark.edu::d9206161-76a2-4d0d-bb71-2bac416203d9" providerId="AD" clId="Web-{63CA3052-DA26-DD79-DCD9-DC46D438CF09}" dt="2024-08-23T23:14:16.594" v="426"/>
        <pc:sldMkLst>
          <pc:docMk/>
          <pc:sldMk cId="85289448" sldId="441"/>
        </pc:sldMkLst>
      </pc:sldChg>
      <pc:sldChg chg="addSp delSp modSp modNotes">
        <pc:chgData name="Austin Francis" userId="S::apf006@uark.edu::d9206161-76a2-4d0d-bb71-2bac416203d9" providerId="AD" clId="Web-{63CA3052-DA26-DD79-DCD9-DC46D438CF09}" dt="2024-08-23T23:18:09.215" v="444"/>
        <pc:sldMkLst>
          <pc:docMk/>
          <pc:sldMk cId="3921299865" sldId="442"/>
        </pc:sldMkLst>
        <pc:spChg chg="mod">
          <ac:chgData name="Austin Francis" userId="S::apf006@uark.edu::d9206161-76a2-4d0d-bb71-2bac416203d9" providerId="AD" clId="Web-{63CA3052-DA26-DD79-DCD9-DC46D438CF09}" dt="2024-08-23T23:17:39.636" v="438" actId="20577"/>
          <ac:spMkLst>
            <pc:docMk/>
            <pc:sldMk cId="3921299865" sldId="442"/>
            <ac:spMk id="2" creationId="{A9A10DC1-DDE1-4347-BDBB-4B2ACA3E8D0F}"/>
          </ac:spMkLst>
        </pc:spChg>
        <pc:spChg chg="add del mod">
          <ac:chgData name="Austin Francis" userId="S::apf006@uark.edu::d9206161-76a2-4d0d-bb71-2bac416203d9" providerId="AD" clId="Web-{63CA3052-DA26-DD79-DCD9-DC46D438CF09}" dt="2024-08-23T23:17:54.746" v="440"/>
          <ac:spMkLst>
            <pc:docMk/>
            <pc:sldMk cId="3921299865" sldId="442"/>
            <ac:spMk id="4" creationId="{C03B535B-303E-9E45-3E9A-24478ADCA0DC}"/>
          </ac:spMkLst>
        </pc:spChg>
        <pc:picChg chg="add mod ord">
          <ac:chgData name="Austin Francis" userId="S::apf006@uark.edu::d9206161-76a2-4d0d-bb71-2bac416203d9" providerId="AD" clId="Web-{63CA3052-DA26-DD79-DCD9-DC46D438CF09}" dt="2024-08-23T23:18:03.121" v="443" actId="1076"/>
          <ac:picMkLst>
            <pc:docMk/>
            <pc:sldMk cId="3921299865" sldId="442"/>
            <ac:picMk id="5" creationId="{0B38C5F0-113D-FC2E-5C30-1105358B4506}"/>
          </ac:picMkLst>
        </pc:picChg>
        <pc:picChg chg="del">
          <ac:chgData name="Austin Francis" userId="S::apf006@uark.edu::d9206161-76a2-4d0d-bb71-2bac416203d9" providerId="AD" clId="Web-{63CA3052-DA26-DD79-DCD9-DC46D438CF09}" dt="2024-08-23T23:17:41.230" v="439"/>
          <ac:picMkLst>
            <pc:docMk/>
            <pc:sldMk cId="3921299865" sldId="442"/>
            <ac:picMk id="6" creationId="{D245BDB9-C476-80C7-D479-B011205E8B8A}"/>
          </ac:picMkLst>
        </pc:picChg>
      </pc:sldChg>
      <pc:sldChg chg="addSp delSp modSp modNotes">
        <pc:chgData name="Austin Francis" userId="S::apf006@uark.edu::d9206161-76a2-4d0d-bb71-2bac416203d9" providerId="AD" clId="Web-{63CA3052-DA26-DD79-DCD9-DC46D438CF09}" dt="2024-08-23T23:21:37.019" v="472" actId="1076"/>
        <pc:sldMkLst>
          <pc:docMk/>
          <pc:sldMk cId="1071918637" sldId="444"/>
        </pc:sldMkLst>
        <pc:spChg chg="mod">
          <ac:chgData name="Austin Francis" userId="S::apf006@uark.edu::d9206161-76a2-4d0d-bb71-2bac416203d9" providerId="AD" clId="Web-{63CA3052-DA26-DD79-DCD9-DC46D438CF09}" dt="2024-08-23T23:21:15.721" v="464" actId="20577"/>
          <ac:spMkLst>
            <pc:docMk/>
            <pc:sldMk cId="1071918637" sldId="444"/>
            <ac:spMk id="2" creationId="{A9A10DC1-DDE1-4347-BDBB-4B2ACA3E8D0F}"/>
          </ac:spMkLst>
        </pc:spChg>
        <pc:spChg chg="add del mod">
          <ac:chgData name="Austin Francis" userId="S::apf006@uark.edu::d9206161-76a2-4d0d-bb71-2bac416203d9" providerId="AD" clId="Web-{63CA3052-DA26-DD79-DCD9-DC46D438CF09}" dt="2024-08-23T23:21:16.472" v="465"/>
          <ac:spMkLst>
            <pc:docMk/>
            <pc:sldMk cId="1071918637" sldId="444"/>
            <ac:spMk id="4" creationId="{D21A52C0-E483-6F3C-ABDE-D73926085F12}"/>
          </ac:spMkLst>
        </pc:spChg>
        <pc:spChg chg="add del mod">
          <ac:chgData name="Austin Francis" userId="S::apf006@uark.edu::d9206161-76a2-4d0d-bb71-2bac416203d9" providerId="AD" clId="Web-{63CA3052-DA26-DD79-DCD9-DC46D438CF09}" dt="2024-08-23T23:21:35.269" v="471"/>
          <ac:spMkLst>
            <pc:docMk/>
            <pc:sldMk cId="1071918637" sldId="444"/>
            <ac:spMk id="9" creationId="{7759EF57-BD46-CDAC-D723-655102056A54}"/>
          </ac:spMkLst>
        </pc:spChg>
        <pc:picChg chg="del">
          <ac:chgData name="Austin Francis" userId="S::apf006@uark.edu::d9206161-76a2-4d0d-bb71-2bac416203d9" providerId="AD" clId="Web-{63CA3052-DA26-DD79-DCD9-DC46D438CF09}" dt="2024-08-23T23:19:51.890" v="445"/>
          <ac:picMkLst>
            <pc:docMk/>
            <pc:sldMk cId="1071918637" sldId="444"/>
            <ac:picMk id="5" creationId="{5CED2E20-1786-4212-F47D-82E9007D2028}"/>
          </ac:picMkLst>
        </pc:picChg>
        <pc:picChg chg="add del mod ord">
          <ac:chgData name="Austin Francis" userId="S::apf006@uark.edu::d9206161-76a2-4d0d-bb71-2bac416203d9" providerId="AD" clId="Web-{63CA3052-DA26-DD79-DCD9-DC46D438CF09}" dt="2024-08-23T23:21:22.019" v="470"/>
          <ac:picMkLst>
            <pc:docMk/>
            <pc:sldMk cId="1071918637" sldId="444"/>
            <ac:picMk id="6" creationId="{16E53AA9-2F31-6508-5EB9-9116DCFC43B2}"/>
          </ac:picMkLst>
        </pc:picChg>
        <pc:picChg chg="del">
          <ac:chgData name="Austin Francis" userId="S::apf006@uark.edu::d9206161-76a2-4d0d-bb71-2bac416203d9" providerId="AD" clId="Web-{63CA3052-DA26-DD79-DCD9-DC46D438CF09}" dt="2024-08-23T23:19:52.578" v="446"/>
          <ac:picMkLst>
            <pc:docMk/>
            <pc:sldMk cId="1071918637" sldId="444"/>
            <ac:picMk id="7" creationId="{C1BC1DC2-9E35-AE23-48EF-B9AB725AC397}"/>
          </ac:picMkLst>
        </pc:picChg>
        <pc:picChg chg="add mod ord">
          <ac:chgData name="Austin Francis" userId="S::apf006@uark.edu::d9206161-76a2-4d0d-bb71-2bac416203d9" providerId="AD" clId="Web-{63CA3052-DA26-DD79-DCD9-DC46D438CF09}" dt="2024-08-23T23:21:37.019" v="472" actId="1076"/>
          <ac:picMkLst>
            <pc:docMk/>
            <pc:sldMk cId="1071918637" sldId="444"/>
            <ac:picMk id="10" creationId="{D703C038-9576-E14C-B5E1-BC7A91D779FB}"/>
          </ac:picMkLst>
        </pc:picChg>
      </pc:sldChg>
      <pc:sldChg chg="addSp delSp modSp">
        <pc:chgData name="Austin Francis" userId="S::apf006@uark.edu::d9206161-76a2-4d0d-bb71-2bac416203d9" providerId="AD" clId="Web-{63CA3052-DA26-DD79-DCD9-DC46D438CF09}" dt="2024-08-26T14:21:28.690" v="498" actId="1076"/>
        <pc:sldMkLst>
          <pc:docMk/>
          <pc:sldMk cId="1873507160" sldId="445"/>
        </pc:sldMkLst>
        <pc:spChg chg="mod">
          <ac:chgData name="Austin Francis" userId="S::apf006@uark.edu::d9206161-76a2-4d0d-bb71-2bac416203d9" providerId="AD" clId="Web-{63CA3052-DA26-DD79-DCD9-DC46D438CF09}" dt="2024-08-26T14:21:23.752" v="495" actId="20577"/>
          <ac:spMkLst>
            <pc:docMk/>
            <pc:sldMk cId="1873507160" sldId="445"/>
            <ac:spMk id="2" creationId="{A9A10DC1-DDE1-4347-BDBB-4B2ACA3E8D0F}"/>
          </ac:spMkLst>
        </pc:spChg>
        <pc:spChg chg="add del mod">
          <ac:chgData name="Austin Francis" userId="S::apf006@uark.edu::d9206161-76a2-4d0d-bb71-2bac416203d9" providerId="AD" clId="Web-{63CA3052-DA26-DD79-DCD9-DC46D438CF09}" dt="2024-08-26T14:21:26.611" v="497"/>
          <ac:spMkLst>
            <pc:docMk/>
            <pc:sldMk cId="1873507160" sldId="445"/>
            <ac:spMk id="4" creationId="{FD7696ED-BA33-704F-2466-8A7D3F510CE0}"/>
          </ac:spMkLst>
        </pc:spChg>
        <pc:picChg chg="add mod ord">
          <ac:chgData name="Austin Francis" userId="S::apf006@uark.edu::d9206161-76a2-4d0d-bb71-2bac416203d9" providerId="AD" clId="Web-{63CA3052-DA26-DD79-DCD9-DC46D438CF09}" dt="2024-08-26T14:21:28.690" v="498" actId="1076"/>
          <ac:picMkLst>
            <pc:docMk/>
            <pc:sldMk cId="1873507160" sldId="445"/>
            <ac:picMk id="5" creationId="{68B1A232-F8CB-8409-3581-F8FEDAAD17B1}"/>
          </ac:picMkLst>
        </pc:picChg>
        <pc:picChg chg="del">
          <ac:chgData name="Austin Francis" userId="S::apf006@uark.edu::d9206161-76a2-4d0d-bb71-2bac416203d9" providerId="AD" clId="Web-{63CA3052-DA26-DD79-DCD9-DC46D438CF09}" dt="2024-08-26T14:21:24.846" v="496"/>
          <ac:picMkLst>
            <pc:docMk/>
            <pc:sldMk cId="1873507160" sldId="445"/>
            <ac:picMk id="6" creationId="{7EB43F5E-51FA-97F1-38E5-3C61F9650255}"/>
          </ac:picMkLst>
        </pc:picChg>
      </pc:sldChg>
      <pc:sldChg chg="addSp delSp modSp">
        <pc:chgData name="Austin Francis" userId="S::apf006@uark.edu::d9206161-76a2-4d0d-bb71-2bac416203d9" providerId="AD" clId="Web-{63CA3052-DA26-DD79-DCD9-DC46D438CF09}" dt="2024-08-26T14:23:06.802" v="523" actId="1076"/>
        <pc:sldMkLst>
          <pc:docMk/>
          <pc:sldMk cId="255185723" sldId="446"/>
        </pc:sldMkLst>
        <pc:spChg chg="mod">
          <ac:chgData name="Austin Francis" userId="S::apf006@uark.edu::d9206161-76a2-4d0d-bb71-2bac416203d9" providerId="AD" clId="Web-{63CA3052-DA26-DD79-DCD9-DC46D438CF09}" dt="2024-08-26T14:22:41.536" v="520" actId="20577"/>
          <ac:spMkLst>
            <pc:docMk/>
            <pc:sldMk cId="255185723" sldId="446"/>
            <ac:spMk id="2" creationId="{A9A10DC1-DDE1-4347-BDBB-4B2ACA3E8D0F}"/>
          </ac:spMkLst>
        </pc:spChg>
        <pc:spChg chg="add del mod">
          <ac:chgData name="Austin Francis" userId="S::apf006@uark.edu::d9206161-76a2-4d0d-bb71-2bac416203d9" providerId="AD" clId="Web-{63CA3052-DA26-DD79-DCD9-DC46D438CF09}" dt="2024-08-26T14:23:02.974" v="522"/>
          <ac:spMkLst>
            <pc:docMk/>
            <pc:sldMk cId="255185723" sldId="446"/>
            <ac:spMk id="4" creationId="{7F2979FB-749F-421F-B005-CBF6E7C37C88}"/>
          </ac:spMkLst>
        </pc:spChg>
        <pc:picChg chg="del">
          <ac:chgData name="Austin Francis" userId="S::apf006@uark.edu::d9206161-76a2-4d0d-bb71-2bac416203d9" providerId="AD" clId="Web-{63CA3052-DA26-DD79-DCD9-DC46D438CF09}" dt="2024-08-26T14:22:47.599" v="521"/>
          <ac:picMkLst>
            <pc:docMk/>
            <pc:sldMk cId="255185723" sldId="446"/>
            <ac:picMk id="5" creationId="{A1060D54-6EB4-99A4-A563-AE06D8D19025}"/>
          </ac:picMkLst>
        </pc:picChg>
        <pc:picChg chg="add mod ord">
          <ac:chgData name="Austin Francis" userId="S::apf006@uark.edu::d9206161-76a2-4d0d-bb71-2bac416203d9" providerId="AD" clId="Web-{63CA3052-DA26-DD79-DCD9-DC46D438CF09}" dt="2024-08-26T14:23:06.802" v="523" actId="1076"/>
          <ac:picMkLst>
            <pc:docMk/>
            <pc:sldMk cId="255185723" sldId="446"/>
            <ac:picMk id="6" creationId="{193A2B50-5242-4000-DBFC-2BDFF77D839F}"/>
          </ac:picMkLst>
        </pc:picChg>
      </pc:sldChg>
      <pc:sldChg chg="del">
        <pc:chgData name="Austin Francis" userId="S::apf006@uark.edu::d9206161-76a2-4d0d-bb71-2bac416203d9" providerId="AD" clId="Web-{63CA3052-DA26-DD79-DCD9-DC46D438CF09}" dt="2024-08-26T14:24:04.836" v="531"/>
        <pc:sldMkLst>
          <pc:docMk/>
          <pc:sldMk cId="3171331945" sldId="447"/>
        </pc:sldMkLst>
      </pc:sldChg>
      <pc:sldChg chg="del">
        <pc:chgData name="Austin Francis" userId="S::apf006@uark.edu::d9206161-76a2-4d0d-bb71-2bac416203d9" providerId="AD" clId="Web-{63CA3052-DA26-DD79-DCD9-DC46D438CF09}" dt="2024-08-26T14:24:06.257" v="532"/>
        <pc:sldMkLst>
          <pc:docMk/>
          <pc:sldMk cId="1677918249" sldId="448"/>
        </pc:sldMkLst>
      </pc:sldChg>
      <pc:sldChg chg="del">
        <pc:chgData name="Austin Francis" userId="S::apf006@uark.edu::d9206161-76a2-4d0d-bb71-2bac416203d9" providerId="AD" clId="Web-{63CA3052-DA26-DD79-DCD9-DC46D438CF09}" dt="2024-08-26T14:24:08.851" v="536"/>
        <pc:sldMkLst>
          <pc:docMk/>
          <pc:sldMk cId="3283057294" sldId="449"/>
        </pc:sldMkLst>
      </pc:sldChg>
      <pc:sldChg chg="del">
        <pc:chgData name="Austin Francis" userId="S::apf006@uark.edu::d9206161-76a2-4d0d-bb71-2bac416203d9" providerId="AD" clId="Web-{63CA3052-DA26-DD79-DCD9-DC46D438CF09}" dt="2024-08-26T14:24:09.508" v="537"/>
        <pc:sldMkLst>
          <pc:docMk/>
          <pc:sldMk cId="2580859544" sldId="450"/>
        </pc:sldMkLst>
      </pc:sldChg>
      <pc:sldChg chg="del">
        <pc:chgData name="Austin Francis" userId="S::apf006@uark.edu::d9206161-76a2-4d0d-bb71-2bac416203d9" providerId="AD" clId="Web-{63CA3052-DA26-DD79-DCD9-DC46D438CF09}" dt="2024-08-26T14:24:10.133" v="538"/>
        <pc:sldMkLst>
          <pc:docMk/>
          <pc:sldMk cId="3512462835" sldId="451"/>
        </pc:sldMkLst>
      </pc:sldChg>
      <pc:sldChg chg="del">
        <pc:chgData name="Austin Francis" userId="S::apf006@uark.edu::d9206161-76a2-4d0d-bb71-2bac416203d9" providerId="AD" clId="Web-{63CA3052-DA26-DD79-DCD9-DC46D438CF09}" dt="2024-08-26T14:24:11.101" v="540"/>
        <pc:sldMkLst>
          <pc:docMk/>
          <pc:sldMk cId="3190394525" sldId="452"/>
        </pc:sldMkLst>
      </pc:sldChg>
      <pc:sldChg chg="modSp">
        <pc:chgData name="Austin Francis" userId="S::apf006@uark.edu::d9206161-76a2-4d0d-bb71-2bac416203d9" providerId="AD" clId="Web-{63CA3052-DA26-DD79-DCD9-DC46D438CF09}" dt="2024-08-26T14:33:21.699" v="603" actId="20577"/>
        <pc:sldMkLst>
          <pc:docMk/>
          <pc:sldMk cId="4233582726" sldId="453"/>
        </pc:sldMkLst>
        <pc:spChg chg="mod">
          <ac:chgData name="Austin Francis" userId="S::apf006@uark.edu::d9206161-76a2-4d0d-bb71-2bac416203d9" providerId="AD" clId="Web-{63CA3052-DA26-DD79-DCD9-DC46D438CF09}" dt="2024-08-26T14:33:21.699" v="603" actId="20577"/>
          <ac:spMkLst>
            <pc:docMk/>
            <pc:sldMk cId="4233582726" sldId="453"/>
            <ac:spMk id="3" creationId="{C57A2EFD-A0BC-81FA-1CC0-C60FF5F3D1CA}"/>
          </ac:spMkLst>
        </pc:spChg>
      </pc:sldChg>
      <pc:sldChg chg="modSp">
        <pc:chgData name="Austin Francis" userId="S::apf006@uark.edu::d9206161-76a2-4d0d-bb71-2bac416203d9" providerId="AD" clId="Web-{63CA3052-DA26-DD79-DCD9-DC46D438CF09}" dt="2024-08-26T14:35:28.078" v="682" actId="20577"/>
        <pc:sldMkLst>
          <pc:docMk/>
          <pc:sldMk cId="3278758722" sldId="454"/>
        </pc:sldMkLst>
        <pc:spChg chg="mod">
          <ac:chgData name="Austin Francis" userId="S::apf006@uark.edu::d9206161-76a2-4d0d-bb71-2bac416203d9" providerId="AD" clId="Web-{63CA3052-DA26-DD79-DCD9-DC46D438CF09}" dt="2024-08-26T14:35:28.078" v="682" actId="20577"/>
          <ac:spMkLst>
            <pc:docMk/>
            <pc:sldMk cId="3278758722" sldId="454"/>
            <ac:spMk id="4" creationId="{22DDC56A-D7F3-FBC5-8D2F-DA585681679B}"/>
          </ac:spMkLst>
        </pc:spChg>
      </pc:sldChg>
      <pc:sldChg chg="modSp">
        <pc:chgData name="Austin Francis" userId="S::apf006@uark.edu::d9206161-76a2-4d0d-bb71-2bac416203d9" providerId="AD" clId="Web-{63CA3052-DA26-DD79-DCD9-DC46D438CF09}" dt="2024-08-26T14:42:57.782" v="721" actId="20577"/>
        <pc:sldMkLst>
          <pc:docMk/>
          <pc:sldMk cId="3419803062" sldId="455"/>
        </pc:sldMkLst>
        <pc:spChg chg="mod">
          <ac:chgData name="Austin Francis" userId="S::apf006@uark.edu::d9206161-76a2-4d0d-bb71-2bac416203d9" providerId="AD" clId="Web-{63CA3052-DA26-DD79-DCD9-DC46D438CF09}" dt="2024-08-26T14:42:57.782" v="721" actId="20577"/>
          <ac:spMkLst>
            <pc:docMk/>
            <pc:sldMk cId="3419803062" sldId="455"/>
            <ac:spMk id="4" creationId="{22DDC56A-D7F3-FBC5-8D2F-DA585681679B}"/>
          </ac:spMkLst>
        </pc:spChg>
      </pc:sldChg>
      <pc:sldChg chg="modSp">
        <pc:chgData name="Austin Francis" userId="S::apf006@uark.edu::d9206161-76a2-4d0d-bb71-2bac416203d9" providerId="AD" clId="Web-{63CA3052-DA26-DD79-DCD9-DC46D438CF09}" dt="2024-08-26T14:49:18.811" v="1017" actId="1076"/>
        <pc:sldMkLst>
          <pc:docMk/>
          <pc:sldMk cId="686375482" sldId="456"/>
        </pc:sldMkLst>
        <pc:spChg chg="mod">
          <ac:chgData name="Austin Francis" userId="S::apf006@uark.edu::d9206161-76a2-4d0d-bb71-2bac416203d9" providerId="AD" clId="Web-{63CA3052-DA26-DD79-DCD9-DC46D438CF09}" dt="2024-08-26T14:49:18.811" v="1017" actId="1076"/>
          <ac:spMkLst>
            <pc:docMk/>
            <pc:sldMk cId="686375482" sldId="456"/>
            <ac:spMk id="3" creationId="{FE278BFF-FA8B-34A3-C83B-1D0BFB2544CD}"/>
          </ac:spMkLst>
        </pc:spChg>
      </pc:sldChg>
      <pc:sldChg chg="modSp">
        <pc:chgData name="Austin Francis" userId="S::apf006@uark.edu::d9206161-76a2-4d0d-bb71-2bac416203d9" providerId="AD" clId="Web-{63CA3052-DA26-DD79-DCD9-DC46D438CF09}" dt="2024-08-26T15:18:59.521" v="1213" actId="20577"/>
        <pc:sldMkLst>
          <pc:docMk/>
          <pc:sldMk cId="201112120" sldId="457"/>
        </pc:sldMkLst>
        <pc:spChg chg="mod">
          <ac:chgData name="Austin Francis" userId="S::apf006@uark.edu::d9206161-76a2-4d0d-bb71-2bac416203d9" providerId="AD" clId="Web-{63CA3052-DA26-DD79-DCD9-DC46D438CF09}" dt="2024-08-26T15:18:59.521" v="1213" actId="20577"/>
          <ac:spMkLst>
            <pc:docMk/>
            <pc:sldMk cId="201112120" sldId="457"/>
            <ac:spMk id="3" creationId="{799C04E8-AC9D-FFEC-9CD5-82C52CAC320B}"/>
          </ac:spMkLst>
        </pc:spChg>
      </pc:sldChg>
      <pc:sldChg chg="del">
        <pc:chgData name="Austin Francis" userId="S::apf006@uark.edu::d9206161-76a2-4d0d-bb71-2bac416203d9" providerId="AD" clId="Web-{63CA3052-DA26-DD79-DCD9-DC46D438CF09}" dt="2024-08-26T14:24:07.539" v="534"/>
        <pc:sldMkLst>
          <pc:docMk/>
          <pc:sldMk cId="2668269484" sldId="458"/>
        </pc:sldMkLst>
      </pc:sldChg>
      <pc:sldChg chg="del">
        <pc:chgData name="Austin Francis" userId="S::apf006@uark.edu::d9206161-76a2-4d0d-bb71-2bac416203d9" providerId="AD" clId="Web-{63CA3052-DA26-DD79-DCD9-DC46D438CF09}" dt="2024-08-26T14:24:06.914" v="533"/>
        <pc:sldMkLst>
          <pc:docMk/>
          <pc:sldMk cId="3071430942" sldId="459"/>
        </pc:sldMkLst>
      </pc:sldChg>
      <pc:sldChg chg="del">
        <pc:chgData name="Austin Francis" userId="S::apf006@uark.edu::d9206161-76a2-4d0d-bb71-2bac416203d9" providerId="AD" clId="Web-{63CA3052-DA26-DD79-DCD9-DC46D438CF09}" dt="2024-08-26T14:24:07.961" v="535"/>
        <pc:sldMkLst>
          <pc:docMk/>
          <pc:sldMk cId="1184469485" sldId="460"/>
        </pc:sldMkLst>
      </pc:sldChg>
      <pc:sldChg chg="del">
        <pc:chgData name="Austin Francis" userId="S::apf006@uark.edu::d9206161-76a2-4d0d-bb71-2bac416203d9" providerId="AD" clId="Web-{63CA3052-DA26-DD79-DCD9-DC46D438CF09}" dt="2024-08-26T14:24:10.539" v="539"/>
        <pc:sldMkLst>
          <pc:docMk/>
          <pc:sldMk cId="215721517" sldId="461"/>
        </pc:sldMkLst>
      </pc:sldChg>
      <pc:sldChg chg="del">
        <pc:chgData name="Austin Francis" userId="S::apf006@uark.edu::d9206161-76a2-4d0d-bb71-2bac416203d9" providerId="AD" clId="Web-{63CA3052-DA26-DD79-DCD9-DC46D438CF09}" dt="2024-08-26T14:23:54.101" v="528"/>
        <pc:sldMkLst>
          <pc:docMk/>
          <pc:sldMk cId="3621315794" sldId="462"/>
        </pc:sldMkLst>
      </pc:sldChg>
      <pc:sldChg chg="addSp modSp new modNotes">
        <pc:chgData name="Austin Francis" userId="S::apf006@uark.edu::d9206161-76a2-4d0d-bb71-2bac416203d9" providerId="AD" clId="Web-{63CA3052-DA26-DD79-DCD9-DC46D438CF09}" dt="2024-08-23T23:05:18.075" v="372" actId="1076"/>
        <pc:sldMkLst>
          <pc:docMk/>
          <pc:sldMk cId="978978087" sldId="463"/>
        </pc:sldMkLst>
        <pc:spChg chg="mod">
          <ac:chgData name="Austin Francis" userId="S::apf006@uark.edu::d9206161-76a2-4d0d-bb71-2bac416203d9" providerId="AD" clId="Web-{63CA3052-DA26-DD79-DCD9-DC46D438CF09}" dt="2024-08-23T22:54:19.250" v="323" actId="20577"/>
          <ac:spMkLst>
            <pc:docMk/>
            <pc:sldMk cId="978978087" sldId="463"/>
            <ac:spMk id="2" creationId="{FD0BFFDF-3957-68FC-4516-0B21A8BD2938}"/>
          </ac:spMkLst>
        </pc:spChg>
        <pc:spChg chg="mod">
          <ac:chgData name="Austin Francis" userId="S::apf006@uark.edu::d9206161-76a2-4d0d-bb71-2bac416203d9" providerId="AD" clId="Web-{63CA3052-DA26-DD79-DCD9-DC46D438CF09}" dt="2024-08-23T22:58:28.509" v="331" actId="20577"/>
          <ac:spMkLst>
            <pc:docMk/>
            <pc:sldMk cId="978978087" sldId="463"/>
            <ac:spMk id="3" creationId="{C14AECF1-4AD3-C012-18D8-19AE4056440F}"/>
          </ac:spMkLst>
        </pc:spChg>
        <pc:picChg chg="add mod">
          <ac:chgData name="Austin Francis" userId="S::apf006@uark.edu::d9206161-76a2-4d0d-bb71-2bac416203d9" providerId="AD" clId="Web-{63CA3052-DA26-DD79-DCD9-DC46D438CF09}" dt="2024-08-23T22:58:39.400" v="335" actId="1076"/>
          <ac:picMkLst>
            <pc:docMk/>
            <pc:sldMk cId="978978087" sldId="463"/>
            <ac:picMk id="4" creationId="{6171A86D-43C4-4DD0-8D25-AB55A18C097A}"/>
          </ac:picMkLst>
        </pc:picChg>
        <pc:picChg chg="add mod">
          <ac:chgData name="Austin Francis" userId="S::apf006@uark.edu::d9206161-76a2-4d0d-bb71-2bac416203d9" providerId="AD" clId="Web-{63CA3052-DA26-DD79-DCD9-DC46D438CF09}" dt="2024-08-23T23:05:18.075" v="372" actId="1076"/>
          <ac:picMkLst>
            <pc:docMk/>
            <pc:sldMk cId="978978087" sldId="463"/>
            <ac:picMk id="5" creationId="{8D4DA63A-CB66-5AE0-FAFC-43A63F8C1E62}"/>
          </ac:picMkLst>
        </pc:picChg>
      </pc:sldChg>
      <pc:sldChg chg="addSp delSp modSp add replId">
        <pc:chgData name="Austin Francis" userId="S::apf006@uark.edu::d9206161-76a2-4d0d-bb71-2bac416203d9" providerId="AD" clId="Web-{63CA3052-DA26-DD79-DCD9-DC46D438CF09}" dt="2024-08-23T23:22:01.036" v="476" actId="1076"/>
        <pc:sldMkLst>
          <pc:docMk/>
          <pc:sldMk cId="2873402699" sldId="464"/>
        </pc:sldMkLst>
        <pc:spChg chg="add del mod">
          <ac:chgData name="Austin Francis" userId="S::apf006@uark.edu::d9206161-76a2-4d0d-bb71-2bac416203d9" providerId="AD" clId="Web-{63CA3052-DA26-DD79-DCD9-DC46D438CF09}" dt="2024-08-23T23:21:58.848" v="475"/>
          <ac:spMkLst>
            <pc:docMk/>
            <pc:sldMk cId="2873402699" sldId="464"/>
            <ac:spMk id="4" creationId="{9999C8B1-4FB6-67C7-0524-477547DF7277}"/>
          </ac:spMkLst>
        </pc:spChg>
        <pc:picChg chg="add mod ord">
          <ac:chgData name="Austin Francis" userId="S::apf006@uark.edu::d9206161-76a2-4d0d-bb71-2bac416203d9" providerId="AD" clId="Web-{63CA3052-DA26-DD79-DCD9-DC46D438CF09}" dt="2024-08-23T23:22:01.036" v="476" actId="1076"/>
          <ac:picMkLst>
            <pc:docMk/>
            <pc:sldMk cId="2873402699" sldId="464"/>
            <ac:picMk id="5" creationId="{714A5814-4707-C224-DC0E-2D1E41B445F4}"/>
          </ac:picMkLst>
        </pc:picChg>
        <pc:picChg chg="del">
          <ac:chgData name="Austin Francis" userId="S::apf006@uark.edu::d9206161-76a2-4d0d-bb71-2bac416203d9" providerId="AD" clId="Web-{63CA3052-DA26-DD79-DCD9-DC46D438CF09}" dt="2024-08-23T23:21:57.395" v="474"/>
          <ac:picMkLst>
            <pc:docMk/>
            <pc:sldMk cId="2873402699" sldId="464"/>
            <ac:picMk id="10" creationId="{D703C038-9576-E14C-B5E1-BC7A91D779FB}"/>
          </ac:picMkLst>
        </pc:picChg>
      </pc:sldChg>
      <pc:sldChg chg="addSp delSp modSp add replId">
        <pc:chgData name="Austin Francis" userId="S::apf006@uark.edu::d9206161-76a2-4d0d-bb71-2bac416203d9" providerId="AD" clId="Web-{63CA3052-DA26-DD79-DCD9-DC46D438CF09}" dt="2024-08-26T14:21:58.191" v="502" actId="1076"/>
        <pc:sldMkLst>
          <pc:docMk/>
          <pc:sldMk cId="475043155" sldId="465"/>
        </pc:sldMkLst>
        <pc:spChg chg="add del mod">
          <ac:chgData name="Austin Francis" userId="S::apf006@uark.edu::d9206161-76a2-4d0d-bb71-2bac416203d9" providerId="AD" clId="Web-{63CA3052-DA26-DD79-DCD9-DC46D438CF09}" dt="2024-08-26T14:21:55.628" v="501"/>
          <ac:spMkLst>
            <pc:docMk/>
            <pc:sldMk cId="475043155" sldId="465"/>
            <ac:spMk id="4" creationId="{50B74F21-E1CD-C026-FE80-F84ADD6F340B}"/>
          </ac:spMkLst>
        </pc:spChg>
        <pc:picChg chg="del">
          <ac:chgData name="Austin Francis" userId="S::apf006@uark.edu::d9206161-76a2-4d0d-bb71-2bac416203d9" providerId="AD" clId="Web-{63CA3052-DA26-DD79-DCD9-DC46D438CF09}" dt="2024-08-26T14:21:37.455" v="500"/>
          <ac:picMkLst>
            <pc:docMk/>
            <pc:sldMk cId="475043155" sldId="465"/>
            <ac:picMk id="5" creationId="{68B1A232-F8CB-8409-3581-F8FEDAAD17B1}"/>
          </ac:picMkLst>
        </pc:picChg>
        <pc:picChg chg="add mod ord">
          <ac:chgData name="Austin Francis" userId="S::apf006@uark.edu::d9206161-76a2-4d0d-bb71-2bac416203d9" providerId="AD" clId="Web-{63CA3052-DA26-DD79-DCD9-DC46D438CF09}" dt="2024-08-26T14:21:58.191" v="502" actId="1076"/>
          <ac:picMkLst>
            <pc:docMk/>
            <pc:sldMk cId="475043155" sldId="465"/>
            <ac:picMk id="6" creationId="{FE551F57-43CB-9D2B-76DA-88E09B13ECA3}"/>
          </ac:picMkLst>
        </pc:picChg>
      </pc:sldChg>
      <pc:sldChg chg="addSp delSp modSp add replId">
        <pc:chgData name="Austin Francis" userId="S::apf006@uark.edu::d9206161-76a2-4d0d-bb71-2bac416203d9" providerId="AD" clId="Web-{63CA3052-DA26-DD79-DCD9-DC46D438CF09}" dt="2024-08-26T14:23:33.881" v="527" actId="1076"/>
        <pc:sldMkLst>
          <pc:docMk/>
          <pc:sldMk cId="824158794" sldId="466"/>
        </pc:sldMkLst>
        <pc:spChg chg="add del mod">
          <ac:chgData name="Austin Francis" userId="S::apf006@uark.edu::d9206161-76a2-4d0d-bb71-2bac416203d9" providerId="AD" clId="Web-{63CA3052-DA26-DD79-DCD9-DC46D438CF09}" dt="2024-08-26T14:23:30.944" v="526"/>
          <ac:spMkLst>
            <pc:docMk/>
            <pc:sldMk cId="824158794" sldId="466"/>
            <ac:spMk id="4" creationId="{11288725-AA35-1109-1077-25892298B666}"/>
          </ac:spMkLst>
        </pc:spChg>
        <pc:picChg chg="add mod ord">
          <ac:chgData name="Austin Francis" userId="S::apf006@uark.edu::d9206161-76a2-4d0d-bb71-2bac416203d9" providerId="AD" clId="Web-{63CA3052-DA26-DD79-DCD9-DC46D438CF09}" dt="2024-08-26T14:23:33.881" v="527" actId="1076"/>
          <ac:picMkLst>
            <pc:docMk/>
            <pc:sldMk cId="824158794" sldId="466"/>
            <ac:picMk id="5" creationId="{11F38937-C519-EF82-CC96-C3A6AF462C43}"/>
          </ac:picMkLst>
        </pc:picChg>
        <pc:picChg chg="del">
          <ac:chgData name="Austin Francis" userId="S::apf006@uark.edu::d9206161-76a2-4d0d-bb71-2bac416203d9" providerId="AD" clId="Web-{63CA3052-DA26-DD79-DCD9-DC46D438CF09}" dt="2024-08-26T14:23:15.974" v="525"/>
          <ac:picMkLst>
            <pc:docMk/>
            <pc:sldMk cId="824158794" sldId="466"/>
            <ac:picMk id="6" creationId="{193A2B50-5242-4000-DBFC-2BDFF77D839F}"/>
          </ac:picMkLst>
        </pc:picChg>
      </pc:sldChg>
      <pc:sldChg chg="modSp new">
        <pc:chgData name="Austin Francis" userId="S::apf006@uark.edu::d9206161-76a2-4d0d-bb71-2bac416203d9" providerId="AD" clId="Web-{63CA3052-DA26-DD79-DCD9-DC46D438CF09}" dt="2024-08-26T15:20:27.259" v="1355" actId="20577"/>
        <pc:sldMkLst>
          <pc:docMk/>
          <pc:sldMk cId="2074764308" sldId="467"/>
        </pc:sldMkLst>
        <pc:spChg chg="mod">
          <ac:chgData name="Austin Francis" userId="S::apf006@uark.edu::d9206161-76a2-4d0d-bb71-2bac416203d9" providerId="AD" clId="Web-{63CA3052-DA26-DD79-DCD9-DC46D438CF09}" dt="2024-08-26T15:19:15.568" v="1225" actId="20577"/>
          <ac:spMkLst>
            <pc:docMk/>
            <pc:sldMk cId="2074764308" sldId="467"/>
            <ac:spMk id="2" creationId="{5DD2B3E3-A2BF-E7C3-A054-67EA46499E20}"/>
          </ac:spMkLst>
        </pc:spChg>
        <pc:spChg chg="mod">
          <ac:chgData name="Austin Francis" userId="S::apf006@uark.edu::d9206161-76a2-4d0d-bb71-2bac416203d9" providerId="AD" clId="Web-{63CA3052-DA26-DD79-DCD9-DC46D438CF09}" dt="2024-08-26T15:20:27.259" v="1355" actId="20577"/>
          <ac:spMkLst>
            <pc:docMk/>
            <pc:sldMk cId="2074764308" sldId="467"/>
            <ac:spMk id="3" creationId="{C70C4E4E-EFCF-33E0-033C-D4100F897E0C}"/>
          </ac:spMkLst>
        </pc:spChg>
      </pc:sldChg>
    </pc:docChg>
  </pc:docChgLst>
  <pc:docChgLst>
    <pc:chgData name="Austin Francis" userId="S::apf006@uark.edu::d9206161-76a2-4d0d-bb71-2bac416203d9" providerId="AD" clId="Web-{50C42D9F-3692-C4D6-B051-5DD044A9DE6E}"/>
    <pc:docChg chg="addSld delSld modSld modSection">
      <pc:chgData name="Austin Francis" userId="S::apf006@uark.edu::d9206161-76a2-4d0d-bb71-2bac416203d9" providerId="AD" clId="Web-{50C42D9F-3692-C4D6-B051-5DD044A9DE6E}" dt="2024-08-22T18:09:33.607" v="934" actId="1076"/>
      <pc:docMkLst>
        <pc:docMk/>
      </pc:docMkLst>
      <pc:sldChg chg="modSp">
        <pc:chgData name="Austin Francis" userId="S::apf006@uark.edu::d9206161-76a2-4d0d-bb71-2bac416203d9" providerId="AD" clId="Web-{50C42D9F-3692-C4D6-B051-5DD044A9DE6E}" dt="2024-08-22T17:18:05.132" v="83" actId="20577"/>
        <pc:sldMkLst>
          <pc:docMk/>
          <pc:sldMk cId="875954484" sldId="256"/>
        </pc:sldMkLst>
        <pc:spChg chg="mod">
          <ac:chgData name="Austin Francis" userId="S::apf006@uark.edu::d9206161-76a2-4d0d-bb71-2bac416203d9" providerId="AD" clId="Web-{50C42D9F-3692-C4D6-B051-5DD044A9DE6E}" dt="2024-08-22T17:18:05.132" v="83" actId="20577"/>
          <ac:spMkLst>
            <pc:docMk/>
            <pc:sldMk cId="875954484" sldId="256"/>
            <ac:spMk id="2" creationId="{00000000-0000-0000-0000-000000000000}"/>
          </ac:spMkLst>
        </pc:spChg>
        <pc:spChg chg="mod">
          <ac:chgData name="Austin Francis" userId="S::apf006@uark.edu::d9206161-76a2-4d0d-bb71-2bac416203d9" providerId="AD" clId="Web-{50C42D9F-3692-C4D6-B051-5DD044A9DE6E}" dt="2024-08-22T17:13:43.560" v="82" actId="20577"/>
          <ac:spMkLst>
            <pc:docMk/>
            <pc:sldMk cId="875954484" sldId="256"/>
            <ac:spMk id="3" creationId="{00000000-0000-0000-0000-000000000000}"/>
          </ac:spMkLst>
        </pc:spChg>
      </pc:sldChg>
      <pc:sldChg chg="modSp">
        <pc:chgData name="Austin Francis" userId="S::apf006@uark.edu::d9206161-76a2-4d0d-bb71-2bac416203d9" providerId="AD" clId="Web-{50C42D9F-3692-C4D6-B051-5DD044A9DE6E}" dt="2024-08-22T17:18:51.946" v="127" actId="20577"/>
        <pc:sldMkLst>
          <pc:docMk/>
          <pc:sldMk cId="718245954" sldId="315"/>
        </pc:sldMkLst>
        <pc:spChg chg="mod">
          <ac:chgData name="Austin Francis" userId="S::apf006@uark.edu::d9206161-76a2-4d0d-bb71-2bac416203d9" providerId="AD" clId="Web-{50C42D9F-3692-C4D6-B051-5DD044A9DE6E}" dt="2024-08-22T17:18:51.946" v="127" actId="20577"/>
          <ac:spMkLst>
            <pc:docMk/>
            <pc:sldMk cId="718245954" sldId="315"/>
            <ac:spMk id="3" creationId="{EC44ADDE-7BAE-4D27-8839-0025B3A2D42C}"/>
          </ac:spMkLst>
        </pc:spChg>
      </pc:sldChg>
      <pc:sldChg chg="modSp">
        <pc:chgData name="Austin Francis" userId="S::apf006@uark.edu::d9206161-76a2-4d0d-bb71-2bac416203d9" providerId="AD" clId="Web-{50C42D9F-3692-C4D6-B051-5DD044A9DE6E}" dt="2024-08-22T17:35:27.843" v="372" actId="20577"/>
        <pc:sldMkLst>
          <pc:docMk/>
          <pc:sldMk cId="869680711" sldId="346"/>
        </pc:sldMkLst>
        <pc:spChg chg="mod">
          <ac:chgData name="Austin Francis" userId="S::apf006@uark.edu::d9206161-76a2-4d0d-bb71-2bac416203d9" providerId="AD" clId="Web-{50C42D9F-3692-C4D6-B051-5DD044A9DE6E}" dt="2024-08-22T17:35:27.843" v="372" actId="20577"/>
          <ac:spMkLst>
            <pc:docMk/>
            <pc:sldMk cId="869680711" sldId="346"/>
            <ac:spMk id="3" creationId="{EC44ADDE-7BAE-4D27-8839-0025B3A2D42C}"/>
          </ac:spMkLst>
        </pc:spChg>
      </pc:sldChg>
      <pc:sldChg chg="modSp">
        <pc:chgData name="Austin Francis" userId="S::apf006@uark.edu::d9206161-76a2-4d0d-bb71-2bac416203d9" providerId="AD" clId="Web-{50C42D9F-3692-C4D6-B051-5DD044A9DE6E}" dt="2024-08-22T17:40:00.275" v="498" actId="20577"/>
        <pc:sldMkLst>
          <pc:docMk/>
          <pc:sldMk cId="2158989465" sldId="395"/>
        </pc:sldMkLst>
        <pc:spChg chg="mod">
          <ac:chgData name="Austin Francis" userId="S::apf006@uark.edu::d9206161-76a2-4d0d-bb71-2bac416203d9" providerId="AD" clId="Web-{50C42D9F-3692-C4D6-B051-5DD044A9DE6E}" dt="2024-08-22T17:40:00.275" v="498" actId="20577"/>
          <ac:spMkLst>
            <pc:docMk/>
            <pc:sldMk cId="2158989465" sldId="395"/>
            <ac:spMk id="3" creationId="{EC44ADDE-7BAE-4D27-8839-0025B3A2D42C}"/>
          </ac:spMkLst>
        </pc:spChg>
      </pc:sldChg>
      <pc:sldChg chg="addSp delSp modSp">
        <pc:chgData name="Austin Francis" userId="S::apf006@uark.edu::d9206161-76a2-4d0d-bb71-2bac416203d9" providerId="AD" clId="Web-{50C42D9F-3692-C4D6-B051-5DD044A9DE6E}" dt="2024-08-22T17:41:31.013" v="539" actId="20577"/>
        <pc:sldMkLst>
          <pc:docMk/>
          <pc:sldMk cId="1660926710" sldId="397"/>
        </pc:sldMkLst>
        <pc:spChg chg="mod">
          <ac:chgData name="Austin Francis" userId="S::apf006@uark.edu::d9206161-76a2-4d0d-bb71-2bac416203d9" providerId="AD" clId="Web-{50C42D9F-3692-C4D6-B051-5DD044A9DE6E}" dt="2024-08-22T17:41:31.013" v="539" actId="20577"/>
          <ac:spMkLst>
            <pc:docMk/>
            <pc:sldMk cId="1660926710" sldId="397"/>
            <ac:spMk id="2" creationId="{A9A10DC1-DDE1-4347-BDBB-4B2ACA3E8D0F}"/>
          </ac:spMkLst>
        </pc:spChg>
        <pc:spChg chg="add del mod">
          <ac:chgData name="Austin Francis" userId="S::apf006@uark.edu::d9206161-76a2-4d0d-bb71-2bac416203d9" providerId="AD" clId="Web-{50C42D9F-3692-C4D6-B051-5DD044A9DE6E}" dt="2024-08-22T17:41:10.325" v="500"/>
          <ac:spMkLst>
            <pc:docMk/>
            <pc:sldMk cId="1660926710" sldId="397"/>
            <ac:spMk id="4" creationId="{5F25AFC7-0A28-E146-3AD1-4B84B3AC68E6}"/>
          </ac:spMkLst>
        </pc:spChg>
        <pc:picChg chg="del">
          <ac:chgData name="Austin Francis" userId="S::apf006@uark.edu::d9206161-76a2-4d0d-bb71-2bac416203d9" providerId="AD" clId="Web-{50C42D9F-3692-C4D6-B051-5DD044A9DE6E}" dt="2024-08-22T17:41:07.465" v="499"/>
          <ac:picMkLst>
            <pc:docMk/>
            <pc:sldMk cId="1660926710" sldId="397"/>
            <ac:picMk id="5" creationId="{B7675B4C-990C-4647-A34D-205983A6E971}"/>
          </ac:picMkLst>
        </pc:picChg>
        <pc:picChg chg="add mod ord">
          <ac:chgData name="Austin Francis" userId="S::apf006@uark.edu::d9206161-76a2-4d0d-bb71-2bac416203d9" providerId="AD" clId="Web-{50C42D9F-3692-C4D6-B051-5DD044A9DE6E}" dt="2024-08-22T17:41:16.856" v="502" actId="14100"/>
          <ac:picMkLst>
            <pc:docMk/>
            <pc:sldMk cId="1660926710" sldId="397"/>
            <ac:picMk id="6" creationId="{9AEFFBE4-B4EF-5F56-5F73-B6433144C00C}"/>
          </ac:picMkLst>
        </pc:picChg>
      </pc:sldChg>
      <pc:sldChg chg="addSp delSp modSp add replId">
        <pc:chgData name="Austin Francis" userId="S::apf006@uark.edu::d9206161-76a2-4d0d-bb71-2bac416203d9" providerId="AD" clId="Web-{50C42D9F-3692-C4D6-B051-5DD044A9DE6E}" dt="2024-08-22T17:42:52.125" v="548" actId="1076"/>
        <pc:sldMkLst>
          <pc:docMk/>
          <pc:sldMk cId="85289448" sldId="441"/>
        </pc:sldMkLst>
        <pc:spChg chg="add del mod">
          <ac:chgData name="Austin Francis" userId="S::apf006@uark.edu::d9206161-76a2-4d0d-bb71-2bac416203d9" providerId="AD" clId="Web-{50C42D9F-3692-C4D6-B051-5DD044A9DE6E}" dt="2024-08-22T17:42:39.094" v="542"/>
          <ac:spMkLst>
            <pc:docMk/>
            <pc:sldMk cId="85289448" sldId="441"/>
            <ac:spMk id="4" creationId="{491019D8-2453-5C70-AD5D-40EAEA1F2A6B}"/>
          </ac:spMkLst>
        </pc:spChg>
        <pc:picChg chg="add mod ord">
          <ac:chgData name="Austin Francis" userId="S::apf006@uark.edu::d9206161-76a2-4d0d-bb71-2bac416203d9" providerId="AD" clId="Web-{50C42D9F-3692-C4D6-B051-5DD044A9DE6E}" dt="2024-08-22T17:42:52.125" v="548" actId="1076"/>
          <ac:picMkLst>
            <pc:docMk/>
            <pc:sldMk cId="85289448" sldId="441"/>
            <ac:picMk id="5" creationId="{AE03653D-20A0-BCB0-E406-967F2C03CB77}"/>
          </ac:picMkLst>
        </pc:picChg>
        <pc:picChg chg="del">
          <ac:chgData name="Austin Francis" userId="S::apf006@uark.edu::d9206161-76a2-4d0d-bb71-2bac416203d9" providerId="AD" clId="Web-{50C42D9F-3692-C4D6-B051-5DD044A9DE6E}" dt="2024-08-22T17:42:37.375" v="541"/>
          <ac:picMkLst>
            <pc:docMk/>
            <pc:sldMk cId="85289448" sldId="441"/>
            <ac:picMk id="6" creationId="{9AEFFBE4-B4EF-5F56-5F73-B6433144C00C}"/>
          </ac:picMkLst>
        </pc:picChg>
      </pc:sldChg>
      <pc:sldChg chg="addSp delSp modSp add replId">
        <pc:chgData name="Austin Francis" userId="S::apf006@uark.edu::d9206161-76a2-4d0d-bb71-2bac416203d9" providerId="AD" clId="Web-{50C42D9F-3692-C4D6-B051-5DD044A9DE6E}" dt="2024-08-22T17:46:51.306" v="616" actId="1076"/>
        <pc:sldMkLst>
          <pc:docMk/>
          <pc:sldMk cId="3921299865" sldId="442"/>
        </pc:sldMkLst>
        <pc:spChg chg="mod">
          <ac:chgData name="Austin Francis" userId="S::apf006@uark.edu::d9206161-76a2-4d0d-bb71-2bac416203d9" providerId="AD" clId="Web-{50C42D9F-3692-C4D6-B051-5DD044A9DE6E}" dt="2024-08-22T17:46:15.946" v="609" actId="14100"/>
          <ac:spMkLst>
            <pc:docMk/>
            <pc:sldMk cId="3921299865" sldId="442"/>
            <ac:spMk id="2" creationId="{A9A10DC1-DDE1-4347-BDBB-4B2ACA3E8D0F}"/>
          </ac:spMkLst>
        </pc:spChg>
        <pc:spChg chg="add del mod">
          <ac:chgData name="Austin Francis" userId="S::apf006@uark.edu::d9206161-76a2-4d0d-bb71-2bac416203d9" providerId="AD" clId="Web-{50C42D9F-3692-C4D6-B051-5DD044A9DE6E}" dt="2024-08-22T17:46:35.446" v="611"/>
          <ac:spMkLst>
            <pc:docMk/>
            <pc:sldMk cId="3921299865" sldId="442"/>
            <ac:spMk id="4" creationId="{AAB1AD00-74B4-A94C-42A6-98452F7A9C80}"/>
          </ac:spMkLst>
        </pc:spChg>
        <pc:picChg chg="del">
          <ac:chgData name="Austin Francis" userId="S::apf006@uark.edu::d9206161-76a2-4d0d-bb71-2bac416203d9" providerId="AD" clId="Web-{50C42D9F-3692-C4D6-B051-5DD044A9DE6E}" dt="2024-08-22T17:46:17.946" v="610"/>
          <ac:picMkLst>
            <pc:docMk/>
            <pc:sldMk cId="3921299865" sldId="442"/>
            <ac:picMk id="5" creationId="{AE03653D-20A0-BCB0-E406-967F2C03CB77}"/>
          </ac:picMkLst>
        </pc:picChg>
        <pc:picChg chg="add mod ord">
          <ac:chgData name="Austin Francis" userId="S::apf006@uark.edu::d9206161-76a2-4d0d-bb71-2bac416203d9" providerId="AD" clId="Web-{50C42D9F-3692-C4D6-B051-5DD044A9DE6E}" dt="2024-08-22T17:46:51.306" v="616" actId="1076"/>
          <ac:picMkLst>
            <pc:docMk/>
            <pc:sldMk cId="3921299865" sldId="442"/>
            <ac:picMk id="6" creationId="{D245BDB9-C476-80C7-D479-B011205E8B8A}"/>
          </ac:picMkLst>
        </pc:picChg>
      </pc:sldChg>
      <pc:sldChg chg="add del replId">
        <pc:chgData name="Austin Francis" userId="S::apf006@uark.edu::d9206161-76a2-4d0d-bb71-2bac416203d9" providerId="AD" clId="Web-{50C42D9F-3692-C4D6-B051-5DD044A9DE6E}" dt="2024-08-22T17:55:16.310" v="705"/>
        <pc:sldMkLst>
          <pc:docMk/>
          <pc:sldMk cId="2812226804" sldId="443"/>
        </pc:sldMkLst>
      </pc:sldChg>
      <pc:sldChg chg="addSp delSp modSp add replId">
        <pc:chgData name="Austin Francis" userId="S::apf006@uark.edu::d9206161-76a2-4d0d-bb71-2bac416203d9" providerId="AD" clId="Web-{50C42D9F-3692-C4D6-B051-5DD044A9DE6E}" dt="2024-08-22T17:52:18.490" v="653" actId="20577"/>
        <pc:sldMkLst>
          <pc:docMk/>
          <pc:sldMk cId="1071918637" sldId="444"/>
        </pc:sldMkLst>
        <pc:spChg chg="mod">
          <ac:chgData name="Austin Francis" userId="S::apf006@uark.edu::d9206161-76a2-4d0d-bb71-2bac416203d9" providerId="AD" clId="Web-{50C42D9F-3692-C4D6-B051-5DD044A9DE6E}" dt="2024-08-22T17:52:18.490" v="653" actId="20577"/>
          <ac:spMkLst>
            <pc:docMk/>
            <pc:sldMk cId="1071918637" sldId="444"/>
            <ac:spMk id="2" creationId="{A9A10DC1-DDE1-4347-BDBB-4B2ACA3E8D0F}"/>
          </ac:spMkLst>
        </pc:spChg>
        <pc:spChg chg="add del mod">
          <ac:chgData name="Austin Francis" userId="S::apf006@uark.edu::d9206161-76a2-4d0d-bb71-2bac416203d9" providerId="AD" clId="Web-{50C42D9F-3692-C4D6-B051-5DD044A9DE6E}" dt="2024-08-22T17:49:19.156" v="642"/>
          <ac:spMkLst>
            <pc:docMk/>
            <pc:sldMk cId="1071918637" sldId="444"/>
            <ac:spMk id="4" creationId="{197777BF-D5FF-637E-958E-B13176DEB6C2}"/>
          </ac:spMkLst>
        </pc:spChg>
        <pc:picChg chg="add mod ord">
          <ac:chgData name="Austin Francis" userId="S::apf006@uark.edu::d9206161-76a2-4d0d-bb71-2bac416203d9" providerId="AD" clId="Web-{50C42D9F-3692-C4D6-B051-5DD044A9DE6E}" dt="2024-08-22T17:49:25.640" v="645" actId="1076"/>
          <ac:picMkLst>
            <pc:docMk/>
            <pc:sldMk cId="1071918637" sldId="444"/>
            <ac:picMk id="5" creationId="{5CED2E20-1786-4212-F47D-82E9007D2028}"/>
          </ac:picMkLst>
        </pc:picChg>
        <pc:picChg chg="del">
          <ac:chgData name="Austin Francis" userId="S::apf006@uark.edu::d9206161-76a2-4d0d-bb71-2bac416203d9" providerId="AD" clId="Web-{50C42D9F-3692-C4D6-B051-5DD044A9DE6E}" dt="2024-08-22T17:48:50.123" v="641"/>
          <ac:picMkLst>
            <pc:docMk/>
            <pc:sldMk cId="1071918637" sldId="444"/>
            <ac:picMk id="6" creationId="{D245BDB9-C476-80C7-D479-B011205E8B8A}"/>
          </ac:picMkLst>
        </pc:picChg>
        <pc:picChg chg="add mod">
          <ac:chgData name="Austin Francis" userId="S::apf006@uark.edu::d9206161-76a2-4d0d-bb71-2bac416203d9" providerId="AD" clId="Web-{50C42D9F-3692-C4D6-B051-5DD044A9DE6E}" dt="2024-08-22T17:50:33.002" v="651" actId="1076"/>
          <ac:picMkLst>
            <pc:docMk/>
            <pc:sldMk cId="1071918637" sldId="444"/>
            <ac:picMk id="7" creationId="{C1BC1DC2-9E35-AE23-48EF-B9AB725AC397}"/>
          </ac:picMkLst>
        </pc:picChg>
      </pc:sldChg>
      <pc:sldChg chg="addSp delSp modSp add replId">
        <pc:chgData name="Austin Francis" userId="S::apf006@uark.edu::d9206161-76a2-4d0d-bb71-2bac416203d9" providerId="AD" clId="Web-{50C42D9F-3692-C4D6-B051-5DD044A9DE6E}" dt="2024-08-22T17:54:43.183" v="704" actId="20577"/>
        <pc:sldMkLst>
          <pc:docMk/>
          <pc:sldMk cId="1873507160" sldId="445"/>
        </pc:sldMkLst>
        <pc:spChg chg="mod">
          <ac:chgData name="Austin Francis" userId="S::apf006@uark.edu::d9206161-76a2-4d0d-bb71-2bac416203d9" providerId="AD" clId="Web-{50C42D9F-3692-C4D6-B051-5DD044A9DE6E}" dt="2024-08-22T17:54:43.183" v="704" actId="20577"/>
          <ac:spMkLst>
            <pc:docMk/>
            <pc:sldMk cId="1873507160" sldId="445"/>
            <ac:spMk id="2" creationId="{A9A10DC1-DDE1-4347-BDBB-4B2ACA3E8D0F}"/>
          </ac:spMkLst>
        </pc:spChg>
        <pc:spChg chg="add del mod">
          <ac:chgData name="Austin Francis" userId="S::apf006@uark.edu::d9206161-76a2-4d0d-bb71-2bac416203d9" providerId="AD" clId="Web-{50C42D9F-3692-C4D6-B051-5DD044A9DE6E}" dt="2024-08-22T17:53:02.726" v="657"/>
          <ac:spMkLst>
            <pc:docMk/>
            <pc:sldMk cId="1873507160" sldId="445"/>
            <ac:spMk id="4" creationId="{DF2FAE59-D15A-8BBA-2361-F405A8F43847}"/>
          </ac:spMkLst>
        </pc:spChg>
        <pc:picChg chg="del">
          <ac:chgData name="Austin Francis" userId="S::apf006@uark.edu::d9206161-76a2-4d0d-bb71-2bac416203d9" providerId="AD" clId="Web-{50C42D9F-3692-C4D6-B051-5DD044A9DE6E}" dt="2024-08-22T17:52:56.992" v="655"/>
          <ac:picMkLst>
            <pc:docMk/>
            <pc:sldMk cId="1873507160" sldId="445"/>
            <ac:picMk id="5" creationId="{5CED2E20-1786-4212-F47D-82E9007D2028}"/>
          </ac:picMkLst>
        </pc:picChg>
        <pc:picChg chg="add mod ord">
          <ac:chgData name="Austin Francis" userId="S::apf006@uark.edu::d9206161-76a2-4d0d-bb71-2bac416203d9" providerId="AD" clId="Web-{50C42D9F-3692-C4D6-B051-5DD044A9DE6E}" dt="2024-08-22T17:53:22.102" v="662" actId="1076"/>
          <ac:picMkLst>
            <pc:docMk/>
            <pc:sldMk cId="1873507160" sldId="445"/>
            <ac:picMk id="6" creationId="{7EB43F5E-51FA-97F1-38E5-3C61F9650255}"/>
          </ac:picMkLst>
        </pc:picChg>
        <pc:picChg chg="del">
          <ac:chgData name="Austin Francis" userId="S::apf006@uark.edu::d9206161-76a2-4d0d-bb71-2bac416203d9" providerId="AD" clId="Web-{50C42D9F-3692-C4D6-B051-5DD044A9DE6E}" dt="2024-08-22T17:53:00.711" v="656"/>
          <ac:picMkLst>
            <pc:docMk/>
            <pc:sldMk cId="1873507160" sldId="445"/>
            <ac:picMk id="7" creationId="{C1BC1DC2-9E35-AE23-48EF-B9AB725AC397}"/>
          </ac:picMkLst>
        </pc:picChg>
      </pc:sldChg>
      <pc:sldChg chg="addSp delSp modSp add replId">
        <pc:chgData name="Austin Francis" userId="S::apf006@uark.edu::d9206161-76a2-4d0d-bb71-2bac416203d9" providerId="AD" clId="Web-{50C42D9F-3692-C4D6-B051-5DD044A9DE6E}" dt="2024-08-22T17:57:42.581" v="749" actId="1076"/>
        <pc:sldMkLst>
          <pc:docMk/>
          <pc:sldMk cId="255185723" sldId="446"/>
        </pc:sldMkLst>
        <pc:spChg chg="mod">
          <ac:chgData name="Austin Francis" userId="S::apf006@uark.edu::d9206161-76a2-4d0d-bb71-2bac416203d9" providerId="AD" clId="Web-{50C42D9F-3692-C4D6-B051-5DD044A9DE6E}" dt="2024-08-22T17:57:07.861" v="742" actId="20577"/>
          <ac:spMkLst>
            <pc:docMk/>
            <pc:sldMk cId="255185723" sldId="446"/>
            <ac:spMk id="2" creationId="{A9A10DC1-DDE1-4347-BDBB-4B2ACA3E8D0F}"/>
          </ac:spMkLst>
        </pc:spChg>
        <pc:spChg chg="add del mod">
          <ac:chgData name="Austin Francis" userId="S::apf006@uark.edu::d9206161-76a2-4d0d-bb71-2bac416203d9" providerId="AD" clId="Web-{50C42D9F-3692-C4D6-B051-5DD044A9DE6E}" dt="2024-08-22T17:57:25.268" v="744"/>
          <ac:spMkLst>
            <pc:docMk/>
            <pc:sldMk cId="255185723" sldId="446"/>
            <ac:spMk id="4" creationId="{2EAA6113-09E6-D552-E84A-A6E65E8F08D9}"/>
          </ac:spMkLst>
        </pc:spChg>
        <pc:picChg chg="add mod ord">
          <ac:chgData name="Austin Francis" userId="S::apf006@uark.edu::d9206161-76a2-4d0d-bb71-2bac416203d9" providerId="AD" clId="Web-{50C42D9F-3692-C4D6-B051-5DD044A9DE6E}" dt="2024-08-22T17:57:42.581" v="749" actId="1076"/>
          <ac:picMkLst>
            <pc:docMk/>
            <pc:sldMk cId="255185723" sldId="446"/>
            <ac:picMk id="5" creationId="{A1060D54-6EB4-99A4-A563-AE06D8D19025}"/>
          </ac:picMkLst>
        </pc:picChg>
        <pc:picChg chg="del">
          <ac:chgData name="Austin Francis" userId="S::apf006@uark.edu::d9206161-76a2-4d0d-bb71-2bac416203d9" providerId="AD" clId="Web-{50C42D9F-3692-C4D6-B051-5DD044A9DE6E}" dt="2024-08-22T17:57:10.126" v="743"/>
          <ac:picMkLst>
            <pc:docMk/>
            <pc:sldMk cId="255185723" sldId="446"/>
            <ac:picMk id="6" creationId="{7EB43F5E-51FA-97F1-38E5-3C61F9650255}"/>
          </ac:picMkLst>
        </pc:picChg>
      </pc:sldChg>
      <pc:sldChg chg="addSp delSp modSp add replId">
        <pc:chgData name="Austin Francis" userId="S::apf006@uark.edu::d9206161-76a2-4d0d-bb71-2bac416203d9" providerId="AD" clId="Web-{50C42D9F-3692-C4D6-B051-5DD044A9DE6E}" dt="2024-08-22T17:58:29.661" v="758" actId="1076"/>
        <pc:sldMkLst>
          <pc:docMk/>
          <pc:sldMk cId="3171331945" sldId="447"/>
        </pc:sldMkLst>
        <pc:spChg chg="add del mod">
          <ac:chgData name="Austin Francis" userId="S::apf006@uark.edu::d9206161-76a2-4d0d-bb71-2bac416203d9" providerId="AD" clId="Web-{50C42D9F-3692-C4D6-B051-5DD044A9DE6E}" dt="2024-08-22T17:58:11.285" v="752"/>
          <ac:spMkLst>
            <pc:docMk/>
            <pc:sldMk cId="3171331945" sldId="447"/>
            <ac:spMk id="4" creationId="{FCF7CF29-A971-B771-7349-0A3AC104B489}"/>
          </ac:spMkLst>
        </pc:spChg>
        <pc:picChg chg="del">
          <ac:chgData name="Austin Francis" userId="S::apf006@uark.edu::d9206161-76a2-4d0d-bb71-2bac416203d9" providerId="AD" clId="Web-{50C42D9F-3692-C4D6-B051-5DD044A9DE6E}" dt="2024-08-22T17:57:55.097" v="751"/>
          <ac:picMkLst>
            <pc:docMk/>
            <pc:sldMk cId="3171331945" sldId="447"/>
            <ac:picMk id="5" creationId="{A1060D54-6EB4-99A4-A563-AE06D8D19025}"/>
          </ac:picMkLst>
        </pc:picChg>
        <pc:picChg chg="add mod ord">
          <ac:chgData name="Austin Francis" userId="S::apf006@uark.edu::d9206161-76a2-4d0d-bb71-2bac416203d9" providerId="AD" clId="Web-{50C42D9F-3692-C4D6-B051-5DD044A9DE6E}" dt="2024-08-22T17:58:29.661" v="758" actId="1076"/>
          <ac:picMkLst>
            <pc:docMk/>
            <pc:sldMk cId="3171331945" sldId="447"/>
            <ac:picMk id="6" creationId="{21510298-7969-CFD3-5AE5-BF62A5E7E5E4}"/>
          </ac:picMkLst>
        </pc:picChg>
      </pc:sldChg>
      <pc:sldChg chg="addSp delSp modSp add replId">
        <pc:chgData name="Austin Francis" userId="S::apf006@uark.edu::d9206161-76a2-4d0d-bb71-2bac416203d9" providerId="AD" clId="Web-{50C42D9F-3692-C4D6-B051-5DD044A9DE6E}" dt="2024-08-22T18:00:38.619" v="783" actId="1076"/>
        <pc:sldMkLst>
          <pc:docMk/>
          <pc:sldMk cId="1677918249" sldId="448"/>
        </pc:sldMkLst>
        <pc:spChg chg="mod">
          <ac:chgData name="Austin Francis" userId="S::apf006@uark.edu::d9206161-76a2-4d0d-bb71-2bac416203d9" providerId="AD" clId="Web-{50C42D9F-3692-C4D6-B051-5DD044A9DE6E}" dt="2024-08-22T18:00:09.743" v="778" actId="20577"/>
          <ac:spMkLst>
            <pc:docMk/>
            <pc:sldMk cId="1677918249" sldId="448"/>
            <ac:spMk id="2" creationId="{A9A10DC1-DDE1-4347-BDBB-4B2ACA3E8D0F}"/>
          </ac:spMkLst>
        </pc:spChg>
        <pc:spChg chg="add del mod">
          <ac:chgData name="Austin Francis" userId="S::apf006@uark.edu::d9206161-76a2-4d0d-bb71-2bac416203d9" providerId="AD" clId="Web-{50C42D9F-3692-C4D6-B051-5DD044A9DE6E}" dt="2024-08-22T18:00:27.759" v="780"/>
          <ac:spMkLst>
            <pc:docMk/>
            <pc:sldMk cId="1677918249" sldId="448"/>
            <ac:spMk id="4" creationId="{29291333-5A37-55DF-E89D-60DB7CAB6738}"/>
          </ac:spMkLst>
        </pc:spChg>
        <pc:picChg chg="add mod ord">
          <ac:chgData name="Austin Francis" userId="S::apf006@uark.edu::d9206161-76a2-4d0d-bb71-2bac416203d9" providerId="AD" clId="Web-{50C42D9F-3692-C4D6-B051-5DD044A9DE6E}" dt="2024-08-22T18:00:38.619" v="783" actId="1076"/>
          <ac:picMkLst>
            <pc:docMk/>
            <pc:sldMk cId="1677918249" sldId="448"/>
            <ac:picMk id="5" creationId="{EAFC242B-0AF1-64D7-ACAD-7AE192FA141F}"/>
          </ac:picMkLst>
        </pc:picChg>
        <pc:picChg chg="del">
          <ac:chgData name="Austin Francis" userId="S::apf006@uark.edu::d9206161-76a2-4d0d-bb71-2bac416203d9" providerId="AD" clId="Web-{50C42D9F-3692-C4D6-B051-5DD044A9DE6E}" dt="2024-08-22T18:00:13.040" v="779"/>
          <ac:picMkLst>
            <pc:docMk/>
            <pc:sldMk cId="1677918249" sldId="448"/>
            <ac:picMk id="6" creationId="{21510298-7969-CFD3-5AE5-BF62A5E7E5E4}"/>
          </ac:picMkLst>
        </pc:picChg>
      </pc:sldChg>
      <pc:sldChg chg="addSp delSp modSp add replId">
        <pc:chgData name="Austin Francis" userId="S::apf006@uark.edu::d9206161-76a2-4d0d-bb71-2bac416203d9" providerId="AD" clId="Web-{50C42D9F-3692-C4D6-B051-5DD044A9DE6E}" dt="2024-08-22T18:04:46.769" v="863" actId="1076"/>
        <pc:sldMkLst>
          <pc:docMk/>
          <pc:sldMk cId="3283057294" sldId="449"/>
        </pc:sldMkLst>
        <pc:spChg chg="mod">
          <ac:chgData name="Austin Francis" userId="S::apf006@uark.edu::d9206161-76a2-4d0d-bb71-2bac416203d9" providerId="AD" clId="Web-{50C42D9F-3692-C4D6-B051-5DD044A9DE6E}" dt="2024-08-22T18:04:35.128" v="858" actId="20577"/>
          <ac:spMkLst>
            <pc:docMk/>
            <pc:sldMk cId="3283057294" sldId="449"/>
            <ac:spMk id="2" creationId="{A9A10DC1-DDE1-4347-BDBB-4B2ACA3E8D0F}"/>
          </ac:spMkLst>
        </pc:spChg>
        <pc:spChg chg="add del mod">
          <ac:chgData name="Austin Francis" userId="S::apf006@uark.edu::d9206161-76a2-4d0d-bb71-2bac416203d9" providerId="AD" clId="Web-{50C42D9F-3692-C4D6-B051-5DD044A9DE6E}" dt="2024-08-22T18:01:16.761" v="789"/>
          <ac:spMkLst>
            <pc:docMk/>
            <pc:sldMk cId="3283057294" sldId="449"/>
            <ac:spMk id="6" creationId="{4CA6A0E0-BC8C-A877-D3DF-78155BCBBDEB}"/>
          </ac:spMkLst>
        </pc:spChg>
        <pc:picChg chg="add del mod">
          <ac:chgData name="Austin Francis" userId="S::apf006@uark.edu::d9206161-76a2-4d0d-bb71-2bac416203d9" providerId="AD" clId="Web-{50C42D9F-3692-C4D6-B051-5DD044A9DE6E}" dt="2024-08-22T18:04:36.831" v="859"/>
          <ac:picMkLst>
            <pc:docMk/>
            <pc:sldMk cId="3283057294" sldId="449"/>
            <ac:picMk id="3" creationId="{B7CB12AA-9EEC-5941-CC47-C316C0FF8442}"/>
          </ac:picMkLst>
        </pc:picChg>
        <pc:picChg chg="del">
          <ac:chgData name="Austin Francis" userId="S::apf006@uark.edu::d9206161-76a2-4d0d-bb71-2bac416203d9" providerId="AD" clId="Web-{50C42D9F-3692-C4D6-B051-5DD044A9DE6E}" dt="2024-08-22T18:01:01.635" v="786"/>
          <ac:picMkLst>
            <pc:docMk/>
            <pc:sldMk cId="3283057294" sldId="449"/>
            <ac:picMk id="5" creationId="{EAFC242B-0AF1-64D7-ACAD-7AE192FA141F}"/>
          </ac:picMkLst>
        </pc:picChg>
        <pc:picChg chg="add mod">
          <ac:chgData name="Austin Francis" userId="S::apf006@uark.edu::d9206161-76a2-4d0d-bb71-2bac416203d9" providerId="AD" clId="Web-{50C42D9F-3692-C4D6-B051-5DD044A9DE6E}" dt="2024-08-22T18:04:46.769" v="863" actId="1076"/>
          <ac:picMkLst>
            <pc:docMk/>
            <pc:sldMk cId="3283057294" sldId="449"/>
            <ac:picMk id="7" creationId="{EAA2E322-1475-166C-D420-DAE947C2101E}"/>
          </ac:picMkLst>
        </pc:picChg>
      </pc:sldChg>
      <pc:sldChg chg="addSp delSp modSp add del replId">
        <pc:chgData name="Austin Francis" userId="S::apf006@uark.edu::d9206161-76a2-4d0d-bb71-2bac416203d9" providerId="AD" clId="Web-{50C42D9F-3692-C4D6-B051-5DD044A9DE6E}" dt="2024-08-22T18:01:50.231" v="794"/>
        <pc:sldMkLst>
          <pc:docMk/>
          <pc:sldMk cId="1180406736" sldId="450"/>
        </pc:sldMkLst>
        <pc:spChg chg="add del">
          <ac:chgData name="Austin Francis" userId="S::apf006@uark.edu::d9206161-76a2-4d0d-bb71-2bac416203d9" providerId="AD" clId="Web-{50C42D9F-3692-C4D6-B051-5DD044A9DE6E}" dt="2024-08-22T18:01:49.231" v="793"/>
          <ac:spMkLst>
            <pc:docMk/>
            <pc:sldMk cId="1180406736" sldId="450"/>
            <ac:spMk id="2" creationId="{A9A10DC1-DDE1-4347-BDBB-4B2ACA3E8D0F}"/>
          </ac:spMkLst>
        </pc:spChg>
        <pc:spChg chg="add del mod">
          <ac:chgData name="Austin Francis" userId="S::apf006@uark.edu::d9206161-76a2-4d0d-bb71-2bac416203d9" providerId="AD" clId="Web-{50C42D9F-3692-C4D6-B051-5DD044A9DE6E}" dt="2024-08-22T18:01:49.231" v="793"/>
          <ac:spMkLst>
            <pc:docMk/>
            <pc:sldMk cId="1180406736" sldId="450"/>
            <ac:spMk id="5" creationId="{9DF45C6C-8DBC-B6FF-4CD8-21271CB07187}"/>
          </ac:spMkLst>
        </pc:spChg>
      </pc:sldChg>
      <pc:sldChg chg="add replId">
        <pc:chgData name="Austin Francis" userId="S::apf006@uark.edu::d9206161-76a2-4d0d-bb71-2bac416203d9" providerId="AD" clId="Web-{50C42D9F-3692-C4D6-B051-5DD044A9DE6E}" dt="2024-08-22T18:05:41.630" v="864"/>
        <pc:sldMkLst>
          <pc:docMk/>
          <pc:sldMk cId="2580859544" sldId="450"/>
        </pc:sldMkLst>
      </pc:sldChg>
      <pc:sldChg chg="addSp delSp modSp add replId">
        <pc:chgData name="Austin Francis" userId="S::apf006@uark.edu::d9206161-76a2-4d0d-bb71-2bac416203d9" providerId="AD" clId="Web-{50C42D9F-3692-C4D6-B051-5DD044A9DE6E}" dt="2024-08-22T18:06:10.678" v="870" actId="1076"/>
        <pc:sldMkLst>
          <pc:docMk/>
          <pc:sldMk cId="3512462835" sldId="451"/>
        </pc:sldMkLst>
        <pc:picChg chg="add mod">
          <ac:chgData name="Austin Francis" userId="S::apf006@uark.edu::d9206161-76a2-4d0d-bb71-2bac416203d9" providerId="AD" clId="Web-{50C42D9F-3692-C4D6-B051-5DD044A9DE6E}" dt="2024-08-22T18:06:10.678" v="870" actId="1076"/>
          <ac:picMkLst>
            <pc:docMk/>
            <pc:sldMk cId="3512462835" sldId="451"/>
            <ac:picMk id="3" creationId="{5397A63A-6B28-DB95-D47E-77FD92658E80}"/>
          </ac:picMkLst>
        </pc:picChg>
        <pc:picChg chg="del">
          <ac:chgData name="Austin Francis" userId="S::apf006@uark.edu::d9206161-76a2-4d0d-bb71-2bac416203d9" providerId="AD" clId="Web-{50C42D9F-3692-C4D6-B051-5DD044A9DE6E}" dt="2024-08-22T18:06:03.334" v="866"/>
          <ac:picMkLst>
            <pc:docMk/>
            <pc:sldMk cId="3512462835" sldId="451"/>
            <ac:picMk id="7" creationId="{EAA2E322-1475-166C-D420-DAE947C2101E}"/>
          </ac:picMkLst>
        </pc:picChg>
      </pc:sldChg>
      <pc:sldChg chg="addSp delSp modSp add replId">
        <pc:chgData name="Austin Francis" userId="S::apf006@uark.edu::d9206161-76a2-4d0d-bb71-2bac416203d9" providerId="AD" clId="Web-{50C42D9F-3692-C4D6-B051-5DD044A9DE6E}" dt="2024-08-22T18:09:33.607" v="934" actId="1076"/>
        <pc:sldMkLst>
          <pc:docMk/>
          <pc:sldMk cId="3190394525" sldId="452"/>
        </pc:sldMkLst>
        <pc:spChg chg="mod">
          <ac:chgData name="Austin Francis" userId="S::apf006@uark.edu::d9206161-76a2-4d0d-bb71-2bac416203d9" providerId="AD" clId="Web-{50C42D9F-3692-C4D6-B051-5DD044A9DE6E}" dt="2024-08-22T18:07:45.088" v="916" actId="20577"/>
          <ac:spMkLst>
            <pc:docMk/>
            <pc:sldMk cId="3190394525" sldId="452"/>
            <ac:spMk id="2" creationId="{A9A10DC1-DDE1-4347-BDBB-4B2ACA3E8D0F}"/>
          </ac:spMkLst>
        </pc:spChg>
        <pc:picChg chg="del">
          <ac:chgData name="Austin Francis" userId="S::apf006@uark.edu::d9206161-76a2-4d0d-bb71-2bac416203d9" providerId="AD" clId="Web-{50C42D9F-3692-C4D6-B051-5DD044A9DE6E}" dt="2024-08-22T18:07:46.135" v="917"/>
          <ac:picMkLst>
            <pc:docMk/>
            <pc:sldMk cId="3190394525" sldId="452"/>
            <ac:picMk id="3" creationId="{5397A63A-6B28-DB95-D47E-77FD92658E80}"/>
          </ac:picMkLst>
        </pc:picChg>
        <pc:picChg chg="add del mod">
          <ac:chgData name="Austin Francis" userId="S::apf006@uark.edu::d9206161-76a2-4d0d-bb71-2bac416203d9" providerId="AD" clId="Web-{50C42D9F-3692-C4D6-B051-5DD044A9DE6E}" dt="2024-08-22T18:07:57.369" v="919"/>
          <ac:picMkLst>
            <pc:docMk/>
            <pc:sldMk cId="3190394525" sldId="452"/>
            <ac:picMk id="4" creationId="{305DAF12-94BD-681E-971B-65CE7184CEBA}"/>
          </ac:picMkLst>
        </pc:picChg>
        <pc:picChg chg="add mod">
          <ac:chgData name="Austin Francis" userId="S::apf006@uark.edu::d9206161-76a2-4d0d-bb71-2bac416203d9" providerId="AD" clId="Web-{50C42D9F-3692-C4D6-B051-5DD044A9DE6E}" dt="2024-08-22T18:08:24.699" v="925" actId="1076"/>
          <ac:picMkLst>
            <pc:docMk/>
            <pc:sldMk cId="3190394525" sldId="452"/>
            <ac:picMk id="5" creationId="{5D197B4A-D153-72BA-15AD-1D45E513EF41}"/>
          </ac:picMkLst>
        </pc:picChg>
        <pc:picChg chg="add mod">
          <ac:chgData name="Austin Francis" userId="S::apf006@uark.edu::d9206161-76a2-4d0d-bb71-2bac416203d9" providerId="AD" clId="Web-{50C42D9F-3692-C4D6-B051-5DD044A9DE6E}" dt="2024-08-22T18:09:33.607" v="934" actId="1076"/>
          <ac:picMkLst>
            <pc:docMk/>
            <pc:sldMk cId="3190394525" sldId="452"/>
            <ac:picMk id="6" creationId="{5BF142B4-3F3E-0374-6368-D5D93098CA11}"/>
          </ac:picMkLst>
        </pc:picChg>
      </pc:sldChg>
    </pc:docChg>
  </pc:docChgLst>
  <pc:docChgLst>
    <pc:chgData name="Austin Francis" userId="d9206161-76a2-4d0d-bb71-2bac416203d9" providerId="ADAL" clId="{575FAE71-7301-445B-A2F7-CBF723CAF6AF}"/>
    <pc:docChg chg="undo custSel modSld">
      <pc:chgData name="Austin Francis" userId="d9206161-76a2-4d0d-bb71-2bac416203d9" providerId="ADAL" clId="{575FAE71-7301-445B-A2F7-CBF723CAF6AF}" dt="2024-09-03T12:53:59.230" v="1244" actId="1076"/>
      <pc:docMkLst>
        <pc:docMk/>
      </pc:docMkLst>
      <pc:sldChg chg="modNotesTx">
        <pc:chgData name="Austin Francis" userId="d9206161-76a2-4d0d-bb71-2bac416203d9" providerId="ADAL" clId="{575FAE71-7301-445B-A2F7-CBF723CAF6AF}" dt="2024-09-03T12:28:10.457" v="209" actId="20577"/>
        <pc:sldMkLst>
          <pc:docMk/>
          <pc:sldMk cId="1660926710" sldId="397"/>
        </pc:sldMkLst>
      </pc:sldChg>
      <pc:sldChg chg="modNotesTx">
        <pc:chgData name="Austin Francis" userId="d9206161-76a2-4d0d-bb71-2bac416203d9" providerId="ADAL" clId="{575FAE71-7301-445B-A2F7-CBF723CAF6AF}" dt="2024-09-03T12:40:52.970" v="624" actId="20577"/>
        <pc:sldMkLst>
          <pc:docMk/>
          <pc:sldMk cId="1873507160" sldId="445"/>
        </pc:sldMkLst>
      </pc:sldChg>
      <pc:sldChg chg="modSp mod">
        <pc:chgData name="Austin Francis" userId="d9206161-76a2-4d0d-bb71-2bac416203d9" providerId="ADAL" clId="{575FAE71-7301-445B-A2F7-CBF723CAF6AF}" dt="2024-09-03T12:37:37.212" v="419" actId="20577"/>
        <pc:sldMkLst>
          <pc:docMk/>
          <pc:sldMk cId="3278758722" sldId="454"/>
        </pc:sldMkLst>
        <pc:spChg chg="mod">
          <ac:chgData name="Austin Francis" userId="d9206161-76a2-4d0d-bb71-2bac416203d9" providerId="ADAL" clId="{575FAE71-7301-445B-A2F7-CBF723CAF6AF}" dt="2024-09-03T12:37:37.212" v="419" actId="20577"/>
          <ac:spMkLst>
            <pc:docMk/>
            <pc:sldMk cId="3278758722" sldId="454"/>
            <ac:spMk id="4" creationId="{22DDC56A-D7F3-FBC5-8D2F-DA585681679B}"/>
          </ac:spMkLst>
        </pc:spChg>
      </pc:sldChg>
      <pc:sldChg chg="modSp mod">
        <pc:chgData name="Austin Francis" userId="d9206161-76a2-4d0d-bb71-2bac416203d9" providerId="ADAL" clId="{575FAE71-7301-445B-A2F7-CBF723CAF6AF}" dt="2024-09-03T12:39:32.121" v="511" actId="20577"/>
        <pc:sldMkLst>
          <pc:docMk/>
          <pc:sldMk cId="3419803062" sldId="455"/>
        </pc:sldMkLst>
        <pc:spChg chg="mod">
          <ac:chgData name="Austin Francis" userId="d9206161-76a2-4d0d-bb71-2bac416203d9" providerId="ADAL" clId="{575FAE71-7301-445B-A2F7-CBF723CAF6AF}" dt="2024-09-03T12:39:32.121" v="511" actId="20577"/>
          <ac:spMkLst>
            <pc:docMk/>
            <pc:sldMk cId="3419803062" sldId="455"/>
            <ac:spMk id="4" creationId="{22DDC56A-D7F3-FBC5-8D2F-DA585681679B}"/>
          </ac:spMkLst>
        </pc:spChg>
      </pc:sldChg>
      <pc:sldChg chg="modNotesTx">
        <pc:chgData name="Austin Francis" userId="d9206161-76a2-4d0d-bb71-2bac416203d9" providerId="ADAL" clId="{575FAE71-7301-445B-A2F7-CBF723CAF6AF}" dt="2024-09-03T12:42:08.829" v="734" actId="20577"/>
        <pc:sldMkLst>
          <pc:docMk/>
          <pc:sldMk cId="686375482" sldId="456"/>
        </pc:sldMkLst>
      </pc:sldChg>
      <pc:sldChg chg="modSp mod modNotesTx">
        <pc:chgData name="Austin Francis" userId="d9206161-76a2-4d0d-bb71-2bac416203d9" providerId="ADAL" clId="{575FAE71-7301-445B-A2F7-CBF723CAF6AF}" dt="2024-09-03T12:53:59.230" v="1244" actId="1076"/>
        <pc:sldMkLst>
          <pc:docMk/>
          <pc:sldMk cId="2074764308" sldId="467"/>
        </pc:sldMkLst>
        <pc:spChg chg="mod">
          <ac:chgData name="Austin Francis" userId="d9206161-76a2-4d0d-bb71-2bac416203d9" providerId="ADAL" clId="{575FAE71-7301-445B-A2F7-CBF723CAF6AF}" dt="2024-09-03T12:53:59.230" v="1244" actId="1076"/>
          <ac:spMkLst>
            <pc:docMk/>
            <pc:sldMk cId="2074764308" sldId="467"/>
            <ac:spMk id="2" creationId="{5DD2B3E3-A2BF-E7C3-A054-67EA46499E20}"/>
          </ac:spMkLst>
        </pc:spChg>
        <pc:spChg chg="mod">
          <ac:chgData name="Austin Francis" userId="d9206161-76a2-4d0d-bb71-2bac416203d9" providerId="ADAL" clId="{575FAE71-7301-445B-A2F7-CBF723CAF6AF}" dt="2024-09-03T12:53:56.740" v="1243" actId="1076"/>
          <ac:spMkLst>
            <pc:docMk/>
            <pc:sldMk cId="2074764308" sldId="467"/>
            <ac:spMk id="3" creationId="{C70C4E4E-EFCF-33E0-033C-D4100F897E0C}"/>
          </ac:spMkLst>
        </pc:spChg>
      </pc:sldChg>
      <pc:sldChg chg="addSp modSp mod modNotesTx">
        <pc:chgData name="Austin Francis" userId="d9206161-76a2-4d0d-bb71-2bac416203d9" providerId="ADAL" clId="{575FAE71-7301-445B-A2F7-CBF723CAF6AF}" dt="2024-09-03T12:32:44.757" v="300" actId="14100"/>
        <pc:sldMkLst>
          <pc:docMk/>
          <pc:sldMk cId="1898961290" sldId="468"/>
        </pc:sldMkLst>
        <pc:spChg chg="add mod">
          <ac:chgData name="Austin Francis" userId="d9206161-76a2-4d0d-bb71-2bac416203d9" providerId="ADAL" clId="{575FAE71-7301-445B-A2F7-CBF723CAF6AF}" dt="2024-09-03T12:32:44.757" v="300" actId="14100"/>
          <ac:spMkLst>
            <pc:docMk/>
            <pc:sldMk cId="1898961290" sldId="468"/>
            <ac:spMk id="3" creationId="{F03E9BE1-FAA9-3C5B-1284-A981FA8C645D}"/>
          </ac:spMkLst>
        </pc:spChg>
      </pc:sldChg>
      <pc:sldChg chg="modNotesTx">
        <pc:chgData name="Austin Francis" userId="d9206161-76a2-4d0d-bb71-2bac416203d9" providerId="ADAL" clId="{575FAE71-7301-445B-A2F7-CBF723CAF6AF}" dt="2024-09-03T12:34:37.868" v="417" actId="20577"/>
        <pc:sldMkLst>
          <pc:docMk/>
          <pc:sldMk cId="3473631934" sldId="471"/>
        </pc:sldMkLst>
      </pc:sldChg>
      <pc:sldChg chg="modNotesTx">
        <pc:chgData name="Austin Francis" userId="d9206161-76a2-4d0d-bb71-2bac416203d9" providerId="ADAL" clId="{575FAE71-7301-445B-A2F7-CBF723CAF6AF}" dt="2024-09-03T12:46:06.734" v="870" actId="20577"/>
        <pc:sldMkLst>
          <pc:docMk/>
          <pc:sldMk cId="3053758625" sldId="477"/>
        </pc:sldMkLst>
      </pc:sldChg>
      <pc:sldChg chg="modNotesTx">
        <pc:chgData name="Austin Francis" userId="d9206161-76a2-4d0d-bb71-2bac416203d9" providerId="ADAL" clId="{575FAE71-7301-445B-A2F7-CBF723CAF6AF}" dt="2024-09-03T12:51:08.036" v="896" actId="20577"/>
        <pc:sldMkLst>
          <pc:docMk/>
          <pc:sldMk cId="3271607978" sldId="485"/>
        </pc:sldMkLst>
      </pc:sldChg>
      <pc:sldChg chg="modSp mod">
        <pc:chgData name="Austin Francis" userId="d9206161-76a2-4d0d-bb71-2bac416203d9" providerId="ADAL" clId="{575FAE71-7301-445B-A2F7-CBF723CAF6AF}" dt="2024-09-03T12:43:41.860" v="735" actId="313"/>
        <pc:sldMkLst>
          <pc:docMk/>
          <pc:sldMk cId="2543566513" sldId="487"/>
        </pc:sldMkLst>
        <pc:spChg chg="mod">
          <ac:chgData name="Austin Francis" userId="d9206161-76a2-4d0d-bb71-2bac416203d9" providerId="ADAL" clId="{575FAE71-7301-445B-A2F7-CBF723CAF6AF}" dt="2024-09-03T12:43:41.860" v="735" actId="313"/>
          <ac:spMkLst>
            <pc:docMk/>
            <pc:sldMk cId="2543566513" sldId="487"/>
            <ac:spMk id="3" creationId="{E398D4EE-6D9D-ADB3-580D-B44F059C1780}"/>
          </ac:spMkLst>
        </pc:spChg>
      </pc:sldChg>
    </pc:docChg>
  </pc:docChgLst>
  <pc:docChgLst>
    <pc:chgData name="Austin Francis" userId="S::apf006@uark.edu::d9206161-76a2-4d0d-bb71-2bac416203d9" providerId="AD" clId="Web-{80A54EC7-9643-50D2-1530-D33A7DA07A60}"/>
    <pc:docChg chg="addSld modSld modSection">
      <pc:chgData name="Austin Francis" userId="S::apf006@uark.edu::d9206161-76a2-4d0d-bb71-2bac416203d9" providerId="AD" clId="Web-{80A54EC7-9643-50D2-1530-D33A7DA07A60}" dt="2024-08-29T19:33:29.670" v="231" actId="20577"/>
      <pc:docMkLst>
        <pc:docMk/>
      </pc:docMkLst>
      <pc:sldChg chg="modSp">
        <pc:chgData name="Austin Francis" userId="S::apf006@uark.edu::d9206161-76a2-4d0d-bb71-2bac416203d9" providerId="AD" clId="Web-{80A54EC7-9643-50D2-1530-D33A7DA07A60}" dt="2024-08-29T19:11:30.522" v="8" actId="20577"/>
        <pc:sldMkLst>
          <pc:docMk/>
          <pc:sldMk cId="875954484" sldId="256"/>
        </pc:sldMkLst>
        <pc:spChg chg="mod">
          <ac:chgData name="Austin Francis" userId="S::apf006@uark.edu::d9206161-76a2-4d0d-bb71-2bac416203d9" providerId="AD" clId="Web-{80A54EC7-9643-50D2-1530-D33A7DA07A60}" dt="2024-08-29T19:10:06.018" v="1" actId="20577"/>
          <ac:spMkLst>
            <pc:docMk/>
            <pc:sldMk cId="875954484" sldId="256"/>
            <ac:spMk id="2" creationId="{00000000-0000-0000-0000-000000000000}"/>
          </ac:spMkLst>
        </pc:spChg>
        <pc:spChg chg="mod">
          <ac:chgData name="Austin Francis" userId="S::apf006@uark.edu::d9206161-76a2-4d0d-bb71-2bac416203d9" providerId="AD" clId="Web-{80A54EC7-9643-50D2-1530-D33A7DA07A60}" dt="2024-08-29T19:11:30.522" v="8" actId="20577"/>
          <ac:spMkLst>
            <pc:docMk/>
            <pc:sldMk cId="875954484" sldId="256"/>
            <ac:spMk id="3" creationId="{00000000-0000-0000-0000-000000000000}"/>
          </ac:spMkLst>
        </pc:spChg>
      </pc:sldChg>
      <pc:sldChg chg="modSp">
        <pc:chgData name="Austin Francis" userId="S::apf006@uark.edu::d9206161-76a2-4d0d-bb71-2bac416203d9" providerId="AD" clId="Web-{80A54EC7-9643-50D2-1530-D33A7DA07A60}" dt="2024-08-29T19:13:30.198" v="35" actId="20577"/>
        <pc:sldMkLst>
          <pc:docMk/>
          <pc:sldMk cId="718245954" sldId="315"/>
        </pc:sldMkLst>
        <pc:spChg chg="mod">
          <ac:chgData name="Austin Francis" userId="S::apf006@uark.edu::d9206161-76a2-4d0d-bb71-2bac416203d9" providerId="AD" clId="Web-{80A54EC7-9643-50D2-1530-D33A7DA07A60}" dt="2024-08-29T19:13:30.198" v="35" actId="20577"/>
          <ac:spMkLst>
            <pc:docMk/>
            <pc:sldMk cId="718245954" sldId="315"/>
            <ac:spMk id="3" creationId="{EC44ADDE-7BAE-4D27-8839-0025B3A2D42C}"/>
          </ac:spMkLst>
        </pc:spChg>
      </pc:sldChg>
      <pc:sldChg chg="modSp">
        <pc:chgData name="Austin Francis" userId="S::apf006@uark.edu::d9206161-76a2-4d0d-bb71-2bac416203d9" providerId="AD" clId="Web-{80A54EC7-9643-50D2-1530-D33A7DA07A60}" dt="2024-08-29T19:23:01.644" v="124" actId="20577"/>
        <pc:sldMkLst>
          <pc:docMk/>
          <pc:sldMk cId="869680711" sldId="346"/>
        </pc:sldMkLst>
        <pc:spChg chg="mod">
          <ac:chgData name="Austin Francis" userId="S::apf006@uark.edu::d9206161-76a2-4d0d-bb71-2bac416203d9" providerId="AD" clId="Web-{80A54EC7-9643-50D2-1530-D33A7DA07A60}" dt="2024-08-29T19:23:01.644" v="124" actId="20577"/>
          <ac:spMkLst>
            <pc:docMk/>
            <pc:sldMk cId="869680711" sldId="346"/>
            <ac:spMk id="3" creationId="{EC44ADDE-7BAE-4D27-8839-0025B3A2D42C}"/>
          </ac:spMkLst>
        </pc:spChg>
      </pc:sldChg>
      <pc:sldChg chg="modSp">
        <pc:chgData name="Austin Francis" userId="S::apf006@uark.edu::d9206161-76a2-4d0d-bb71-2bac416203d9" providerId="AD" clId="Web-{80A54EC7-9643-50D2-1530-D33A7DA07A60}" dt="2024-08-29T19:26:42.512" v="201" actId="20577"/>
        <pc:sldMkLst>
          <pc:docMk/>
          <pc:sldMk cId="2158989465" sldId="395"/>
        </pc:sldMkLst>
        <pc:spChg chg="mod">
          <ac:chgData name="Austin Francis" userId="S::apf006@uark.edu::d9206161-76a2-4d0d-bb71-2bac416203d9" providerId="AD" clId="Web-{80A54EC7-9643-50D2-1530-D33A7DA07A60}" dt="2024-08-29T19:26:42.512" v="201" actId="20577"/>
          <ac:spMkLst>
            <pc:docMk/>
            <pc:sldMk cId="2158989465" sldId="395"/>
            <ac:spMk id="3" creationId="{EC44ADDE-7BAE-4D27-8839-0025B3A2D42C}"/>
          </ac:spMkLst>
        </pc:spChg>
      </pc:sldChg>
      <pc:sldChg chg="addSp delSp modSp">
        <pc:chgData name="Austin Francis" userId="S::apf006@uark.edu::d9206161-76a2-4d0d-bb71-2bac416203d9" providerId="AD" clId="Web-{80A54EC7-9643-50D2-1530-D33A7DA07A60}" dt="2024-08-29T19:29:47.817" v="212" actId="1076"/>
        <pc:sldMkLst>
          <pc:docMk/>
          <pc:sldMk cId="1660926710" sldId="397"/>
        </pc:sldMkLst>
        <pc:spChg chg="mod">
          <ac:chgData name="Austin Francis" userId="S::apf006@uark.edu::d9206161-76a2-4d0d-bb71-2bac416203d9" providerId="AD" clId="Web-{80A54EC7-9643-50D2-1530-D33A7DA07A60}" dt="2024-08-29T19:28:55.502" v="206" actId="20577"/>
          <ac:spMkLst>
            <pc:docMk/>
            <pc:sldMk cId="1660926710" sldId="397"/>
            <ac:spMk id="2" creationId="{A9A10DC1-DDE1-4347-BDBB-4B2ACA3E8D0F}"/>
          </ac:spMkLst>
        </pc:spChg>
        <pc:spChg chg="add del mod">
          <ac:chgData name="Austin Francis" userId="S::apf006@uark.edu::d9206161-76a2-4d0d-bb71-2bac416203d9" providerId="AD" clId="Web-{80A54EC7-9643-50D2-1530-D33A7DA07A60}" dt="2024-08-29T19:29:38.535" v="208"/>
          <ac:spMkLst>
            <pc:docMk/>
            <pc:sldMk cId="1660926710" sldId="397"/>
            <ac:spMk id="4" creationId="{7CBA53B8-D8AB-836A-DC77-884EF846EF67}"/>
          </ac:spMkLst>
        </pc:spChg>
        <pc:picChg chg="del">
          <ac:chgData name="Austin Francis" userId="S::apf006@uark.edu::d9206161-76a2-4d0d-bb71-2bac416203d9" providerId="AD" clId="Web-{80A54EC7-9643-50D2-1530-D33A7DA07A60}" dt="2024-08-29T19:28:56.612" v="207"/>
          <ac:picMkLst>
            <pc:docMk/>
            <pc:sldMk cId="1660926710" sldId="397"/>
            <ac:picMk id="5" creationId="{20BA4054-CD65-49FC-9221-1F95153AAC08}"/>
          </ac:picMkLst>
        </pc:picChg>
        <pc:picChg chg="add mod ord">
          <ac:chgData name="Austin Francis" userId="S::apf006@uark.edu::d9206161-76a2-4d0d-bb71-2bac416203d9" providerId="AD" clId="Web-{80A54EC7-9643-50D2-1530-D33A7DA07A60}" dt="2024-08-29T19:29:47.817" v="212" actId="1076"/>
          <ac:picMkLst>
            <pc:docMk/>
            <pc:sldMk cId="1660926710" sldId="397"/>
            <ac:picMk id="6" creationId="{ED43E902-377A-235F-E3B7-100A8C5464E7}"/>
          </ac:picMkLst>
        </pc:picChg>
      </pc:sldChg>
      <pc:sldChg chg="addSp delSp modSp add replId">
        <pc:chgData name="Austin Francis" userId="S::apf006@uark.edu::d9206161-76a2-4d0d-bb71-2bac416203d9" providerId="AD" clId="Web-{80A54EC7-9643-50D2-1530-D33A7DA07A60}" dt="2024-08-29T19:31:07.336" v="222" actId="14100"/>
        <pc:sldMkLst>
          <pc:docMk/>
          <pc:sldMk cId="1898961290" sldId="468"/>
        </pc:sldMkLst>
        <pc:spChg chg="add del mod">
          <ac:chgData name="Austin Francis" userId="S::apf006@uark.edu::d9206161-76a2-4d0d-bb71-2bac416203d9" providerId="AD" clId="Web-{80A54EC7-9643-50D2-1530-D33A7DA07A60}" dt="2024-08-29T19:30:37.881" v="215"/>
          <ac:spMkLst>
            <pc:docMk/>
            <pc:sldMk cId="1898961290" sldId="468"/>
            <ac:spMk id="4" creationId="{B3F9E483-551A-C8A6-C12E-A9ACBF7DEB36}"/>
          </ac:spMkLst>
        </pc:spChg>
        <pc:picChg chg="add mod ord">
          <ac:chgData name="Austin Francis" userId="S::apf006@uark.edu::d9206161-76a2-4d0d-bb71-2bac416203d9" providerId="AD" clId="Web-{80A54EC7-9643-50D2-1530-D33A7DA07A60}" dt="2024-08-29T19:30:44.944" v="218" actId="1076"/>
          <ac:picMkLst>
            <pc:docMk/>
            <pc:sldMk cId="1898961290" sldId="468"/>
            <ac:picMk id="5" creationId="{6A989CCB-7B24-D26D-043D-05B8D4181ACB}"/>
          </ac:picMkLst>
        </pc:picChg>
        <pc:picChg chg="del">
          <ac:chgData name="Austin Francis" userId="S::apf006@uark.edu::d9206161-76a2-4d0d-bb71-2bac416203d9" providerId="AD" clId="Web-{80A54EC7-9643-50D2-1530-D33A7DA07A60}" dt="2024-08-29T19:30:35.147" v="214"/>
          <ac:picMkLst>
            <pc:docMk/>
            <pc:sldMk cId="1898961290" sldId="468"/>
            <ac:picMk id="6" creationId="{ED43E902-377A-235F-E3B7-100A8C5464E7}"/>
          </ac:picMkLst>
        </pc:picChg>
        <pc:picChg chg="add mod">
          <ac:chgData name="Austin Francis" userId="S::apf006@uark.edu::d9206161-76a2-4d0d-bb71-2bac416203d9" providerId="AD" clId="Web-{80A54EC7-9643-50D2-1530-D33A7DA07A60}" dt="2024-08-29T19:31:07.336" v="222" actId="14100"/>
          <ac:picMkLst>
            <pc:docMk/>
            <pc:sldMk cId="1898961290" sldId="468"/>
            <ac:picMk id="7" creationId="{3E41F0CE-C17D-5264-3881-DF18D60FDAF3}"/>
          </ac:picMkLst>
        </pc:picChg>
      </pc:sldChg>
      <pc:sldChg chg="modSp new">
        <pc:chgData name="Austin Francis" userId="S::apf006@uark.edu::d9206161-76a2-4d0d-bb71-2bac416203d9" providerId="AD" clId="Web-{80A54EC7-9643-50D2-1530-D33A7DA07A60}" dt="2024-08-29T19:33:29.670" v="231" actId="20577"/>
        <pc:sldMkLst>
          <pc:docMk/>
          <pc:sldMk cId="978402029" sldId="469"/>
        </pc:sldMkLst>
        <pc:spChg chg="mod">
          <ac:chgData name="Austin Francis" userId="S::apf006@uark.edu::d9206161-76a2-4d0d-bb71-2bac416203d9" providerId="AD" clId="Web-{80A54EC7-9643-50D2-1530-D33A7DA07A60}" dt="2024-08-29T19:33:29.670" v="231" actId="20577"/>
          <ac:spMkLst>
            <pc:docMk/>
            <pc:sldMk cId="978402029" sldId="469"/>
            <ac:spMk id="2" creationId="{59219C56-8DF6-8A04-72BA-266E74E89A03}"/>
          </ac:spMkLst>
        </pc:spChg>
      </pc:sldChg>
    </pc:docChg>
  </pc:docChgLst>
  <pc:docChgLst>
    <pc:chgData name="Austin Francis" userId="S::apf006@uark.edu::d9206161-76a2-4d0d-bb71-2bac416203d9" providerId="AD" clId="Web-{EB68F22C-E0BD-BCEE-1501-D62074E7F648}"/>
    <pc:docChg chg="addSld delSld modSld sldOrd modSection">
      <pc:chgData name="Austin Francis" userId="S::apf006@uark.edu::d9206161-76a2-4d0d-bb71-2bac416203d9" providerId="AD" clId="Web-{EB68F22C-E0BD-BCEE-1501-D62074E7F648}" dt="2024-09-03T03:31:40.194" v="1167"/>
      <pc:docMkLst>
        <pc:docMk/>
      </pc:docMkLst>
      <pc:sldChg chg="ord">
        <pc:chgData name="Austin Francis" userId="S::apf006@uark.edu::d9206161-76a2-4d0d-bb71-2bac416203d9" providerId="AD" clId="Web-{EB68F22C-E0BD-BCEE-1501-D62074E7F648}" dt="2024-09-03T03:31:36.678" v="1166"/>
        <pc:sldMkLst>
          <pc:docMk/>
          <pc:sldMk cId="875954484" sldId="256"/>
        </pc:sldMkLst>
      </pc:sldChg>
      <pc:sldChg chg="ord">
        <pc:chgData name="Austin Francis" userId="S::apf006@uark.edu::d9206161-76a2-4d0d-bb71-2bac416203d9" providerId="AD" clId="Web-{EB68F22C-E0BD-BCEE-1501-D62074E7F648}" dt="2024-09-03T03:31:40.194" v="1167"/>
        <pc:sldMkLst>
          <pc:docMk/>
          <pc:sldMk cId="718245954" sldId="315"/>
        </pc:sldMkLst>
      </pc:sldChg>
      <pc:sldChg chg="ord">
        <pc:chgData name="Austin Francis" userId="S::apf006@uark.edu::d9206161-76a2-4d0d-bb71-2bac416203d9" providerId="AD" clId="Web-{EB68F22C-E0BD-BCEE-1501-D62074E7F648}" dt="2024-08-30T17:41:15.333" v="0"/>
        <pc:sldMkLst>
          <pc:docMk/>
          <pc:sldMk cId="869680711" sldId="346"/>
        </pc:sldMkLst>
      </pc:sldChg>
      <pc:sldChg chg="addSp delSp modSp">
        <pc:chgData name="Austin Francis" userId="S::apf006@uark.edu::d9206161-76a2-4d0d-bb71-2bac416203d9" providerId="AD" clId="Web-{EB68F22C-E0BD-BCEE-1501-D62074E7F648}" dt="2024-08-30T18:07:11.168" v="19" actId="14100"/>
        <pc:sldMkLst>
          <pc:docMk/>
          <pc:sldMk cId="1660926710" sldId="397"/>
        </pc:sldMkLst>
        <pc:spChg chg="mod">
          <ac:chgData name="Austin Francis" userId="S::apf006@uark.edu::d9206161-76a2-4d0d-bb71-2bac416203d9" providerId="AD" clId="Web-{EB68F22C-E0BD-BCEE-1501-D62074E7F648}" dt="2024-08-30T18:05:43.415" v="4"/>
          <ac:spMkLst>
            <pc:docMk/>
            <pc:sldMk cId="1660926710" sldId="397"/>
            <ac:spMk id="2" creationId="{A9A10DC1-DDE1-4347-BDBB-4B2ACA3E8D0F}"/>
          </ac:spMkLst>
        </pc:spChg>
        <pc:spChg chg="add del">
          <ac:chgData name="Austin Francis" userId="S::apf006@uark.edu::d9206161-76a2-4d0d-bb71-2bac416203d9" providerId="AD" clId="Web-{EB68F22C-E0BD-BCEE-1501-D62074E7F648}" dt="2024-08-30T18:03:06.643" v="3"/>
          <ac:spMkLst>
            <pc:docMk/>
            <pc:sldMk cId="1660926710" sldId="397"/>
            <ac:spMk id="3" creationId="{8700EE1E-EDB2-8437-63F5-182E74368875}"/>
          </ac:spMkLst>
        </pc:spChg>
        <pc:spChg chg="add mod">
          <ac:chgData name="Austin Francis" userId="S::apf006@uark.edu::d9206161-76a2-4d0d-bb71-2bac416203d9" providerId="AD" clId="Web-{EB68F22C-E0BD-BCEE-1501-D62074E7F648}" dt="2024-08-30T18:06:40.698" v="14"/>
          <ac:spMkLst>
            <pc:docMk/>
            <pc:sldMk cId="1660926710" sldId="397"/>
            <ac:spMk id="4" creationId="{82AC278D-A1B8-76BB-3B68-AA6704406871}"/>
          </ac:spMkLst>
        </pc:spChg>
        <pc:spChg chg="add mod">
          <ac:chgData name="Austin Francis" userId="S::apf006@uark.edu::d9206161-76a2-4d0d-bb71-2bac416203d9" providerId="AD" clId="Web-{EB68F22C-E0BD-BCEE-1501-D62074E7F648}" dt="2024-08-30T18:07:11.168" v="19" actId="14100"/>
          <ac:spMkLst>
            <pc:docMk/>
            <pc:sldMk cId="1660926710" sldId="397"/>
            <ac:spMk id="5" creationId="{BB3E50EF-061C-13A1-7541-C8A2B27147B1}"/>
          </ac:spMkLst>
        </pc:spChg>
        <pc:picChg chg="mod">
          <ac:chgData name="Austin Francis" userId="S::apf006@uark.edu::d9206161-76a2-4d0d-bb71-2bac416203d9" providerId="AD" clId="Web-{EB68F22C-E0BD-BCEE-1501-D62074E7F648}" dt="2024-08-30T18:07:02.746" v="17" actId="1076"/>
          <ac:picMkLst>
            <pc:docMk/>
            <pc:sldMk cId="1660926710" sldId="397"/>
            <ac:picMk id="6" creationId="{ED43E902-377A-235F-E3B7-100A8C5464E7}"/>
          </ac:picMkLst>
        </pc:picChg>
      </pc:sldChg>
      <pc:sldChg chg="addSp delSp modSp">
        <pc:chgData name="Austin Francis" userId="S::apf006@uark.edu::d9206161-76a2-4d0d-bb71-2bac416203d9" providerId="AD" clId="Web-{EB68F22C-E0BD-BCEE-1501-D62074E7F648}" dt="2024-08-30T18:25:21.227" v="407" actId="14100"/>
        <pc:sldMkLst>
          <pc:docMk/>
          <pc:sldMk cId="3921299865" sldId="442"/>
        </pc:sldMkLst>
        <pc:spChg chg="add del mod">
          <ac:chgData name="Austin Francis" userId="S::apf006@uark.edu::d9206161-76a2-4d0d-bb71-2bac416203d9" providerId="AD" clId="Web-{EB68F22C-E0BD-BCEE-1501-D62074E7F648}" dt="2024-08-30T18:13:22.480" v="22"/>
          <ac:spMkLst>
            <pc:docMk/>
            <pc:sldMk cId="3921299865" sldId="442"/>
            <ac:spMk id="4" creationId="{7FEE286E-7423-F2BB-F1CC-1269FF5381E2}"/>
          </ac:spMkLst>
        </pc:spChg>
        <pc:spChg chg="add mod">
          <ac:chgData name="Austin Francis" userId="S::apf006@uark.edu::d9206161-76a2-4d0d-bb71-2bac416203d9" providerId="AD" clId="Web-{EB68F22C-E0BD-BCEE-1501-D62074E7F648}" dt="2024-08-30T18:25:21.227" v="407" actId="14100"/>
          <ac:spMkLst>
            <pc:docMk/>
            <pc:sldMk cId="3921299865" sldId="442"/>
            <ac:spMk id="8" creationId="{9BC0799E-34BE-0A52-639A-817947FE0509}"/>
          </ac:spMkLst>
        </pc:spChg>
        <pc:picChg chg="add mod ord">
          <ac:chgData name="Austin Francis" userId="S::apf006@uark.edu::d9206161-76a2-4d0d-bb71-2bac416203d9" providerId="AD" clId="Web-{EB68F22C-E0BD-BCEE-1501-D62074E7F648}" dt="2024-08-30T18:13:27.730" v="25" actId="1076"/>
          <ac:picMkLst>
            <pc:docMk/>
            <pc:sldMk cId="3921299865" sldId="442"/>
            <ac:picMk id="5" creationId="{43797469-7C97-82BE-AEF2-6EDAC23010A8}"/>
          </ac:picMkLst>
        </pc:picChg>
        <pc:picChg chg="del">
          <ac:chgData name="Austin Francis" userId="S::apf006@uark.edu::d9206161-76a2-4d0d-bb71-2bac416203d9" providerId="AD" clId="Web-{EB68F22C-E0BD-BCEE-1501-D62074E7F648}" dt="2024-08-30T18:12:58.447" v="21"/>
          <ac:picMkLst>
            <pc:docMk/>
            <pc:sldMk cId="3921299865" sldId="442"/>
            <ac:picMk id="6" creationId="{DC1D27A8-7813-CC98-388E-742779FABD0B}"/>
          </ac:picMkLst>
        </pc:picChg>
      </pc:sldChg>
      <pc:sldChg chg="addSp modSp">
        <pc:chgData name="Austin Francis" userId="S::apf006@uark.edu::d9206161-76a2-4d0d-bb71-2bac416203d9" providerId="AD" clId="Web-{EB68F22C-E0BD-BCEE-1501-D62074E7F648}" dt="2024-08-30T18:25:46.227" v="412" actId="14100"/>
        <pc:sldMkLst>
          <pc:docMk/>
          <pc:sldMk cId="1071918637" sldId="444"/>
        </pc:sldMkLst>
        <pc:spChg chg="add mod">
          <ac:chgData name="Austin Francis" userId="S::apf006@uark.edu::d9206161-76a2-4d0d-bb71-2bac416203d9" providerId="AD" clId="Web-{EB68F22C-E0BD-BCEE-1501-D62074E7F648}" dt="2024-08-30T18:25:46.227" v="412" actId="14100"/>
          <ac:spMkLst>
            <pc:docMk/>
            <pc:sldMk cId="1071918637" sldId="444"/>
            <ac:spMk id="4" creationId="{5F657094-2D04-E9C4-D1D3-AE4CA128A281}"/>
          </ac:spMkLst>
        </pc:spChg>
      </pc:sldChg>
      <pc:sldChg chg="addSp modSp">
        <pc:chgData name="Austin Francis" userId="S::apf006@uark.edu::d9206161-76a2-4d0d-bb71-2bac416203d9" providerId="AD" clId="Web-{EB68F22C-E0BD-BCEE-1501-D62074E7F648}" dt="2024-08-30T18:27:36.839" v="416" actId="14100"/>
        <pc:sldMkLst>
          <pc:docMk/>
          <pc:sldMk cId="1873507160" sldId="445"/>
        </pc:sldMkLst>
        <pc:spChg chg="add mod">
          <ac:chgData name="Austin Francis" userId="S::apf006@uark.edu::d9206161-76a2-4d0d-bb71-2bac416203d9" providerId="AD" clId="Web-{EB68F22C-E0BD-BCEE-1501-D62074E7F648}" dt="2024-08-30T18:27:36.839" v="416" actId="14100"/>
          <ac:spMkLst>
            <pc:docMk/>
            <pc:sldMk cId="1873507160" sldId="445"/>
            <ac:spMk id="4" creationId="{38E371B6-7E68-020B-AAC5-C3FCEE3E73F7}"/>
          </ac:spMkLst>
        </pc:spChg>
      </pc:sldChg>
      <pc:sldChg chg="addSp modSp modNotes">
        <pc:chgData name="Austin Francis" userId="S::apf006@uark.edu::d9206161-76a2-4d0d-bb71-2bac416203d9" providerId="AD" clId="Web-{EB68F22C-E0BD-BCEE-1501-D62074E7F648}" dt="2024-08-30T18:35:13.732" v="522"/>
        <pc:sldMkLst>
          <pc:docMk/>
          <pc:sldMk cId="255185723" sldId="446"/>
        </pc:sldMkLst>
        <pc:spChg chg="add mod">
          <ac:chgData name="Austin Francis" userId="S::apf006@uark.edu::d9206161-76a2-4d0d-bb71-2bac416203d9" providerId="AD" clId="Web-{EB68F22C-E0BD-BCEE-1501-D62074E7F648}" dt="2024-08-30T18:31:28.880" v="422" actId="1076"/>
          <ac:spMkLst>
            <pc:docMk/>
            <pc:sldMk cId="255185723" sldId="446"/>
            <ac:spMk id="4" creationId="{E6DD2EAA-DE1F-F64C-5C82-DF6B0A1E5E90}"/>
          </ac:spMkLst>
        </pc:spChg>
      </pc:sldChg>
      <pc:sldChg chg="modSp">
        <pc:chgData name="Austin Francis" userId="S::apf006@uark.edu::d9206161-76a2-4d0d-bb71-2bac416203d9" providerId="AD" clId="Web-{EB68F22C-E0BD-BCEE-1501-D62074E7F648}" dt="2024-08-30T18:17:34.552" v="185" actId="20577"/>
        <pc:sldMkLst>
          <pc:docMk/>
          <pc:sldMk cId="3278758722" sldId="454"/>
        </pc:sldMkLst>
        <pc:spChg chg="mod">
          <ac:chgData name="Austin Francis" userId="S::apf006@uark.edu::d9206161-76a2-4d0d-bb71-2bac416203d9" providerId="AD" clId="Web-{EB68F22C-E0BD-BCEE-1501-D62074E7F648}" dt="2024-08-30T18:17:34.552" v="185" actId="20577"/>
          <ac:spMkLst>
            <pc:docMk/>
            <pc:sldMk cId="3278758722" sldId="454"/>
            <ac:spMk id="4" creationId="{22DDC56A-D7F3-FBC5-8D2F-DA585681679B}"/>
          </ac:spMkLst>
        </pc:spChg>
      </pc:sldChg>
      <pc:sldChg chg="modSp">
        <pc:chgData name="Austin Francis" userId="S::apf006@uark.edu::d9206161-76a2-4d0d-bb71-2bac416203d9" providerId="AD" clId="Web-{EB68F22C-E0BD-BCEE-1501-D62074E7F648}" dt="2024-08-30T18:19:29.556" v="281" actId="20577"/>
        <pc:sldMkLst>
          <pc:docMk/>
          <pc:sldMk cId="3419803062" sldId="455"/>
        </pc:sldMkLst>
        <pc:spChg chg="mod">
          <ac:chgData name="Austin Francis" userId="S::apf006@uark.edu::d9206161-76a2-4d0d-bb71-2bac416203d9" providerId="AD" clId="Web-{EB68F22C-E0BD-BCEE-1501-D62074E7F648}" dt="2024-08-30T18:19:29.556" v="281" actId="20577"/>
          <ac:spMkLst>
            <pc:docMk/>
            <pc:sldMk cId="3419803062" sldId="455"/>
            <ac:spMk id="4" creationId="{22DDC56A-D7F3-FBC5-8D2F-DA585681679B}"/>
          </ac:spMkLst>
        </pc:spChg>
      </pc:sldChg>
      <pc:sldChg chg="modSp">
        <pc:chgData name="Austin Francis" userId="S::apf006@uark.edu::d9206161-76a2-4d0d-bb71-2bac416203d9" providerId="AD" clId="Web-{EB68F22C-E0BD-BCEE-1501-D62074E7F648}" dt="2024-08-30T18:24:48.428" v="401" actId="20577"/>
        <pc:sldMkLst>
          <pc:docMk/>
          <pc:sldMk cId="686375482" sldId="456"/>
        </pc:sldMkLst>
        <pc:spChg chg="mod">
          <ac:chgData name="Austin Francis" userId="S::apf006@uark.edu::d9206161-76a2-4d0d-bb71-2bac416203d9" providerId="AD" clId="Web-{EB68F22C-E0BD-BCEE-1501-D62074E7F648}" dt="2024-08-30T18:24:48.428" v="401" actId="20577"/>
          <ac:spMkLst>
            <pc:docMk/>
            <pc:sldMk cId="686375482" sldId="456"/>
            <ac:spMk id="3" creationId="{FE278BFF-FA8B-34A3-C83B-1D0BFB2544CD}"/>
          </ac:spMkLst>
        </pc:spChg>
      </pc:sldChg>
      <pc:sldChg chg="del">
        <pc:chgData name="Austin Francis" userId="S::apf006@uark.edu::d9206161-76a2-4d0d-bb71-2bac416203d9" providerId="AD" clId="Web-{EB68F22C-E0BD-BCEE-1501-D62074E7F648}" dt="2024-08-30T18:32:01.740" v="429"/>
        <pc:sldMkLst>
          <pc:docMk/>
          <pc:sldMk cId="201112120" sldId="457"/>
        </pc:sldMkLst>
      </pc:sldChg>
      <pc:sldChg chg="del">
        <pc:chgData name="Austin Francis" userId="S::apf006@uark.edu::d9206161-76a2-4d0d-bb71-2bac416203d9" providerId="AD" clId="Web-{EB68F22C-E0BD-BCEE-1501-D62074E7F648}" dt="2024-08-30T18:01:17.951" v="1"/>
        <pc:sldMkLst>
          <pc:docMk/>
          <pc:sldMk cId="978978087" sldId="463"/>
        </pc:sldMkLst>
      </pc:sldChg>
      <pc:sldChg chg="ord modNotes">
        <pc:chgData name="Austin Francis" userId="S::apf006@uark.edu::d9206161-76a2-4d0d-bb71-2bac416203d9" providerId="AD" clId="Web-{EB68F22C-E0BD-BCEE-1501-D62074E7F648}" dt="2024-08-30T18:34:51.106" v="520"/>
        <pc:sldMkLst>
          <pc:docMk/>
          <pc:sldMk cId="4216062859" sldId="472"/>
        </pc:sldMkLst>
      </pc:sldChg>
      <pc:sldChg chg="addSp modSp modNotes">
        <pc:chgData name="Austin Francis" userId="S::apf006@uark.edu::d9206161-76a2-4d0d-bb71-2bac416203d9" providerId="AD" clId="Web-{EB68F22C-E0BD-BCEE-1501-D62074E7F648}" dt="2024-08-30T18:38:57.038" v="609" actId="14100"/>
        <pc:sldMkLst>
          <pc:docMk/>
          <pc:sldMk cId="2060909779" sldId="473"/>
        </pc:sldMkLst>
        <pc:spChg chg="add mod">
          <ac:chgData name="Austin Francis" userId="S::apf006@uark.edu::d9206161-76a2-4d0d-bb71-2bac416203d9" providerId="AD" clId="Web-{EB68F22C-E0BD-BCEE-1501-D62074E7F648}" dt="2024-08-30T18:38:57.038" v="609" actId="14100"/>
          <ac:spMkLst>
            <pc:docMk/>
            <pc:sldMk cId="2060909779" sldId="473"/>
            <ac:spMk id="5" creationId="{1A16C528-0865-1975-7D50-F16ED20AC4EA}"/>
          </ac:spMkLst>
        </pc:spChg>
      </pc:sldChg>
      <pc:sldChg chg="modSp">
        <pc:chgData name="Austin Francis" userId="S::apf006@uark.edu::d9206161-76a2-4d0d-bb71-2bac416203d9" providerId="AD" clId="Web-{EB68F22C-E0BD-BCEE-1501-D62074E7F648}" dt="2024-08-30T18:38:38.943" v="606" actId="20577"/>
        <pc:sldMkLst>
          <pc:docMk/>
          <pc:sldMk cId="2375801828" sldId="474"/>
        </pc:sldMkLst>
        <pc:spChg chg="mod">
          <ac:chgData name="Austin Francis" userId="S::apf006@uark.edu::d9206161-76a2-4d0d-bb71-2bac416203d9" providerId="AD" clId="Web-{EB68F22C-E0BD-BCEE-1501-D62074E7F648}" dt="2024-08-30T18:38:38.943" v="606" actId="20577"/>
          <ac:spMkLst>
            <pc:docMk/>
            <pc:sldMk cId="2375801828" sldId="474"/>
            <ac:spMk id="3" creationId="{67AC8FC0-555E-A909-14FB-9A3F2D8B1D8B}"/>
          </ac:spMkLst>
        </pc:spChg>
      </pc:sldChg>
      <pc:sldChg chg="addSp modSp modNotes">
        <pc:chgData name="Austin Francis" userId="S::apf006@uark.edu::d9206161-76a2-4d0d-bb71-2bac416203d9" providerId="AD" clId="Web-{EB68F22C-E0BD-BCEE-1501-D62074E7F648}" dt="2024-08-30T23:14:01.910" v="853" actId="14100"/>
        <pc:sldMkLst>
          <pc:docMk/>
          <pc:sldMk cId="292909213" sldId="475"/>
        </pc:sldMkLst>
        <pc:spChg chg="add mod">
          <ac:chgData name="Austin Francis" userId="S::apf006@uark.edu::d9206161-76a2-4d0d-bb71-2bac416203d9" providerId="AD" clId="Web-{EB68F22C-E0BD-BCEE-1501-D62074E7F648}" dt="2024-08-30T23:14:01.910" v="853" actId="14100"/>
          <ac:spMkLst>
            <pc:docMk/>
            <pc:sldMk cId="292909213" sldId="475"/>
            <ac:spMk id="5" creationId="{B408C27C-3A54-67E6-44BC-4303A7A3B499}"/>
          </ac:spMkLst>
        </pc:spChg>
      </pc:sldChg>
      <pc:sldChg chg="modSp">
        <pc:chgData name="Austin Francis" userId="S::apf006@uark.edu::d9206161-76a2-4d0d-bb71-2bac416203d9" providerId="AD" clId="Web-{EB68F22C-E0BD-BCEE-1501-D62074E7F648}" dt="2024-08-30T18:42:14.295" v="717" actId="20577"/>
        <pc:sldMkLst>
          <pc:docMk/>
          <pc:sldMk cId="163268738" sldId="476"/>
        </pc:sldMkLst>
        <pc:spChg chg="mod">
          <ac:chgData name="Austin Francis" userId="S::apf006@uark.edu::d9206161-76a2-4d0d-bb71-2bac416203d9" providerId="AD" clId="Web-{EB68F22C-E0BD-BCEE-1501-D62074E7F648}" dt="2024-08-30T18:42:14.295" v="717" actId="20577"/>
          <ac:spMkLst>
            <pc:docMk/>
            <pc:sldMk cId="163268738" sldId="476"/>
            <ac:spMk id="3" creationId="{FBA70239-8221-57C6-1E2C-3DB3A8A7F17C}"/>
          </ac:spMkLst>
        </pc:spChg>
      </pc:sldChg>
      <pc:sldChg chg="addSp modSp">
        <pc:chgData name="Austin Francis" userId="S::apf006@uark.edu::d9206161-76a2-4d0d-bb71-2bac416203d9" providerId="AD" clId="Web-{EB68F22C-E0BD-BCEE-1501-D62074E7F648}" dt="2024-08-30T23:24:43.011" v="863" actId="14100"/>
        <pc:sldMkLst>
          <pc:docMk/>
          <pc:sldMk cId="3053758625" sldId="477"/>
        </pc:sldMkLst>
        <pc:spChg chg="add mod">
          <ac:chgData name="Austin Francis" userId="S::apf006@uark.edu::d9206161-76a2-4d0d-bb71-2bac416203d9" providerId="AD" clId="Web-{EB68F22C-E0BD-BCEE-1501-D62074E7F648}" dt="2024-08-30T23:24:26.339" v="859" actId="14100"/>
          <ac:spMkLst>
            <pc:docMk/>
            <pc:sldMk cId="3053758625" sldId="477"/>
            <ac:spMk id="5" creationId="{64CD6BBA-48EF-6CD1-53EB-5D1A69464A53}"/>
          </ac:spMkLst>
        </pc:spChg>
        <pc:spChg chg="add mod">
          <ac:chgData name="Austin Francis" userId="S::apf006@uark.edu::d9206161-76a2-4d0d-bb71-2bac416203d9" providerId="AD" clId="Web-{EB68F22C-E0BD-BCEE-1501-D62074E7F648}" dt="2024-08-30T23:24:43.011" v="863" actId="14100"/>
          <ac:spMkLst>
            <pc:docMk/>
            <pc:sldMk cId="3053758625" sldId="477"/>
            <ac:spMk id="6" creationId="{A686EC4F-8F3B-0081-1286-7934B4D46FFB}"/>
          </ac:spMkLst>
        </pc:spChg>
      </pc:sldChg>
      <pc:sldChg chg="modSp modNotes">
        <pc:chgData name="Austin Francis" userId="S::apf006@uark.edu::d9206161-76a2-4d0d-bb71-2bac416203d9" providerId="AD" clId="Web-{EB68F22C-E0BD-BCEE-1501-D62074E7F648}" dt="2024-08-30T18:50:02.861" v="848"/>
        <pc:sldMkLst>
          <pc:docMk/>
          <pc:sldMk cId="3801312249" sldId="478"/>
        </pc:sldMkLst>
        <pc:spChg chg="mod">
          <ac:chgData name="Austin Francis" userId="S::apf006@uark.edu::d9206161-76a2-4d0d-bb71-2bac416203d9" providerId="AD" clId="Web-{EB68F22C-E0BD-BCEE-1501-D62074E7F648}" dt="2024-08-30T18:49:51.048" v="846" actId="20577"/>
          <ac:spMkLst>
            <pc:docMk/>
            <pc:sldMk cId="3801312249" sldId="478"/>
            <ac:spMk id="3" creationId="{580D56F8-3314-212C-F6B1-4113566882F0}"/>
          </ac:spMkLst>
        </pc:spChg>
      </pc:sldChg>
      <pc:sldChg chg="addSp delSp modSp modNotes">
        <pc:chgData name="Austin Francis" userId="S::apf006@uark.edu::d9206161-76a2-4d0d-bb71-2bac416203d9" providerId="AD" clId="Web-{EB68F22C-E0BD-BCEE-1501-D62074E7F648}" dt="2024-08-30T23:37:16.433" v="919"/>
        <pc:sldMkLst>
          <pc:docMk/>
          <pc:sldMk cId="59643071" sldId="479"/>
        </pc:sldMkLst>
        <pc:spChg chg="add mod">
          <ac:chgData name="Austin Francis" userId="S::apf006@uark.edu::d9206161-76a2-4d0d-bb71-2bac416203d9" providerId="AD" clId="Web-{EB68F22C-E0BD-BCEE-1501-D62074E7F648}" dt="2024-08-30T23:32:19.570" v="870" actId="14100"/>
          <ac:spMkLst>
            <pc:docMk/>
            <pc:sldMk cId="59643071" sldId="479"/>
            <ac:spMk id="5" creationId="{6E5760EE-F862-E6D0-553E-AC5F3979C91B}"/>
          </ac:spMkLst>
        </pc:spChg>
        <pc:spChg chg="add del mod">
          <ac:chgData name="Austin Francis" userId="S::apf006@uark.edu::d9206161-76a2-4d0d-bb71-2bac416203d9" providerId="AD" clId="Web-{EB68F22C-E0BD-BCEE-1501-D62074E7F648}" dt="2024-08-30T23:36:59.151" v="917"/>
          <ac:spMkLst>
            <pc:docMk/>
            <pc:sldMk cId="59643071" sldId="479"/>
            <ac:spMk id="6" creationId="{28C7BF11-CF57-0CDA-F8C8-8AFF9BC269C4}"/>
          </ac:spMkLst>
        </pc:spChg>
        <pc:picChg chg="mod">
          <ac:chgData name="Austin Francis" userId="S::apf006@uark.edu::d9206161-76a2-4d0d-bb71-2bac416203d9" providerId="AD" clId="Web-{EB68F22C-E0BD-BCEE-1501-D62074E7F648}" dt="2024-08-30T23:32:12.054" v="868" actId="1076"/>
          <ac:picMkLst>
            <pc:docMk/>
            <pc:sldMk cId="59643071" sldId="479"/>
            <ac:picMk id="4" creationId="{E0443DB9-D47B-545E-3248-424DBFC82139}"/>
          </ac:picMkLst>
        </pc:picChg>
      </pc:sldChg>
      <pc:sldChg chg="modSp">
        <pc:chgData name="Austin Francis" userId="S::apf006@uark.edu::d9206161-76a2-4d0d-bb71-2bac416203d9" providerId="AD" clId="Web-{EB68F22C-E0BD-BCEE-1501-D62074E7F648}" dt="2024-08-30T23:36:51.589" v="913" actId="20577"/>
        <pc:sldMkLst>
          <pc:docMk/>
          <pc:sldMk cId="1961816772" sldId="480"/>
        </pc:sldMkLst>
        <pc:spChg chg="mod">
          <ac:chgData name="Austin Francis" userId="S::apf006@uark.edu::d9206161-76a2-4d0d-bb71-2bac416203d9" providerId="AD" clId="Web-{EB68F22C-E0BD-BCEE-1501-D62074E7F648}" dt="2024-08-30T23:36:51.589" v="913" actId="20577"/>
          <ac:spMkLst>
            <pc:docMk/>
            <pc:sldMk cId="1961816772" sldId="480"/>
            <ac:spMk id="5" creationId="{3E03B235-92A8-1BA3-A63C-BAEF68493073}"/>
          </ac:spMkLst>
        </pc:spChg>
      </pc:sldChg>
      <pc:sldChg chg="addSp delSp modSp modNotes">
        <pc:chgData name="Austin Francis" userId="S::apf006@uark.edu::d9206161-76a2-4d0d-bb71-2bac416203d9" providerId="AD" clId="Web-{EB68F22C-E0BD-BCEE-1501-D62074E7F648}" dt="2024-08-30T23:45:58.845" v="1047"/>
        <pc:sldMkLst>
          <pc:docMk/>
          <pc:sldMk cId="4104768236" sldId="481"/>
        </pc:sldMkLst>
        <pc:spChg chg="add mod">
          <ac:chgData name="Austin Francis" userId="S::apf006@uark.edu::d9206161-76a2-4d0d-bb71-2bac416203d9" providerId="AD" clId="Web-{EB68F22C-E0BD-BCEE-1501-D62074E7F648}" dt="2024-08-30T23:43:02.202" v="925" actId="1076"/>
          <ac:spMkLst>
            <pc:docMk/>
            <pc:sldMk cId="4104768236" sldId="481"/>
            <ac:spMk id="5" creationId="{95E047E3-64D1-9A1B-84C6-A5AE5D9AE5E8}"/>
          </ac:spMkLst>
        </pc:spChg>
        <pc:spChg chg="add del mod">
          <ac:chgData name="Austin Francis" userId="S::apf006@uark.edu::d9206161-76a2-4d0d-bb71-2bac416203d9" providerId="AD" clId="Web-{EB68F22C-E0BD-BCEE-1501-D62074E7F648}" dt="2024-08-30T23:45:55.157" v="1046"/>
          <ac:spMkLst>
            <pc:docMk/>
            <pc:sldMk cId="4104768236" sldId="481"/>
            <ac:spMk id="6" creationId="{1FE72504-44C3-190D-9F7E-B9539B64259A}"/>
          </ac:spMkLst>
        </pc:spChg>
      </pc:sldChg>
      <pc:sldChg chg="modSp">
        <pc:chgData name="Austin Francis" userId="S::apf006@uark.edu::d9206161-76a2-4d0d-bb71-2bac416203d9" providerId="AD" clId="Web-{EB68F22C-E0BD-BCEE-1501-D62074E7F648}" dt="2024-08-30T23:45:46.376" v="1042" actId="20577"/>
        <pc:sldMkLst>
          <pc:docMk/>
          <pc:sldMk cId="929529814" sldId="482"/>
        </pc:sldMkLst>
        <pc:spChg chg="mod">
          <ac:chgData name="Austin Francis" userId="S::apf006@uark.edu::d9206161-76a2-4d0d-bb71-2bac416203d9" providerId="AD" clId="Web-{EB68F22C-E0BD-BCEE-1501-D62074E7F648}" dt="2024-08-30T23:45:46.376" v="1042" actId="20577"/>
          <ac:spMkLst>
            <pc:docMk/>
            <pc:sldMk cId="929529814" sldId="482"/>
            <ac:spMk id="3" creationId="{7323381A-6D4C-39C2-3AB5-FB49E60A1D3B}"/>
          </ac:spMkLst>
        </pc:spChg>
      </pc:sldChg>
      <pc:sldChg chg="modSp">
        <pc:chgData name="Austin Francis" userId="S::apf006@uark.edu::d9206161-76a2-4d0d-bb71-2bac416203d9" providerId="AD" clId="Web-{EB68F22C-E0BD-BCEE-1501-D62074E7F648}" dt="2024-08-30T23:47:45.674" v="1082" actId="20577"/>
        <pc:sldMkLst>
          <pc:docMk/>
          <pc:sldMk cId="1279047133" sldId="484"/>
        </pc:sldMkLst>
        <pc:spChg chg="mod">
          <ac:chgData name="Austin Francis" userId="S::apf006@uark.edu::d9206161-76a2-4d0d-bb71-2bac416203d9" providerId="AD" clId="Web-{EB68F22C-E0BD-BCEE-1501-D62074E7F648}" dt="2024-08-30T23:47:45.674" v="1082" actId="20577"/>
          <ac:spMkLst>
            <pc:docMk/>
            <pc:sldMk cId="1279047133" sldId="484"/>
            <ac:spMk id="3" creationId="{1F0E46AD-E6ED-D3BA-8F57-399D9135B398}"/>
          </ac:spMkLst>
        </pc:spChg>
      </pc:sldChg>
      <pc:sldChg chg="addSp delSp modSp">
        <pc:chgData name="Austin Francis" userId="S::apf006@uark.edu::d9206161-76a2-4d0d-bb71-2bac416203d9" providerId="AD" clId="Web-{EB68F22C-E0BD-BCEE-1501-D62074E7F648}" dt="2024-08-30T23:55:38.559" v="1089" actId="14100"/>
        <pc:sldMkLst>
          <pc:docMk/>
          <pc:sldMk cId="3271607978" sldId="485"/>
        </pc:sldMkLst>
        <pc:spChg chg="add del mod">
          <ac:chgData name="Austin Francis" userId="S::apf006@uark.edu::d9206161-76a2-4d0d-bb71-2bac416203d9" providerId="AD" clId="Web-{EB68F22C-E0BD-BCEE-1501-D62074E7F648}" dt="2024-08-30T23:55:17.871" v="1086"/>
          <ac:spMkLst>
            <pc:docMk/>
            <pc:sldMk cId="3271607978" sldId="485"/>
            <ac:spMk id="3" creationId="{455C3944-AC9B-963A-61C6-AC4D48695E7C}"/>
          </ac:spMkLst>
        </pc:spChg>
        <pc:spChg chg="add mod">
          <ac:chgData name="Austin Francis" userId="S::apf006@uark.edu::d9206161-76a2-4d0d-bb71-2bac416203d9" providerId="AD" clId="Web-{EB68F22C-E0BD-BCEE-1501-D62074E7F648}" dt="2024-08-30T23:55:38.559" v="1089" actId="14100"/>
          <ac:spMkLst>
            <pc:docMk/>
            <pc:sldMk cId="3271607978" sldId="485"/>
            <ac:spMk id="6" creationId="{6ED5DED2-61E6-C775-BEA4-4218B7480F1D}"/>
          </ac:spMkLst>
        </pc:spChg>
      </pc:sldChg>
      <pc:sldChg chg="modSp">
        <pc:chgData name="Austin Francis" userId="S::apf006@uark.edu::d9206161-76a2-4d0d-bb71-2bac416203d9" providerId="AD" clId="Web-{EB68F22C-E0BD-BCEE-1501-D62074E7F648}" dt="2024-08-31T00:00:16.734" v="1165" actId="20577"/>
        <pc:sldMkLst>
          <pc:docMk/>
          <pc:sldMk cId="2617688870" sldId="486"/>
        </pc:sldMkLst>
        <pc:spChg chg="mod">
          <ac:chgData name="Austin Francis" userId="S::apf006@uark.edu::d9206161-76a2-4d0d-bb71-2bac416203d9" providerId="AD" clId="Web-{EB68F22C-E0BD-BCEE-1501-D62074E7F648}" dt="2024-08-31T00:00:16.734" v="1165" actId="20577"/>
          <ac:spMkLst>
            <pc:docMk/>
            <pc:sldMk cId="2617688870" sldId="486"/>
            <ac:spMk id="3" creationId="{AC5E2B60-973F-5368-903B-2B0D45DB1C56}"/>
          </ac:spMkLst>
        </pc:spChg>
      </pc:sldChg>
      <pc:sldChg chg="modSp new">
        <pc:chgData name="Austin Francis" userId="S::apf006@uark.edu::d9206161-76a2-4d0d-bb71-2bac416203d9" providerId="AD" clId="Web-{EB68F22C-E0BD-BCEE-1501-D62074E7F648}" dt="2024-08-30T18:34:13.152" v="518" actId="20577"/>
        <pc:sldMkLst>
          <pc:docMk/>
          <pc:sldMk cId="2543566513" sldId="487"/>
        </pc:sldMkLst>
        <pc:spChg chg="mod">
          <ac:chgData name="Austin Francis" userId="S::apf006@uark.edu::d9206161-76a2-4d0d-bb71-2bac416203d9" providerId="AD" clId="Web-{EB68F22C-E0BD-BCEE-1501-D62074E7F648}" dt="2024-08-30T18:33:25.212" v="437" actId="20577"/>
          <ac:spMkLst>
            <pc:docMk/>
            <pc:sldMk cId="2543566513" sldId="487"/>
            <ac:spMk id="2" creationId="{312648A2-0950-9C65-8ED8-0570A9273215}"/>
          </ac:spMkLst>
        </pc:spChg>
        <pc:spChg chg="mod">
          <ac:chgData name="Austin Francis" userId="S::apf006@uark.edu::d9206161-76a2-4d0d-bb71-2bac416203d9" providerId="AD" clId="Web-{EB68F22C-E0BD-BCEE-1501-D62074E7F648}" dt="2024-08-30T18:34:13.152" v="518" actId="20577"/>
          <ac:spMkLst>
            <pc:docMk/>
            <pc:sldMk cId="2543566513" sldId="487"/>
            <ac:spMk id="3" creationId="{E398D4EE-6D9D-ADB3-580D-B44F059C17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9/3/2024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77721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High variation in threat of entry. 59% of the debt matures in more than three years.</a:t>
            </a: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350740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Threat of entry has low correlation with other metrics (besides asset maturity)</a:t>
            </a:r>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2199744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25% of the airline-year pairs in my sample face a negligible threat of entry of less than 4% of their market, while for another 25% of the airline-year pairs more than 23% of the total market is threatened</a:t>
            </a:r>
          </a:p>
          <a:p>
            <a:endParaRPr lang="en-US" dirty="0">
              <a:ea typeface="Calibri"/>
              <a:cs typeface="Calibri"/>
            </a:endParaRPr>
          </a:p>
          <a:p>
            <a:r>
              <a:rPr lang="en-US" dirty="0"/>
              <a:t>Debt maturity and Threat of entry display a correlation of 13%. Importantly, Threat of entry exhibits a correlation below 10% with all the other financial variables at the incumbent level (with the only exception being Asset maturity).7 This partially mitigates the concern that Threat of entry might be affected by the characteristics of the incumbent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199856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 time varying controls </a:t>
            </a:r>
            <a:br>
              <a:rPr lang="en-US" dirty="0"/>
            </a:br>
            <a:r>
              <a:rPr lang="en-US" dirty="0" err="1"/>
              <a:t>Yt</a:t>
            </a:r>
            <a:r>
              <a:rPr lang="en-US" dirty="0"/>
              <a:t> and </a:t>
            </a:r>
            <a:r>
              <a:rPr lang="en-US" dirty="0" err="1"/>
              <a:t>yi</a:t>
            </a:r>
            <a:r>
              <a:rPr lang="en-US" dirty="0"/>
              <a:t> are time and airline fixed effect </a:t>
            </a:r>
            <a:r>
              <a:rPr lang="en-US" dirty="0" err="1"/>
              <a:t>ts</a:t>
            </a: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737694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3736809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574219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934106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116682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 can also see an adjustment in fleet size or workforce. These are some picked examples</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2323701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Debt is issued at a lower rate due to the hypothesis that debt becomes more expensive and is rationed. </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4001474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Magnitude of Effect:</a:t>
            </a:r>
            <a:r>
              <a:rPr lang="en-US" dirty="0"/>
              <a:t> A one standard deviation increase in the threat of entry is associated with a 6 percentage point increase in the proportion of long-term debt, highlighting the material impact of competitive threats on financial strategy.</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a:p>
        </p:txBody>
      </p:sp>
    </p:spTree>
    <p:extLst>
      <p:ext uri="{BB962C8B-B14F-4D97-AF65-F5344CB8AC3E}">
        <p14:creationId xmlns:p14="http://schemas.microsoft.com/office/powerpoint/2010/main" val="664403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figure illustrates average debt maturity levels in the years around the highest threat exposure for the airlines in my sample. I</a:t>
            </a: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2121586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167386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Book leverage. </a:t>
            </a:r>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1574325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SA (</a:t>
            </a:r>
            <a:r>
              <a:rPr lang="en-US" dirty="0" err="1"/>
              <a:t>hadlock</a:t>
            </a:r>
            <a:r>
              <a:rPr lang="en-US" dirty="0"/>
              <a:t> and Pierce, 2010) means financially constrained based on SA index. Investment grade means rating is </a:t>
            </a:r>
            <a:r>
              <a:rPr lang="en-US" dirty="0" err="1"/>
              <a:t>bbb</a:t>
            </a:r>
            <a:r>
              <a:rPr lang="en-US" dirty="0"/>
              <a:t> or higher.</a:t>
            </a: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1009750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suggests that higher-rated airlines are less likely to extend debt maturity when facing competition, possibly because they have more access to alternative financing options and are less vulnerable to rollover risk.</a:t>
            </a:r>
            <a:br>
              <a:rPr lang="en-US" dirty="0">
                <a:cs typeface="+mn-lt"/>
              </a:rPr>
            </a:br>
            <a:r>
              <a:rPr lang="en-US" dirty="0"/>
              <a:t>This indicates that airlines with fewer financial resources are more likely to extend debt maturity to mitigate rollover risk when threatened by low-cost competitors.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162136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airlines increase their debt maturity by one standard deviation, the reduction in future investment is more than halved (from -3.9 to -1.5 percentage points). This suggests that lengthening debt maturity is a crucial strategy for maintaining investment levels in the face of competitive threats.</a:t>
            </a:r>
          </a:p>
        </p:txBody>
      </p:sp>
      <p:sp>
        <p:nvSpPr>
          <p:cNvPr id="4" name="Slide Number Placeholder 3"/>
          <p:cNvSpPr>
            <a:spLocks noGrp="1"/>
          </p:cNvSpPr>
          <p:nvPr>
            <p:ph type="sldNum" sz="quarter" idx="5"/>
          </p:nvPr>
        </p:nvSpPr>
        <p:spPr/>
        <p:txBody>
          <a:bodyPr/>
          <a:lstStyle/>
          <a:p>
            <a:fld id="{55CCDD01-DD87-4F55-A952-E63114553089}" type="slidenum">
              <a:rPr lang="en-US" smtClean="0"/>
              <a:t>26</a:t>
            </a:fld>
            <a:endParaRPr lang="en-US"/>
          </a:p>
        </p:txBody>
      </p:sp>
    </p:spTree>
    <p:extLst>
      <p:ext uri="{BB962C8B-B14F-4D97-AF65-F5344CB8AC3E}">
        <p14:creationId xmlns:p14="http://schemas.microsoft.com/office/powerpoint/2010/main" val="3769002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investigates whether the observed relationship between debt maturity and the threat of entry could arise mechanically rather than being driven by strategic decision-making. It uses simulated data to test if similar correlations would emerge by chance.</a:t>
            </a:r>
          </a:p>
        </p:txBody>
      </p:sp>
      <p:sp>
        <p:nvSpPr>
          <p:cNvPr id="4" name="Slide Number Placeholder 3"/>
          <p:cNvSpPr>
            <a:spLocks noGrp="1"/>
          </p:cNvSpPr>
          <p:nvPr>
            <p:ph type="sldNum" sz="quarter" idx="5"/>
          </p:nvPr>
        </p:nvSpPr>
        <p:spPr/>
        <p:txBody>
          <a:bodyPr/>
          <a:lstStyle/>
          <a:p>
            <a:fld id="{55CCDD01-DD87-4F55-A952-E63114553089}" type="slidenum">
              <a:rPr lang="en-US" smtClean="0"/>
              <a:t>28</a:t>
            </a:fld>
            <a:endParaRPr lang="en-US"/>
          </a:p>
        </p:txBody>
      </p:sp>
    </p:spTree>
    <p:extLst>
      <p:ext uri="{BB962C8B-B14F-4D97-AF65-F5344CB8AC3E}">
        <p14:creationId xmlns:p14="http://schemas.microsoft.com/office/powerpoint/2010/main" val="14353618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Loans rather than bonds</a:t>
            </a:r>
          </a:p>
        </p:txBody>
      </p:sp>
      <p:sp>
        <p:nvSpPr>
          <p:cNvPr id="4" name="Slide Number Placeholder 3"/>
          <p:cNvSpPr>
            <a:spLocks noGrp="1"/>
          </p:cNvSpPr>
          <p:nvPr>
            <p:ph type="sldNum" sz="quarter" idx="5"/>
          </p:nvPr>
        </p:nvSpPr>
        <p:spPr/>
        <p:txBody>
          <a:bodyPr/>
          <a:lstStyle/>
          <a:p>
            <a:fld id="{55CCDD01-DD87-4F55-A952-E63114553089}" type="slidenum">
              <a:rPr lang="en-US" smtClean="0"/>
              <a:t>32</a:t>
            </a:fld>
            <a:endParaRPr lang="en-US"/>
          </a:p>
        </p:txBody>
      </p:sp>
    </p:spTree>
    <p:extLst>
      <p:ext uri="{BB962C8B-B14F-4D97-AF65-F5344CB8AC3E}">
        <p14:creationId xmlns:p14="http://schemas.microsoft.com/office/powerpoint/2010/main" val="8656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adjustment is primarily driven by a desire to mitigate rollover risk, which becomes more pressing as competition intensifies.</a:t>
            </a:r>
          </a:p>
        </p:txBody>
      </p:sp>
      <p:sp>
        <p:nvSpPr>
          <p:cNvPr id="4" name="Slide Number Placeholder 3"/>
          <p:cNvSpPr>
            <a:spLocks noGrp="1"/>
          </p:cNvSpPr>
          <p:nvPr>
            <p:ph type="sldNum" sz="quarter" idx="5"/>
          </p:nvPr>
        </p:nvSpPr>
        <p:spPr/>
        <p:txBody>
          <a:bodyPr/>
          <a:lstStyle/>
          <a:p>
            <a:fld id="{55CCDD01-DD87-4F55-A952-E63114553089}" type="slidenum">
              <a:rPr lang="en-US" smtClean="0"/>
              <a:t>34</a:t>
            </a:fld>
            <a:endParaRPr lang="en-US"/>
          </a:p>
        </p:txBody>
      </p:sp>
    </p:spTree>
    <p:extLst>
      <p:ext uri="{BB962C8B-B14F-4D97-AF65-F5344CB8AC3E}">
        <p14:creationId xmlns:p14="http://schemas.microsoft.com/office/powerpoint/2010/main" val="4079982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9/3/2024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1476"/>
            <a:ext cx="7772400" cy="1102519"/>
          </a:xfrm>
        </p:spPr>
        <p:txBody>
          <a:bodyPr>
            <a:normAutofit fontScale="90000"/>
          </a:bodyPr>
          <a:lstStyle/>
          <a:p>
            <a:r>
              <a:rPr lang="en-US" sz="3600">
                <a:ea typeface="+mj-lt"/>
                <a:cs typeface="+mj-lt"/>
              </a:rPr>
              <a:t>Threat of entry and debt maturity: Evidence from airlines</a:t>
            </a:r>
            <a:endParaRPr lang="en-US">
              <a:ea typeface="+mj-lt"/>
              <a:cs typeface="+mj-lt"/>
            </a:endParaRPr>
          </a:p>
        </p:txBody>
      </p:sp>
      <p:sp>
        <p:nvSpPr>
          <p:cNvPr id="3" name="Subtitle 2"/>
          <p:cNvSpPr>
            <a:spLocks noGrp="1"/>
          </p:cNvSpPr>
          <p:nvPr>
            <p:ph type="subTitle" idx="1"/>
          </p:nvPr>
        </p:nvSpPr>
        <p:spPr>
          <a:xfrm>
            <a:off x="1073150" y="1933995"/>
            <a:ext cx="6997700" cy="2404924"/>
          </a:xfrm>
        </p:spPr>
        <p:txBody>
          <a:bodyPr vert="horz" lIns="91440" tIns="45720" rIns="91440" bIns="45720" rtlCol="0" anchor="t">
            <a:normAutofit fontScale="92500" lnSpcReduction="10000"/>
          </a:bodyPr>
          <a:lstStyle/>
          <a:p>
            <a:endParaRPr lang="en-US" sz="2900">
              <a:solidFill>
                <a:schemeClr val="tx1"/>
              </a:solidFill>
              <a:latin typeface="+mj-lt"/>
              <a:cs typeface="Times New Roman" panose="02020603050405020304" pitchFamily="18" charset="0"/>
            </a:endParaRPr>
          </a:p>
          <a:p>
            <a:r>
              <a:rPr lang="en-US" sz="2900">
                <a:solidFill>
                  <a:schemeClr val="tx1"/>
                </a:solidFill>
                <a:ea typeface="+mn-lt"/>
                <a:cs typeface="+mn-lt"/>
              </a:rPr>
              <a:t>Gianpaolo Parise</a:t>
            </a:r>
            <a:endParaRPr lang="en-US" sz="2900">
              <a:solidFill>
                <a:schemeClr val="tx1"/>
              </a:solidFill>
              <a:ea typeface="Calibri"/>
              <a:cs typeface="Calibri"/>
            </a:endParaRPr>
          </a:p>
          <a:p>
            <a:endParaRPr lang="en-US" sz="2600" i="1">
              <a:solidFill>
                <a:schemeClr val="tx1"/>
              </a:solidFill>
              <a:latin typeface="+mj-lt"/>
              <a:ea typeface="Calibri"/>
              <a:cs typeface="Times New Roman"/>
            </a:endParaRPr>
          </a:p>
          <a:p>
            <a:endParaRPr lang="en-US" sz="2900">
              <a:solidFill>
                <a:srgbClr val="000000"/>
              </a:solidFill>
              <a:ea typeface="Calibri"/>
              <a:cs typeface="Times New Roman"/>
            </a:endParaRPr>
          </a:p>
          <a:p>
            <a:endParaRPr lang="en-US" sz="2000" i="1">
              <a:solidFill>
                <a:schemeClr val="tx1"/>
              </a:solidFill>
              <a:latin typeface="+mj-lt"/>
              <a:ea typeface="Calibri"/>
              <a:cs typeface="Times New Roman" panose="02020603050405020304" pitchFamily="18" charset="0"/>
            </a:endParaRPr>
          </a:p>
          <a:p>
            <a:r>
              <a:rPr lang="en-US" sz="1800">
                <a:solidFill>
                  <a:schemeClr val="tx1"/>
                </a:solidFill>
                <a:latin typeface="+mj-lt"/>
                <a:cs typeface="Times New Roman"/>
              </a:rPr>
              <a:t>Presented by Austin Francis</a:t>
            </a:r>
            <a:endParaRPr lang="en-US" sz="1800">
              <a:solidFill>
                <a:schemeClr val="tx1"/>
              </a:solidFill>
              <a:latin typeface="+mj-lt"/>
              <a:ea typeface="Calibri"/>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a:ea typeface="Calibri"/>
                <a:cs typeface="Times New Roman"/>
              </a:rPr>
              <a:t>Does the threat of entry by low-cost competitors affect financing decisions? </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8138"/>
            <a:ext cx="8229600" cy="681526"/>
          </a:xfrm>
        </p:spPr>
        <p:txBody>
          <a:bodyPr>
            <a:normAutofit fontScale="90000"/>
          </a:bodyPr>
          <a:lstStyle/>
          <a:p>
            <a:r>
              <a:rPr lang="en-US"/>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77290"/>
            <a:ext cx="8229600" cy="3715416"/>
          </a:xfrm>
        </p:spPr>
        <p:txBody>
          <a:bodyPr vert="horz" lIns="91440" tIns="45720" rIns="91440" bIns="45720" rtlCol="0" anchor="t">
            <a:noAutofit/>
          </a:bodyPr>
          <a:lstStyle/>
          <a:p>
            <a:pPr marL="342900" lvl="1" indent="-342900">
              <a:buFont typeface="Arial"/>
              <a:buChar char="•"/>
            </a:pPr>
            <a:r>
              <a:rPr lang="en-US" sz="2000"/>
              <a:t>Deep pocketed firms will attempt to drive financially constrained competitors out of business (</a:t>
            </a:r>
            <a:r>
              <a:rPr lang="en-US" sz="2000" err="1"/>
              <a:t>Telser</a:t>
            </a:r>
            <a:r>
              <a:rPr lang="en-US" sz="2000"/>
              <a:t>, 1966; Bolton and Scharfstein, 1990)</a:t>
            </a:r>
            <a:endParaRPr lang="en-US" sz="2000">
              <a:ea typeface="Calibri"/>
              <a:cs typeface="Calibri"/>
            </a:endParaRPr>
          </a:p>
          <a:p>
            <a:pPr marL="342900" lvl="1" indent="-342900">
              <a:buFont typeface="Arial"/>
              <a:buChar char="•"/>
            </a:pPr>
            <a:r>
              <a:rPr lang="en-US" sz="2000">
                <a:ea typeface="Calibri"/>
                <a:cs typeface="Calibri"/>
              </a:rPr>
              <a:t>Highly leveraged incumbents are less likely to survive in a competitive environment (Zingales, 1998)</a:t>
            </a:r>
          </a:p>
          <a:p>
            <a:pPr marL="342900" lvl="1" indent="-342900">
              <a:buFont typeface="Arial"/>
              <a:buChar char="•"/>
            </a:pPr>
            <a:endParaRPr lang="en-US" sz="200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a:t>Data Collection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a:ea typeface="Calibri"/>
                <a:cs typeface="Calibri"/>
              </a:rPr>
              <a:t>US Department of Transportation Form 41 filings from 1990 to 2014 </a:t>
            </a:r>
          </a:p>
          <a:p>
            <a:pPr marL="171450" indent="-171450">
              <a:buFont typeface="Arial" panose="020B0604020202020204" pitchFamily="34" charset="0"/>
              <a:buChar char="•"/>
            </a:pPr>
            <a:r>
              <a:rPr lang="en-US">
                <a:ea typeface="Calibri"/>
                <a:cs typeface="Calibri"/>
              </a:rPr>
              <a:t>Compustat North America Fundamentals Annual Files </a:t>
            </a:r>
          </a:p>
          <a:p>
            <a:pPr marL="171450" indent="-171450">
              <a:buFont typeface="Arial" panose="020B0604020202020204" pitchFamily="34" charset="0"/>
              <a:buChar char="•"/>
            </a:pPr>
            <a:r>
              <a:rPr lang="en-US">
                <a:ea typeface="Calibri"/>
                <a:cs typeface="Calibri"/>
              </a:rPr>
              <a:t>T-100 Domestic Market Data (flight data)</a:t>
            </a:r>
          </a:p>
          <a:p>
            <a:pPr marL="171450" indent="-171450">
              <a:buFont typeface="Arial" panose="020B0604020202020204" pitchFamily="34" charset="0"/>
              <a:buChar char="•"/>
            </a:pPr>
            <a:endParaRPr lang="en-US">
              <a:ea typeface="Calibri"/>
              <a:cs typeface="Calibri"/>
            </a:endParaRPr>
          </a:p>
          <a:p>
            <a:pPr marL="171450" indent="-171450">
              <a:buFont typeface="Arial" panose="020B0604020202020204" pitchFamily="34" charset="0"/>
              <a:buChar char="•"/>
            </a:pPr>
            <a:endParaRPr lang="en-US">
              <a:ea typeface="Calibri"/>
              <a:cs typeface="Calibri"/>
            </a:endParaRPr>
          </a:p>
          <a:p>
            <a:pPr marL="171450" indent="-171450">
              <a:buFont typeface="Arial" panose="020B0604020202020204" pitchFamily="34" charset="0"/>
              <a:buChar char="•"/>
            </a:pPr>
            <a:endParaRPr lang="en-US">
              <a:ea typeface="Calibri"/>
              <a:cs typeface="Calibri"/>
            </a:endParaRPr>
          </a:p>
        </p:txBody>
      </p:sp>
    </p:spTree>
    <p:extLst>
      <p:ext uri="{BB962C8B-B14F-4D97-AF65-F5344CB8AC3E}">
        <p14:creationId xmlns:p14="http://schemas.microsoft.com/office/powerpoint/2010/main" val="215898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a:ln>
            <a:solidFill>
              <a:srgbClr val="4472C4"/>
            </a:solidFill>
          </a:ln>
        </p:spPr>
        <p:txBody>
          <a:bodyPr>
            <a:noAutofit/>
          </a:bodyPr>
          <a:lstStyle/>
          <a:p>
            <a:r>
              <a:rPr lang="en-US" sz="2800"/>
              <a:t>Table 1 – Summary Statistics</a:t>
            </a:r>
            <a:endParaRPr lang="en-US" sz="2800">
              <a:ea typeface="Calibri"/>
              <a:cs typeface="Calibri"/>
            </a:endParaRPr>
          </a:p>
        </p:txBody>
      </p:sp>
      <p:pic>
        <p:nvPicPr>
          <p:cNvPr id="6" name="Content Placeholder 5" descr="A table of numbers with numbers&#10;&#10;Description automatically generated">
            <a:extLst>
              <a:ext uri="{FF2B5EF4-FFF2-40B4-BE49-F238E27FC236}">
                <a16:creationId xmlns:a16="http://schemas.microsoft.com/office/drawing/2014/main" id="{ED43E902-377A-235F-E3B7-100A8C5464E7}"/>
              </a:ext>
            </a:extLst>
          </p:cNvPr>
          <p:cNvPicPr>
            <a:picLocks noGrp="1" noChangeAspect="1"/>
          </p:cNvPicPr>
          <p:nvPr>
            <p:ph idx="1"/>
          </p:nvPr>
        </p:nvPicPr>
        <p:blipFill>
          <a:blip r:embed="rId3"/>
          <a:stretch>
            <a:fillRect/>
          </a:stretch>
        </p:blipFill>
        <p:spPr>
          <a:xfrm>
            <a:off x="142287" y="1095075"/>
            <a:ext cx="8859424" cy="2962667"/>
          </a:xfrm>
        </p:spPr>
      </p:pic>
      <p:sp>
        <p:nvSpPr>
          <p:cNvPr id="4" name="Rectangle 3">
            <a:extLst>
              <a:ext uri="{FF2B5EF4-FFF2-40B4-BE49-F238E27FC236}">
                <a16:creationId xmlns:a16="http://schemas.microsoft.com/office/drawing/2014/main" id="{82AC278D-A1B8-76BB-3B68-AA6704406871}"/>
              </a:ext>
            </a:extLst>
          </p:cNvPr>
          <p:cNvSpPr/>
          <p:nvPr/>
        </p:nvSpPr>
        <p:spPr>
          <a:xfrm>
            <a:off x="3493670" y="1673893"/>
            <a:ext cx="5059278" cy="17445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3E50EF-061C-13A1-7541-C8A2B27147B1}"/>
              </a:ext>
            </a:extLst>
          </p:cNvPr>
          <p:cNvSpPr/>
          <p:nvPr/>
        </p:nvSpPr>
        <p:spPr>
          <a:xfrm>
            <a:off x="3493669" y="1980697"/>
            <a:ext cx="553452" cy="16844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092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p:spPr>
        <p:txBody>
          <a:bodyPr>
            <a:noAutofit/>
          </a:bodyPr>
          <a:lstStyle/>
          <a:p>
            <a:r>
              <a:rPr lang="en-US" sz="2800"/>
              <a:t>Table 1 – Summary Statistics</a:t>
            </a:r>
            <a:endParaRPr lang="en-US" sz="2800">
              <a:ea typeface="Calibri"/>
              <a:cs typeface="Calibri"/>
            </a:endParaRPr>
          </a:p>
        </p:txBody>
      </p:sp>
      <p:pic>
        <p:nvPicPr>
          <p:cNvPr id="5" name="Content Placeholder 4">
            <a:extLst>
              <a:ext uri="{FF2B5EF4-FFF2-40B4-BE49-F238E27FC236}">
                <a16:creationId xmlns:a16="http://schemas.microsoft.com/office/drawing/2014/main" id="{6A989CCB-7B24-D26D-043D-05B8D4181ACB}"/>
              </a:ext>
            </a:extLst>
          </p:cNvPr>
          <p:cNvPicPr>
            <a:picLocks noGrp="1" noChangeAspect="1"/>
          </p:cNvPicPr>
          <p:nvPr>
            <p:ph idx="1"/>
          </p:nvPr>
        </p:nvPicPr>
        <p:blipFill>
          <a:blip r:embed="rId3"/>
          <a:stretch>
            <a:fillRect/>
          </a:stretch>
        </p:blipFill>
        <p:spPr>
          <a:xfrm>
            <a:off x="558517" y="1016330"/>
            <a:ext cx="8019136" cy="3660340"/>
          </a:xfrm>
        </p:spPr>
      </p:pic>
      <p:pic>
        <p:nvPicPr>
          <p:cNvPr id="7" name="Picture 6">
            <a:extLst>
              <a:ext uri="{FF2B5EF4-FFF2-40B4-BE49-F238E27FC236}">
                <a16:creationId xmlns:a16="http://schemas.microsoft.com/office/drawing/2014/main" id="{3E41F0CE-C17D-5264-3881-DF18D60FDAF3}"/>
              </a:ext>
            </a:extLst>
          </p:cNvPr>
          <p:cNvPicPr>
            <a:picLocks noChangeAspect="1"/>
          </p:cNvPicPr>
          <p:nvPr/>
        </p:nvPicPr>
        <p:blipFill>
          <a:blip r:embed="rId4"/>
          <a:stretch>
            <a:fillRect/>
          </a:stretch>
        </p:blipFill>
        <p:spPr>
          <a:xfrm>
            <a:off x="2781627" y="929797"/>
            <a:ext cx="5671028" cy="191544"/>
          </a:xfrm>
          <a:prstGeom prst="rect">
            <a:avLst/>
          </a:prstGeom>
        </p:spPr>
      </p:pic>
      <p:sp>
        <p:nvSpPr>
          <p:cNvPr id="3" name="Rectangle 2">
            <a:extLst>
              <a:ext uri="{FF2B5EF4-FFF2-40B4-BE49-F238E27FC236}">
                <a16:creationId xmlns:a16="http://schemas.microsoft.com/office/drawing/2014/main" id="{F03E9BE1-FAA9-3C5B-1284-A981FA8C645D}"/>
              </a:ext>
            </a:extLst>
          </p:cNvPr>
          <p:cNvSpPr/>
          <p:nvPr/>
        </p:nvSpPr>
        <p:spPr>
          <a:xfrm>
            <a:off x="2675914" y="3458088"/>
            <a:ext cx="1650759" cy="1136214"/>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961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64F8-2588-11AC-4B49-3C96314C6727}"/>
              </a:ext>
            </a:extLst>
          </p:cNvPr>
          <p:cNvSpPr>
            <a:spLocks noGrp="1"/>
          </p:cNvSpPr>
          <p:nvPr>
            <p:ph type="title"/>
          </p:nvPr>
        </p:nvSpPr>
        <p:spPr/>
        <p:txBody>
          <a:bodyPr/>
          <a:lstStyle/>
          <a:p>
            <a:r>
              <a:rPr lang="en-US">
                <a:ea typeface="Calibri"/>
                <a:cs typeface="Calibri"/>
              </a:rPr>
              <a:t>Table 1 Takeaways</a:t>
            </a:r>
            <a:endParaRPr lang="en-US"/>
          </a:p>
        </p:txBody>
      </p:sp>
      <p:sp>
        <p:nvSpPr>
          <p:cNvPr id="3" name="Content Placeholder 2">
            <a:extLst>
              <a:ext uri="{FF2B5EF4-FFF2-40B4-BE49-F238E27FC236}">
                <a16:creationId xmlns:a16="http://schemas.microsoft.com/office/drawing/2014/main" id="{C57A2EFD-A0BC-81FA-1CC0-C60FF5F3D1CA}"/>
              </a:ext>
            </a:extLst>
          </p:cNvPr>
          <p:cNvSpPr>
            <a:spLocks noGrp="1"/>
          </p:cNvSpPr>
          <p:nvPr>
            <p:ph idx="1"/>
          </p:nvPr>
        </p:nvSpPr>
        <p:spPr/>
        <p:txBody>
          <a:bodyPr vert="horz" lIns="91440" tIns="45720" rIns="91440" bIns="45720" rtlCol="0" anchor="t">
            <a:normAutofit/>
          </a:bodyPr>
          <a:lstStyle/>
          <a:p>
            <a:r>
              <a:rPr lang="en-US">
                <a:ea typeface="Calibri"/>
                <a:cs typeface="Calibri"/>
              </a:rPr>
              <a:t>On average 59% of the debt matures in more than three years </a:t>
            </a:r>
          </a:p>
          <a:p>
            <a:r>
              <a:rPr lang="en-US">
                <a:ea typeface="Calibri"/>
                <a:cs typeface="Calibri"/>
              </a:rPr>
              <a:t>On average 16% of the incumbent's market is under the threat of entry, but this data is widely skewed</a:t>
            </a:r>
          </a:p>
        </p:txBody>
      </p:sp>
    </p:spTree>
    <p:extLst>
      <p:ext uri="{BB962C8B-B14F-4D97-AF65-F5344CB8AC3E}">
        <p14:creationId xmlns:p14="http://schemas.microsoft.com/office/powerpoint/2010/main" val="423358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a:ea typeface="Calibri"/>
                <a:cs typeface="Calibri"/>
              </a:rPr>
              <a:t>Empirical Design</a:t>
            </a:r>
          </a:p>
        </p:txBody>
      </p:sp>
      <p:sp>
        <p:nvSpPr>
          <p:cNvPr id="3" name="Content Placeholder 2">
            <a:extLst>
              <a:ext uri="{FF2B5EF4-FFF2-40B4-BE49-F238E27FC236}">
                <a16:creationId xmlns:a16="http://schemas.microsoft.com/office/drawing/2014/main" id="{8A16AEF2-95B3-FFDD-C575-762863A319DA}"/>
              </a:ext>
            </a:extLst>
          </p:cNvPr>
          <p:cNvSpPr>
            <a:spLocks noGrp="1"/>
          </p:cNvSpPr>
          <p:nvPr>
            <p:ph idx="1"/>
          </p:nvPr>
        </p:nvSpPr>
        <p:spPr/>
        <p:txBody>
          <a:bodyPr vert="horz" lIns="91440" tIns="45720" rIns="91440" bIns="45720" rtlCol="0" anchor="t">
            <a:normAutofit/>
          </a:bodyPr>
          <a:lstStyle/>
          <a:p>
            <a:r>
              <a:rPr lang="en-US">
                <a:ea typeface="Calibri"/>
                <a:cs typeface="Calibri"/>
              </a:rPr>
              <a:t>Identifies threatened routes as when a low-cost competitor operates on both end points of a route but not the route itself</a:t>
            </a:r>
            <a:endParaRPr lang="en-US"/>
          </a:p>
        </p:txBody>
      </p:sp>
    </p:spTree>
    <p:extLst>
      <p:ext uri="{BB962C8B-B14F-4D97-AF65-F5344CB8AC3E}">
        <p14:creationId xmlns:p14="http://schemas.microsoft.com/office/powerpoint/2010/main" val="978402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a:ea typeface="Calibri"/>
                <a:cs typeface="Calibri"/>
              </a:rPr>
              <a:t>Empirical Design</a:t>
            </a:r>
          </a:p>
        </p:txBody>
      </p:sp>
      <p:pic>
        <p:nvPicPr>
          <p:cNvPr id="4" name="Content Placeholder 3" descr="A diagram of a diagram&#10;&#10;Description automatically generated">
            <a:extLst>
              <a:ext uri="{FF2B5EF4-FFF2-40B4-BE49-F238E27FC236}">
                <a16:creationId xmlns:a16="http://schemas.microsoft.com/office/drawing/2014/main" id="{15CC387F-A49C-F9D5-DD1E-EFC3DA55BEAE}"/>
              </a:ext>
            </a:extLst>
          </p:cNvPr>
          <p:cNvPicPr>
            <a:picLocks noGrp="1" noChangeAspect="1"/>
          </p:cNvPicPr>
          <p:nvPr>
            <p:ph idx="1"/>
          </p:nvPr>
        </p:nvPicPr>
        <p:blipFill>
          <a:blip r:embed="rId2"/>
          <a:stretch>
            <a:fillRect/>
          </a:stretch>
        </p:blipFill>
        <p:spPr>
          <a:xfrm>
            <a:off x="1249736" y="941929"/>
            <a:ext cx="6861175" cy="3633258"/>
          </a:xfrm>
        </p:spPr>
      </p:pic>
    </p:spTree>
    <p:extLst>
      <p:ext uri="{BB962C8B-B14F-4D97-AF65-F5344CB8AC3E}">
        <p14:creationId xmlns:p14="http://schemas.microsoft.com/office/powerpoint/2010/main" val="2654556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C56-8DF6-8A04-72BA-266E74E89A03}"/>
              </a:ext>
            </a:extLst>
          </p:cNvPr>
          <p:cNvSpPr>
            <a:spLocks noGrp="1"/>
          </p:cNvSpPr>
          <p:nvPr>
            <p:ph type="title"/>
          </p:nvPr>
        </p:nvSpPr>
        <p:spPr/>
        <p:txBody>
          <a:bodyPr>
            <a:normAutofit/>
          </a:bodyPr>
          <a:lstStyle/>
          <a:p>
            <a:r>
              <a:rPr lang="en-US">
                <a:ea typeface="Calibri"/>
                <a:cs typeface="Calibri"/>
              </a:rPr>
              <a:t>Empirical Design</a:t>
            </a:r>
          </a:p>
        </p:txBody>
      </p:sp>
      <p:pic>
        <p:nvPicPr>
          <p:cNvPr id="6" name="Content Placeholder 5" descr="A black text on a white background&#10;&#10;Description automatically generated">
            <a:extLst>
              <a:ext uri="{FF2B5EF4-FFF2-40B4-BE49-F238E27FC236}">
                <a16:creationId xmlns:a16="http://schemas.microsoft.com/office/drawing/2014/main" id="{1C809394-16FE-E35A-BE85-265F635C85C4}"/>
              </a:ext>
            </a:extLst>
          </p:cNvPr>
          <p:cNvPicPr>
            <a:picLocks noGrp="1" noChangeAspect="1"/>
          </p:cNvPicPr>
          <p:nvPr>
            <p:ph idx="1"/>
          </p:nvPr>
        </p:nvPicPr>
        <p:blipFill>
          <a:blip r:embed="rId3"/>
          <a:stretch>
            <a:fillRect/>
          </a:stretch>
        </p:blipFill>
        <p:spPr>
          <a:xfrm>
            <a:off x="1765766" y="1297188"/>
            <a:ext cx="5620871" cy="1275789"/>
          </a:xfrm>
        </p:spPr>
      </p:pic>
      <p:pic>
        <p:nvPicPr>
          <p:cNvPr id="7" name="Picture 6">
            <a:extLst>
              <a:ext uri="{FF2B5EF4-FFF2-40B4-BE49-F238E27FC236}">
                <a16:creationId xmlns:a16="http://schemas.microsoft.com/office/drawing/2014/main" id="{38A537E5-D9C5-C125-2358-32158F0DE21B}"/>
              </a:ext>
            </a:extLst>
          </p:cNvPr>
          <p:cNvPicPr>
            <a:picLocks noChangeAspect="1"/>
          </p:cNvPicPr>
          <p:nvPr/>
        </p:nvPicPr>
        <p:blipFill>
          <a:blip r:embed="rId4"/>
          <a:stretch>
            <a:fillRect/>
          </a:stretch>
        </p:blipFill>
        <p:spPr>
          <a:xfrm>
            <a:off x="1767728" y="3125881"/>
            <a:ext cx="5616948" cy="875179"/>
          </a:xfrm>
          <a:prstGeom prst="rect">
            <a:avLst/>
          </a:prstGeom>
        </p:spPr>
      </p:pic>
    </p:spTree>
    <p:extLst>
      <p:ext uri="{BB962C8B-B14F-4D97-AF65-F5344CB8AC3E}">
        <p14:creationId xmlns:p14="http://schemas.microsoft.com/office/powerpoint/2010/main" val="3473631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2 - Probability of Entry</a:t>
            </a:r>
          </a:p>
        </p:txBody>
      </p:sp>
      <p:pic>
        <p:nvPicPr>
          <p:cNvPr id="5" name="Content Placeholder 4" descr="A table with numbers and symbols&#10;&#10;Description automatically generated">
            <a:extLst>
              <a:ext uri="{FF2B5EF4-FFF2-40B4-BE49-F238E27FC236}">
                <a16:creationId xmlns:a16="http://schemas.microsoft.com/office/drawing/2014/main" id="{43797469-7C97-82BE-AEF2-6EDAC23010A8}"/>
              </a:ext>
            </a:extLst>
          </p:cNvPr>
          <p:cNvPicPr>
            <a:picLocks noGrp="1" noChangeAspect="1"/>
          </p:cNvPicPr>
          <p:nvPr>
            <p:ph idx="1"/>
          </p:nvPr>
        </p:nvPicPr>
        <p:blipFill>
          <a:blip r:embed="rId3"/>
          <a:stretch>
            <a:fillRect/>
          </a:stretch>
        </p:blipFill>
        <p:spPr>
          <a:xfrm>
            <a:off x="1777043" y="899362"/>
            <a:ext cx="6107273" cy="3755419"/>
          </a:xfrm>
        </p:spPr>
      </p:pic>
      <p:sp>
        <p:nvSpPr>
          <p:cNvPr id="8" name="Rectangle 7">
            <a:extLst>
              <a:ext uri="{FF2B5EF4-FFF2-40B4-BE49-F238E27FC236}">
                <a16:creationId xmlns:a16="http://schemas.microsoft.com/office/drawing/2014/main" id="{9BC0799E-34BE-0A52-639A-817947FE0509}"/>
              </a:ext>
            </a:extLst>
          </p:cNvPr>
          <p:cNvSpPr/>
          <p:nvPr/>
        </p:nvSpPr>
        <p:spPr>
          <a:xfrm>
            <a:off x="3265069" y="1703971"/>
            <a:ext cx="902367" cy="282742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1299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2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 Low-cost airlines do not expand randomly </a:t>
            </a:r>
          </a:p>
          <a:p>
            <a:r>
              <a:rPr lang="en-US" dirty="0">
                <a:ea typeface="Calibri"/>
                <a:cs typeface="Calibri"/>
              </a:rPr>
              <a:t>The probability of entry increases in year T+1 when an airline is present at both endpoints</a:t>
            </a:r>
          </a:p>
          <a:p>
            <a:r>
              <a:rPr lang="en-US" dirty="0">
                <a:ea typeface="Calibri"/>
                <a:cs typeface="Calibri"/>
              </a:rPr>
              <a:t>Key in identifying which routes are under threat of entry</a:t>
            </a:r>
          </a:p>
          <a:p>
            <a:endParaRPr lang="en-US" dirty="0">
              <a:ea typeface="Calibri"/>
              <a:cs typeface="Calibri"/>
            </a:endParaRPr>
          </a:p>
        </p:txBody>
      </p:sp>
    </p:spTree>
    <p:extLst>
      <p:ext uri="{BB962C8B-B14F-4D97-AF65-F5344CB8AC3E}">
        <p14:creationId xmlns:p14="http://schemas.microsoft.com/office/powerpoint/2010/main" val="3278758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6295"/>
            <a:ext cx="9067277" cy="857250"/>
          </a:xfrm>
        </p:spPr>
        <p:txBody>
          <a:bodyPr>
            <a:noAutofit/>
          </a:bodyPr>
          <a:lstStyle/>
          <a:p>
            <a:r>
              <a:rPr lang="en-US" sz="2800"/>
              <a:t>Table 3 Low-cost airlines and route profitability</a:t>
            </a:r>
            <a:endParaRPr lang="en-US" sz="2800">
              <a:ea typeface="Calibri"/>
              <a:cs typeface="Calibri"/>
            </a:endParaRPr>
          </a:p>
        </p:txBody>
      </p:sp>
      <p:pic>
        <p:nvPicPr>
          <p:cNvPr id="5" name="Content Placeholder 4" descr="A white paper with numbers and letters&#10;&#10;Description automatically generated">
            <a:extLst>
              <a:ext uri="{FF2B5EF4-FFF2-40B4-BE49-F238E27FC236}">
                <a16:creationId xmlns:a16="http://schemas.microsoft.com/office/drawing/2014/main" id="{6580FCAC-CA34-A9DA-5488-C3A0CA6FEA05}"/>
              </a:ext>
            </a:extLst>
          </p:cNvPr>
          <p:cNvPicPr>
            <a:picLocks noGrp="1" noChangeAspect="1"/>
          </p:cNvPicPr>
          <p:nvPr>
            <p:ph idx="1"/>
          </p:nvPr>
        </p:nvPicPr>
        <p:blipFill>
          <a:blip r:embed="rId3"/>
          <a:stretch>
            <a:fillRect/>
          </a:stretch>
        </p:blipFill>
        <p:spPr>
          <a:xfrm>
            <a:off x="484934" y="901340"/>
            <a:ext cx="8174130" cy="3336550"/>
          </a:xfrm>
        </p:spPr>
      </p:pic>
      <p:sp>
        <p:nvSpPr>
          <p:cNvPr id="4" name="Rectangle 3">
            <a:extLst>
              <a:ext uri="{FF2B5EF4-FFF2-40B4-BE49-F238E27FC236}">
                <a16:creationId xmlns:a16="http://schemas.microsoft.com/office/drawing/2014/main" id="{5F657094-2D04-E9C4-D1D3-AE4CA128A281}"/>
              </a:ext>
            </a:extLst>
          </p:cNvPr>
          <p:cNvSpPr/>
          <p:nvPr/>
        </p:nvSpPr>
        <p:spPr>
          <a:xfrm>
            <a:off x="1743074" y="1403182"/>
            <a:ext cx="830178" cy="397041"/>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1918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3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The presence of a low-cost carrier on a route reduces log ticket prices by 7% </a:t>
            </a:r>
          </a:p>
          <a:p>
            <a:r>
              <a:rPr lang="en-US" dirty="0">
                <a:ea typeface="Calibri"/>
                <a:cs typeface="Calibri"/>
              </a:rPr>
              <a:t>This effect varies by carrier</a:t>
            </a:r>
          </a:p>
          <a:p>
            <a:r>
              <a:rPr lang="en-US" dirty="0">
                <a:ea typeface="Calibri"/>
                <a:cs typeface="Calibri"/>
              </a:rPr>
              <a:t>This exerts substantial pressure on incumbents</a:t>
            </a:r>
          </a:p>
        </p:txBody>
      </p:sp>
    </p:spTree>
    <p:extLst>
      <p:ext uri="{BB962C8B-B14F-4D97-AF65-F5344CB8AC3E}">
        <p14:creationId xmlns:p14="http://schemas.microsoft.com/office/powerpoint/2010/main" val="341980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a:t>Table 4 – Examples of real effects of rollover risk</a:t>
            </a:r>
            <a:endParaRPr lang="en-US" sz="2800">
              <a:ea typeface="Calibri"/>
              <a:cs typeface="Calibri"/>
            </a:endParaRPr>
          </a:p>
        </p:txBody>
      </p:sp>
      <p:pic>
        <p:nvPicPr>
          <p:cNvPr id="6" name="Content Placeholder 5" descr="A table with numbers and text&#10;&#10;Description automatically generated">
            <a:extLst>
              <a:ext uri="{FF2B5EF4-FFF2-40B4-BE49-F238E27FC236}">
                <a16:creationId xmlns:a16="http://schemas.microsoft.com/office/drawing/2014/main" id="{4685A9F3-0956-FB4E-2F1C-ED4F6B6628EC}"/>
              </a:ext>
            </a:extLst>
          </p:cNvPr>
          <p:cNvPicPr>
            <a:picLocks noGrp="1" noChangeAspect="1"/>
          </p:cNvPicPr>
          <p:nvPr>
            <p:ph idx="1"/>
          </p:nvPr>
        </p:nvPicPr>
        <p:blipFill>
          <a:blip r:embed="rId3"/>
          <a:stretch>
            <a:fillRect/>
          </a:stretch>
        </p:blipFill>
        <p:spPr>
          <a:xfrm>
            <a:off x="191340" y="1457712"/>
            <a:ext cx="8677275" cy="1820395"/>
          </a:xfrm>
        </p:spPr>
      </p:pic>
      <p:sp>
        <p:nvSpPr>
          <p:cNvPr id="4" name="Rectangle 3">
            <a:extLst>
              <a:ext uri="{FF2B5EF4-FFF2-40B4-BE49-F238E27FC236}">
                <a16:creationId xmlns:a16="http://schemas.microsoft.com/office/drawing/2014/main" id="{38E371B6-7E68-020B-AAC5-C3FCEE3E73F7}"/>
              </a:ext>
            </a:extLst>
          </p:cNvPr>
          <p:cNvSpPr/>
          <p:nvPr/>
        </p:nvSpPr>
        <p:spPr>
          <a:xfrm>
            <a:off x="5093869" y="1974682"/>
            <a:ext cx="1606214" cy="117909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507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a:xfrm>
            <a:off x="457200" y="1060939"/>
            <a:ext cx="8229600" cy="3394472"/>
          </a:xfrm>
        </p:spPr>
        <p:txBody>
          <a:bodyPr vert="horz" lIns="91440" tIns="45720" rIns="91440" bIns="45720" rtlCol="0" anchor="t">
            <a:normAutofit/>
          </a:bodyPr>
          <a:lstStyle/>
          <a:p>
            <a:r>
              <a:rPr lang="en-US">
                <a:ea typeface="Calibri"/>
                <a:cs typeface="Calibri"/>
              </a:rPr>
              <a:t>Following a new market entrant, firms reduce their debt issuance </a:t>
            </a:r>
          </a:p>
          <a:p>
            <a:r>
              <a:rPr lang="en-US">
                <a:ea typeface="Calibri"/>
                <a:cs typeface="Calibri"/>
              </a:rPr>
              <a:t>Firms cut capital expenditures, indicating a defensive financial strategy </a:t>
            </a:r>
          </a:p>
          <a:p>
            <a:pPr marL="0" indent="0">
              <a:buNone/>
            </a:pPr>
            <a:endParaRPr lang="en-US">
              <a:ea typeface="Calibri"/>
              <a:cs typeface="Calibri"/>
            </a:endParaRPr>
          </a:p>
        </p:txBody>
      </p:sp>
    </p:spTree>
    <p:extLst>
      <p:ext uri="{BB962C8B-B14F-4D97-AF65-F5344CB8AC3E}">
        <p14:creationId xmlns:p14="http://schemas.microsoft.com/office/powerpoint/2010/main" val="686375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3707" y="-4131"/>
            <a:ext cx="9067277" cy="857250"/>
          </a:xfrm>
        </p:spPr>
        <p:txBody>
          <a:bodyPr>
            <a:noAutofit/>
          </a:bodyPr>
          <a:lstStyle/>
          <a:p>
            <a:r>
              <a:rPr lang="en-US" sz="2800"/>
              <a:t>Table 5 – Threat of entry and debt maturity</a:t>
            </a:r>
            <a:endParaRPr lang="en-US" sz="2800">
              <a:ea typeface="Calibri"/>
              <a:cs typeface="Calibri"/>
            </a:endParaRPr>
          </a:p>
        </p:txBody>
      </p:sp>
      <p:pic>
        <p:nvPicPr>
          <p:cNvPr id="5" name="Content Placeholder 4" descr="A screenshot of a document&#10;&#10;Description automatically generated">
            <a:extLst>
              <a:ext uri="{FF2B5EF4-FFF2-40B4-BE49-F238E27FC236}">
                <a16:creationId xmlns:a16="http://schemas.microsoft.com/office/drawing/2014/main" id="{C6ED4173-D4D0-12C3-43ED-C707F90D52E7}"/>
              </a:ext>
            </a:extLst>
          </p:cNvPr>
          <p:cNvPicPr>
            <a:picLocks noGrp="1" noChangeAspect="1"/>
          </p:cNvPicPr>
          <p:nvPr>
            <p:ph idx="1"/>
          </p:nvPr>
        </p:nvPicPr>
        <p:blipFill>
          <a:blip r:embed="rId3"/>
          <a:stretch>
            <a:fillRect/>
          </a:stretch>
        </p:blipFill>
        <p:spPr>
          <a:xfrm>
            <a:off x="2628363" y="729505"/>
            <a:ext cx="3828443" cy="4411405"/>
          </a:xfrm>
        </p:spPr>
      </p:pic>
      <p:sp>
        <p:nvSpPr>
          <p:cNvPr id="4" name="Rectangle 3">
            <a:extLst>
              <a:ext uri="{FF2B5EF4-FFF2-40B4-BE49-F238E27FC236}">
                <a16:creationId xmlns:a16="http://schemas.microsoft.com/office/drawing/2014/main" id="{E6DD2EAA-DE1F-F64C-5C82-DF6B0A1E5E90}"/>
              </a:ext>
            </a:extLst>
          </p:cNvPr>
          <p:cNvSpPr/>
          <p:nvPr/>
        </p:nvSpPr>
        <p:spPr>
          <a:xfrm>
            <a:off x="2705600" y="1204661"/>
            <a:ext cx="3747835" cy="36094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18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48A2-0950-9C65-8ED8-0570A9273215}"/>
              </a:ext>
            </a:extLst>
          </p:cNvPr>
          <p:cNvSpPr>
            <a:spLocks noGrp="1"/>
          </p:cNvSpPr>
          <p:nvPr>
            <p:ph type="title"/>
          </p:nvPr>
        </p:nvSpPr>
        <p:spPr/>
        <p:txBody>
          <a:bodyPr/>
          <a:lstStyle/>
          <a:p>
            <a:r>
              <a:rPr lang="en-US">
                <a:ea typeface="Calibri"/>
                <a:cs typeface="Calibri"/>
              </a:rPr>
              <a:t>Table 5 Takeaways</a:t>
            </a:r>
            <a:endParaRPr lang="en-US"/>
          </a:p>
        </p:txBody>
      </p:sp>
      <p:sp>
        <p:nvSpPr>
          <p:cNvPr id="3" name="Content Placeholder 2">
            <a:extLst>
              <a:ext uri="{FF2B5EF4-FFF2-40B4-BE49-F238E27FC236}">
                <a16:creationId xmlns:a16="http://schemas.microsoft.com/office/drawing/2014/main" id="{E398D4EE-6D9D-ADB3-580D-B44F059C1780}"/>
              </a:ext>
            </a:extLst>
          </p:cNvPr>
          <p:cNvSpPr>
            <a:spLocks noGrp="1"/>
          </p:cNvSpPr>
          <p:nvPr>
            <p:ph idx="1"/>
          </p:nvPr>
        </p:nvSpPr>
        <p:spPr/>
        <p:txBody>
          <a:bodyPr vert="horz" lIns="91440" tIns="45720" rIns="91440" bIns="45720" rtlCol="0" anchor="t">
            <a:normAutofit/>
          </a:bodyPr>
          <a:lstStyle/>
          <a:p>
            <a:r>
              <a:rPr lang="en-US" dirty="0">
                <a:ea typeface="Calibri"/>
                <a:cs typeface="Calibri"/>
              </a:rPr>
              <a:t>Significant effect of threat of entry on debt maturity</a:t>
            </a:r>
          </a:p>
          <a:p>
            <a:r>
              <a:rPr lang="en-US" dirty="0">
                <a:ea typeface="Calibri"/>
                <a:cs typeface="Calibri"/>
              </a:rPr>
              <a:t>Airlines likely extend their debt maturity as a defensive measure against competitive threats</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543566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B68F1-67A2-E958-A6DE-67B79461010B}"/>
              </a:ext>
            </a:extLst>
          </p:cNvPr>
          <p:cNvSpPr>
            <a:spLocks noGrp="1"/>
          </p:cNvSpPr>
          <p:nvPr>
            <p:ph type="title"/>
          </p:nvPr>
        </p:nvSpPr>
        <p:spPr/>
        <p:txBody>
          <a:bodyPr/>
          <a:lstStyle/>
          <a:p>
            <a:endParaRPr lang="en-US"/>
          </a:p>
        </p:txBody>
      </p:sp>
      <p:pic>
        <p:nvPicPr>
          <p:cNvPr id="4" name="Content Placeholder 3" descr="A graph with a line&#10;&#10;Description automatically generated">
            <a:extLst>
              <a:ext uri="{FF2B5EF4-FFF2-40B4-BE49-F238E27FC236}">
                <a16:creationId xmlns:a16="http://schemas.microsoft.com/office/drawing/2014/main" id="{22127FF4-6865-4395-2E3E-A9F575FBB9A7}"/>
              </a:ext>
            </a:extLst>
          </p:cNvPr>
          <p:cNvPicPr>
            <a:picLocks noGrp="1" noChangeAspect="1"/>
          </p:cNvPicPr>
          <p:nvPr>
            <p:ph idx="1"/>
          </p:nvPr>
        </p:nvPicPr>
        <p:blipFill>
          <a:blip r:embed="rId3"/>
          <a:stretch>
            <a:fillRect/>
          </a:stretch>
        </p:blipFill>
        <p:spPr>
          <a:xfrm>
            <a:off x="869180" y="448590"/>
            <a:ext cx="7397812" cy="3926828"/>
          </a:xfrm>
        </p:spPr>
      </p:pic>
    </p:spTree>
    <p:extLst>
      <p:ext uri="{BB962C8B-B14F-4D97-AF65-F5344CB8AC3E}">
        <p14:creationId xmlns:p14="http://schemas.microsoft.com/office/powerpoint/2010/main" val="4216062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74615-9BE8-371E-EBF9-71E8417E4A47}"/>
              </a:ext>
            </a:extLst>
          </p:cNvPr>
          <p:cNvSpPr>
            <a:spLocks noGrp="1"/>
          </p:cNvSpPr>
          <p:nvPr>
            <p:ph type="title"/>
          </p:nvPr>
        </p:nvSpPr>
        <p:spPr>
          <a:xfrm>
            <a:off x="457200" y="-79771"/>
            <a:ext cx="8229600" cy="857250"/>
          </a:xfrm>
        </p:spPr>
        <p:txBody>
          <a:bodyPr vert="horz" lIns="91440" tIns="45720" rIns="91440" bIns="45720" rtlCol="0" anchor="ctr">
            <a:noAutofit/>
          </a:bodyPr>
          <a:lstStyle/>
          <a:p>
            <a:r>
              <a:rPr lang="en-US" sz="3200">
                <a:ea typeface="Calibri"/>
                <a:cs typeface="Calibri"/>
              </a:rPr>
              <a:t>Table 6 – Alternative measures of debt maturity</a:t>
            </a:r>
          </a:p>
        </p:txBody>
      </p:sp>
      <p:pic>
        <p:nvPicPr>
          <p:cNvPr id="4" name="Content Placeholder 3" descr="A screenshot of a spreadsheet&#10;&#10;Description automatically generated">
            <a:extLst>
              <a:ext uri="{FF2B5EF4-FFF2-40B4-BE49-F238E27FC236}">
                <a16:creationId xmlns:a16="http://schemas.microsoft.com/office/drawing/2014/main" id="{E9D98CF2-B891-A366-2677-91A7EB8F0FE7}"/>
              </a:ext>
            </a:extLst>
          </p:cNvPr>
          <p:cNvPicPr>
            <a:picLocks noGrp="1" noChangeAspect="1"/>
          </p:cNvPicPr>
          <p:nvPr>
            <p:ph idx="1"/>
          </p:nvPr>
        </p:nvPicPr>
        <p:blipFill>
          <a:blip r:embed="rId3"/>
          <a:stretch>
            <a:fillRect/>
          </a:stretch>
        </p:blipFill>
        <p:spPr>
          <a:xfrm>
            <a:off x="2565482" y="611843"/>
            <a:ext cx="4013036" cy="4529067"/>
          </a:xfrm>
        </p:spPr>
      </p:pic>
      <p:sp>
        <p:nvSpPr>
          <p:cNvPr id="5" name="Rectangle 4">
            <a:extLst>
              <a:ext uri="{FF2B5EF4-FFF2-40B4-BE49-F238E27FC236}">
                <a16:creationId xmlns:a16="http://schemas.microsoft.com/office/drawing/2014/main" id="{1A16C528-0865-1975-7D50-F16ED20AC4EA}"/>
              </a:ext>
            </a:extLst>
          </p:cNvPr>
          <p:cNvSpPr/>
          <p:nvPr/>
        </p:nvSpPr>
        <p:spPr>
          <a:xfrm>
            <a:off x="2675521" y="1106904"/>
            <a:ext cx="3695197" cy="35342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909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3BED-C20E-9153-E266-BBEC9090913A}"/>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67AC8FC0-555E-A909-14FB-9A3F2D8B1D8B}"/>
              </a:ext>
            </a:extLst>
          </p:cNvPr>
          <p:cNvSpPr>
            <a:spLocks noGrp="1"/>
          </p:cNvSpPr>
          <p:nvPr>
            <p:ph idx="1"/>
          </p:nvPr>
        </p:nvSpPr>
        <p:spPr/>
        <p:txBody>
          <a:bodyPr vert="horz" lIns="91440" tIns="45720" rIns="91440" bIns="45720" rtlCol="0" anchor="t">
            <a:normAutofit/>
          </a:bodyPr>
          <a:lstStyle/>
          <a:p>
            <a:r>
              <a:rPr lang="en-US">
                <a:ea typeface="Calibri"/>
                <a:cs typeface="Calibri"/>
              </a:rPr>
              <a:t>Firms significantly increase their long-term debt issuance following threat of entry</a:t>
            </a:r>
            <a:endParaRPr lang="en-US"/>
          </a:p>
          <a:p>
            <a:r>
              <a:rPr lang="en-US">
                <a:ea typeface="Calibri"/>
                <a:cs typeface="Calibri"/>
              </a:rPr>
              <a:t>Threatened firms mostly issue debt of maturity longer than five years. </a:t>
            </a:r>
            <a:endParaRPr lang="en-US"/>
          </a:p>
        </p:txBody>
      </p:sp>
    </p:spTree>
    <p:extLst>
      <p:ext uri="{BB962C8B-B14F-4D97-AF65-F5344CB8AC3E}">
        <p14:creationId xmlns:p14="http://schemas.microsoft.com/office/powerpoint/2010/main" val="2375801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106D1-B197-02AD-F80F-526FD16568E8}"/>
              </a:ext>
            </a:extLst>
          </p:cNvPr>
          <p:cNvSpPr>
            <a:spLocks noGrp="1"/>
          </p:cNvSpPr>
          <p:nvPr>
            <p:ph type="title"/>
          </p:nvPr>
        </p:nvSpPr>
        <p:spPr>
          <a:xfrm>
            <a:off x="457200" y="2431"/>
            <a:ext cx="8229600" cy="857250"/>
          </a:xfrm>
        </p:spPr>
        <p:txBody>
          <a:bodyPr>
            <a:normAutofit fontScale="90000"/>
          </a:bodyPr>
          <a:lstStyle/>
          <a:p>
            <a:r>
              <a:rPr lang="en-US">
                <a:ea typeface="Calibri"/>
                <a:cs typeface="Calibri"/>
              </a:rPr>
              <a:t>Table 7 – Threat of entry and leverage</a:t>
            </a:r>
            <a:endParaRPr lang="en-US"/>
          </a:p>
        </p:txBody>
      </p:sp>
      <p:pic>
        <p:nvPicPr>
          <p:cNvPr id="4" name="Content Placeholder 3">
            <a:extLst>
              <a:ext uri="{FF2B5EF4-FFF2-40B4-BE49-F238E27FC236}">
                <a16:creationId xmlns:a16="http://schemas.microsoft.com/office/drawing/2014/main" id="{AEF0DFDC-E03C-705B-C49A-0CE600580D39}"/>
              </a:ext>
            </a:extLst>
          </p:cNvPr>
          <p:cNvPicPr>
            <a:picLocks noGrp="1" noChangeAspect="1"/>
          </p:cNvPicPr>
          <p:nvPr>
            <p:ph idx="1"/>
          </p:nvPr>
        </p:nvPicPr>
        <p:blipFill>
          <a:blip r:embed="rId3"/>
          <a:stretch>
            <a:fillRect/>
          </a:stretch>
        </p:blipFill>
        <p:spPr>
          <a:xfrm>
            <a:off x="2284890" y="860733"/>
            <a:ext cx="4480272" cy="4167252"/>
          </a:xfrm>
        </p:spPr>
      </p:pic>
      <p:sp>
        <p:nvSpPr>
          <p:cNvPr id="5" name="Rectangle 4">
            <a:extLst>
              <a:ext uri="{FF2B5EF4-FFF2-40B4-BE49-F238E27FC236}">
                <a16:creationId xmlns:a16="http://schemas.microsoft.com/office/drawing/2014/main" id="{B408C27C-3A54-67E6-44BC-4303A7A3B499}"/>
              </a:ext>
            </a:extLst>
          </p:cNvPr>
          <p:cNvSpPr/>
          <p:nvPr/>
        </p:nvSpPr>
        <p:spPr>
          <a:xfrm>
            <a:off x="2398176" y="1485102"/>
            <a:ext cx="4207866" cy="35342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90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40659-B3D3-29DF-53EE-248C8EE577DA}"/>
              </a:ext>
            </a:extLst>
          </p:cNvPr>
          <p:cNvSpPr>
            <a:spLocks noGrp="1"/>
          </p:cNvSpPr>
          <p:nvPr>
            <p:ph type="title"/>
          </p:nvPr>
        </p:nvSpPr>
        <p:spPr/>
        <p:txBody>
          <a:bodyPr/>
          <a:lstStyle/>
          <a:p>
            <a:r>
              <a:rPr lang="en-US">
                <a:ea typeface="Calibri"/>
                <a:cs typeface="Calibri"/>
              </a:rPr>
              <a:t>Table 7 Takeaways</a:t>
            </a:r>
            <a:endParaRPr lang="en-US"/>
          </a:p>
        </p:txBody>
      </p:sp>
      <p:sp>
        <p:nvSpPr>
          <p:cNvPr id="3" name="Content Placeholder 2">
            <a:extLst>
              <a:ext uri="{FF2B5EF4-FFF2-40B4-BE49-F238E27FC236}">
                <a16:creationId xmlns:a16="http://schemas.microsoft.com/office/drawing/2014/main" id="{FBA70239-8221-57C6-1E2C-3DB3A8A7F17C}"/>
              </a:ext>
            </a:extLst>
          </p:cNvPr>
          <p:cNvSpPr>
            <a:spLocks noGrp="1"/>
          </p:cNvSpPr>
          <p:nvPr>
            <p:ph idx="1"/>
          </p:nvPr>
        </p:nvSpPr>
        <p:spPr/>
        <p:txBody>
          <a:bodyPr vert="horz" lIns="91440" tIns="45720" rIns="91440" bIns="45720" rtlCol="0" anchor="t">
            <a:normAutofit/>
          </a:bodyPr>
          <a:lstStyle/>
          <a:p>
            <a:r>
              <a:rPr lang="en-US">
                <a:ea typeface="Calibri"/>
                <a:cs typeface="Calibri"/>
              </a:rPr>
              <a:t>Threat of entry does not have a significant effect on book leverage</a:t>
            </a:r>
          </a:p>
          <a:p>
            <a:r>
              <a:rPr lang="en-US">
                <a:ea typeface="Calibri"/>
                <a:cs typeface="Calibri"/>
              </a:rPr>
              <a:t>Most of the variation in leverage is driven by time-invariant firm specificities</a:t>
            </a:r>
          </a:p>
        </p:txBody>
      </p:sp>
    </p:spTree>
    <p:extLst>
      <p:ext uri="{BB962C8B-B14F-4D97-AF65-F5344CB8AC3E}">
        <p14:creationId xmlns:p14="http://schemas.microsoft.com/office/powerpoint/2010/main" val="163268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1A6FA-9104-C389-A205-B3B04AADAA8B}"/>
              </a:ext>
            </a:extLst>
          </p:cNvPr>
          <p:cNvSpPr>
            <a:spLocks noGrp="1"/>
          </p:cNvSpPr>
          <p:nvPr>
            <p:ph type="title"/>
          </p:nvPr>
        </p:nvSpPr>
        <p:spPr>
          <a:xfrm>
            <a:off x="280708" y="-4131"/>
            <a:ext cx="8574180" cy="857250"/>
          </a:xfrm>
        </p:spPr>
        <p:txBody>
          <a:bodyPr>
            <a:noAutofit/>
          </a:bodyPr>
          <a:lstStyle/>
          <a:p>
            <a:r>
              <a:rPr lang="en-US" sz="3200">
                <a:ea typeface="Calibri"/>
                <a:cs typeface="Calibri"/>
              </a:rPr>
              <a:t>Table 8 – Heterogeneous response to entry threats</a:t>
            </a:r>
            <a:endParaRPr lang="en-US" sz="3200"/>
          </a:p>
        </p:txBody>
      </p:sp>
      <p:pic>
        <p:nvPicPr>
          <p:cNvPr id="4" name="Content Placeholder 3">
            <a:extLst>
              <a:ext uri="{FF2B5EF4-FFF2-40B4-BE49-F238E27FC236}">
                <a16:creationId xmlns:a16="http://schemas.microsoft.com/office/drawing/2014/main" id="{74C3EF68-4BDB-6343-998E-6AB7970FA38E}"/>
              </a:ext>
            </a:extLst>
          </p:cNvPr>
          <p:cNvPicPr>
            <a:picLocks noGrp="1" noChangeAspect="1"/>
          </p:cNvPicPr>
          <p:nvPr>
            <p:ph idx="1"/>
          </p:nvPr>
        </p:nvPicPr>
        <p:blipFill>
          <a:blip r:embed="rId3"/>
          <a:stretch>
            <a:fillRect/>
          </a:stretch>
        </p:blipFill>
        <p:spPr>
          <a:xfrm>
            <a:off x="2594226" y="737909"/>
            <a:ext cx="3963952" cy="4285339"/>
          </a:xfrm>
        </p:spPr>
      </p:pic>
      <p:sp>
        <p:nvSpPr>
          <p:cNvPr id="5" name="Rectangle 4">
            <a:extLst>
              <a:ext uri="{FF2B5EF4-FFF2-40B4-BE49-F238E27FC236}">
                <a16:creationId xmlns:a16="http://schemas.microsoft.com/office/drawing/2014/main" id="{64CD6BBA-48EF-6CD1-53EB-5D1A69464A53}"/>
              </a:ext>
            </a:extLst>
          </p:cNvPr>
          <p:cNvSpPr/>
          <p:nvPr/>
        </p:nvSpPr>
        <p:spPr>
          <a:xfrm>
            <a:off x="4020226" y="1199352"/>
            <a:ext cx="720038" cy="43747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86EC4F-8F3B-0081-1286-7934B4D46FFB}"/>
              </a:ext>
            </a:extLst>
          </p:cNvPr>
          <p:cNvSpPr/>
          <p:nvPr/>
        </p:nvSpPr>
        <p:spPr>
          <a:xfrm>
            <a:off x="4919497" y="1838087"/>
            <a:ext cx="577164" cy="37023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3758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06E87-8000-FE78-B6AD-0F76991A260C}"/>
              </a:ext>
            </a:extLst>
          </p:cNvPr>
          <p:cNvSpPr>
            <a:spLocks noGrp="1"/>
          </p:cNvSpPr>
          <p:nvPr>
            <p:ph type="title"/>
          </p:nvPr>
        </p:nvSpPr>
        <p:spPr/>
        <p:txBody>
          <a:bodyPr/>
          <a:lstStyle/>
          <a:p>
            <a:r>
              <a:rPr lang="en-US">
                <a:ea typeface="Calibri"/>
                <a:cs typeface="Calibri"/>
              </a:rPr>
              <a:t>Table 8 Takeaways</a:t>
            </a:r>
            <a:endParaRPr lang="en-US"/>
          </a:p>
        </p:txBody>
      </p:sp>
      <p:sp>
        <p:nvSpPr>
          <p:cNvPr id="3" name="Content Placeholder 2">
            <a:extLst>
              <a:ext uri="{FF2B5EF4-FFF2-40B4-BE49-F238E27FC236}">
                <a16:creationId xmlns:a16="http://schemas.microsoft.com/office/drawing/2014/main" id="{580D56F8-3314-212C-F6B1-4113566882F0}"/>
              </a:ext>
            </a:extLst>
          </p:cNvPr>
          <p:cNvSpPr>
            <a:spLocks noGrp="1"/>
          </p:cNvSpPr>
          <p:nvPr>
            <p:ph idx="1"/>
          </p:nvPr>
        </p:nvSpPr>
        <p:spPr/>
        <p:txBody>
          <a:bodyPr vert="horz" lIns="91440" tIns="45720" rIns="91440" bIns="45720" rtlCol="0" anchor="t">
            <a:normAutofit/>
          </a:bodyPr>
          <a:lstStyle/>
          <a:p>
            <a:r>
              <a:rPr lang="en-US">
                <a:ea typeface="Calibri"/>
                <a:cs typeface="Calibri"/>
              </a:rPr>
              <a:t>Firms with credit ratings of BBB- and higher tend to reduce debt maturity in response to threat of entry </a:t>
            </a:r>
          </a:p>
          <a:p>
            <a:r>
              <a:rPr lang="en-US">
                <a:ea typeface="Calibri"/>
                <a:cs typeface="Calibri"/>
              </a:rPr>
              <a:t>Financially constrained airlines increase debt maturity</a:t>
            </a:r>
          </a:p>
          <a:p>
            <a:endParaRPr lang="en-US">
              <a:ea typeface="Calibri"/>
              <a:cs typeface="Calibri"/>
            </a:endParaRPr>
          </a:p>
        </p:txBody>
      </p:sp>
    </p:spTree>
    <p:extLst>
      <p:ext uri="{BB962C8B-B14F-4D97-AF65-F5344CB8AC3E}">
        <p14:creationId xmlns:p14="http://schemas.microsoft.com/office/powerpoint/2010/main" val="3801312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BD37-0207-251E-8548-6DD25D69AB2A}"/>
              </a:ext>
            </a:extLst>
          </p:cNvPr>
          <p:cNvSpPr>
            <a:spLocks noGrp="1"/>
          </p:cNvSpPr>
          <p:nvPr>
            <p:ph type="title"/>
          </p:nvPr>
        </p:nvSpPr>
        <p:spPr>
          <a:xfrm>
            <a:off x="457200" y="-4131"/>
            <a:ext cx="8229600" cy="857250"/>
          </a:xfrm>
        </p:spPr>
        <p:txBody>
          <a:bodyPr>
            <a:normAutofit fontScale="90000"/>
          </a:bodyPr>
          <a:lstStyle/>
          <a:p>
            <a:r>
              <a:rPr lang="en-US">
                <a:ea typeface="Calibri"/>
                <a:cs typeface="Calibri"/>
              </a:rPr>
              <a:t>Table 9 – Effects on future investment</a:t>
            </a:r>
            <a:endParaRPr lang="en-US"/>
          </a:p>
        </p:txBody>
      </p:sp>
      <p:pic>
        <p:nvPicPr>
          <p:cNvPr id="4" name="Content Placeholder 3" descr="A screenshot of a spreadsheet&#10;&#10;Description automatically generated">
            <a:extLst>
              <a:ext uri="{FF2B5EF4-FFF2-40B4-BE49-F238E27FC236}">
                <a16:creationId xmlns:a16="http://schemas.microsoft.com/office/drawing/2014/main" id="{E0443DB9-D47B-545E-3248-424DBFC82139}"/>
              </a:ext>
            </a:extLst>
          </p:cNvPr>
          <p:cNvPicPr>
            <a:picLocks noGrp="1" noChangeAspect="1"/>
          </p:cNvPicPr>
          <p:nvPr>
            <p:ph idx="1"/>
          </p:nvPr>
        </p:nvPicPr>
        <p:blipFill>
          <a:blip r:embed="rId3"/>
          <a:stretch>
            <a:fillRect/>
          </a:stretch>
        </p:blipFill>
        <p:spPr>
          <a:xfrm>
            <a:off x="2425232" y="781155"/>
            <a:ext cx="4301937" cy="4089586"/>
          </a:xfrm>
        </p:spPr>
      </p:pic>
      <p:sp>
        <p:nvSpPr>
          <p:cNvPr id="5" name="Rectangle 4">
            <a:extLst>
              <a:ext uri="{FF2B5EF4-FFF2-40B4-BE49-F238E27FC236}">
                <a16:creationId xmlns:a16="http://schemas.microsoft.com/office/drawing/2014/main" id="{6E5760EE-F862-E6D0-553E-AC5F3979C91B}"/>
              </a:ext>
            </a:extLst>
          </p:cNvPr>
          <p:cNvSpPr/>
          <p:nvPr/>
        </p:nvSpPr>
        <p:spPr>
          <a:xfrm>
            <a:off x="4339594" y="1720425"/>
            <a:ext cx="2300067" cy="361833"/>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643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BD37-0207-251E-8548-6DD25D69AB2A}"/>
              </a:ext>
            </a:extLst>
          </p:cNvPr>
          <p:cNvSpPr>
            <a:spLocks noGrp="1"/>
          </p:cNvSpPr>
          <p:nvPr>
            <p:ph type="title"/>
          </p:nvPr>
        </p:nvSpPr>
        <p:spPr>
          <a:xfrm>
            <a:off x="457200" y="-4131"/>
            <a:ext cx="8229600" cy="857250"/>
          </a:xfrm>
        </p:spPr>
        <p:txBody>
          <a:bodyPr>
            <a:normAutofit/>
          </a:bodyPr>
          <a:lstStyle/>
          <a:p>
            <a:r>
              <a:rPr lang="en-US">
                <a:ea typeface="Calibri"/>
                <a:cs typeface="Calibri"/>
              </a:rPr>
              <a:t>Table 9 Takeaways</a:t>
            </a:r>
            <a:endParaRPr lang="en-US"/>
          </a:p>
        </p:txBody>
      </p:sp>
      <p:sp>
        <p:nvSpPr>
          <p:cNvPr id="5" name="Content Placeholder 4">
            <a:extLst>
              <a:ext uri="{FF2B5EF4-FFF2-40B4-BE49-F238E27FC236}">
                <a16:creationId xmlns:a16="http://schemas.microsoft.com/office/drawing/2014/main" id="{3E03B235-92A8-1BA3-A63C-BAEF68493073}"/>
              </a:ext>
            </a:extLst>
          </p:cNvPr>
          <p:cNvSpPr>
            <a:spLocks noGrp="1"/>
          </p:cNvSpPr>
          <p:nvPr>
            <p:ph idx="1"/>
          </p:nvPr>
        </p:nvSpPr>
        <p:spPr/>
        <p:txBody>
          <a:bodyPr vert="horz" lIns="91440" tIns="45720" rIns="91440" bIns="45720" rtlCol="0" anchor="t">
            <a:normAutofit/>
          </a:bodyPr>
          <a:lstStyle/>
          <a:p>
            <a:r>
              <a:rPr lang="en-US">
                <a:ea typeface="Calibri"/>
                <a:cs typeface="Calibri"/>
              </a:rPr>
              <a:t>Threatened airlines invest less in the following year </a:t>
            </a:r>
          </a:p>
          <a:p>
            <a:r>
              <a:rPr lang="en-US">
                <a:ea typeface="Calibri"/>
                <a:cs typeface="Calibri"/>
              </a:rPr>
              <a:t>Extending debt maturity mitigates the negative impact </a:t>
            </a:r>
          </a:p>
          <a:p>
            <a:endParaRPr lang="en-US">
              <a:ea typeface="Calibri"/>
              <a:cs typeface="Calibri"/>
            </a:endParaRPr>
          </a:p>
        </p:txBody>
      </p:sp>
    </p:spTree>
    <p:extLst>
      <p:ext uri="{BB962C8B-B14F-4D97-AF65-F5344CB8AC3E}">
        <p14:creationId xmlns:p14="http://schemas.microsoft.com/office/powerpoint/2010/main" val="1961816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DBD37-0207-251E-8548-6DD25D69AB2A}"/>
              </a:ext>
            </a:extLst>
          </p:cNvPr>
          <p:cNvSpPr>
            <a:spLocks noGrp="1"/>
          </p:cNvSpPr>
          <p:nvPr>
            <p:ph type="title"/>
          </p:nvPr>
        </p:nvSpPr>
        <p:spPr>
          <a:xfrm>
            <a:off x="457200" y="-4131"/>
            <a:ext cx="8229600" cy="857250"/>
          </a:xfrm>
        </p:spPr>
        <p:txBody>
          <a:bodyPr>
            <a:normAutofit/>
          </a:bodyPr>
          <a:lstStyle/>
          <a:p>
            <a:r>
              <a:rPr lang="en-US">
                <a:ea typeface="Calibri"/>
                <a:cs typeface="Calibri"/>
              </a:rPr>
              <a:t>Table 10 – Mechanical Adjustments</a:t>
            </a:r>
            <a:endParaRPr lang="en-US"/>
          </a:p>
        </p:txBody>
      </p:sp>
      <p:pic>
        <p:nvPicPr>
          <p:cNvPr id="3" name="Content Placeholder 2">
            <a:extLst>
              <a:ext uri="{FF2B5EF4-FFF2-40B4-BE49-F238E27FC236}">
                <a16:creationId xmlns:a16="http://schemas.microsoft.com/office/drawing/2014/main" id="{7088B1E7-7FEC-2AF4-A482-2447D8CF9B94}"/>
              </a:ext>
            </a:extLst>
          </p:cNvPr>
          <p:cNvPicPr>
            <a:picLocks noGrp="1" noChangeAspect="1"/>
          </p:cNvPicPr>
          <p:nvPr>
            <p:ph idx="1"/>
          </p:nvPr>
        </p:nvPicPr>
        <p:blipFill>
          <a:blip r:embed="rId3"/>
          <a:stretch>
            <a:fillRect/>
          </a:stretch>
        </p:blipFill>
        <p:spPr>
          <a:xfrm>
            <a:off x="2554941" y="864920"/>
            <a:ext cx="4034117" cy="3409389"/>
          </a:xfrm>
        </p:spPr>
      </p:pic>
      <p:sp>
        <p:nvSpPr>
          <p:cNvPr id="5" name="Rectangle 4">
            <a:extLst>
              <a:ext uri="{FF2B5EF4-FFF2-40B4-BE49-F238E27FC236}">
                <a16:creationId xmlns:a16="http://schemas.microsoft.com/office/drawing/2014/main" id="{95E047E3-64D1-9A1B-84C6-A5AE5D9AE5E8}"/>
              </a:ext>
            </a:extLst>
          </p:cNvPr>
          <p:cNvSpPr/>
          <p:nvPr/>
        </p:nvSpPr>
        <p:spPr>
          <a:xfrm>
            <a:off x="4202010" y="1731008"/>
            <a:ext cx="2310651" cy="35125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4768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7F53-B206-D06D-32CD-8106C04A1EE9}"/>
              </a:ext>
            </a:extLst>
          </p:cNvPr>
          <p:cNvSpPr>
            <a:spLocks noGrp="1"/>
          </p:cNvSpPr>
          <p:nvPr>
            <p:ph type="title"/>
          </p:nvPr>
        </p:nvSpPr>
        <p:spPr/>
        <p:txBody>
          <a:bodyPr/>
          <a:lstStyle/>
          <a:p>
            <a:r>
              <a:rPr lang="en-US">
                <a:ea typeface="Calibri"/>
                <a:cs typeface="Calibri"/>
              </a:rPr>
              <a:t>Table 10 Takeaways</a:t>
            </a:r>
            <a:endParaRPr lang="en-US"/>
          </a:p>
        </p:txBody>
      </p:sp>
      <p:sp>
        <p:nvSpPr>
          <p:cNvPr id="3" name="Content Placeholder 2">
            <a:extLst>
              <a:ext uri="{FF2B5EF4-FFF2-40B4-BE49-F238E27FC236}">
                <a16:creationId xmlns:a16="http://schemas.microsoft.com/office/drawing/2014/main" id="{7323381A-6D4C-39C2-3AB5-FB49E60A1D3B}"/>
              </a:ext>
            </a:extLst>
          </p:cNvPr>
          <p:cNvSpPr>
            <a:spLocks noGrp="1"/>
          </p:cNvSpPr>
          <p:nvPr>
            <p:ph idx="1"/>
          </p:nvPr>
        </p:nvSpPr>
        <p:spPr/>
        <p:txBody>
          <a:bodyPr vert="horz" lIns="91440" tIns="45720" rIns="91440" bIns="45720" rtlCol="0" anchor="t">
            <a:normAutofit/>
          </a:bodyPr>
          <a:lstStyle/>
          <a:p>
            <a:r>
              <a:rPr lang="en-US">
                <a:ea typeface="Calibri"/>
                <a:cs typeface="Calibri"/>
              </a:rPr>
              <a:t>Due to statistical insignificance, any observed relationship in the actual data is unlikely due to random chance </a:t>
            </a:r>
          </a:p>
          <a:p>
            <a:r>
              <a:rPr lang="en-US">
                <a:ea typeface="Calibri"/>
                <a:cs typeface="Calibri"/>
              </a:rPr>
              <a:t>Conclusions are different than actual data</a:t>
            </a:r>
          </a:p>
        </p:txBody>
      </p:sp>
    </p:spTree>
    <p:extLst>
      <p:ext uri="{BB962C8B-B14F-4D97-AF65-F5344CB8AC3E}">
        <p14:creationId xmlns:p14="http://schemas.microsoft.com/office/powerpoint/2010/main" val="929529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C1B8-421C-C9F3-268B-0FFF4F3CA1BE}"/>
              </a:ext>
            </a:extLst>
          </p:cNvPr>
          <p:cNvSpPr>
            <a:spLocks noGrp="1"/>
          </p:cNvSpPr>
          <p:nvPr>
            <p:ph type="title"/>
          </p:nvPr>
        </p:nvSpPr>
        <p:spPr>
          <a:xfrm>
            <a:off x="457200" y="72890"/>
            <a:ext cx="8229600" cy="857250"/>
          </a:xfrm>
        </p:spPr>
        <p:txBody>
          <a:bodyPr/>
          <a:lstStyle/>
          <a:p>
            <a:r>
              <a:rPr lang="en-US">
                <a:ea typeface="Calibri"/>
                <a:cs typeface="Calibri"/>
              </a:rPr>
              <a:t>Table 11</a:t>
            </a:r>
            <a:endParaRPr lang="en-US"/>
          </a:p>
        </p:txBody>
      </p:sp>
      <p:pic>
        <p:nvPicPr>
          <p:cNvPr id="4" name="Content Placeholder 3">
            <a:extLst>
              <a:ext uri="{FF2B5EF4-FFF2-40B4-BE49-F238E27FC236}">
                <a16:creationId xmlns:a16="http://schemas.microsoft.com/office/drawing/2014/main" id="{BBBCDB3D-2F0E-3C25-E7BE-2C2587BD510F}"/>
              </a:ext>
            </a:extLst>
          </p:cNvPr>
          <p:cNvPicPr>
            <a:picLocks noGrp="1" noChangeAspect="1"/>
          </p:cNvPicPr>
          <p:nvPr>
            <p:ph idx="1"/>
          </p:nvPr>
        </p:nvPicPr>
        <p:blipFill>
          <a:blip r:embed="rId2"/>
          <a:stretch>
            <a:fillRect/>
          </a:stretch>
        </p:blipFill>
        <p:spPr>
          <a:xfrm>
            <a:off x="762717" y="933606"/>
            <a:ext cx="7610735" cy="3481322"/>
          </a:xfrm>
        </p:spPr>
      </p:pic>
    </p:spTree>
    <p:extLst>
      <p:ext uri="{BB962C8B-B14F-4D97-AF65-F5344CB8AC3E}">
        <p14:creationId xmlns:p14="http://schemas.microsoft.com/office/powerpoint/2010/main" val="35231736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C1B8-421C-C9F3-268B-0FFF4F3CA1BE}"/>
              </a:ext>
            </a:extLst>
          </p:cNvPr>
          <p:cNvSpPr>
            <a:spLocks noGrp="1"/>
          </p:cNvSpPr>
          <p:nvPr>
            <p:ph type="title"/>
          </p:nvPr>
        </p:nvSpPr>
        <p:spPr/>
        <p:txBody>
          <a:bodyPr/>
          <a:lstStyle/>
          <a:p>
            <a:r>
              <a:rPr lang="en-US">
                <a:ea typeface="Calibri"/>
                <a:cs typeface="Calibri"/>
              </a:rPr>
              <a:t>Table 11 Takeaways</a:t>
            </a:r>
            <a:endParaRPr lang="en-US"/>
          </a:p>
        </p:txBody>
      </p:sp>
      <p:sp>
        <p:nvSpPr>
          <p:cNvPr id="3" name="Content Placeholder 2">
            <a:extLst>
              <a:ext uri="{FF2B5EF4-FFF2-40B4-BE49-F238E27FC236}">
                <a16:creationId xmlns:a16="http://schemas.microsoft.com/office/drawing/2014/main" id="{1F0E46AD-E6ED-D3BA-8F57-399D9135B398}"/>
              </a:ext>
            </a:extLst>
          </p:cNvPr>
          <p:cNvSpPr>
            <a:spLocks noGrp="1"/>
          </p:cNvSpPr>
          <p:nvPr>
            <p:ph idx="1"/>
          </p:nvPr>
        </p:nvSpPr>
        <p:spPr/>
        <p:txBody>
          <a:bodyPr vert="horz" lIns="91440" tIns="45720" rIns="91440" bIns="45720" rtlCol="0" anchor="t">
            <a:normAutofit/>
          </a:bodyPr>
          <a:lstStyle/>
          <a:p>
            <a:r>
              <a:rPr lang="en-US">
                <a:ea typeface="Calibri"/>
                <a:cs typeface="Calibri"/>
              </a:rPr>
              <a:t>The relationship between threat of entry and debt maturity is robust across various conditions and controls</a:t>
            </a:r>
            <a:endParaRPr lang="en-US"/>
          </a:p>
        </p:txBody>
      </p:sp>
    </p:spTree>
    <p:extLst>
      <p:ext uri="{BB962C8B-B14F-4D97-AF65-F5344CB8AC3E}">
        <p14:creationId xmlns:p14="http://schemas.microsoft.com/office/powerpoint/2010/main" val="1279047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1061-A357-CC84-C2B6-39C2FDD6D7BA}"/>
              </a:ext>
            </a:extLst>
          </p:cNvPr>
          <p:cNvSpPr>
            <a:spLocks noGrp="1"/>
          </p:cNvSpPr>
          <p:nvPr>
            <p:ph type="title"/>
          </p:nvPr>
        </p:nvSpPr>
        <p:spPr>
          <a:xfrm>
            <a:off x="457200" y="2431"/>
            <a:ext cx="8229600" cy="857250"/>
          </a:xfrm>
        </p:spPr>
        <p:txBody>
          <a:bodyPr vert="horz" lIns="91440" tIns="45720" rIns="91440" bIns="45720" rtlCol="0" anchor="ctr">
            <a:noAutofit/>
          </a:bodyPr>
          <a:lstStyle/>
          <a:p>
            <a:r>
              <a:rPr lang="en-US" sz="3200">
                <a:ea typeface="Calibri"/>
                <a:cs typeface="Calibri"/>
              </a:rPr>
              <a:t>Table 12 – Threat of entry and debt issuance</a:t>
            </a:r>
          </a:p>
        </p:txBody>
      </p:sp>
      <p:pic>
        <p:nvPicPr>
          <p:cNvPr id="4" name="Content Placeholder 3" descr="A table with numbers and a number of text&#10;&#10;Description automatically generated">
            <a:extLst>
              <a:ext uri="{FF2B5EF4-FFF2-40B4-BE49-F238E27FC236}">
                <a16:creationId xmlns:a16="http://schemas.microsoft.com/office/drawing/2014/main" id="{50778521-EC3B-6BE6-B72C-BF5E1A2090CF}"/>
              </a:ext>
            </a:extLst>
          </p:cNvPr>
          <p:cNvPicPr>
            <a:picLocks noGrp="1" noChangeAspect="1"/>
          </p:cNvPicPr>
          <p:nvPr>
            <p:ph idx="1"/>
          </p:nvPr>
        </p:nvPicPr>
        <p:blipFill>
          <a:blip r:embed="rId3"/>
          <a:stretch>
            <a:fillRect/>
          </a:stretch>
        </p:blipFill>
        <p:spPr>
          <a:xfrm>
            <a:off x="2664064" y="965313"/>
            <a:ext cx="3808042" cy="3958094"/>
          </a:xfrm>
        </p:spPr>
      </p:pic>
      <p:sp>
        <p:nvSpPr>
          <p:cNvPr id="6" name="Rectangle 5">
            <a:extLst>
              <a:ext uri="{FF2B5EF4-FFF2-40B4-BE49-F238E27FC236}">
                <a16:creationId xmlns:a16="http://schemas.microsoft.com/office/drawing/2014/main" id="{6ED5DED2-61E6-C775-BEA4-4218B7480F1D}"/>
              </a:ext>
            </a:extLst>
          </p:cNvPr>
          <p:cNvSpPr/>
          <p:nvPr/>
        </p:nvSpPr>
        <p:spPr>
          <a:xfrm>
            <a:off x="3913252" y="1616708"/>
            <a:ext cx="2533235" cy="351250"/>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1607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1061-A357-CC84-C2B6-39C2FDD6D7BA}"/>
              </a:ext>
            </a:extLst>
          </p:cNvPr>
          <p:cNvSpPr>
            <a:spLocks noGrp="1"/>
          </p:cNvSpPr>
          <p:nvPr>
            <p:ph type="title"/>
          </p:nvPr>
        </p:nvSpPr>
        <p:spPr/>
        <p:txBody>
          <a:bodyPr/>
          <a:lstStyle/>
          <a:p>
            <a:r>
              <a:rPr lang="en-US">
                <a:ea typeface="Calibri"/>
                <a:cs typeface="Calibri"/>
              </a:rPr>
              <a:t>Table 12 Takeaways</a:t>
            </a:r>
            <a:endParaRPr lang="en-US"/>
          </a:p>
        </p:txBody>
      </p:sp>
      <p:sp>
        <p:nvSpPr>
          <p:cNvPr id="3" name="Content Placeholder 2">
            <a:extLst>
              <a:ext uri="{FF2B5EF4-FFF2-40B4-BE49-F238E27FC236}">
                <a16:creationId xmlns:a16="http://schemas.microsoft.com/office/drawing/2014/main" id="{AC5E2B60-973F-5368-903B-2B0D45DB1C56}"/>
              </a:ext>
            </a:extLst>
          </p:cNvPr>
          <p:cNvSpPr>
            <a:spLocks noGrp="1"/>
          </p:cNvSpPr>
          <p:nvPr>
            <p:ph idx="1"/>
          </p:nvPr>
        </p:nvSpPr>
        <p:spPr/>
        <p:txBody>
          <a:bodyPr vert="horz" lIns="91440" tIns="45720" rIns="91440" bIns="45720" rtlCol="0" anchor="t">
            <a:normAutofit/>
          </a:bodyPr>
          <a:lstStyle/>
          <a:p>
            <a:r>
              <a:rPr lang="en-US">
                <a:ea typeface="Calibri"/>
                <a:cs typeface="Calibri"/>
              </a:rPr>
              <a:t>Threatened airlines are more likely to extend their debt maturity through loans rather than bonds</a:t>
            </a:r>
          </a:p>
          <a:p>
            <a:r>
              <a:rPr lang="en-US">
                <a:ea typeface="Calibri"/>
                <a:cs typeface="Calibri"/>
              </a:rPr>
              <a:t>Suggests that lenders are potentially aware of threat of entry and bargain with airlines</a:t>
            </a:r>
          </a:p>
        </p:txBody>
      </p:sp>
    </p:spTree>
    <p:extLst>
      <p:ext uri="{BB962C8B-B14F-4D97-AF65-F5344CB8AC3E}">
        <p14:creationId xmlns:p14="http://schemas.microsoft.com/office/powerpoint/2010/main" val="2617688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2B3E3-A2BF-E7C3-A054-67EA46499E20}"/>
              </a:ext>
            </a:extLst>
          </p:cNvPr>
          <p:cNvSpPr>
            <a:spLocks noGrp="1"/>
          </p:cNvSpPr>
          <p:nvPr>
            <p:ph type="title"/>
          </p:nvPr>
        </p:nvSpPr>
        <p:spPr>
          <a:xfrm>
            <a:off x="457200" y="116769"/>
            <a:ext cx="8229600" cy="857250"/>
          </a:xfrm>
        </p:spPr>
        <p:txBody>
          <a:bodyPr/>
          <a:lstStyle/>
          <a:p>
            <a:r>
              <a:rPr lang="en-US" dirty="0">
                <a:ea typeface="Calibri"/>
                <a:cs typeface="Calibri"/>
              </a:rPr>
              <a:t>Conclusion</a:t>
            </a:r>
            <a:endParaRPr lang="en-US" dirty="0"/>
          </a:p>
        </p:txBody>
      </p:sp>
      <p:sp>
        <p:nvSpPr>
          <p:cNvPr id="3" name="Content Placeholder 2">
            <a:extLst>
              <a:ext uri="{FF2B5EF4-FFF2-40B4-BE49-F238E27FC236}">
                <a16:creationId xmlns:a16="http://schemas.microsoft.com/office/drawing/2014/main" id="{C70C4E4E-EFCF-33E0-033C-D4100F897E0C}"/>
              </a:ext>
            </a:extLst>
          </p:cNvPr>
          <p:cNvSpPr>
            <a:spLocks noGrp="1"/>
          </p:cNvSpPr>
          <p:nvPr>
            <p:ph idx="1"/>
          </p:nvPr>
        </p:nvSpPr>
        <p:spPr>
          <a:xfrm>
            <a:off x="457200" y="1063229"/>
            <a:ext cx="8229600" cy="3394472"/>
          </a:xfrm>
        </p:spPr>
        <p:txBody>
          <a:bodyPr vert="horz" lIns="91440" tIns="45720" rIns="91440" bIns="45720" rtlCol="0" anchor="t">
            <a:normAutofit lnSpcReduction="10000"/>
          </a:bodyPr>
          <a:lstStyle/>
          <a:p>
            <a:r>
              <a:rPr lang="en-US" dirty="0">
                <a:ea typeface="Calibri"/>
                <a:cs typeface="Calibri"/>
              </a:rPr>
              <a:t>Airlines expecting tougher competition from low-cost carriers tend to extend the maturity of their debt</a:t>
            </a:r>
          </a:p>
          <a:p>
            <a:r>
              <a:rPr lang="en-US" dirty="0">
                <a:ea typeface="Calibri"/>
                <a:cs typeface="Calibri"/>
              </a:rPr>
              <a:t>The impact of competition is most pronounced for financially constrained airlines</a:t>
            </a:r>
          </a:p>
          <a:p>
            <a:r>
              <a:rPr lang="en-US" dirty="0">
                <a:ea typeface="Calibri"/>
                <a:cs typeface="Calibri"/>
              </a:rPr>
              <a:t>By extending debt maturity, firms can better withstand competitive pressures</a:t>
            </a:r>
          </a:p>
          <a:p>
            <a:endParaRPr lang="en-US" dirty="0">
              <a:ea typeface="Calibri"/>
              <a:cs typeface="Calibri"/>
            </a:endParaRPr>
          </a:p>
        </p:txBody>
      </p:sp>
    </p:spTree>
    <p:extLst>
      <p:ext uri="{BB962C8B-B14F-4D97-AF65-F5344CB8AC3E}">
        <p14:creationId xmlns:p14="http://schemas.microsoft.com/office/powerpoint/2010/main" val="2074764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1067</Words>
  <Application>Microsoft Office PowerPoint</Application>
  <PresentationFormat>On-screen Show (16:9)</PresentationFormat>
  <Paragraphs>115</Paragraphs>
  <Slides>34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Times New Roman</vt:lpstr>
      <vt:lpstr>Office Theme</vt:lpstr>
      <vt:lpstr>Threat of entry and debt maturity: Evidence from airlines</vt:lpstr>
      <vt:lpstr>Research Question</vt:lpstr>
      <vt:lpstr>Prior Literature</vt:lpstr>
      <vt:lpstr>Data Collection</vt:lpstr>
      <vt:lpstr>Table 1 – Summary Statistics</vt:lpstr>
      <vt:lpstr>Table 1 – Summary Statistics</vt:lpstr>
      <vt:lpstr>Table 1 Takeaways</vt:lpstr>
      <vt:lpstr>Empirical Design</vt:lpstr>
      <vt:lpstr>Empirical Design</vt:lpstr>
      <vt:lpstr>Empirical Design</vt:lpstr>
      <vt:lpstr>Table 2 - Probability of Entry</vt:lpstr>
      <vt:lpstr>Table 2 Takeaways</vt:lpstr>
      <vt:lpstr>Table 3 Low-cost airlines and route profitability</vt:lpstr>
      <vt:lpstr>Table 3 Takeaways</vt:lpstr>
      <vt:lpstr>Table 4 – Examples of real effects of rollover risk</vt:lpstr>
      <vt:lpstr>Table 4 Takeaways</vt:lpstr>
      <vt:lpstr>Table 5 – Threat of entry and debt maturity</vt:lpstr>
      <vt:lpstr>Table 5 Takeaways</vt:lpstr>
      <vt:lpstr>PowerPoint Presentation</vt:lpstr>
      <vt:lpstr>Table 6 – Alternative measures of debt maturity</vt:lpstr>
      <vt:lpstr>Table 6 Takeaways</vt:lpstr>
      <vt:lpstr>Table 7 – Threat of entry and leverage</vt:lpstr>
      <vt:lpstr>Table 7 Takeaways</vt:lpstr>
      <vt:lpstr>Table 8 – Heterogeneous response to entry threats</vt:lpstr>
      <vt:lpstr>Table 8 Takeaways</vt:lpstr>
      <vt:lpstr>Table 9 – Effects on future investment</vt:lpstr>
      <vt:lpstr>Table 9 Takeaways</vt:lpstr>
      <vt:lpstr>Table 10 – Mechanical Adjustments</vt:lpstr>
      <vt:lpstr>Table 10 Takeaways</vt:lpstr>
      <vt:lpstr>Table 11</vt:lpstr>
      <vt:lpstr>Table 11 Takeaways</vt:lpstr>
      <vt:lpstr>Table 12 – Threat of entry and debt issuance</vt:lpstr>
      <vt:lpstr>Table 12 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cp:revision>
  <dcterms:created xsi:type="dcterms:W3CDTF">2020-09-10T18:37:45Z</dcterms:created>
  <dcterms:modified xsi:type="dcterms:W3CDTF">2024-09-03T12:54:08Z</dcterms:modified>
</cp:coreProperties>
</file>